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Google Sans" pitchFamily="2" charset="0"/>
      <p:regular r:id="rId10"/>
      <p:bold r:id="rId11"/>
      <p:italic r:id="rId12"/>
      <p:boldItalic r:id="rId13"/>
    </p:embeddedFont>
    <p:embeddedFont>
      <p:font typeface="Open Sans" pitchFamily="2" charset="0"/>
      <p:regular r:id="rId14"/>
      <p:bold r:id="rId15"/>
      <p:italic r:id="rId16"/>
      <p:boldItalic r:id="rId17"/>
    </p:embeddedFont>
    <p:embeddedFont>
      <p:font typeface="Ubuntu" panose="020B0504030602030204" pitchFamily="34" charset="0"/>
      <p:regular r:id="rId18"/>
      <p:bold r:id="rId19"/>
      <p:italic r:id="rId20"/>
      <p:boldItalic r:id="rId21"/>
    </p:embeddedFont>
    <p:embeddedFont>
      <p:font typeface="Ubuntu Light" panose="020B0504030602030204" pitchFamily="34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DF62AF-F335-4FEC-A16E-633B9251306E}">
  <a:tblStyle styleId="{D5DF62AF-F335-4FEC-A16E-633B925130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28"/>
  </p:normalViewPr>
  <p:slideViewPr>
    <p:cSldViewPr snapToGrid="0">
      <p:cViewPr varScale="1">
        <p:scale>
          <a:sx n="153" d="100"/>
          <a:sy n="153" d="100"/>
        </p:scale>
        <p:origin x="53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397c49307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d397c49307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bb462e08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fbb462e08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b0a3f1b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b0a3f1b1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397c49307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3d397c49307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233d9beea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f233d9beea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397c49307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d397c49307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0" y="4847100"/>
            <a:ext cx="27093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2026 © AWS User Group Hong Kong 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0" y="4847100"/>
            <a:ext cx="27093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 sz="1000">
                <a:solidFill>
                  <a:srgbClr val="232E3E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 sz="1000">
                <a:solidFill>
                  <a:srgbClr val="232E3E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 sz="1000">
                <a:solidFill>
                  <a:srgbClr val="232E3E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 sz="1000">
                <a:solidFill>
                  <a:srgbClr val="232E3E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 sz="1000">
                <a:solidFill>
                  <a:srgbClr val="232E3E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 sz="1000">
                <a:solidFill>
                  <a:srgbClr val="232E3E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 sz="1000">
                <a:solidFill>
                  <a:srgbClr val="232E3E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 sz="1000">
                <a:solidFill>
                  <a:srgbClr val="232E3E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 sz="1000">
                <a:solidFill>
                  <a:srgbClr val="232E3E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2026 © AWS User Group Hong Kong 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6434700" y="4811825"/>
            <a:ext cx="27093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2026 © AWS User Group Hong Kong 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0" y="4847100"/>
            <a:ext cx="27093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2026 © AWS User Group Hong Kong  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1120425" y="4847100"/>
            <a:ext cx="2709300" cy="2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2026 © AWS User Group Hong Kong  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1120425" y="4847100"/>
            <a:ext cx="27093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rt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rt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rt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rt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rt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rt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rt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rtl="0">
              <a:buNone/>
              <a:defRPr sz="1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2026 © AWS User Group Hong Kong  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/>
        </p:nvSpPr>
        <p:spPr>
          <a:xfrm>
            <a:off x="573600" y="1138174"/>
            <a:ext cx="7406618" cy="143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Session Title</a:t>
            </a:r>
            <a:endParaRPr sz="3200" b="1" dirty="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2" name="Google Shape;22;p7"/>
          <p:cNvSpPr txBox="1"/>
          <p:nvPr/>
        </p:nvSpPr>
        <p:spPr>
          <a:xfrm>
            <a:off x="573600" y="2571750"/>
            <a:ext cx="3998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Speaker Name</a:t>
            </a:r>
            <a:endParaRPr sz="1600" b="1" dirty="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3" name="Google Shape;23;p7"/>
          <p:cNvSpPr txBox="1"/>
          <p:nvPr/>
        </p:nvSpPr>
        <p:spPr>
          <a:xfrm>
            <a:off x="573600" y="3023350"/>
            <a:ext cx="39984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Ubuntu Light"/>
                <a:ea typeface="Ubuntu Light"/>
                <a:cs typeface="Ubuntu Light"/>
                <a:sym typeface="Ubuntu Light"/>
              </a:rPr>
              <a:t>Tagline Here</a:t>
            </a:r>
            <a:endParaRPr>
              <a:solidFill>
                <a:schemeClr val="lt1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561975" y="561975"/>
            <a:ext cx="8001000" cy="571500"/>
          </a:xfrm>
          <a:prstGeom prst="rect">
            <a:avLst/>
          </a:prstGeom>
          <a:solidFill>
            <a:srgbClr val="242F40"/>
          </a:solidFill>
          <a:ln w="19050" cap="flat" cmpd="sng">
            <a:solidFill>
              <a:srgbClr val="3644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1"/>
          <p:cNvSpPr/>
          <p:nvPr/>
        </p:nvSpPr>
        <p:spPr>
          <a:xfrm>
            <a:off x="561975" y="1133475"/>
            <a:ext cx="2571900" cy="3429000"/>
          </a:xfrm>
          <a:prstGeom prst="rect">
            <a:avLst/>
          </a:prstGeom>
          <a:solidFill>
            <a:srgbClr val="242F40"/>
          </a:solidFill>
          <a:ln w="19050" cap="flat" cmpd="sng">
            <a:solidFill>
              <a:srgbClr val="3542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400" tIns="152400" rIns="152400" bIns="152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lt1"/>
                </a:solidFill>
              </a:rPr>
              <a:t>Column 1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42" name="Google Shape;42;p11"/>
          <p:cNvSpPr txBox="1"/>
          <p:nvPr/>
        </p:nvSpPr>
        <p:spPr>
          <a:xfrm>
            <a:off x="561975" y="561975"/>
            <a:ext cx="498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114300" rIns="228600" bIns="1143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rPr>
              <a:t>Title</a:t>
            </a:r>
            <a:endParaRPr sz="2100">
              <a:solidFill>
                <a:schemeClr val="lt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3" name="Google Shape;43;p11"/>
          <p:cNvSpPr/>
          <p:nvPr/>
        </p:nvSpPr>
        <p:spPr>
          <a:xfrm>
            <a:off x="3133725" y="1133475"/>
            <a:ext cx="2571900" cy="3429000"/>
          </a:xfrm>
          <a:prstGeom prst="rect">
            <a:avLst/>
          </a:prstGeom>
          <a:solidFill>
            <a:srgbClr val="242F40"/>
          </a:solidFill>
          <a:ln w="19050" cap="flat" cmpd="sng">
            <a:solidFill>
              <a:srgbClr val="3542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400" tIns="152400" rIns="152400" bIns="152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Column 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" name="Google Shape;44;p11"/>
          <p:cNvSpPr/>
          <p:nvPr/>
        </p:nvSpPr>
        <p:spPr>
          <a:xfrm>
            <a:off x="5705475" y="1133475"/>
            <a:ext cx="2571900" cy="3429000"/>
          </a:xfrm>
          <a:prstGeom prst="rect">
            <a:avLst/>
          </a:prstGeom>
          <a:solidFill>
            <a:srgbClr val="242F40"/>
          </a:solidFill>
          <a:ln w="19050" cap="flat" cmpd="sng">
            <a:solidFill>
              <a:srgbClr val="3542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2400" tIns="152400" rIns="152400" bIns="152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Column 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/>
          <p:nvPr/>
        </p:nvSpPr>
        <p:spPr>
          <a:xfrm>
            <a:off x="561975" y="561975"/>
            <a:ext cx="8001000" cy="571500"/>
          </a:xfrm>
          <a:prstGeom prst="rect">
            <a:avLst/>
          </a:prstGeom>
          <a:solidFill>
            <a:srgbClr val="242F40"/>
          </a:solidFill>
          <a:ln w="19050" cap="flat" cmpd="sng">
            <a:solidFill>
              <a:srgbClr val="3644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rPr>
              <a:t>Title</a:t>
            </a:r>
            <a:endParaRPr/>
          </a:p>
        </p:txBody>
      </p:sp>
      <p:sp>
        <p:nvSpPr>
          <p:cNvPr id="50" name="Google Shape;50;p12"/>
          <p:cNvSpPr/>
          <p:nvPr/>
        </p:nvSpPr>
        <p:spPr>
          <a:xfrm>
            <a:off x="561975" y="1133475"/>
            <a:ext cx="8001000" cy="1143000"/>
          </a:xfrm>
          <a:prstGeom prst="rect">
            <a:avLst/>
          </a:prstGeom>
          <a:solidFill>
            <a:srgbClr val="242F40"/>
          </a:solidFill>
          <a:ln w="19050" cap="flat" cmpd="sng">
            <a:solidFill>
              <a:srgbClr val="3542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Subtitle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561975" y="2276475"/>
            <a:ext cx="8001000" cy="2286000"/>
          </a:xfrm>
          <a:prstGeom prst="rect">
            <a:avLst/>
          </a:prstGeom>
          <a:solidFill>
            <a:srgbClr val="242F40"/>
          </a:solidFill>
          <a:ln w="19050" cap="flat" cmpd="sng">
            <a:solidFill>
              <a:srgbClr val="3542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2" name="Google Shape;52;p12"/>
          <p:cNvGraphicFramePr/>
          <p:nvPr/>
        </p:nvGraphicFramePr>
        <p:xfrm>
          <a:off x="561975" y="2276475"/>
          <a:ext cx="8001000" cy="2286000"/>
        </p:xfrm>
        <a:graphic>
          <a:graphicData uri="http://schemas.openxmlformats.org/drawingml/2006/table">
            <a:tbl>
              <a:tblPr>
                <a:noFill/>
                <a:tableStyleId>{D5DF62AF-F335-4FEC-A16E-633B9251306E}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65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lt2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"/>
                        </a:rPr>
                        <a:t>Grid</a:t>
                      </a:r>
                      <a:endParaRPr sz="1300">
                        <a:latin typeface="Open Sans Light"/>
                        <a:ea typeface="Open Sans Light"/>
                        <a:cs typeface="Open Sans Light"/>
                        <a:sym typeface="Open Sans"/>
                      </a:endParaRPr>
                    </a:p>
                  </a:txBody>
                  <a:tcPr marL="228600" marR="228600" marT="228600" marB="228600">
                    <a:lnL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F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lt2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"/>
                        </a:rPr>
                        <a:t>Grid</a:t>
                      </a:r>
                      <a:endParaRPr>
                        <a:solidFill>
                          <a:schemeClr val="lt2"/>
                        </a:solidFill>
                        <a:latin typeface="Open Sans Light"/>
                        <a:ea typeface="Open Sans Light"/>
                        <a:cs typeface="Open Sans Light"/>
                        <a:sym typeface="Open Sans"/>
                      </a:endParaRPr>
                    </a:p>
                  </a:txBody>
                  <a:tcPr marL="228600" marR="228600" marT="228600" marB="228600">
                    <a:lnL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F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2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"/>
                        </a:rPr>
                        <a:t>Grid</a:t>
                      </a:r>
                      <a:endParaRPr>
                        <a:solidFill>
                          <a:schemeClr val="lt2"/>
                        </a:solidFill>
                        <a:latin typeface="Open Sans Light"/>
                        <a:ea typeface="Open Sans Light"/>
                        <a:cs typeface="Open Sans Light"/>
                        <a:sym typeface="Open Sans"/>
                      </a:endParaRPr>
                    </a:p>
                  </a:txBody>
                  <a:tcPr marL="228600" marR="228600" marT="228600" marB="228600">
                    <a:lnL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F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lt2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"/>
                        </a:rPr>
                        <a:t>Grid</a:t>
                      </a:r>
                      <a:endParaRPr>
                        <a:solidFill>
                          <a:schemeClr val="lt2"/>
                        </a:solidFill>
                        <a:latin typeface="Open Sans Light"/>
                        <a:ea typeface="Open Sans Light"/>
                        <a:cs typeface="Open Sans Light"/>
                        <a:sym typeface="Open Sans"/>
                      </a:endParaRPr>
                    </a:p>
                  </a:txBody>
                  <a:tcPr marL="228600" marR="228600" marT="228600" marB="228600">
                    <a:lnL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lt2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"/>
                        </a:rPr>
                        <a:t>Grid</a:t>
                      </a:r>
                      <a:endParaRPr>
                        <a:solidFill>
                          <a:schemeClr val="lt2"/>
                        </a:solidFill>
                        <a:latin typeface="Open Sans Light"/>
                        <a:ea typeface="Open Sans Light"/>
                        <a:cs typeface="Open Sans Light"/>
                        <a:sym typeface="Open Sans"/>
                      </a:endParaRPr>
                    </a:p>
                  </a:txBody>
                  <a:tcPr marL="228600" marR="228600" marT="228600" marB="228600">
                    <a:lnL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F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lt2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"/>
                        </a:rPr>
                        <a:t>Grid</a:t>
                      </a:r>
                      <a:endParaRPr>
                        <a:solidFill>
                          <a:schemeClr val="lt2"/>
                        </a:solidFill>
                        <a:latin typeface="Open Sans Light"/>
                        <a:ea typeface="Open Sans Light"/>
                        <a:cs typeface="Open Sans Light"/>
                        <a:sym typeface="Open Sans"/>
                      </a:endParaRPr>
                    </a:p>
                  </a:txBody>
                  <a:tcPr marL="228600" marR="228600" marT="228600" marB="228600">
                    <a:lnL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F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2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"/>
                        </a:rPr>
                        <a:t>Grid</a:t>
                      </a:r>
                      <a:endParaRPr>
                        <a:latin typeface="Open Sans Light"/>
                        <a:ea typeface="Open Sans Light"/>
                        <a:cs typeface="Open Sans Light"/>
                        <a:sym typeface="Open Sans"/>
                      </a:endParaRPr>
                    </a:p>
                  </a:txBody>
                  <a:tcPr marL="228600" marR="228600" marT="228600" marB="228600">
                    <a:lnL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F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lt2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"/>
                        </a:rPr>
                        <a:t>Grid</a:t>
                      </a:r>
                      <a:endParaRPr>
                        <a:latin typeface="Open Sans Light"/>
                        <a:ea typeface="Open Sans Light"/>
                        <a:cs typeface="Open Sans Light"/>
                        <a:sym typeface="Open Sans"/>
                      </a:endParaRPr>
                    </a:p>
                  </a:txBody>
                  <a:tcPr marL="228600" marR="228600" marT="228600" marB="228600">
                    <a:lnL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644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Macintosh PowerPoint</Application>
  <PresentationFormat>On-screen Show (16:9)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Ubuntu Light</vt:lpstr>
      <vt:lpstr>Ubuntu</vt:lpstr>
      <vt:lpstr>Google Sans</vt:lpstr>
      <vt:lpstr>Open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Fred Cheung (Teccelerates)</cp:lastModifiedBy>
  <cp:revision>1</cp:revision>
  <dcterms:modified xsi:type="dcterms:W3CDTF">2026-09-20T11:59:10Z</dcterms:modified>
</cp:coreProperties>
</file>