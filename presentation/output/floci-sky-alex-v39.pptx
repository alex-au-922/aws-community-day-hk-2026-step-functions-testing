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2"/>
  </p:notesMasterIdLst>
  <p:sldIdLst>
    <p:sldId id="256" r:id="rId2"/>
    <p:sldId id="294" r:id="rId3"/>
    <p:sldId id="258" r:id="rId4"/>
    <p:sldId id="264" r:id="rId5"/>
    <p:sldId id="259" r:id="rId6"/>
    <p:sldId id="260" r:id="rId7"/>
    <p:sldId id="261" r:id="rId8"/>
    <p:sldId id="262" r:id="rId9"/>
    <p:sldId id="263" r:id="rId10"/>
    <p:sldId id="297" r:id="rId11"/>
    <p:sldId id="266" r:id="rId12"/>
    <p:sldId id="267" r:id="rId13"/>
    <p:sldId id="298" r:id="rId14"/>
    <p:sldId id="269" r:id="rId15"/>
    <p:sldId id="270" r:id="rId16"/>
    <p:sldId id="271" r:id="rId17"/>
    <p:sldId id="273" r:id="rId18"/>
    <p:sldId id="274" r:id="rId19"/>
    <p:sldId id="275" r:id="rId20"/>
    <p:sldId id="276" r:id="rId21"/>
    <p:sldId id="299" r:id="rId22"/>
    <p:sldId id="278" r:id="rId23"/>
    <p:sldId id="277" r:id="rId24"/>
    <p:sldId id="280" r:id="rId25"/>
    <p:sldId id="279" r:id="rId26"/>
    <p:sldId id="281" r:id="rId27"/>
    <p:sldId id="282" r:id="rId28"/>
    <p:sldId id="272" r:id="rId29"/>
    <p:sldId id="283" r:id="rId30"/>
    <p:sldId id="284" r:id="rId31"/>
    <p:sldId id="285" r:id="rId32"/>
    <p:sldId id="286" r:id="rId33"/>
    <p:sldId id="288" r:id="rId34"/>
    <p:sldId id="287" r:id="rId35"/>
    <p:sldId id="296" r:id="rId36"/>
    <p:sldId id="290" r:id="rId37"/>
    <p:sldId id="291" r:id="rId38"/>
    <p:sldId id="292" r:id="rId39"/>
    <p:sldId id="295" r:id="rId40"/>
    <p:sldId id="293" r:id="rId41"/>
  </p:sldIdLst>
  <p:sldSz cx="9144000" cy="5143500" type="screen16x9"/>
  <p:notesSz cx="6858000" cy="9144000"/>
  <p:embeddedFontLst>
    <p:embeddedFont>
      <p:font typeface="Ubuntu" panose="020B0504030602030204" pitchFamily="34" charset="0"/>
      <p:regular r:id="rId43"/>
      <p:bold r:id="rId44"/>
      <p:italic r:id="rId45"/>
      <p:boldItalic r:id="rId46"/>
    </p:embeddedFont>
    <p:embeddedFont>
      <p:font typeface="Ubuntu Light" panose="020B0304030602030204" pitchFamily="34" charset="0"/>
      <p:regular r:id="rId47"/>
      <p:italic r:id="rId48"/>
    </p:embeddedFont>
  </p:embeddedFontLst>
  <p:defaultTextStyle>
    <a:defPPr marR="0" algn="l">
      <a:lnSpc>
        <a:spcPct val="100000"/>
      </a:lnSpc>
      <a:spcBef>
        <a:spcPts val="0"/>
      </a:spcBef>
      <a:spcAft>
        <a:spcPts val="0"/>
      </a:spcAft>
      <a:buNone/>
    </a:defPPr>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D5DF62AF-F335-4FEC-A16E-633B9251306E}">
  <a:tblStyle styleId="{D5DF62AF-F335-4FEC-A16E-633B9251306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5"/>
  </p:normalViewPr>
  <p:slideViewPr>
    <p:cSldViewPr snapToGrid="0">
      <p:cViewPr varScale="1">
        <p:scale>
          <a:sx n="159" d="100"/>
          <a:sy n="159" d="100"/>
        </p:scale>
        <p:origin x="82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Sky Ng</a:t>
            </a:r>
          </a:p>
          <a:p>
            <a:pPr marL="0" lvl="0" indent="0" algn="l">
              <a:spcBef>
                <a:spcPts val="0"/>
              </a:spcBef>
              <a:spcAft>
                <a:spcPts val="0"/>
              </a:spcAft>
              <a:buNone/>
            </a:pPr>
            <a:r>
              <a:t>Planned timing: 00:00–00:30</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Hi everyone, I'm Sky, and I'm here with Alex. Today we will test a Python workflow across several services, including the things that go wrong between them. We will start with the business behaviour, then Alex will show how we run it locally, inject failures, and connect the coverage report back to the tests.</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Introduce the talk briefly. Move to the speaker introduction without listing the tools again.</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https://www.linkedin.com/in/sky-ng-ab307b252/</a:t>
            </a:r>
          </a:p>
          <a:p>
            <a:pPr marL="0" lvl="0" indent="0" algn="l">
              <a:spcBef>
                <a:spcPts val="0"/>
              </a:spcBef>
              <a:spcAft>
                <a:spcPts val="0"/>
              </a:spcAft>
              <a:buNone/>
            </a:pPr>
            <a:r>
              <a:t>https://www.linkedin.com/in/alex-au-cloudeng/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DC44C-7C76-8CD8-AD2B-ED17AEDFE9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AC8357-FAAC-72BB-5C53-7D30D28579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E92723-6371-11BC-02E8-4F6CD05563C9}"/>
              </a:ext>
            </a:extLst>
          </p:cNvPr>
          <p:cNvSpPr>
            <a:spLocks noGrp="1"/>
          </p:cNvSpPr>
          <p:nvPr>
            <p:ph type="body" idx="1"/>
          </p:nvPr>
        </p:nvSpPr>
        <p:spPr/>
        <p:txBody>
          <a:bodyPr/>
          <a:lstStyle/>
          <a:p>
            <a:pPr marL="0" lvl="0" indent="0" algn="l">
              <a:spcBef>
                <a:spcPts val="0"/>
              </a:spcBef>
              <a:spcAft>
                <a:spcPts val="0"/>
              </a:spcAft>
              <a:buNone/>
            </a:pPr>
            <a:r>
              <a:t>Speaker: Sky Ng</a:t>
            </a:r>
          </a:p>
          <a:p>
            <a:pPr marL="0" lvl="0" indent="0" algn="l">
              <a:spcBef>
                <a:spcPts val="0"/>
              </a:spcBef>
              <a:spcAft>
                <a:spcPts val="0"/>
              </a:spcAft>
              <a:buNone/>
            </a:pPr>
            <a:r>
              <a:t>Planned timing: 00:30–01:15</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I'm Sky, and Alex is the host of Hong Kong Python User Group. I will cover the first three sections: why we want these tests, the order workflow, and what a test looks like. Alex will then take us through the implementation and the results.</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Point to each speaker once. Keep personal introductions short; do not read every credential.</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https://www.linkedin.com/in/sky-ng-ab307b252/</a:t>
            </a:r>
          </a:p>
          <a:p>
            <a:pPr marL="0" lvl="0" indent="0" algn="l">
              <a:spcBef>
                <a:spcPts val="0"/>
              </a:spcBef>
              <a:spcAft>
                <a:spcPts val="0"/>
              </a:spcAft>
              <a:buNone/>
            </a:pPr>
            <a:r>
              <a:t>https://www.linkedin.com/in/alex-au-cloudeng/</a:t>
            </a:r>
          </a:p>
        </p:txBody>
      </p:sp>
      <p:sp>
        <p:nvSpPr>
          <p:cNvPr id="4" name="Slide Number Placeholder 3">
            <a:extLst>
              <a:ext uri="{FF2B5EF4-FFF2-40B4-BE49-F238E27FC236}">
                <a16:creationId xmlns:a16="http://schemas.microsoft.com/office/drawing/2014/main" id="{14A9EECD-DF47-6F8B-ADBE-9184C69BCB1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9444279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Sky Ng</a:t>
            </a:r>
          </a:p>
          <a:p>
            <a:pPr marL="0" lvl="0" indent="0" algn="l">
              <a:spcBef>
                <a:spcPts val="0"/>
              </a:spcBef>
              <a:spcAft>
                <a:spcPts val="0"/>
              </a:spcAft>
              <a:buNone/>
            </a:pPr>
            <a:r>
              <a:t>Planned timing: 01:15–01:35</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End-to-end tests are useful when the pieces work separately but fail when connected. Can we make those tests practical to run during development? And if we reach 100% coverage, can we explain what that number actually tells us? Those are the two questions for today.</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Pause after the two questions, then continue to the local-testing motivation.</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Sky Ng</a:t>
            </a:r>
          </a:p>
          <a:p>
            <a:pPr marL="0" lvl="0" indent="0" algn="l">
              <a:spcBef>
                <a:spcPts val="0"/>
              </a:spcBef>
              <a:spcAft>
                <a:spcPts val="0"/>
              </a:spcAft>
              <a:buNone/>
            </a:pPr>
            <a:r>
              <a:t>Planned timing: 01:35–02:15</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A unit test runs a function with the input we give it. It does not show whether the workflow sends the right input, or whether the SDK and HTTP calls work together. We want to exercise those connections frequently. Running locally avoids creating a fresh AWS stack for every change. We can reuse containers and rerun an individual pytest case while developing. That removes repeated deployment work from the development loop.</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Emphasise the shorter development loop. Keep the detailed container setup for Alex.</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/Users/alexau/Documents/HKPUG/aws-community-day-hk-2026-step-functions-testing/src/create_order.asl.json</a:t>
            </a:r>
          </a:p>
          <a:p>
            <a:pPr marL="0" lvl="0" indent="0" algn="l">
              <a:spcBef>
                <a:spcPts val="0"/>
              </a:spcBef>
              <a:spcAft>
                <a:spcPts val="0"/>
              </a:spcAft>
              <a:buNone/>
            </a:pPr>
            <a:r>
              <a:t>/Users/alexau/Documents/HKPUG/aws-community-day-hk-2026-step-functions-testing/tests/fixtures/floci.py</a:t>
            </a:r>
          </a:p>
          <a:p>
            <a:pPr marL="0" lvl="0" indent="0" algn="l">
              <a:spcBef>
                <a:spcPts val="0"/>
              </a:spcBef>
              <a:spcAft>
                <a:spcPts val="0"/>
              </a:spcAft>
              <a:buNone/>
            </a:pPr>
            <a:r>
              <a:t>/Users/alexau/Documents/HKPUG/aws-community-day-hk-2026-step-functions-testing/tests/fixtures/lambdas.py</a:t>
            </a:r>
          </a:p>
          <a:p>
            <a:pPr marL="0" lvl="0" indent="0" algn="l">
              <a:spcBef>
                <a:spcPts val="0"/>
              </a:spcBef>
              <a:spcAft>
                <a:spcPts val="0"/>
              </a:spcAft>
              <a:buNone/>
            </a:pPr>
            <a:r>
              <a:t>/Users/alexau/Documents/HKPUG/aws-community-day-hk-2026-step-functions-testing/tests/fixtures/workflows.py</a:t>
            </a:r>
          </a:p>
          <a:p>
            <a:pPr marL="0" lvl="0" indent="0" algn="l">
              <a:spcBef>
                <a:spcPts val="0"/>
              </a:spcBef>
              <a:spcAft>
                <a:spcPts val="0"/>
              </a:spcAft>
              <a:buNone/>
            </a:pPr>
            <a:r>
              <a:t>/Users/alexau/Documents/HKPUG/aws-community-day-hk-2026-step-functions-testing/tests/fixtures/stripe.py</a:t>
            </a:r>
          </a:p>
          <a:p>
            <a:pPr marL="0" lvl="0" indent="0" algn="l">
              <a:spcBef>
                <a:spcPts val="0"/>
              </a:spcBef>
              <a:spcAft>
                <a:spcPts val="0"/>
              </a:spcAft>
              <a:buNone/>
            </a:pPr>
            <a:r>
              <a:t>/Users/alexau/Documents/HKPUG/aws-community-day-hk-2026-step-functions-testing/tests/fixtures/proxy.py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Sky Ng</a:t>
            </a:r>
          </a:p>
          <a:p>
            <a:pPr marL="0" lvl="0" indent="0" algn="l">
              <a:spcBef>
                <a:spcPts val="0"/>
              </a:spcBef>
              <a:spcAft>
                <a:spcPts val="0"/>
              </a:spcAft>
              <a:buNone/>
            </a:pPr>
            <a:r>
              <a:t>Planned timing: 02:15–03:30</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If 90% is enough, which remaining lines are we comfortable leaving untested? Would the answer change at 95% or 99%? For this application, we use 100% of the measured Python statements and branch outcomes as a way to expose those gaps. It gives us a concrete question about every uncovered path. But execution alone is not proof of correctness. We also want the test name and the assertions, so we can see which scenario ran that code and what result it checked.</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Pause at the percentage question. Point from the coverage target to the explanation of what it does and does not establish.</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/Users/alexau/Documents/HKPUG/aws-community-day-hk-2026-step-functions-testing/pyproject.toml:31-54</a:t>
            </a:r>
          </a:p>
          <a:p>
            <a:pPr marL="0" lvl="0" indent="0" algn="l">
              <a:spcBef>
                <a:spcPts val="0"/>
              </a:spcBef>
              <a:spcAft>
                <a:spcPts val="0"/>
              </a:spcAft>
              <a:buNone/>
            </a:pPr>
            <a:r>
              <a:t>/Users/alexau/Documents/HKPUG/aws-community-day-hk-2026-step-functions-testing/output/coverage.json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Sky Ng</a:t>
            </a:r>
          </a:p>
          <a:p>
            <a:pPr marL="0" lvl="0" indent="0" algn="l">
              <a:spcBef>
                <a:spcPts val="0"/>
              </a:spcBef>
              <a:spcAft>
                <a:spcPts val="0"/>
              </a:spcAft>
              <a:buNone/>
            </a:pPr>
            <a:r>
              <a:t>Planned timing: 03:30–03:45</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Before we look at the testing tools, what should actually happen to an order? We need that expectation first, otherwise a successful workflow execution does not tell us whether the business result is right.</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Use this as the transition from testing goals to the purchase-order example.</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Sky Ng</a:t>
            </a:r>
          </a:p>
          <a:p>
            <a:pPr marL="0" lvl="0" indent="0" algn="l">
              <a:spcBef>
                <a:spcPts val="0"/>
              </a:spcBef>
              <a:spcAft>
                <a:spcPts val="0"/>
              </a:spcAft>
              <a:buNone/>
            </a:pPr>
            <a:r>
              <a:t>Planned timing: 03:45–04:45</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We start with ten units in stock, and the customer orders two. First we wait for the merchant to approve. While we are waiting, we have neither reserved stock nor charged the customer. After approval, we reserve two units, take payment, and confirm the order. Stock is now eight. The second path cancels a paid order: find the payment, refund it, then cancel the order and restore the two units. These are the outcomes our tests will check later.</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Trace the creation flow, then the cancellation flow. Point out stock changing from ten to eight and then back to ten.</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/Users/alexau/Documents/HKPUG/aws-community-day-hk-2026-step-functions-testing/src/create_order.asl.json</a:t>
            </a:r>
          </a:p>
          <a:p>
            <a:pPr marL="0" lvl="0" indent="0" algn="l">
              <a:spcBef>
                <a:spcPts val="0"/>
              </a:spcBef>
              <a:spcAft>
                <a:spcPts val="0"/>
              </a:spcAft>
              <a:buNone/>
            </a:pPr>
            <a:r>
              <a:t>/Users/alexau/Documents/HKPUG/aws-community-day-hk-2026-step-functions-testing/src/cancel_order.asl.json</a:t>
            </a:r>
          </a:p>
          <a:p>
            <a:pPr marL="0" lvl="0" indent="0" algn="l">
              <a:spcBef>
                <a:spcPts val="0"/>
              </a:spcBef>
              <a:spcAft>
                <a:spcPts val="0"/>
              </a:spcAft>
              <a:buNone/>
            </a:pPr>
            <a:r>
              <a:t>/Users/alexau/Documents/HKPUG/aws-community-day-hk-2026-step-functions-testing/src/workflows.md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Sky Ng</a:t>
            </a:r>
          </a:p>
          <a:p>
            <a:pPr marL="0" lvl="0" indent="0" algn="l">
              <a:spcBef>
                <a:spcPts val="0"/>
              </a:spcBef>
              <a:spcAft>
                <a:spcPts val="0"/>
              </a:spcAft>
              <a:buNone/>
            </a:pPr>
            <a:r>
              <a:t>Planned timing: 04:45–06:15</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Here is how those steps map to services. Inside our AWS application, Step Functions coordinates the work, and SQS carries the approval request and task token. The merchant's worker is outside that boundary. It reads the request, then calls SendTaskSuccess directly with the token to resume the waiting task. The two workflows share the Orders and Payments Lambda functions. Orders reads and writes DynamoDB; Payments calls the external Stripe API. That boundary matters because our tests must control the merchant's response and observe the payment result as well as the workflow.</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Use the replacement architecture slide. Trace application → SQS → merchant worker, then the direct callback to Step Functions. Point out Stripe as a separate external dependency.</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/Users/alexau/Documents/HKPUG/aws-community-day-hk-2026-step-functions-testing/src/create_order.asl.json</a:t>
            </a:r>
          </a:p>
          <a:p>
            <a:pPr marL="0" lvl="0" indent="0" algn="l">
              <a:spcBef>
                <a:spcPts val="0"/>
              </a:spcBef>
              <a:spcAft>
                <a:spcPts val="0"/>
              </a:spcAft>
              <a:buNone/>
            </a:pPr>
            <a:r>
              <a:t>/Users/alexau/Documents/HKPUG/aws-community-day-hk-2026-step-functions-testing/src/cancel_order.asl.json</a:t>
            </a:r>
          </a:p>
          <a:p>
            <a:pPr marL="0" lvl="0" indent="0" algn="l">
              <a:spcBef>
                <a:spcPts val="0"/>
              </a:spcBef>
              <a:spcAft>
                <a:spcPts val="0"/>
              </a:spcAft>
              <a:buNone/>
            </a:pPr>
            <a:r>
              <a:t>https://docs.aws.amazon.com/step-functions/latest/dg/connect-sqs.html</a:t>
            </a:r>
          </a:p>
          <a:p>
            <a:pPr marL="0" lvl="0" indent="0" algn="l">
              <a:spcBef>
                <a:spcPts val="0"/>
              </a:spcBef>
              <a:spcAft>
                <a:spcPts val="0"/>
              </a:spcAft>
              <a:buNone/>
            </a:pPr>
            <a:r>
              <a:t>/Users/alexau/Documents/HKPUG/aws-community-day-hk-2026-step-functions-testing/presentation/output/aws-workflow-architecture-single-slide.pptx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Sky Ng</a:t>
            </a:r>
          </a:p>
          <a:p>
            <a:pPr marL="0" lvl="0" indent="0" algn="l">
              <a:spcBef>
                <a:spcPts val="0"/>
              </a:spcBef>
              <a:spcAft>
                <a:spcPts val="0"/>
              </a:spcAft>
              <a:buNone/>
            </a:pPr>
            <a:r>
              <a:t>Planned timing: 06:15–06:30</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We now have a workflow that crosses several service interfaces. How do we exercise that whole path locally, while still making the same SDK and HTTP calls that the application normally makes?</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Pause on the question, then introduce Floci on the next slide.</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9E9AD-BA6D-FA01-2109-AB6583A21A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6C6A43-7E0A-8840-D4C9-C1CFB0219A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BBD13D-323A-A3B9-7AC9-F125661DFC9A}"/>
              </a:ext>
            </a:extLst>
          </p:cNvPr>
          <p:cNvSpPr>
            <a:spLocks noGrp="1"/>
          </p:cNvSpPr>
          <p:nvPr>
            <p:ph type="body" idx="1"/>
          </p:nvPr>
        </p:nvSpPr>
        <p:spPr/>
        <p:txBody>
          <a:bodyPr/>
          <a:lstStyle/>
          <a:p>
            <a:pPr marL="0" lvl="0" indent="0" algn="l">
              <a:spcBef>
                <a:spcPts val="0"/>
              </a:spcBef>
              <a:spcAft>
                <a:spcPts val="0"/>
              </a:spcAft>
              <a:buNone/>
            </a:pPr>
            <a:r>
              <a:t>Speaker: Sky Ng</a:t>
            </a:r>
          </a:p>
          <a:p>
            <a:pPr marL="0" lvl="0" indent="0" algn="l">
              <a:spcBef>
                <a:spcPts val="0"/>
              </a:spcBef>
              <a:spcAft>
                <a:spcPts val="0"/>
              </a:spcAft>
              <a:buNone/>
            </a:pPr>
            <a:r>
              <a:t>Planned timing: 06:30–07:30</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Floci gives us local AWS APIs for Step Functions, SQS, DynamoDB, and Lambda. The test starts the workflow through boto3. Our application Python runs in separate Lambda containers and makes its normal calls to those local services. Payments goes to localstripe, our payment emulator. This lets the test cross the workflow, event, SDK, and HTTP boundaries without importing a handler and calling it directly. Alex will show how the fixtures connect these containers and how OpenResty fits into the request path.</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Trace pytest → Floci → Orders/Payments → localstripe. Distinguish the Floci service emulator from the separate application containers.</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/Users/alexau/Documents/HKPUG/aws-community-day-hk-2026-step-functions-testing/tests/fixtures/floci.py</a:t>
            </a:r>
          </a:p>
          <a:p>
            <a:pPr marL="0" lvl="0" indent="0" algn="l">
              <a:spcBef>
                <a:spcPts val="0"/>
              </a:spcBef>
              <a:spcAft>
                <a:spcPts val="0"/>
              </a:spcAft>
              <a:buNone/>
            </a:pPr>
            <a:r>
              <a:t>/Users/alexau/Documents/HKPUG/aws-community-day-hk-2026-step-functions-testing/tests/fixtures/lambdas.py</a:t>
            </a:r>
          </a:p>
          <a:p>
            <a:pPr marL="0" lvl="0" indent="0" algn="l">
              <a:spcBef>
                <a:spcPts val="0"/>
              </a:spcBef>
              <a:spcAft>
                <a:spcPts val="0"/>
              </a:spcAft>
              <a:buNone/>
            </a:pPr>
            <a:r>
              <a:t>/Users/alexau/Documents/HKPUG/aws-community-day-hk-2026-step-functions-testing/tests/fixtures/stripe.py</a:t>
            </a:r>
          </a:p>
          <a:p>
            <a:pPr marL="0" lvl="0" indent="0" algn="l">
              <a:spcBef>
                <a:spcPts val="0"/>
              </a:spcBef>
              <a:spcAft>
                <a:spcPts val="0"/>
              </a:spcAft>
              <a:buNone/>
            </a:pPr>
            <a:r>
              <a:t>/Users/alexau/Documents/HKPUG/aws-community-day-hk-2026-step-functions-testing/tests/fixtures/docker.py</a:t>
            </a:r>
          </a:p>
          <a:p>
            <a:pPr marL="0" lvl="0" indent="0" algn="l">
              <a:spcBef>
                <a:spcPts val="0"/>
              </a:spcBef>
              <a:spcAft>
                <a:spcPts val="0"/>
              </a:spcAft>
              <a:buNone/>
            </a:pPr>
            <a:r>
              <a:t>/Users/alexau/Documents/HKPUG/aws-community-day-hk-2026-step-functions-testing/tests/fixtures/proxy.py</a:t>
            </a:r>
          </a:p>
        </p:txBody>
      </p:sp>
      <p:sp>
        <p:nvSpPr>
          <p:cNvPr id="4" name="Slide Number Placeholder 3">
            <a:extLst>
              <a:ext uri="{FF2B5EF4-FFF2-40B4-BE49-F238E27FC236}">
                <a16:creationId xmlns:a16="http://schemas.microsoft.com/office/drawing/2014/main" id="{14EA571A-9E99-4B68-FC13-C6252D3A0BE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553177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Sky Ng</a:t>
            </a:r>
          </a:p>
          <a:p>
            <a:pPr marL="0" lvl="0" indent="0" algn="l">
              <a:spcBef>
                <a:spcPts val="0"/>
              </a:spcBef>
              <a:spcAft>
                <a:spcPts val="0"/>
              </a:spcAft>
              <a:buNone/>
            </a:pPr>
            <a:r>
              <a:t>Planned timing: 07:30–08:35</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The test begins with StartExecution, just as a workflow client would. The full test then receives the approval request, sends the callback, waits for completion, and reads the results through the service APIs. At the end, we check three different things: the order is confirmed, stock fell from ten to eight, and the payment ledger contains one charge. We are checking what the system did, rather than inspecting a Python variable inside the handler. Alex will now show how we build the environment that makes this possible.</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Reveal Start the order workflow, then the ledger explanation. Point to the three assertions and hand over to Alex.</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/Users/alexau/Documents/HKPUG/aws-community-day-hk-2026-step-functions-testing/tests/test_workflows/test_order_lifecycle.py:34-115</a:t>
            </a:r>
          </a:p>
          <a:p>
            <a:pPr marL="0" lvl="0" indent="0" algn="l">
              <a:spcBef>
                <a:spcPts val="0"/>
              </a:spcBef>
              <a:spcAft>
                <a:spcPts val="0"/>
              </a:spcAft>
              <a:buNone/>
            </a:pPr>
            <a:r>
              <a:t>/Users/alexau/Documents/HKPUG/aws-community-day-hk-2026-step-functions-testing/tests/test_workflows/test_order_lifecycle.py:155-157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Alex Au</a:t>
            </a:r>
          </a:p>
          <a:p>
            <a:pPr marL="0" lvl="0" indent="0" algn="l">
              <a:spcBef>
                <a:spcPts val="0"/>
              </a:spcBef>
              <a:spcAft>
                <a:spcPts val="0"/>
              </a:spcAft>
              <a:buNone/>
            </a:pPr>
            <a:r>
              <a:t>Planned timing: 08:35–08:50</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Thanks, Sky. We have seen what the test should prove. Now let's look at what the environment needs to provide: local service interfaces, a way to reach failure paths, and coverage from the Python process that actually runs the application.</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Take over here. Sections 4–7 remain with Alex; do not hand back to Sky after section 6.</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610A2-D91B-A7AA-342A-F87C852BFA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72AF51-70DB-3F8E-7C41-6DB7DAB606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115684-DA68-E9D9-BC94-EC213BB82F41}"/>
              </a:ext>
            </a:extLst>
          </p:cNvPr>
          <p:cNvSpPr>
            <a:spLocks noGrp="1"/>
          </p:cNvSpPr>
          <p:nvPr>
            <p:ph type="body" idx="1"/>
          </p:nvPr>
        </p:nvSpPr>
        <p:spPr/>
        <p:txBody>
          <a:bodyPr/>
          <a:lstStyle/>
          <a:p>
            <a:pPr marL="0" lvl="0" indent="0" algn="l">
              <a:spcBef>
                <a:spcPts val="0"/>
              </a:spcBef>
              <a:spcAft>
                <a:spcPts val="0"/>
              </a:spcAft>
              <a:buNone/>
            </a:pPr>
            <a:r>
              <a:t>Speaker: Alex Au</a:t>
            </a:r>
          </a:p>
          <a:p>
            <a:pPr marL="0" lvl="0" indent="0" algn="l">
              <a:spcBef>
                <a:spcPts val="0"/>
              </a:spcBef>
              <a:spcAft>
                <a:spcPts val="0"/>
              </a:spcAft>
              <a:buNone/>
            </a:pPr>
            <a:r>
              <a:t>Planned timing: 08:50–09:50</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Each tool answers a requirement from the opening. Floci lets the application use AWS APIs locally. Environment variables supply the service addresses, so the handler does not need a separate local implementation. OpenResty sits in the HTTP path, where we can make a particular request fail and reach the recovery code. Finally, coverage.py runs inside the Lambda Python process. We give it the test function name as its context, so the report can tell us which test exercised a line. Let's build those connections one at a time.</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Follow the three requirement-to-mechanism paths. Use test function name consistently; do not introduce a separate test ID concept.</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/Users/alexau/Documents/HKPUG/aws-community-day-hk-2026-step-functions-testing/src/lambdas/orders/handler.py</a:t>
            </a:r>
          </a:p>
          <a:p>
            <a:pPr marL="0" lvl="0" indent="0" algn="l">
              <a:spcBef>
                <a:spcPts val="0"/>
              </a:spcBef>
              <a:spcAft>
                <a:spcPts val="0"/>
              </a:spcAft>
              <a:buNone/>
            </a:pPr>
            <a:r>
              <a:t>/Users/alexau/Documents/HKPUG/aws-community-day-hk-2026-step-functions-testing/src/lambdas/payments/handler.py</a:t>
            </a:r>
          </a:p>
          <a:p>
            <a:pPr marL="0" lvl="0" indent="0" algn="l">
              <a:spcBef>
                <a:spcPts val="0"/>
              </a:spcBef>
              <a:spcAft>
                <a:spcPts val="0"/>
              </a:spcAft>
              <a:buNone/>
            </a:pPr>
            <a:r>
              <a:t>/Users/alexau/Documents/HKPUG/aws-community-day-hk-2026-step-functions-testing/tests/fixtures/lambdas.py</a:t>
            </a:r>
          </a:p>
          <a:p>
            <a:pPr marL="0" lvl="0" indent="0" algn="l">
              <a:spcBef>
                <a:spcPts val="0"/>
              </a:spcBef>
              <a:spcAft>
                <a:spcPts val="0"/>
              </a:spcAft>
              <a:buNone/>
            </a:pPr>
            <a:r>
              <a:t>/Users/alexau/Documents/HKPUG/aws-community-day-hk-2026-step-functions-testing/tests/fixtures/proxy.py</a:t>
            </a:r>
          </a:p>
          <a:p>
            <a:pPr marL="0" lvl="0" indent="0" algn="l">
              <a:spcBef>
                <a:spcPts val="0"/>
              </a:spcBef>
              <a:spcAft>
                <a:spcPts val="0"/>
              </a:spcAft>
              <a:buNone/>
            </a:pPr>
            <a:r>
              <a:t>/Users/alexau/Documents/HKPUG/aws-community-day-hk-2026-step-functions-testing/pyproject.toml</a:t>
            </a:r>
          </a:p>
        </p:txBody>
      </p:sp>
      <p:sp>
        <p:nvSpPr>
          <p:cNvPr id="4" name="Slide Number Placeholder 3">
            <a:extLst>
              <a:ext uri="{FF2B5EF4-FFF2-40B4-BE49-F238E27FC236}">
                <a16:creationId xmlns:a16="http://schemas.microsoft.com/office/drawing/2014/main" id="{3E01DEED-74FB-E1F4-2522-CF2B0373798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6142385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Alex Au</a:t>
            </a:r>
          </a:p>
          <a:p>
            <a:pPr marL="0" lvl="0" indent="0" algn="l">
              <a:spcBef>
                <a:spcPts val="0"/>
              </a:spcBef>
              <a:spcAft>
                <a:spcPts val="0"/>
              </a:spcAft>
              <a:buNone/>
            </a:pPr>
            <a:r>
              <a:t>Planned timing: 09:50–10:30</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The first connection is a pytest fixture that owns the Floci container. Session scope means we start it once for the suite. Testcontainers starts the container when we enter the with block, and pytest receives the running container at yield. After the tests finish, leaving the block performs teardown. The full fixture also waits for the service to become ready. That gives the tests a managed resource instead of relying on someone to start and stop Floci by hand.</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Point to session scope, with container, and yield. Reveal the Testcontainers lifecycle callout if it is animated.</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/Users/alexau/Documents/HKPUG/aws-community-day-hk-2026-step-functions-testing/tests/fixtures/floci.py:17-47</a:t>
            </a:r>
          </a:p>
          <a:p>
            <a:pPr marL="0" lvl="0" indent="0" algn="l">
              <a:spcBef>
                <a:spcPts val="0"/>
              </a:spcBef>
              <a:spcAft>
                <a:spcPts val="0"/>
              </a:spcAft>
              <a:buNone/>
            </a:pPr>
            <a:r>
              <a:t>/Users/alexau/Documents/HKPUG/aws-community-day-hk-2026-step-functions-testing/tests/fixtures/docker.py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Alex Au</a:t>
            </a:r>
          </a:p>
          <a:p>
            <a:pPr marL="0" lvl="0" indent="0" algn="l">
              <a:spcBef>
                <a:spcPts val="0"/>
              </a:spcBef>
              <a:spcAft>
                <a:spcPts val="0"/>
              </a:spcAft>
              <a:buNone/>
            </a:pPr>
            <a:r>
              <a:t>Planned timing: 10:30–10:55</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Next, another fixture takes that running container and builds its address on the Docker network. The Lambda container needs a name it can resolve from inside that network. By deriving the URL from the fixture's actual container, the dependency stays explicit: first create the container, then obtain its address, then pass that address to the application. We are not hard-coding a separate endpoint somewhere else in the test.</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Reveal the callouts in order: use this running container, then put its name in the URL.</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/Users/alexau/Documents/HKPUG/aws-community-day-hk-2026-step-functions-testing/tests/fixtures/docker.py</a:t>
            </a:r>
          </a:p>
          <a:p>
            <a:pPr marL="0" lvl="0" indent="0" algn="l">
              <a:spcBef>
                <a:spcPts val="0"/>
              </a:spcBef>
              <a:spcAft>
                <a:spcPts val="0"/>
              </a:spcAft>
              <a:buNone/>
            </a:pPr>
            <a:r>
              <a:t>/Users/alexau/Documents/HKPUG/aws-community-day-hk-2026-step-functions-testing/tests/fixtures/floci.py:56-59</a:t>
            </a:r>
          </a:p>
          <a:p>
            <a:pPr marL="0" lvl="0" indent="0" algn="l">
              <a:spcBef>
                <a:spcPts val="0"/>
              </a:spcBef>
              <a:spcAft>
                <a:spcPts val="0"/>
              </a:spcAft>
              <a:buNone/>
            </a:pPr>
            <a:r>
              <a:t>/Users/alexau/Documents/HKPUG/aws-community-day-hk-2026-step-functions-testing/tests/fixtures/lambdas.py</a:t>
            </a:r>
          </a:p>
          <a:p>
            <a:pPr marL="0" lvl="0" indent="0" algn="l">
              <a:spcBef>
                <a:spcPts val="0"/>
              </a:spcBef>
              <a:spcAft>
                <a:spcPts val="0"/>
              </a:spcAft>
              <a:buNone/>
            </a:pPr>
            <a:r>
              <a:t>/Users/alexau/Documents/HKPUG/aws-community-day-hk-2026-step-functions-testing/src/lambdas/orders/handler.py:23-36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Alex Au</a:t>
            </a:r>
          </a:p>
          <a:p>
            <a:pPr marL="0" lvl="0" indent="0" algn="l">
              <a:spcBef>
                <a:spcPts val="0"/>
              </a:spcBef>
              <a:spcAft>
                <a:spcPts val="0"/>
              </a:spcAft>
              <a:buNone/>
            </a:pPr>
            <a:r>
              <a:t>Planned timing: 10:55–11:40</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These settings have different jobs. AWS_ENDPOINT_URL tells boto3 that Floci is the destination. HTTP_PROXY sends the HTTP request through OpenResty on its way there. The application still makes an ordinary boto3 call, but the test can now intercept that call and return an error. AWS_MAX_ATTEMPTS is one so boto3 does not add its own retries underneath the workflow. Later, when we count attempts, we can see what Step Functions retried rather than mixing two retry policies together.</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Point to destination first, then proxy route, then AWS_MAX_ATTEMPTS. Avoid suggesting that AWS_ENDPOINT_URL itself is the proxy address.</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/Users/alexau/Documents/HKPUG/aws-community-day-hk-2026-step-functions-testing/tests/fixtures/lambdas.py:111-120</a:t>
            </a:r>
          </a:p>
          <a:p>
            <a:pPr marL="0" lvl="0" indent="0" algn="l">
              <a:spcBef>
                <a:spcPts val="0"/>
              </a:spcBef>
              <a:spcAft>
                <a:spcPts val="0"/>
              </a:spcAft>
              <a:buNone/>
            </a:pPr>
            <a:r>
              <a:t>/Users/alexau/Documents/HKPUG/aws-community-day-hk-2026-step-functions-testing/tests/fixtures/lambdas.py:148-155</a:t>
            </a:r>
          </a:p>
          <a:p>
            <a:pPr marL="0" lvl="0" indent="0" algn="l">
              <a:spcBef>
                <a:spcPts val="0"/>
              </a:spcBef>
              <a:spcAft>
                <a:spcPts val="0"/>
              </a:spcAft>
              <a:buNone/>
            </a:pPr>
            <a:r>
              <a:t>/Users/alexau/Documents/HKPUG/aws-community-day-hk-2026-step-functions-testing/tests/fixtures/proxy.py</a:t>
            </a:r>
          </a:p>
          <a:p>
            <a:pPr marL="0" lvl="0" indent="0" algn="l">
              <a:spcBef>
                <a:spcPts val="0"/>
              </a:spcBef>
              <a:spcAft>
                <a:spcPts val="0"/>
              </a:spcAft>
              <a:buNone/>
            </a:pPr>
            <a:r>
              <a:t>https://docs.aws.amazon.com/sdkref/latest/guide/feature-ss-endpoints.html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Alex Au</a:t>
            </a:r>
          </a:p>
          <a:p>
            <a:pPr marL="0" lvl="0" indent="0" algn="l">
              <a:spcBef>
                <a:spcPts val="0"/>
              </a:spcBef>
              <a:spcAft>
                <a:spcPts val="0"/>
              </a:spcAft>
              <a:buNone/>
            </a:pPr>
            <a:r>
              <a:t>Planned timing: 11:40–12:25</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Let's open the two files and follow the values through. In floci.py, this fixture creates the container, waits for it, and yields it to pytest. The URL fixture then uses that same container's name. In lambdas.py, the create_function call passes the URL and proxy settings into the Lambda environment. That is the connection from pytest's resources to the application's configuration. This is a code walkthrough; we do not need to start a test run here.</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From the project root, use the command shown to open tests/fixtures/floci.py and tests/fixtures/lambdas.py in Zed. Show floci_container, floci_internal_url, then create_function Environment. Use function names rather than relying on old line numbers. Return to the next runtime slide.</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/Users/alexau/Documents/HKPUG/aws-community-day-hk-2026-step-functions-testing/tests/fixtures/floci.py:17-59</a:t>
            </a:r>
          </a:p>
          <a:p>
            <a:pPr marL="0" lvl="0" indent="0" algn="l">
              <a:spcBef>
                <a:spcPts val="0"/>
              </a:spcBef>
              <a:spcAft>
                <a:spcPts val="0"/>
              </a:spcAft>
              <a:buNone/>
            </a:pPr>
            <a:r>
              <a:t>/Users/alexau/Documents/HKPUG/aws-community-day-hk-2026-step-functions-testing/tests/fixtures/lambdas.py:111-120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Alex Au</a:t>
            </a:r>
          </a:p>
          <a:p>
            <a:pPr marL="0" lvl="0" indent="0" algn="l">
              <a:spcBef>
                <a:spcPts val="0"/>
              </a:spcBef>
              <a:spcAft>
                <a:spcPts val="0"/>
              </a:spcAft>
              <a:buNone/>
            </a:pPr>
            <a:r>
              <a:t>Planned timing: 12:25–13:20</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There is one catch with measuring these tests: pytest and the Lambda code run in different Python processes. Coverage running beside pytest cannot see the code inside the Lambda container. On the right, the runtime client asks Floci for an event, calls our handler, and posts the result. Then it asks for another event. The handler has finished, but the Python process is still alive. That gives us two jobs: start coverage inside that process, and save its data before we remove the container.</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Follow the sequence from polling to the handler and back. Emphasize the final poll: handler return does not end the process. Move to the entrypoint implementation.</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/Users/</a:t>
            </a:r>
          </a:p>
          <a:p>
            <a:pPr marL="0" lvl="0" indent="0" algn="l">
              <a:spcBef>
                <a:spcPts val="0"/>
              </a:spcBef>
              <a:spcAft>
                <a:spcPts val="0"/>
              </a:spcAft>
              <a:buNone/>
            </a:pPr>
            <a:r>
              <a:t>/Documents/HKPUG/aws-community-day-hk-2026-step-functions-testing/tests/fixtures/lambdas.py:25-44</a:t>
            </a:r>
          </a:p>
          <a:p>
            <a:pPr marL="0" lvl="0" indent="0" algn="l">
              <a:spcBef>
                <a:spcPts val="0"/>
              </a:spcBef>
              <a:spcAft>
                <a:spcPts val="0"/>
              </a:spcAft>
              <a:buNone/>
            </a:pPr>
            <a:r>
              <a:t>https://</a:t>
            </a:r>
          </a:p>
          <a:p>
            <a:pPr marL="0" lvl="0" indent="0" algn="l">
              <a:spcBef>
                <a:spcPts val="0"/>
              </a:spcBef>
              <a:spcAft>
                <a:spcPts val="0"/>
              </a:spcAft>
              <a:buNone/>
            </a:pPr>
            <a:r>
              <a:t>/lambda/latest/dg/python-</a:t>
            </a:r>
          </a:p>
          <a:p>
            <a:pPr marL="0" lvl="0" indent="0" algn="l">
              <a:spcBef>
                <a:spcPts val="0"/>
              </a:spcBef>
              <a:spcAft>
                <a:spcPts val="0"/>
              </a:spcAft>
              <a:buNone/>
            </a:pPr>
            <a:r>
              <a:t>/</a:t>
            </a:r>
          </a:p>
          <a:p>
            <a:pPr marL="0" lvl="0" indent="0" algn="l">
              <a:spcBef>
                <a:spcPts val="0"/>
              </a:spcBef>
              <a:spcAft>
                <a:spcPts val="0"/>
              </a:spcAft>
              <a:buNone/>
            </a:pPr>
            <a:r>
              <a:t>/lambda/latest/dg/runtimes-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Alex Au</a:t>
            </a:r>
          </a:p>
          <a:p>
            <a:pPr marL="0" lvl="0" indent="0" algn="l">
              <a:spcBef>
                <a:spcPts val="0"/>
              </a:spcBef>
              <a:spcAft>
                <a:spcPts val="0"/>
              </a:spcAft>
              <a:buNone/>
            </a:pPr>
            <a:r>
              <a:t>Planned timing: 13:20–14:15</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We do that at the container entrypoint. Starting from the AWS Python image, we run the runtime client through coverage.py. The handler path still selects the same application handler; we have added measurement around its process. The important option here is save-signal. It lets coverage save its data when it receives SIGUSR1, without stopping the runtime. That matters because this process normally keeps waiting for more invocations. Next, we need pytest to collect those files before it cleans up the Lambda functions.</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Reveal the save-signal annotation, then the handler annotation. Do not read the entire command aloud. This is the local Docker setup; do not suggest sending signals to an AWS managed Lambda.</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/Users/alexau/Documents/HKPUG/aws-community-day-hk-2026-step-functions-testing/tests/fixtures/lambdas.py:27-44</a:t>
            </a:r>
          </a:p>
          <a:p>
            <a:pPr marL="0" lvl="0" indent="0" algn="l">
              <a:spcBef>
                <a:spcPts val="0"/>
              </a:spcBef>
              <a:spcAft>
                <a:spcPts val="0"/>
              </a:spcAft>
              <a:buNone/>
            </a:pPr>
            <a:r>
              <a:t>/Users/alexau/Documents/HKPUG/aws-community-day-hk-2026-step-functions-testing/tests/fixtures/lambdas.py:55-88</a:t>
            </a:r>
          </a:p>
          <a:p>
            <a:pPr marL="0" lvl="0" indent="0" algn="l">
              <a:spcBef>
                <a:spcPts val="0"/>
              </a:spcBef>
              <a:spcAft>
                <a:spcPts val="0"/>
              </a:spcAft>
              <a:buNone/>
            </a:pPr>
            <a:r>
              <a:t>/Users/alexau/Documents/HKPUG/aws-community-day-hk-2026-step-functions-testing/mise.toml:35-43</a:t>
            </a:r>
          </a:p>
          <a:p>
            <a:pPr marL="0" lvl="0" indent="0" algn="l">
              <a:spcBef>
                <a:spcPts val="0"/>
              </a:spcBef>
              <a:spcAft>
                <a:spcPts val="0"/>
              </a:spcAft>
              <a:buNone/>
            </a:pPr>
            <a:r>
              <a:t>https://coverage.readthedocs.io/en/7.16.2/subprocess.html#long-running-processes</a:t>
            </a:r>
          </a:p>
          <a:p>
            <a:pPr marL="0" lvl="0" indent="0" algn="l">
              <a:spcBef>
                <a:spcPts val="0"/>
              </a:spcBef>
              <a:spcAft>
                <a:spcPts val="0"/>
              </a:spcAft>
              <a:buNone/>
            </a:pPr>
            <a:r>
              <a:t>https://docs.aws.amazon.com/lambda/latest/dg/python-image.html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Alex Au</a:t>
            </a:r>
          </a:p>
          <a:p>
            <a:pPr marL="0" lvl="0" indent="0" algn="l">
              <a:spcBef>
                <a:spcPts val="0"/>
              </a:spcBef>
              <a:spcAft>
                <a:spcPts val="0"/>
              </a:spcAft>
              <a:buNone/>
            </a:pPr>
            <a:r>
              <a:t>Planned timing: 14:15–15:05</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The order of cleanup is important. After the test finishes its assertions, the fixture sends SIGUSR1 to its Lambda containers. Coverage writes the data inside each container, and pytest waits until that save has completed. Docker then copies the files back to the host. Only after that do we delete the Lambda functions. When the whole suite finishes, we combine the collected files and produce the HTML report. If we deleted the containers first, we could lose the very evidence we wanted to inspect.</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Trace the four numbered steps in order. Distinguish per-test collection from the suite-level combine and HTML generation.</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/Users/alexau/Documents/HKPUG/aws-community-day-hk-2026-step-functions-testing/tests/fixtures/lambdas.py:55-88</a:t>
            </a:r>
          </a:p>
          <a:p>
            <a:pPr marL="0" lvl="0" indent="0" algn="l">
              <a:spcBef>
                <a:spcPts val="0"/>
              </a:spcBef>
              <a:spcAft>
                <a:spcPts val="0"/>
              </a:spcAft>
              <a:buNone/>
            </a:pPr>
            <a:r>
              <a:t>/Users/alexau/Documents/HKPUG/aws-community-day-hk-2026-step-functions-testing/tests/fixtures/lambdas.py:122-126</a:t>
            </a:r>
          </a:p>
          <a:p>
            <a:pPr marL="0" lvl="0" indent="0" algn="l">
              <a:spcBef>
                <a:spcPts val="0"/>
              </a:spcBef>
              <a:spcAft>
                <a:spcPts val="0"/>
              </a:spcAft>
              <a:buNone/>
            </a:pPr>
            <a:r>
              <a:t>/Users/alexau/Documents/HKPUG/aws-community-day-hk-2026-step-functions-testing/mise.toml:35-43</a:t>
            </a:r>
          </a:p>
          <a:p>
            <a:pPr marL="0" lvl="0" indent="0" algn="l">
              <a:spcBef>
                <a:spcPts val="0"/>
              </a:spcBef>
              <a:spcAft>
                <a:spcPts val="0"/>
              </a:spcAft>
              <a:buNone/>
            </a:pPr>
            <a:r>
              <a:t>https://coverage.readthedocs.io/en/7.16.2/subprocess.html#long-running-processes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B2730-E735-D13E-8CA0-D6700E5C54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BD77BC-9C9F-8821-F1E4-8E812EC190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415F56-2D1F-06BA-6DEC-4CCBE346153E}"/>
              </a:ext>
            </a:extLst>
          </p:cNvPr>
          <p:cNvSpPr>
            <a:spLocks noGrp="1"/>
          </p:cNvSpPr>
          <p:nvPr>
            <p:ph type="body" idx="1"/>
          </p:nvPr>
        </p:nvSpPr>
        <p:spPr/>
        <p:txBody>
          <a:bodyPr/>
          <a:lstStyle/>
          <a:p>
            <a:pPr marL="0" lvl="0" indent="0" algn="l">
              <a:spcBef>
                <a:spcPts val="0"/>
              </a:spcBef>
              <a:spcAft>
                <a:spcPts val="0"/>
              </a:spcAft>
              <a:buNone/>
            </a:pPr>
            <a:r>
              <a:t>Speaker: Alex Au</a:t>
            </a:r>
          </a:p>
          <a:p>
            <a:pPr marL="0" lvl="0" indent="0" algn="l">
              <a:spcBef>
                <a:spcPts val="0"/>
              </a:spcBef>
              <a:spcAft>
                <a:spcPts val="0"/>
              </a:spcAft>
              <a:buNone/>
            </a:pPr>
            <a:r>
              <a:t>Planned timing: 15:05–15:40</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We also want to know which test executed a line. When the fixture creates each Lambda function, it sets COVERAGE_CONTEXT to the test function name. Each test gets its own Orders and Payments functions, so that name can stay fixed for their lifetime. The name belongs to the test environment; our handler and business event do not need an extra field just for coverage.</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Point to test_function_name and the popup. Keep the explanation at the environment boundary; the next slide shows how coverage reads it.</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/Users/alexau/Documents/HKPUG/aws-community-day-hk-2026-step-functions-testing/tests/fixtures/lambdas.py:111-120</a:t>
            </a:r>
          </a:p>
          <a:p>
            <a:pPr marL="0" lvl="0" indent="0" algn="l">
              <a:spcBef>
                <a:spcPts val="0"/>
              </a:spcBef>
              <a:spcAft>
                <a:spcPts val="0"/>
              </a:spcAft>
              <a:buNone/>
            </a:pPr>
            <a:r>
              <a:t>/Users/alexau/Documents/HKPUG/aws-community-day-hk-2026-step-functions-testing/tests/fixtures/lambdas.py:148-155</a:t>
            </a:r>
          </a:p>
          <a:p>
            <a:pPr marL="0" lvl="0" indent="0" algn="l">
              <a:spcBef>
                <a:spcPts val="0"/>
              </a:spcBef>
              <a:spcAft>
                <a:spcPts val="0"/>
              </a:spcAft>
              <a:buNone/>
            </a:pPr>
            <a:r>
              <a:t>/Users/alexau/Documents/HKPUG/aws-community-day-hk-2026-step-functions-testing/tests/fixtures/proxy.py</a:t>
            </a:r>
          </a:p>
          <a:p>
            <a:pPr marL="0" lvl="0" indent="0" algn="l">
              <a:spcBef>
                <a:spcPts val="0"/>
              </a:spcBef>
              <a:spcAft>
                <a:spcPts val="0"/>
              </a:spcAft>
              <a:buNone/>
            </a:pPr>
            <a:r>
              <a:t>https://docs.aws.amazon.com/sdkref/latest/guide/feature-ss-endpoints.html</a:t>
            </a:r>
          </a:p>
        </p:txBody>
      </p:sp>
      <p:sp>
        <p:nvSpPr>
          <p:cNvPr id="4" name="Slide Number Placeholder 3">
            <a:extLst>
              <a:ext uri="{FF2B5EF4-FFF2-40B4-BE49-F238E27FC236}">
                <a16:creationId xmlns:a16="http://schemas.microsoft.com/office/drawing/2014/main" id="{C326860C-C1C8-83E0-0ECB-611EFECAF49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890348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Alex Au</a:t>
            </a:r>
          </a:p>
          <a:p>
            <a:pPr marL="0" lvl="0" indent="0" algn="l">
              <a:spcBef>
                <a:spcPts val="0"/>
              </a:spcBef>
              <a:spcAft>
                <a:spcPts val="0"/>
              </a:spcAft>
              <a:buNone/>
            </a:pPr>
            <a:r>
              <a:t>Planned timing: 15:40–16:15</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This configuration connects that environment variable to coverage.py. The context setting reads COVERAGE_CONTEXT, and the entrypoint loads this configuration when measurement starts. From then on, the executed lines and branches carry that test function name. COVERAGE_CONTEXT is the name we chose for our configuration; the connection is this explicit setting. We can now collect data from separate Lambda processes while keeping the test name attached to it.</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Point from the context setting to --rcfile in the entrypoint. Avoid repeating the full entrypoint explanation.</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/Users/alexau/Documents/HKPUG/aws-community-day-hk-2026-step-functions-testing/tests/fixtures/workflows.py:16-19</a:t>
            </a:r>
          </a:p>
          <a:p>
            <a:pPr marL="0" lvl="0" indent="0" algn="l">
              <a:spcBef>
                <a:spcPts val="0"/>
              </a:spcBef>
              <a:spcAft>
                <a:spcPts val="0"/>
              </a:spcAft>
              <a:buNone/>
            </a:pPr>
            <a:r>
              <a:t>/Users/alexau/Documents/HKPUG/aws-community-day-hk-2026-step-functions-testing/tests/fixtures/lambdas.py:118</a:t>
            </a:r>
          </a:p>
          <a:p>
            <a:pPr marL="0" lvl="0" indent="0" algn="l">
              <a:spcBef>
                <a:spcPts val="0"/>
              </a:spcBef>
              <a:spcAft>
                <a:spcPts val="0"/>
              </a:spcAft>
              <a:buNone/>
            </a:pPr>
            <a:r>
              <a:t>/Users/alexau/Documents/HKPUG/aws-community-day-hk-2026-step-functions-testing/pyproject.toml:31-54</a:t>
            </a:r>
          </a:p>
          <a:p>
            <a:pPr marL="0" lvl="0" indent="0" algn="l">
              <a:spcBef>
                <a:spcPts val="0"/>
              </a:spcBef>
              <a:spcAft>
                <a:spcPts val="0"/>
              </a:spcAft>
              <a:buNone/>
            </a:pPr>
            <a:r>
              <a:t>/Users/alexau/Documents/HKPUG/aws-community-day-hk-2026-step-functions-testing/output/htmlcov</a:t>
            </a:r>
          </a:p>
          <a:p>
            <a:pPr marL="0" lvl="0" indent="0" algn="l">
              <a:spcBef>
                <a:spcPts val="0"/>
              </a:spcBef>
              <a:spcAft>
                <a:spcPts val="0"/>
              </a:spcAft>
              <a:buNone/>
            </a:pPr>
            <a:r>
              <a:t>https://coverage.readthedocs.io/en/7.16.2/contexts.html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Alex Au</a:t>
            </a:r>
          </a:p>
          <a:p>
            <a:pPr marL="0" lvl="0" indent="0" algn="l">
              <a:spcBef>
                <a:spcPts val="0"/>
              </a:spcBef>
              <a:spcAft>
                <a:spcPts val="0"/>
              </a:spcAft>
              <a:buNone/>
            </a:pPr>
            <a:r>
              <a:t>Planned timing: 16:15–17:00</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Here is the whole journey of that name. Pytest provides the test function name. The fixture puts it in the Lambda environment. Coverage records it alongside an executed line, and combining the files preserves it in the report. The same test can invoke a workflow more than once, so this identifies the test scenario rather than one particular workflow execution. That is enough to take us from a covered line back to the test whose assertions we should read.</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Follow the same test function name through the four stages. Parametrized cases retain their pytest parameter suffix.</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/Users/alexau/Documents/HKPUG/aws-community-day-hk-2026-step-functions-testing/tests/fixtures/workflows.py:16-19</a:t>
            </a:r>
          </a:p>
          <a:p>
            <a:pPr marL="0" lvl="0" indent="0" algn="l">
              <a:spcBef>
                <a:spcPts val="0"/>
              </a:spcBef>
              <a:spcAft>
                <a:spcPts val="0"/>
              </a:spcAft>
              <a:buNone/>
            </a:pPr>
            <a:r>
              <a:t>/Users/alexau/Documents/HKPUG/aws-community-day-hk-2026-step-functions-testing/tests/fixtures/lambdas.py:118</a:t>
            </a:r>
          </a:p>
          <a:p>
            <a:pPr marL="0" lvl="0" indent="0" algn="l">
              <a:spcBef>
                <a:spcPts val="0"/>
              </a:spcBef>
              <a:spcAft>
                <a:spcPts val="0"/>
              </a:spcAft>
              <a:buNone/>
            </a:pPr>
            <a:r>
              <a:t>/Users/alexau/Documents/HKPUG/aws-community-day-hk-2026-step-functions-testing/tests/fixtures/lambdas.py:153</a:t>
            </a:r>
          </a:p>
          <a:p>
            <a:pPr marL="0" lvl="0" indent="0" algn="l">
              <a:spcBef>
                <a:spcPts val="0"/>
              </a:spcBef>
              <a:spcAft>
                <a:spcPts val="0"/>
              </a:spcAft>
              <a:buNone/>
            </a:pPr>
            <a:r>
              <a:t>/Users/alexau/Documents/HKPUG/aws-community-day-hk-2026-step-functions-testing/pyproject.toml:31-54</a:t>
            </a:r>
          </a:p>
          <a:p>
            <a:pPr marL="0" lvl="0" indent="0" algn="l">
              <a:spcBef>
                <a:spcPts val="0"/>
              </a:spcBef>
              <a:spcAft>
                <a:spcPts val="0"/>
              </a:spcAft>
              <a:buNone/>
            </a:pPr>
            <a:r>
              <a:t>https://coverage.readthedocs.io/en/7.16.2/contexts.html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Alex Au</a:t>
            </a:r>
          </a:p>
          <a:p>
            <a:pPr marL="0" lvl="0" indent="0" algn="l">
              <a:spcBef>
                <a:spcPts val="0"/>
              </a:spcBef>
              <a:spcAft>
                <a:spcPts val="0"/>
              </a:spcAft>
              <a:buNone/>
            </a:pPr>
            <a:r>
              <a:t>Planned timing: 17:00–17:30</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This is the native HTML report. This line raises PaymentRejected when the payment service returns HTTP 402. Expanding the context shows the test function that reached it. We can then open that test and inspect what it checked about cancellation and restored stock. The report tells us that the line ran and which test ran it. The assertions tell us what result that test actually verified.</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Open the preserved HTML report and expand the context beside line 120. Point to the readable test function name.</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/Users/alexau/Documents/HKPUG/aws-community-day-hk-2026-step-functions-testing/output/htmlcov/z_49b0d24487c97dbd_client_py.html#t120</a:t>
            </a:r>
          </a:p>
          <a:p>
            <a:pPr marL="0" lvl="0" indent="0" algn="l">
              <a:spcBef>
                <a:spcPts val="0"/>
              </a:spcBef>
              <a:spcAft>
                <a:spcPts val="0"/>
              </a:spcAft>
              <a:buNone/>
            </a:pPr>
            <a:r>
              <a:t>/Users/alexau/Documents/HKPUG/aws-community-day-hk-2026-step-functions-testing/tests/test_workflows/test_payment_rejection.py</a:t>
            </a:r>
          </a:p>
          <a:p>
            <a:pPr marL="0" lvl="0" indent="0" algn="l">
              <a:spcBef>
                <a:spcPts val="0"/>
              </a:spcBef>
              <a:spcAft>
                <a:spcPts val="0"/>
              </a:spcAft>
              <a:buNone/>
            </a:pPr>
            <a:r>
              <a:t>/Users/alexau/Documents/HKPUG/aws-community-day-hk-2026-step-functions-testing/pyproject.toml:31-54</a:t>
            </a:r>
          </a:p>
          <a:p>
            <a:pPr marL="0" lvl="0" indent="0" algn="l">
              <a:spcBef>
                <a:spcPts val="0"/>
              </a:spcBef>
              <a:spcAft>
                <a:spcPts val="0"/>
              </a:spcAft>
              <a:buNone/>
            </a:pPr>
            <a:r>
              <a:t>/Users/alexau/Documents/HKPUG/aws-community-day-hk-2026-step-functions-testing/presentation/assets/demo-report-v39/index.html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Alex Au</a:t>
            </a:r>
          </a:p>
          <a:p>
            <a:pPr marL="0" lvl="0" indent="0" algn="l">
              <a:spcBef>
                <a:spcPts val="0"/>
              </a:spcBef>
              <a:spcAft>
                <a:spcPts val="0"/>
              </a:spcAft>
              <a:buNone/>
            </a:pPr>
            <a:r>
              <a:t>Planned timing: 17:30–18:15</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Let me show those pieces together in the code: the coverage entrypoint, the signal and file collection during cleanup, and the test function name passed through the Lambda environment into the coverage configuration. These are all in the test setup, so we can follow the measurement without changing the handler.</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Use the command on the slide to open tests/fixtures/lambdas.py and pyproject.toml. Show ENTRYPOINT, _collect_coverage, COVERAGE_CONTEXT, then the context configuration. Show code only; running the suite is optional. Return to section 5.</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/Users/alexau/Documents/HKPUG/aws-community-day-hk-2026-step-functions-testing/tests/fixtures/lambdas.py:43-88</a:t>
            </a:r>
          </a:p>
          <a:p>
            <a:pPr marL="0" lvl="0" indent="0" algn="l">
              <a:spcBef>
                <a:spcPts val="0"/>
              </a:spcBef>
              <a:spcAft>
                <a:spcPts val="0"/>
              </a:spcAft>
              <a:buNone/>
            </a:pPr>
            <a:r>
              <a:t>/Users/alexau/Documents/HKPUG/aws-community-day-hk-2026-step-functions-testing/tests/fixtures/lambdas.py:118</a:t>
            </a:r>
          </a:p>
          <a:p>
            <a:pPr marL="0" lvl="0" indent="0" algn="l">
              <a:spcBef>
                <a:spcPts val="0"/>
              </a:spcBef>
              <a:spcAft>
                <a:spcPts val="0"/>
              </a:spcAft>
              <a:buNone/>
            </a:pPr>
            <a:r>
              <a:t>/Users/alexau/Documents/HKPUG/aws-community-day-hk-2026-step-functions-testing/pyproject.toml:38</a:t>
            </a:r>
          </a:p>
          <a:p>
            <a:pPr marL="0" lvl="0" indent="0" algn="l">
              <a:spcBef>
                <a:spcPts val="0"/>
              </a:spcBef>
              <a:spcAft>
                <a:spcPts val="0"/>
              </a:spcAft>
              <a:buNone/>
            </a:pPr>
            <a:r>
              <a:t>/Users/alexau/Documents/HKPUG/aws-community-day-hk-2026-step-functions-testing/presentation/assets/demo-report-v37/z_49b0d24487c97dbd_client_py.html#t120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Alex Au</a:t>
            </a:r>
          </a:p>
          <a:p>
            <a:pPr marL="0" lvl="0" indent="0" algn="l">
              <a:spcBef>
                <a:spcPts val="0"/>
              </a:spcBef>
              <a:spcAft>
                <a:spcPts val="0"/>
              </a:spcAft>
              <a:buNone/>
            </a:pPr>
            <a:r>
              <a:t>Planned timing: 18:15–18:30</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So far, we can run the workflow and measure it. But many important branches only run when something goes wrong. How do we make those failures happen deliberately, at the point we want to test?</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Pause on the section question, then move to the failure cases.</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Alex Au</a:t>
            </a:r>
          </a:p>
          <a:p>
            <a:pPr marL="0" lvl="0" indent="0" algn="l">
              <a:spcBef>
                <a:spcPts val="0"/>
              </a:spcBef>
              <a:spcAft>
                <a:spcPts val="0"/>
              </a:spcAft>
              <a:buNone/>
            </a:pPr>
            <a:r>
              <a:t>Planned timing: 18:30–19:15</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The failure point changes what the workflow should do. If approval expires, there is no payment or reserved stock to undo. A temporary stock error can be retried. A definite payment rejection means releasing the reserved stock and cancelling the order. But if the charge succeeds and its reply is lost, a timeout does not tell us whether money moved. We need to check the payment records before trying again. How can we reproduce these cases consistently? We will put a proxy in the request path and control what it does.</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Use the rows to contrast before-operation failure with a lost acknowledgement. Reveal 'How can we test these errors?' and pause briefly before the proxy slide.</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/Users/alexau/Documents/HKPUG/aws-community-day-hk-2026-step-functions-testing/src/create_order.asl.json:39-101</a:t>
            </a:r>
          </a:p>
          <a:p>
            <a:pPr marL="0" lvl="0" indent="0" algn="l">
              <a:spcBef>
                <a:spcPts val="0"/>
              </a:spcBef>
              <a:spcAft>
                <a:spcPts val="0"/>
              </a:spcAft>
              <a:buNone/>
            </a:pPr>
            <a:r>
              <a:t>/Users/alexau/Documents/HKPUG/aws-community-day-hk-2026-step-functions-testing/src/create_order.asl.json:120-150</a:t>
            </a:r>
          </a:p>
          <a:p>
            <a:pPr marL="0" lvl="0" indent="0" algn="l">
              <a:spcBef>
                <a:spcPts val="0"/>
              </a:spcBef>
              <a:spcAft>
                <a:spcPts val="0"/>
              </a:spcAft>
              <a:buNone/>
            </a:pPr>
            <a:r>
              <a:t>/Users/alexau/Documents/HKPUG/aws-community-day-hk-2026-step-functions-testing/output/evidence/merchant-timeout.json</a:t>
            </a:r>
          </a:p>
          <a:p>
            <a:pPr marL="0" lvl="0" indent="0" algn="l">
              <a:spcBef>
                <a:spcPts val="0"/>
              </a:spcBef>
              <a:spcAft>
                <a:spcPts val="0"/>
              </a:spcAft>
              <a:buNone/>
            </a:pPr>
            <a:r>
              <a:t>/Users/alexau/Documents/HKPUG/aws-community-day-hk-2026-step-functions-testing/output/evidence/payment-rejection.json</a:t>
            </a:r>
          </a:p>
          <a:p>
            <a:pPr marL="0" lvl="0" indent="0" algn="l">
              <a:spcBef>
                <a:spcPts val="0"/>
              </a:spcBef>
              <a:spcAft>
                <a:spcPts val="0"/>
              </a:spcAft>
              <a:buNone/>
            </a:pPr>
            <a:r>
              <a:t>/Users/alexau/Documents/HKPUG/aws-community-day-hk-2026-step-functions-testing/output/evidence/lost-payment-acknowledgement.json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Alex Au</a:t>
            </a:r>
          </a:p>
          <a:p>
            <a:pPr marL="0" lvl="0" indent="0" algn="l">
              <a:spcBef>
                <a:spcPts val="0"/>
              </a:spcBef>
              <a:spcAft>
                <a:spcPts val="0"/>
              </a:spcAft>
              <a:buNone/>
            </a:pPr>
            <a:r>
              <a:t>Planned timing: 19:15–19:50</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Boto3 is still calling the Floci endpoint, but HTTP_PROXY sends the request through OpenResty first. Here, our Lua code stops the request at that proxy and returns HTTP 500 with an InternalServerError response. Floci never receives this request, so the attempted write has not happened. For requests we are not targeting, OpenResty forwards them normally. This gives us a precise failure before a database write, while the application still uses its normal SDK call.</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Follow the outbound request to the prohibition symbol, then the red return path to boto3. State the injected HTTP status and error type. Do not treat the grey destination line as a forwarded request.</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/Users/alexau/Documents/HKPUG/aws-community-day-hk-2026-step-functions-testing/tests/fixtures/lambdas.py:111-120</a:t>
            </a:r>
          </a:p>
          <a:p>
            <a:pPr marL="0" lvl="0" indent="0" algn="l">
              <a:spcBef>
                <a:spcPts val="0"/>
              </a:spcBef>
              <a:spcAft>
                <a:spcPts val="0"/>
              </a:spcAft>
              <a:buNone/>
            </a:pPr>
            <a:r>
              <a:t>/Users/alexau/Documents/HKPUG/aws-community-day-hk-2026-step-functions-testing/tests/fixtures/proxy.py</a:t>
            </a:r>
          </a:p>
          <a:p>
            <a:pPr marL="0" lvl="0" indent="0" algn="l">
              <a:spcBef>
                <a:spcPts val="0"/>
              </a:spcBef>
              <a:spcAft>
                <a:spcPts val="0"/>
              </a:spcAft>
              <a:buNone/>
            </a:pPr>
            <a:r>
              <a:t>/Users/alexau/Documents/HKPUG/aws-community-day-hk-2026-step-functions-testing/tests/test_workflows/test_stock_reservation.py:183-192</a:t>
            </a:r>
          </a:p>
          <a:p>
            <a:pPr marL="0" lvl="0" indent="0" algn="l">
              <a:spcBef>
                <a:spcPts val="0"/>
              </a:spcBef>
              <a:spcAft>
                <a:spcPts val="0"/>
              </a:spcAft>
              <a:buNone/>
            </a:pPr>
            <a:r>
              <a:t>https://docs.aws.amazon.com/sdkref/latest/guide/feature-ss-endpoints.html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Alex Au</a:t>
            </a:r>
          </a:p>
          <a:p>
            <a:pPr marL="0" lvl="0" indent="0" algn="l">
              <a:spcBef>
                <a:spcPts val="0"/>
              </a:spcBef>
              <a:spcAft>
                <a:spcPts val="0"/>
              </a:spcAft>
              <a:buNone/>
            </a:pPr>
            <a:r>
              <a:t>Planned timing: 19:50–20:30</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Each test supplies its own fault.lua file to OpenResty. The NGINX access hook calls that Lua module before proxy_pass forwards the request. The test writes the script, restarts OpenResty to reload it, and waits for the health check before starting the workflow. That makes the failure setup part of the test. We also set AWS_MAX_ATTEMPTS to one, so the SDK does not hide retries underneath us. In this example, Step Functions will own the retries that we observe.</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Point to require('fault')(), then proxy_pass. Show the write, restart, health-check order. The shown fragment is NGINX configuration invoking Lua; identify both accurately.</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/Users/alexau/Documents/HKPUG/aws-community-day-hk-2026-step-functions-testing/tests/fixtures/proxy.py</a:t>
            </a:r>
          </a:p>
          <a:p>
            <a:pPr marL="0" lvl="0" indent="0" algn="l">
              <a:spcBef>
                <a:spcPts val="0"/>
              </a:spcBef>
              <a:spcAft>
                <a:spcPts val="0"/>
              </a:spcAft>
              <a:buNone/>
            </a:pPr>
            <a:r>
              <a:t>/Users/alexau/Documents/HKPUG/aws-community-day-hk-2026-step-functions-testing/tests/test_workflows/test_stock_reservation.py:180-204</a:t>
            </a:r>
          </a:p>
          <a:p>
            <a:pPr marL="0" lvl="0" indent="0" algn="l">
              <a:spcBef>
                <a:spcPts val="0"/>
              </a:spcBef>
              <a:spcAft>
                <a:spcPts val="0"/>
              </a:spcAft>
              <a:buNone/>
            </a:pPr>
            <a:r>
              <a:t>https://github.com/openresty/lua-nginx-module#access_by_lua_block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Alex Au</a:t>
            </a:r>
          </a:p>
          <a:p>
            <a:pPr marL="0" lvl="0" indent="0" algn="l">
              <a:spcBef>
                <a:spcPts val="0"/>
              </a:spcBef>
              <a:spcAft>
                <a:spcPts val="0"/>
              </a:spcAft>
              <a:buNone/>
            </a:pPr>
            <a:r>
              <a:t>Planned timing: 20:30–21:25</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This Lua module rejects the first two stock transactions. The counter lives outside the returned function, so it survives between requests in this worker. We match DynamoDB's TransactWriteItems operation, decrement the counter, and return an AWS-shaped HTTP 500 response before forwarding. Once the counter reaches zero, the hook returns normally and NGINX forwards the request. Step Functions can then retry the same task and reach the successful write. We have created a repeatable sequence: failure, failure, then normal service behavior. Later, we will check whether recovery produced the right business result.</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Point to remaining = 2, the operation guard, and ngx.exit(500). Reveal the remaining = 0 annotation last. MaxAttempts = 3 in ASL permits three retries; this scenario succeeds on its third total attempt.</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/Users/alexau/Documents/HKPUG/aws-community-day-hk-2026-step-functions-testing/tests/test_workflows/test_stock_reservation.py:180-204</a:t>
            </a:r>
          </a:p>
          <a:p>
            <a:pPr marL="0" lvl="0" indent="0" algn="l">
              <a:spcBef>
                <a:spcPts val="0"/>
              </a:spcBef>
              <a:spcAft>
                <a:spcPts val="0"/>
              </a:spcAft>
              <a:buNone/>
            </a:pPr>
            <a:r>
              <a:t>/Users/alexau/Documents/HKPUG/aws-community-day-hk-2026-step-functions-testing/src/create_order.asl.json:71-76</a:t>
            </a:r>
          </a:p>
          <a:p>
            <a:pPr marL="0" lvl="0" indent="0" algn="l">
              <a:spcBef>
                <a:spcPts val="0"/>
              </a:spcBef>
              <a:spcAft>
                <a:spcPts val="0"/>
              </a:spcAft>
              <a:buNone/>
            </a:pPr>
            <a:r>
              <a:t>/Users/alexau/Documents/HKPUG/aws-community-day-hk-2026-step-functions-testing/tests/fixtures/proxy.py</a:t>
            </a:r>
          </a:p>
          <a:p>
            <a:pPr marL="0" lvl="0" indent="0" algn="l">
              <a:spcBef>
                <a:spcPts val="0"/>
              </a:spcBef>
              <a:spcAft>
                <a:spcPts val="0"/>
              </a:spcAft>
              <a:buNone/>
            </a:pPr>
            <a:r>
              <a:t>/Users/alexau/Documents/HKPUG/aws-community-day-hk-2026-step-functions-testing/tests/fixtures/lambdas.py:117</a:t>
            </a:r>
          </a:p>
          <a:p>
            <a:pPr marL="0" lvl="0" indent="0" algn="l">
              <a:spcBef>
                <a:spcPts val="0"/>
              </a:spcBef>
              <a:spcAft>
                <a:spcPts val="0"/>
              </a:spcAft>
              <a:buNone/>
            </a:pPr>
            <a:r>
              <a:t>https://github.com/openresty/lua-nginx-module#access_by_lua_block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Alex Au</a:t>
            </a:r>
          </a:p>
          <a:p>
            <a:pPr marL="0" lvl="0" indent="0" algn="l">
              <a:spcBef>
                <a:spcPts val="0"/>
              </a:spcBef>
              <a:spcAft>
                <a:spcPts val="0"/>
              </a:spcAft>
              <a:buNone/>
            </a:pPr>
            <a:r>
              <a:t>Planned timing: 21:25–22:40</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Now change the failure point. This code first forwards the payment request and gets a successful response: localstripe has recorded one charge. Only then does OpenResty hold the reply for 3.5 seconds. Our HTTP client gives up after two seconds. The workflow fails, while the order remains reserved and the stock is eight. A failed caller has not undone a successful charge. We deliberately do not retry this payment automatically; we check the payment records first. We have seen how to create these failures. Next, let us return to the stock case and ask what the recovery test should prove.</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Reveal successful charge first, then the delayed return and client timeout. The error marker belongs on the reply path after the charge. Show FAILED in red and RESERVED in green. This local emulator result does not verify real Stripe idempotency.</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/Users/alexau/Documents/HKPUG/aws-community-day-hk-2026-step-functions-testing/tests/test_workflows/test_payment_uncertainty.py:237-255</a:t>
            </a:r>
          </a:p>
          <a:p>
            <a:pPr marL="0" lvl="0" indent="0" algn="l">
              <a:spcBef>
                <a:spcPts val="0"/>
              </a:spcBef>
              <a:spcAft>
                <a:spcPts val="0"/>
              </a:spcAft>
              <a:buNone/>
            </a:pPr>
            <a:r>
              <a:t>/Users/alexau/Documents/HKPUG/aws-community-day-hk-2026-step-functions-testing/tests/fixtures/lambdas.py:151-153</a:t>
            </a:r>
          </a:p>
          <a:p>
            <a:pPr marL="0" lvl="0" indent="0" algn="l">
              <a:spcBef>
                <a:spcPts val="0"/>
              </a:spcBef>
              <a:spcAft>
                <a:spcPts val="0"/>
              </a:spcAft>
              <a:buNone/>
            </a:pPr>
            <a:r>
              <a:t>/Users/alexau/Documents/HKPUG/aws-community-day-hk-2026-step-functions-testing/output/evidence/lost-payment-acknowledgement.json</a:t>
            </a:r>
          </a:p>
          <a:p>
            <a:pPr marL="0" lvl="0" indent="0" algn="l">
              <a:spcBef>
                <a:spcPts val="0"/>
              </a:spcBef>
              <a:spcAft>
                <a:spcPts val="0"/>
              </a:spcAft>
              <a:buNone/>
            </a:pPr>
            <a:r>
              <a:t>https://github.com/openresty/lua-nginx-module#access_by_lua_block</a:t>
            </a:r>
          </a:p>
          <a:p>
            <a:pPr marL="0" lvl="0" indent="0" algn="l">
              <a:spcBef>
                <a:spcPts val="0"/>
              </a:spcBef>
              <a:spcAft>
                <a:spcPts val="0"/>
              </a:spcAft>
              <a:buNone/>
            </a:pPr>
            <a:r>
              <a:t>https://github.com/adrienverge/localstripe/blob/v1.15.10/localstripe/server.py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Alex Au</a:t>
            </a:r>
          </a:p>
          <a:p>
            <a:pPr marL="0" lvl="0" indent="0" algn="l">
              <a:spcBef>
                <a:spcPts val="0"/>
              </a:spcBef>
              <a:spcAft>
                <a:spcPts val="0"/>
              </a:spcAft>
              <a:buNone/>
            </a:pPr>
            <a:r>
              <a:t>Planned timing: 22:40–23:00</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We can now create a failure on demand. How do we know that the recovery worked? A successful workflow status is only one observation. We also need to check the path it took, the stock it changed, and the payment it created. Let's return to the stock example and make those expectations explicit before we open the assertions.</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Pause after the section question. The next slide is the stock-result diagram, followed by the code demo.</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Alex Au</a:t>
            </a:r>
          </a:p>
          <a:p>
            <a:pPr marL="0" lvl="0" indent="0" algn="l">
              <a:spcBef>
                <a:spcPts val="0"/>
              </a:spcBef>
              <a:spcAft>
                <a:spcPts val="0"/>
              </a:spcAft>
              <a:buNone/>
            </a:pPr>
            <a:r>
              <a:t>Planned timing: 23:00–23:45</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These are the results we expect this recovery test to check. The first two stock attempts fail before a write reaches DynamoDB. The third succeeds, leaving eight units available. Only then should the workflow charge the payment and confirm the order. We want one charge and one stock reservation for the two requested units. The history tells us how the workflow progressed. Reading the order, stock, and payment records separately tells us what it actually changed. Now let's see how the test checks those observations.</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Follow the two red failures, then the green reserve, charge, and confirmation. State that this is the before-write failure case; do not claim it proves payment idempotency or recovery after an unknown commit.</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/Users/alexau/Documents/HKPUG/aws-community-day-hk-2026-step-functions-testing/output/evidence/order-transaction-retry.json</a:t>
            </a:r>
          </a:p>
          <a:p>
            <a:pPr marL="0" lvl="0" indent="0" algn="l">
              <a:spcBef>
                <a:spcPts val="0"/>
              </a:spcBef>
              <a:spcAft>
                <a:spcPts val="0"/>
              </a:spcAft>
              <a:buNone/>
            </a:pPr>
            <a:r>
              <a:t>/Users/alexau/Documents/HKPUG/aws-community-day-hk-2026-step-functions-testing/tests/test_workflows/test_stock_reservation.py:285-314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Speaker: Alex Au</a:t>
            </a:r>
          </a:p>
          <a:p xmlns:a="http://schemas.openxmlformats.org/drawingml/2006/main">
            <a:pPr marL="0" lvl="0" indent="0" algn="l">
              <a:spcBef>
                <a:spcPts val="0"/>
              </a:spcBef>
              <a:spcAft>
                <a:spcPts val="0"/>
              </a:spcAft>
              <a:buNone/>
            </a:pPr>
            <a:r>
              <a:t>Planned timing: 23:45–25:05</a:t>
            </a: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Spoken script</a:t>
            </a: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Let's run that exact stock-retry test. Mise starts the local containers, injects two stock failures, runs the assertions, then collects coverage from the Lambda processes. When it finishes, I will open the HTML report. This report contains only this test's coverage, so some application lines remain unexecuted. That is expected. We can inspect which stock and payment lines this recovery scenario exercised. The next slide shows the separately saved full-suite result.</a:t>
            </a: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Presenter cues</a:t>
            </a: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Run the commands shown from the repository root. Confirm pytest collects exactly one item and the complete command exits successfully. Open the HTML report and inspect the stock and payment source pages. COVERAGE_FAIL_UNDER=0 permits partial coverage for this demo; the default mise run test still requires 100%. The exact test function name is the only recorded context.</a:t>
            </a: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p>
          <a:p xmlns:a="http://schemas.openxmlformats.org/drawingml/2006/main">
            <a:pPr marL="0" lvl="0" indent="0" algn="l">
              <a:spcBef>
                <a:spcPts val="0"/>
              </a:spcBef>
              <a:spcAft>
                <a:spcPts val="0"/>
              </a:spcAft>
              <a:buNone/>
            </a:pPr>
            <a:r>
              <a:t>/Users/alexau/Documents/HKPUG/aws-community-day-hk-2026-step-functions-testing/tests/test_workflows/test_stock_reservation.py:154-314</a:t>
            </a:r>
          </a:p>
          <a:p xmlns:a="http://schemas.openxmlformats.org/drawingml/2006/main">
            <a:pPr marL="0" lvl="0" indent="0" algn="l">
              <a:spcBef>
                <a:spcPts val="0"/>
              </a:spcBef>
              <a:spcAft>
                <a:spcPts val="0"/>
              </a:spcAft>
              <a:buNone/>
            </a:pPr>
            <a:r>
              <a:t>/Users/alexau/Documents/HKPUG/aws-community-day-hk-2026-step-functions-testing/mise.toml</a:t>
            </a:r>
          </a:p>
          <a:p xmlns:a="http://schemas.openxmlformats.org/drawingml/2006/main">
            <a:pPr marL="0" lvl="0" indent="0" algn="l">
              <a:spcBef>
                <a:spcPts val="0"/>
              </a:spcBef>
              <a:spcAft>
                <a:spcPts val="0"/>
              </a:spcAft>
              <a:buNone/>
            </a:pPr>
            <a:r>
              <a:t>/Users/alexau/Documents/HKPUG/aws-community-day-hk-2026-step-functions-testing/presentation/.build/demo-full-suite</a:t>
            </a:r>
          </a:p>
          <a:p xmlns:a="http://schemas.openxmlformats.org/drawingml/2006/main">
            <a:pPr marL="0" lvl="0" indent="0" algn="l">
              <a:spcBef>
                <a:spcPts val="0"/>
              </a:spcBef>
              <a:spcAft>
                <a:spcPts val="0"/>
              </a:spcAft>
              <a:buNone/>
            </a:pPr>
            <a:r>
              <a:t>/Users/alexau/Documents/HKPUG/aws-community-day-hk-2026-step-functions-testing/output/evidence/order-transaction-retry.json</a:t>
            </a:r>
          </a:p>
          <a:p xmlns:a="http://schemas.openxmlformats.org/drawingml/2006/main">
            <a:pPr marL="0" lvl="0" indent="0" algn="l">
              <a:spcBef>
                <a:spcPts val="0"/>
              </a:spcBef>
              <a:spcAft>
                <a:spcPts val="0"/>
              </a:spcAft>
              <a:buNone/>
            </a:pPr>
            <a:r>
              <a:t>https://mise.jdx.dev/tasks/task-arguments.html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8F420-63C5-8587-62C8-7B331A0404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5E1ADA-7A5D-B290-A0B6-B618E02EE8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F9B214-CAC9-39D8-FE71-C9332E80DA3E}"/>
              </a:ext>
            </a:extLst>
          </p:cNvPr>
          <p:cNvSpPr>
            <a:spLocks noGrp="1"/>
          </p:cNvSpPr>
          <p:nvPr>
            <p:ph type="body" idx="1"/>
          </p:nvPr>
        </p:nvSpPr>
        <p:spPr/>
        <p:txBody>
          <a:bodyPr/>
          <a:lstStyle/>
          <a:p>
            <a:pPr marL="0" lvl="0" indent="0" algn="l">
              <a:spcBef>
                <a:spcPts val="0"/>
              </a:spcBef>
              <a:spcAft>
                <a:spcPts val="0"/>
              </a:spcAft>
              <a:buNone/>
            </a:pPr>
            <a:r>
              <a:t>Speaker: Alex Au</a:t>
            </a:r>
          </a:p>
          <a:p>
            <a:pPr marL="0" lvl="0" indent="0" algn="l">
              <a:spcBef>
                <a:spcPts val="0"/>
              </a:spcBef>
              <a:spcAft>
                <a:spcPts val="0"/>
              </a:spcAft>
              <a:buNone/>
            </a:pPr>
            <a:r>
              <a:t>Planned timing: 25:05–25:45</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That was one scenario. This report covers the complete suite of 36 tests, which includes workflow end-to-end tests and direct integrations with the deployed Lambda functions. Together they executed all 250 measured Python statement lines and reached all 30 measured branch outcomes. This answers the execution-coverage question from the opening. The function-name contexts let us trace a covered line back to a test, and that test's assertions explain what was checked. We still need to ask how far results from this local environment can take us.</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Show the full-suite overview. Keep the scope clear: the stock demo alone does not produce 100%. Continue directly into section 7; Alex remains the speaker.</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/Users/alexau/Documents/HKPUG/aws-community-day-hk-2026-step-functions-testing/output/coverage.json</a:t>
            </a:r>
          </a:p>
          <a:p>
            <a:pPr marL="0" lvl="0" indent="0" algn="l">
              <a:spcBef>
                <a:spcPts val="0"/>
              </a:spcBef>
              <a:spcAft>
                <a:spcPts val="0"/>
              </a:spcAft>
              <a:buNone/>
            </a:pPr>
            <a:r>
              <a:t>/Users/alexau/Documents/HKPUG/aws-community-day-hk-2026-step-functions-testing/output/junit.xml</a:t>
            </a:r>
          </a:p>
          <a:p>
            <a:pPr marL="0" lvl="0" indent="0" algn="l">
              <a:spcBef>
                <a:spcPts val="0"/>
              </a:spcBef>
              <a:spcAft>
                <a:spcPts val="0"/>
              </a:spcAft>
              <a:buNone/>
            </a:pPr>
            <a:r>
              <a:t>/Users/alexau/Documents/HKPUG/aws-community-day-hk-2026-step-functions-testing/output/htmlcov</a:t>
            </a:r>
          </a:p>
          <a:p>
            <a:pPr marL="0" lvl="0" indent="0" algn="l">
              <a:spcBef>
                <a:spcPts val="0"/>
              </a:spcBef>
              <a:spcAft>
                <a:spcPts val="0"/>
              </a:spcAft>
              <a:buNone/>
            </a:pPr>
            <a:r>
              <a:t>/Users/alexau/Documents/HKPUG/aws-community-day-hk-2026-step-functions-testing/tests/test_workflows/test_payment_rejection.py</a:t>
            </a:r>
          </a:p>
          <a:p>
            <a:pPr marL="0" lvl="0" indent="0" algn="l">
              <a:spcBef>
                <a:spcPts val="0"/>
              </a:spcBef>
              <a:spcAft>
                <a:spcPts val="0"/>
              </a:spcAft>
              <a:buNone/>
            </a:pPr>
            <a:r>
              <a:t>/Users/alexau/Documents/HKPUG/aws-community-day-hk-2026-step-functions-testing/presentation/assets/demo-report-v39/index.html</a:t>
            </a:r>
          </a:p>
        </p:txBody>
      </p:sp>
      <p:sp>
        <p:nvSpPr>
          <p:cNvPr id="4" name="Slide Number Placeholder 3">
            <a:extLst>
              <a:ext uri="{FF2B5EF4-FFF2-40B4-BE49-F238E27FC236}">
                <a16:creationId xmlns:a16="http://schemas.microsoft.com/office/drawing/2014/main" id="{A0B899BD-6312-5391-DA19-884BAC50BD1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2264293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Alex Au</a:t>
            </a:r>
          </a:p>
          <a:p>
            <a:pPr marL="0" lvl="0" indent="0" algn="l">
              <a:spcBef>
                <a:spcPts val="0"/>
              </a:spcBef>
              <a:spcAft>
                <a:spcPts val="0"/>
              </a:spcAft>
              <a:buNone/>
            </a:pPr>
            <a:r>
              <a:t>Planned timing: 25:45–25:55</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We have checked specific business outcomes and measured the Python paths exercised by the suite. What can we claim from that evidence, and which behaviours still depend on the real services?</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Use this as the transition from local evidence to the remaining service checks.</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Alex Au</a:t>
            </a:r>
          </a:p>
          <a:p>
            <a:pPr marL="0" lvl="0" indent="0" algn="l">
              <a:spcBef>
                <a:spcPts val="0"/>
              </a:spcBef>
              <a:spcAft>
                <a:spcPts val="0"/>
              </a:spcAft>
              <a:buNone/>
            </a:pPr>
            <a:r>
              <a:t>Planned timing: 25:55–26:50</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Our local tests depend on what the emulators implement. The pinned localstripe version does not implement Idempotency-Key, so this environment cannot establish Stripe's actual payment deduplication behaviour. We need that check in Stripe's sandbox. We also found that Floci accepts expired task tokens, so token-expiry behaviour needs a check on AWS. The local suite gives us fast, repeatable checks of our application's behaviour against these interfaces. These service differences tell us where to add the real-service checks. We plan to explore Durable Functions separately.</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Use the two rows to connect each limitation to its next check. Keep the separate-branch comparison brief. Avoid suggesting that the local suite verifies IAM or every AWS service contract.</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/Users/alexau/Documents/HKPUG/aws-community-day-hk-2026-step-functions-testing/tests/test_merchant.py</a:t>
            </a:r>
          </a:p>
          <a:p>
            <a:pPr marL="0" lvl="0" indent="0" algn="l">
              <a:spcBef>
                <a:spcPts val="0"/>
              </a:spcBef>
              <a:spcAft>
                <a:spcPts val="0"/>
              </a:spcAft>
              <a:buNone/>
            </a:pPr>
            <a:r>
              <a:t>/Users/alexau/Documents/HKPUG/aws-community-day-hk-2026-step-functions-testing/tests/fixtures/stripe.py</a:t>
            </a:r>
          </a:p>
          <a:p>
            <a:pPr marL="0" lvl="0" indent="0" algn="l">
              <a:spcBef>
                <a:spcPts val="0"/>
              </a:spcBef>
              <a:spcAft>
                <a:spcPts val="0"/>
              </a:spcAft>
              <a:buNone/>
            </a:pPr>
            <a:r>
              <a:t>/Users/alexau/Documents/HKPUG/aws-community-day-hk-2026-step-functions-testing/architecture/testing-limits-slide.md</a:t>
            </a:r>
          </a:p>
          <a:p>
            <a:pPr marL="0" lvl="0" indent="0" algn="l">
              <a:spcBef>
                <a:spcPts val="0"/>
              </a:spcBef>
              <a:spcAft>
                <a:spcPts val="0"/>
              </a:spcAft>
              <a:buNone/>
            </a:pPr>
            <a:r>
              <a:t>/Users/alexau/Documents/HKPUG/aws-community-day-hk-2026-step-functions-testing/src/workflows.md</a:t>
            </a:r>
          </a:p>
          <a:p>
            <a:pPr marL="0" lvl="0" indent="0" algn="l">
              <a:spcBef>
                <a:spcPts val="0"/>
              </a:spcBef>
              <a:spcAft>
                <a:spcPts val="0"/>
              </a:spcAft>
              <a:buNone/>
            </a:pPr>
            <a:r>
              <a:t>https://github.com/adrienverge/localstripe/blob/v1.15.10/localstripe/server.py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Alex Au</a:t>
            </a:r>
          </a:p>
          <a:p>
            <a:pPr marL="0" lvl="0" indent="0" algn="l">
              <a:spcBef>
                <a:spcPts val="0"/>
              </a:spcBef>
              <a:spcAft>
                <a:spcPts val="0"/>
              </a:spcAft>
              <a:buNone/>
            </a:pPr>
            <a:r>
              <a:t>Planned timing: 26:50–27:40</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I would leave you with these three questions when reading a coverage result. Did the relevant line or branch run? Which test function exercised it? And what did that test assert about the business outcome? In our payment-rejection example, the last question means checking cancellation, restored stock, and the absence of a charge. A percentage, a test name, and an assertion each tell us something different. Reading them together makes the result useful when we change the application.</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Point once to Coverage, Test context, and Assertions. Finish the technical talk here, then invite questions.</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/Users/alexau/Documents/HKPUG/aws-community-day-hk-2026-step-functions-testing/output/coverage.json</a:t>
            </a:r>
          </a:p>
          <a:p>
            <a:pPr marL="0" lvl="0" indent="0" algn="l">
              <a:spcBef>
                <a:spcPts val="0"/>
              </a:spcBef>
              <a:spcAft>
                <a:spcPts val="0"/>
              </a:spcAft>
              <a:buNone/>
            </a:pPr>
            <a:r>
              <a:t>/Users/alexau/Documents/HKPUG/aws-community-day-hk-2026-step-functions-testing/tests/test_workflows/test_stock_reservation.py</a:t>
            </a:r>
          </a:p>
          <a:p>
            <a:pPr marL="0" lvl="0" indent="0" algn="l">
              <a:spcBef>
                <a:spcPts val="0"/>
              </a:spcBef>
              <a:spcAft>
                <a:spcPts val="0"/>
              </a:spcAft>
              <a:buNone/>
            </a:pPr>
            <a:r>
              <a:t>/Users/alexau/Documents/HKPUG/aws-community-day-hk-2026-step-functions-testing/tests/test_workflows/test_payment_uncertainty.py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E52F3-3E6B-E4DC-F28C-5C05DE0EB5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983555-5AB9-1CC7-310C-710E2D9A91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9A4693-A103-08D5-E0A2-8CDC62C4B290}"/>
              </a:ext>
            </a:extLst>
          </p:cNvPr>
          <p:cNvSpPr>
            <a:spLocks noGrp="1"/>
          </p:cNvSpPr>
          <p:nvPr>
            <p:ph type="body" idx="1"/>
          </p:nvPr>
        </p:nvSpPr>
        <p:spPr/>
        <p:txBody>
          <a:bodyPr/>
          <a:lstStyle/>
          <a:p>
            <a:pPr marL="0" lvl="0" indent="0" algn="l">
              <a:spcBef>
                <a:spcPts val="0"/>
              </a:spcBef>
              <a:spcAft>
                <a:spcPts val="0"/>
              </a:spcAft>
              <a:buNone/>
            </a:pPr>
            <a:r>
              <a:t>Speaker: Alex Au</a:t>
            </a:r>
          </a:p>
          <a:p>
            <a:pPr marL="0" lvl="0" indent="0" algn="l">
              <a:spcBef>
                <a:spcPts val="0"/>
              </a:spcBef>
              <a:spcAft>
                <a:spcPts val="0"/>
              </a:spcAft>
              <a:buNone/>
            </a:pPr>
            <a:r>
              <a:t>Planned timing: 27:40–29:40</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Thank you. What would you like us to go through in more detail? Sky and I are happy to take questions.</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Allow time for Q&amp;A. Sky can join the discussion; Alex hosts this slide.</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https://www.linkedin.com/in/sky-ng-ab307b252/</a:t>
            </a:r>
          </a:p>
          <a:p>
            <a:pPr marL="0" lvl="0" indent="0" algn="l">
              <a:spcBef>
                <a:spcPts val="0"/>
              </a:spcBef>
              <a:spcAft>
                <a:spcPts val="0"/>
              </a:spcAft>
              <a:buNone/>
            </a:pPr>
            <a:r>
              <a:t>https://www.linkedin.com/in/alex-au-cloudeng/</a:t>
            </a:r>
          </a:p>
        </p:txBody>
      </p:sp>
      <p:sp>
        <p:nvSpPr>
          <p:cNvPr id="4" name="Slide Number Placeholder 3">
            <a:extLst>
              <a:ext uri="{FF2B5EF4-FFF2-40B4-BE49-F238E27FC236}">
                <a16:creationId xmlns:a16="http://schemas.microsoft.com/office/drawing/2014/main" id="{0BA35E7F-0F0B-B63B-345B-96199D3B714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6725358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Speaker: Alex Au</a:t>
            </a:r>
          </a:p>
          <a:p>
            <a:pPr marL="0" lvl="0" indent="0" algn="l">
              <a:spcBef>
                <a:spcPts val="0"/>
              </a:spcBef>
              <a:spcAft>
                <a:spcPts val="0"/>
              </a:spcAft>
              <a:buNone/>
            </a:pPr>
            <a:r>
              <a:t>Planned timing: 29:40–30:00</a:t>
            </a:r>
          </a:p>
          <a:p>
            <a:pPr marL="0" lvl="0" indent="0" algn="l">
              <a:spcBef>
                <a:spcPts val="0"/>
              </a:spcBef>
              <a:spcAft>
                <a:spcPts val="0"/>
              </a:spcAft>
              <a:buNone/>
            </a:pPr>
            <a:endParaRPr/>
          </a:p>
          <a:p>
            <a:pPr marL="0" lvl="0" indent="0" algn="l">
              <a:spcBef>
                <a:spcPts val="0"/>
              </a:spcBef>
              <a:spcAft>
                <a:spcPts val="0"/>
              </a:spcAft>
              <a:buNone/>
            </a:pPr>
            <a:r>
              <a:t>Spoken script</a:t>
            </a:r>
          </a:p>
          <a:p>
            <a:pPr marL="0" lvl="0" indent="0" algn="l">
              <a:spcBef>
                <a:spcPts val="0"/>
              </a:spcBef>
              <a:spcAft>
                <a:spcPts val="0"/>
              </a:spcAft>
              <a:buNone/>
            </a:pPr>
            <a:endParaRPr/>
          </a:p>
          <a:p>
            <a:pPr marL="0" lvl="0" indent="0" algn="l">
              <a:spcBef>
                <a:spcPts val="0"/>
              </a:spcBef>
              <a:spcAft>
                <a:spcPts val="0"/>
              </a:spcAft>
              <a:buNone/>
            </a:pPr>
            <a:r>
              <a:t>And if you would like to continue the Python conversation, we hope to see you at PyCon Hong Kong on the fourteenth and fifteenth of November. Thank you for joining us today.</a:t>
            </a:r>
          </a:p>
          <a:p>
            <a:pPr marL="0" lvl="0" indent="0" algn="l">
              <a:spcBef>
                <a:spcPts val="0"/>
              </a:spcBef>
              <a:spcAft>
                <a:spcPts val="0"/>
              </a:spcAft>
              <a:buNone/>
            </a:pPr>
            <a:endParaRPr/>
          </a:p>
          <a:p>
            <a:pPr marL="0" lvl="0" indent="0" algn="l">
              <a:spcBef>
                <a:spcPts val="0"/>
              </a:spcBef>
              <a:spcAft>
                <a:spcPts val="0"/>
              </a:spcAft>
              <a:buNone/>
            </a:pPr>
            <a:r>
              <a:t>Presenter cues</a:t>
            </a:r>
          </a:p>
          <a:p>
            <a:pPr marL="0" lvl="0" indent="0" algn="l">
              <a:spcBef>
                <a:spcPts val="0"/>
              </a:spcBef>
              <a:spcAft>
                <a:spcPts val="0"/>
              </a:spcAft>
              <a:buNone/>
            </a:pPr>
            <a:endParaRPr/>
          </a:p>
          <a:p>
            <a:pPr marL="0" lvl="0" indent="0" algn="l">
              <a:spcBef>
                <a:spcPts val="0"/>
              </a:spcBef>
              <a:spcAft>
                <a:spcPts val="0"/>
              </a:spcAft>
              <a:buNone/>
            </a:pPr>
            <a:r>
              <a:t>Show the closing event slide briefly.</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https://www.linkedin.com/in/sky-ng-ab307b252/</a:t>
            </a:r>
          </a:p>
          <a:p>
            <a:pPr marL="0" lvl="0" indent="0" algn="l">
              <a:spcBef>
                <a:spcPts val="0"/>
              </a:spcBef>
              <a:spcAft>
                <a:spcPts val="0"/>
              </a:spcAft>
              <a:buNone/>
            </a:pPr>
            <a:r>
              <a:t>https://www.linkedin.com/in/alex-au-cloudeng/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
        <p:cNvGrpSpPr/>
        <p:nvPr/>
      </p:nvGrpSpPr>
      <p:grpSpPr>
        <a:xfrm>
          <a:off x="0" y="0"/>
          <a:ext cx="0" cy="0"/>
          <a:chOff x="0" y="0"/>
          <a:chExt cx="0" cy="0"/>
        </a:xfrm>
      </p:grpSpPr>
      <p:sp>
        <p:nvSpPr>
          <p:cNvPr id="8" name="Google Shape;8;p2">
            <a:extLst>
              <a:ext uri="{FF2B5EF4-FFF2-40B4-BE49-F238E27FC236}">
                <a16:creationId xmlns:a16="http://schemas.microsoft.com/office/drawing/2014/main" id="{F121CA12-4062-49A2-A8F7-BCA8757F3216}"/>
              </a:ext>
            </a:extLst>
          </p:cNvPr>
          <p:cNvSpPr>
            <a:spLocks noGrp="1"/>
          </p:cNvSpPr>
          <p:nvPr>
            <p:ph type="sldNum" idx="12"/>
          </p:nvPr>
        </p:nvSpPr>
        <p:spPr>
          <a:xfrm>
            <a:off x="0" y="4847100"/>
            <a:ext cx="2709300" cy="296400"/>
          </a:xfrm>
          <a:prstGeom prst="rect">
            <a:avLst/>
          </a:prstGeom>
        </p:spPr>
        <p:txBody>
          <a:bodyPr spcFirstLastPara="1" wrap="square" lIns="91425" tIns="91425" rIns="91425" bIns="91425" anchor="ctr">
            <a:normAutofit fontScale="92500" lnSpcReduction="20000"/>
          </a:bodyPr>
          <a:lstStyle>
            <a:lvl1pPr>
              <a:buNone/>
              <a:defRPr sz="1000">
                <a:solidFill>
                  <a:schemeClr val="lt1"/>
                </a:solidFill>
                <a:latin typeface="Ubuntu"/>
                <a:ea typeface="Ubuntu"/>
                <a:cs typeface="Ubuntu"/>
              </a:defRPr>
            </a:lvl1pPr>
            <a:lvl2pPr>
              <a:buNone/>
              <a:defRPr sz="1000">
                <a:solidFill>
                  <a:schemeClr val="lt1"/>
                </a:solidFill>
                <a:latin typeface="Ubuntu"/>
                <a:ea typeface="Ubuntu"/>
                <a:cs typeface="Ubuntu"/>
              </a:defRPr>
            </a:lvl2pPr>
            <a:lvl3pPr>
              <a:buNone/>
              <a:defRPr sz="1000">
                <a:solidFill>
                  <a:schemeClr val="lt1"/>
                </a:solidFill>
                <a:latin typeface="Ubuntu"/>
                <a:ea typeface="Ubuntu"/>
                <a:cs typeface="Ubuntu"/>
              </a:defRPr>
            </a:lvl3pPr>
            <a:lvl4pPr>
              <a:buNone/>
              <a:defRPr sz="1000">
                <a:solidFill>
                  <a:schemeClr val="lt1"/>
                </a:solidFill>
                <a:latin typeface="Ubuntu"/>
                <a:ea typeface="Ubuntu"/>
                <a:cs typeface="Ubuntu"/>
              </a:defRPr>
            </a:lvl4pPr>
            <a:lvl5pPr>
              <a:buNone/>
              <a:defRPr sz="1000">
                <a:solidFill>
                  <a:schemeClr val="lt1"/>
                </a:solidFill>
                <a:latin typeface="Ubuntu"/>
                <a:ea typeface="Ubuntu"/>
                <a:cs typeface="Ubuntu"/>
              </a:defRPr>
            </a:lvl5pPr>
            <a:lvl6pPr>
              <a:buNone/>
              <a:defRPr sz="1000">
                <a:solidFill>
                  <a:schemeClr val="lt1"/>
                </a:solidFill>
                <a:latin typeface="Ubuntu"/>
                <a:ea typeface="Ubuntu"/>
                <a:cs typeface="Ubuntu"/>
              </a:defRPr>
            </a:lvl6pPr>
            <a:lvl7pPr>
              <a:buNone/>
              <a:defRPr sz="1000">
                <a:solidFill>
                  <a:schemeClr val="lt1"/>
                </a:solidFill>
                <a:latin typeface="Ubuntu"/>
                <a:ea typeface="Ubuntu"/>
                <a:cs typeface="Ubuntu"/>
              </a:defRPr>
            </a:lvl7pPr>
            <a:lvl8pPr>
              <a:buNone/>
              <a:defRPr sz="1000">
                <a:solidFill>
                  <a:schemeClr val="lt1"/>
                </a:solidFill>
                <a:latin typeface="Ubuntu"/>
                <a:ea typeface="Ubuntu"/>
                <a:cs typeface="Ubuntu"/>
              </a:defRPr>
            </a:lvl8pPr>
            <a:lvl9pPr>
              <a:buNone/>
              <a:defRPr sz="1000">
                <a:solidFill>
                  <a:schemeClr val="lt1"/>
                </a:solidFill>
                <a:latin typeface="Ubuntu"/>
                <a:ea typeface="Ubuntu"/>
                <a:cs typeface="Ubuntu"/>
              </a:defRPr>
            </a:lvl9pPr>
          </a:lstStyle>
          <a:p>
            <a:pPr marL="0" lvl="0" indent="0" algn="l">
              <a:spcBef>
                <a:spcPts val="0"/>
              </a:spcBef>
              <a:spcAft>
                <a:spcPts val="0"/>
              </a:spcAft>
              <a:buNone/>
            </a:pPr>
            <a:r>
              <a:t>2026 © AWS User Group Hong Kong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a:blip r:embed="rId2">
            <a:alphaModFix/>
          </a:blip>
          <a:stretch>
            <a:fillRect/>
          </a:stretch>
        </a:blipFill>
        <a:effectLst/>
      </p:bgPr>
    </p:bg>
    <p:spTree>
      <p:nvGrpSpPr>
        <p:cNvPr id="1" name=""/>
        <p:cNvGrpSpPr/>
        <p:nvPr/>
      </p:nvGrpSpPr>
      <p:grpSpPr>
        <a:xfrm>
          <a:off x="0" y="0"/>
          <a:ext cx="0" cy="0"/>
          <a:chOff x="0" y="0"/>
          <a:chExt cx="0" cy="0"/>
        </a:xfrm>
      </p:grpSpPr>
      <p:sp>
        <p:nvSpPr>
          <p:cNvPr id="10" name="Google Shape;10;p3">
            <a:extLst>
              <a:ext uri="{FF2B5EF4-FFF2-40B4-BE49-F238E27FC236}">
                <a16:creationId xmlns:a16="http://schemas.microsoft.com/office/drawing/2014/main" id="{9418AF29-3F10-4DC0-9CFA-78A1D7A503B6}"/>
              </a:ext>
            </a:extLst>
          </p:cNvPr>
          <p:cNvSpPr>
            <a:spLocks noGrp="1"/>
          </p:cNvSpPr>
          <p:nvPr>
            <p:ph type="sldNum" idx="12"/>
          </p:nvPr>
        </p:nvSpPr>
        <p:spPr>
          <a:xfrm>
            <a:off x="0" y="4847100"/>
            <a:ext cx="2709300" cy="296400"/>
          </a:xfrm>
          <a:prstGeom prst="rect">
            <a:avLst/>
          </a:prstGeom>
        </p:spPr>
        <p:txBody>
          <a:bodyPr spcFirstLastPara="1" wrap="square" lIns="91425" tIns="91425" rIns="91425" bIns="91425" anchor="ctr">
            <a:normAutofit fontScale="92500" lnSpcReduction="20000"/>
          </a:bodyPr>
          <a:lstStyle>
            <a:lvl1pPr>
              <a:buNone/>
              <a:defRPr sz="1000">
                <a:solidFill>
                  <a:srgbClr val="232E3E"/>
                </a:solidFill>
                <a:latin typeface="Ubuntu"/>
                <a:ea typeface="Ubuntu"/>
                <a:cs typeface="Ubuntu"/>
              </a:defRPr>
            </a:lvl1pPr>
            <a:lvl2pPr>
              <a:buNone/>
              <a:defRPr sz="1000">
                <a:solidFill>
                  <a:srgbClr val="232E3E"/>
                </a:solidFill>
                <a:latin typeface="Ubuntu"/>
                <a:ea typeface="Ubuntu"/>
                <a:cs typeface="Ubuntu"/>
              </a:defRPr>
            </a:lvl2pPr>
            <a:lvl3pPr>
              <a:buNone/>
              <a:defRPr sz="1000">
                <a:solidFill>
                  <a:srgbClr val="232E3E"/>
                </a:solidFill>
                <a:latin typeface="Ubuntu"/>
                <a:ea typeface="Ubuntu"/>
                <a:cs typeface="Ubuntu"/>
              </a:defRPr>
            </a:lvl3pPr>
            <a:lvl4pPr>
              <a:buNone/>
              <a:defRPr sz="1000">
                <a:solidFill>
                  <a:srgbClr val="232E3E"/>
                </a:solidFill>
                <a:latin typeface="Ubuntu"/>
                <a:ea typeface="Ubuntu"/>
                <a:cs typeface="Ubuntu"/>
              </a:defRPr>
            </a:lvl4pPr>
            <a:lvl5pPr>
              <a:buNone/>
              <a:defRPr sz="1000">
                <a:solidFill>
                  <a:srgbClr val="232E3E"/>
                </a:solidFill>
                <a:latin typeface="Ubuntu"/>
                <a:ea typeface="Ubuntu"/>
                <a:cs typeface="Ubuntu"/>
              </a:defRPr>
            </a:lvl5pPr>
            <a:lvl6pPr>
              <a:buNone/>
              <a:defRPr sz="1000">
                <a:solidFill>
                  <a:srgbClr val="232E3E"/>
                </a:solidFill>
                <a:latin typeface="Ubuntu"/>
                <a:ea typeface="Ubuntu"/>
                <a:cs typeface="Ubuntu"/>
              </a:defRPr>
            </a:lvl6pPr>
            <a:lvl7pPr>
              <a:buNone/>
              <a:defRPr sz="1000">
                <a:solidFill>
                  <a:srgbClr val="232E3E"/>
                </a:solidFill>
                <a:latin typeface="Ubuntu"/>
                <a:ea typeface="Ubuntu"/>
                <a:cs typeface="Ubuntu"/>
              </a:defRPr>
            </a:lvl7pPr>
            <a:lvl8pPr>
              <a:buNone/>
              <a:defRPr sz="1000">
                <a:solidFill>
                  <a:srgbClr val="232E3E"/>
                </a:solidFill>
                <a:latin typeface="Ubuntu"/>
                <a:ea typeface="Ubuntu"/>
                <a:cs typeface="Ubuntu"/>
              </a:defRPr>
            </a:lvl8pPr>
            <a:lvl9pPr>
              <a:buNone/>
              <a:defRPr sz="1000">
                <a:solidFill>
                  <a:srgbClr val="232E3E"/>
                </a:solidFill>
                <a:latin typeface="Ubuntu"/>
                <a:ea typeface="Ubuntu"/>
                <a:cs typeface="Ubuntu"/>
              </a:defRPr>
            </a:lvl9pPr>
          </a:lstStyle>
          <a:p>
            <a:pPr marL="0" lvl="0" indent="0" algn="l">
              <a:spcBef>
                <a:spcPts val="0"/>
              </a:spcBef>
              <a:spcAft>
                <a:spcPts val="0"/>
              </a:spcAft>
              <a:buNone/>
            </a:pPr>
            <a:r>
              <a:t>2026 © AWS User Group Hong Kong  </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_AND_BODY">
    <p:bg>
      <p:bgPr>
        <a:blipFill>
          <a:blip r:embed="rId2">
            <a:alphaModFix/>
          </a:blip>
          <a:stretch>
            <a:fillRect/>
          </a:stretch>
        </a:blipFill>
        <a:effectLst/>
      </p:bgPr>
    </p:bg>
    <p:spTree>
      <p:nvGrpSpPr>
        <p:cNvPr id="1" name=""/>
        <p:cNvGrpSpPr/>
        <p:nvPr/>
      </p:nvGrpSpPr>
      <p:grpSpPr>
        <a:xfrm>
          <a:off x="0" y="0"/>
          <a:ext cx="0" cy="0"/>
          <a:chOff x="0" y="0"/>
          <a:chExt cx="0" cy="0"/>
        </a:xfrm>
      </p:grpSpPr>
      <p:sp>
        <p:nvSpPr>
          <p:cNvPr id="12" name="Google Shape;12;p4">
            <a:extLst>
              <a:ext uri="{FF2B5EF4-FFF2-40B4-BE49-F238E27FC236}">
                <a16:creationId xmlns:a16="http://schemas.microsoft.com/office/drawing/2014/main" id="{1E806A99-FA15-44BB-BD99-652538ED1F90}"/>
              </a:ext>
            </a:extLst>
          </p:cNvPr>
          <p:cNvSpPr>
            <a:spLocks noGrp="1"/>
          </p:cNvSpPr>
          <p:nvPr>
            <p:ph type="sldNum" idx="12"/>
          </p:nvPr>
        </p:nvSpPr>
        <p:spPr>
          <a:xfrm>
            <a:off x="6434700" y="4811825"/>
            <a:ext cx="2709300" cy="296400"/>
          </a:xfrm>
          <a:prstGeom prst="rect">
            <a:avLst/>
          </a:prstGeom>
        </p:spPr>
        <p:txBody>
          <a:bodyPr spcFirstLastPara="1" wrap="square" lIns="91425" tIns="91425" rIns="91425" bIns="91425" anchor="ctr">
            <a:normAutofit fontScale="92500" lnSpcReduction="20000"/>
          </a:bodyPr>
          <a:lstStyle>
            <a:lvl1pPr algn="r">
              <a:buNone/>
              <a:defRPr sz="1000">
                <a:solidFill>
                  <a:schemeClr val="lt1"/>
                </a:solidFill>
                <a:latin typeface="Ubuntu"/>
                <a:ea typeface="Ubuntu"/>
                <a:cs typeface="Ubuntu"/>
              </a:defRPr>
            </a:lvl1pPr>
            <a:lvl2pPr algn="r">
              <a:buNone/>
              <a:defRPr sz="1000">
                <a:solidFill>
                  <a:schemeClr val="lt1"/>
                </a:solidFill>
                <a:latin typeface="Ubuntu"/>
                <a:ea typeface="Ubuntu"/>
                <a:cs typeface="Ubuntu"/>
              </a:defRPr>
            </a:lvl2pPr>
            <a:lvl3pPr algn="r">
              <a:buNone/>
              <a:defRPr sz="1000">
                <a:solidFill>
                  <a:schemeClr val="lt1"/>
                </a:solidFill>
                <a:latin typeface="Ubuntu"/>
                <a:ea typeface="Ubuntu"/>
                <a:cs typeface="Ubuntu"/>
              </a:defRPr>
            </a:lvl3pPr>
            <a:lvl4pPr algn="r">
              <a:buNone/>
              <a:defRPr sz="1000">
                <a:solidFill>
                  <a:schemeClr val="lt1"/>
                </a:solidFill>
                <a:latin typeface="Ubuntu"/>
                <a:ea typeface="Ubuntu"/>
                <a:cs typeface="Ubuntu"/>
              </a:defRPr>
            </a:lvl4pPr>
            <a:lvl5pPr algn="r">
              <a:buNone/>
              <a:defRPr sz="1000">
                <a:solidFill>
                  <a:schemeClr val="lt1"/>
                </a:solidFill>
                <a:latin typeface="Ubuntu"/>
                <a:ea typeface="Ubuntu"/>
                <a:cs typeface="Ubuntu"/>
              </a:defRPr>
            </a:lvl5pPr>
            <a:lvl6pPr algn="r">
              <a:buNone/>
              <a:defRPr sz="1000">
                <a:solidFill>
                  <a:schemeClr val="lt1"/>
                </a:solidFill>
                <a:latin typeface="Ubuntu"/>
                <a:ea typeface="Ubuntu"/>
                <a:cs typeface="Ubuntu"/>
              </a:defRPr>
            </a:lvl6pPr>
            <a:lvl7pPr algn="r">
              <a:buNone/>
              <a:defRPr sz="1000">
                <a:solidFill>
                  <a:schemeClr val="lt1"/>
                </a:solidFill>
                <a:latin typeface="Ubuntu"/>
                <a:ea typeface="Ubuntu"/>
                <a:cs typeface="Ubuntu"/>
              </a:defRPr>
            </a:lvl7pPr>
            <a:lvl8pPr algn="r">
              <a:buNone/>
              <a:defRPr sz="1000">
                <a:solidFill>
                  <a:schemeClr val="lt1"/>
                </a:solidFill>
                <a:latin typeface="Ubuntu"/>
                <a:ea typeface="Ubuntu"/>
                <a:cs typeface="Ubuntu"/>
              </a:defRPr>
            </a:lvl8pPr>
            <a:lvl9pPr algn="r">
              <a:buNone/>
              <a:defRPr sz="1000">
                <a:solidFill>
                  <a:schemeClr val="lt1"/>
                </a:solidFill>
                <a:latin typeface="Ubuntu"/>
                <a:ea typeface="Ubuntu"/>
                <a:cs typeface="Ubuntu"/>
              </a:defRPr>
            </a:lvl9pPr>
          </a:lstStyle>
          <a:p>
            <a:pPr marL="0" lvl="0" indent="0" algn="r">
              <a:spcBef>
                <a:spcPts val="0"/>
              </a:spcBef>
              <a:spcAft>
                <a:spcPts val="0"/>
              </a:spcAft>
              <a:buNone/>
            </a:pPr>
            <a:r>
              <a:t>2026 © AWS User Group Hong Kong  </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
    <p:bg>
      <p:bgPr>
        <a:blipFill>
          <a:blip r:embed="rId2">
            <a:alphaModFix/>
          </a:blip>
          <a:stretch>
            <a:fillRect/>
          </a:stretch>
        </a:blipFill>
        <a:effectLst/>
      </p:bgPr>
    </p:bg>
    <p:spTree>
      <p:nvGrpSpPr>
        <p:cNvPr id="1" name=""/>
        <p:cNvGrpSpPr/>
        <p:nvPr/>
      </p:nvGrpSpPr>
      <p:grpSpPr>
        <a:xfrm>
          <a:off x="0" y="0"/>
          <a:ext cx="0" cy="0"/>
          <a:chOff x="0" y="0"/>
          <a:chExt cx="0" cy="0"/>
        </a:xfrm>
      </p:grpSpPr>
      <p:sp>
        <p:nvSpPr>
          <p:cNvPr id="14" name="Google Shape;14;p5">
            <a:extLst>
              <a:ext uri="{FF2B5EF4-FFF2-40B4-BE49-F238E27FC236}">
                <a16:creationId xmlns:a16="http://schemas.microsoft.com/office/drawing/2014/main" id="{E145B762-823C-4B5C-915E-AF5D683C4B48}"/>
              </a:ext>
            </a:extLst>
          </p:cNvPr>
          <p:cNvSpPr>
            <a:spLocks noGrp="1"/>
          </p:cNvSpPr>
          <p:nvPr>
            <p:ph type="sldNum" idx="12"/>
          </p:nvPr>
        </p:nvSpPr>
        <p:spPr>
          <a:xfrm>
            <a:off x="0" y="4847100"/>
            <a:ext cx="2709300" cy="296400"/>
          </a:xfrm>
          <a:prstGeom prst="rect">
            <a:avLst/>
          </a:prstGeom>
        </p:spPr>
        <p:txBody>
          <a:bodyPr spcFirstLastPara="1" wrap="square" lIns="91425" tIns="91425" rIns="91425" bIns="91425" anchor="ctr">
            <a:normAutofit fontScale="92500" lnSpcReduction="20000"/>
          </a:bodyPr>
          <a:lstStyle>
            <a:lvl1pPr>
              <a:buNone/>
              <a:defRPr sz="1000">
                <a:solidFill>
                  <a:schemeClr val="lt1"/>
                </a:solidFill>
                <a:latin typeface="Ubuntu"/>
                <a:ea typeface="Ubuntu"/>
                <a:cs typeface="Ubuntu"/>
              </a:defRPr>
            </a:lvl1pPr>
            <a:lvl2pPr>
              <a:buNone/>
              <a:defRPr sz="1000">
                <a:solidFill>
                  <a:schemeClr val="lt1"/>
                </a:solidFill>
                <a:latin typeface="Ubuntu"/>
                <a:ea typeface="Ubuntu"/>
                <a:cs typeface="Ubuntu"/>
              </a:defRPr>
            </a:lvl2pPr>
            <a:lvl3pPr>
              <a:buNone/>
              <a:defRPr sz="1000">
                <a:solidFill>
                  <a:schemeClr val="lt1"/>
                </a:solidFill>
                <a:latin typeface="Ubuntu"/>
                <a:ea typeface="Ubuntu"/>
                <a:cs typeface="Ubuntu"/>
              </a:defRPr>
            </a:lvl3pPr>
            <a:lvl4pPr>
              <a:buNone/>
              <a:defRPr sz="1000">
                <a:solidFill>
                  <a:schemeClr val="lt1"/>
                </a:solidFill>
                <a:latin typeface="Ubuntu"/>
                <a:ea typeface="Ubuntu"/>
                <a:cs typeface="Ubuntu"/>
              </a:defRPr>
            </a:lvl4pPr>
            <a:lvl5pPr>
              <a:buNone/>
              <a:defRPr sz="1000">
                <a:solidFill>
                  <a:schemeClr val="lt1"/>
                </a:solidFill>
                <a:latin typeface="Ubuntu"/>
                <a:ea typeface="Ubuntu"/>
                <a:cs typeface="Ubuntu"/>
              </a:defRPr>
            </a:lvl5pPr>
            <a:lvl6pPr>
              <a:buNone/>
              <a:defRPr sz="1000">
                <a:solidFill>
                  <a:schemeClr val="lt1"/>
                </a:solidFill>
                <a:latin typeface="Ubuntu"/>
                <a:ea typeface="Ubuntu"/>
                <a:cs typeface="Ubuntu"/>
              </a:defRPr>
            </a:lvl6pPr>
            <a:lvl7pPr>
              <a:buNone/>
              <a:defRPr sz="1000">
                <a:solidFill>
                  <a:schemeClr val="lt1"/>
                </a:solidFill>
                <a:latin typeface="Ubuntu"/>
                <a:ea typeface="Ubuntu"/>
                <a:cs typeface="Ubuntu"/>
              </a:defRPr>
            </a:lvl7pPr>
            <a:lvl8pPr>
              <a:buNone/>
              <a:defRPr sz="1000">
                <a:solidFill>
                  <a:schemeClr val="lt1"/>
                </a:solidFill>
                <a:latin typeface="Ubuntu"/>
                <a:ea typeface="Ubuntu"/>
                <a:cs typeface="Ubuntu"/>
              </a:defRPr>
            </a:lvl8pPr>
            <a:lvl9pPr>
              <a:buNone/>
              <a:defRPr sz="1000">
                <a:solidFill>
                  <a:schemeClr val="lt1"/>
                </a:solidFill>
                <a:latin typeface="Ubuntu"/>
                <a:ea typeface="Ubuntu"/>
                <a:cs typeface="Ubuntu"/>
              </a:defRPr>
            </a:lvl9pPr>
          </a:lstStyle>
          <a:p>
            <a:pPr marL="0" lvl="0" indent="0" algn="l">
              <a:spcBef>
                <a:spcPts val="0"/>
              </a:spcBef>
              <a:spcAft>
                <a:spcPts val="0"/>
              </a:spcAft>
              <a:buNone/>
            </a:pPr>
            <a:r>
              <a:t>2026 © AWS User Group Hong Kong  </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sp>
        <p:nvSpPr>
          <p:cNvPr id="16" name="Google Shape;16;p6">
            <a:extLst>
              <a:ext uri="{FF2B5EF4-FFF2-40B4-BE49-F238E27FC236}">
                <a16:creationId xmlns:a16="http://schemas.microsoft.com/office/drawing/2014/main" id="{1252EB45-D59D-4314-969C-FAFC32FCE7AA}"/>
              </a:ext>
            </a:extLst>
          </p:cNvPr>
          <p:cNvSpPr>
            <a:spLocks noGrp="1"/>
          </p:cNvSpPr>
          <p:nvPr>
            <p:ph type="sldNum" idx="12"/>
          </p:nvPr>
        </p:nvSpPr>
        <p:spPr>
          <a:xfrm>
            <a:off x="1120425" y="4847100"/>
            <a:ext cx="2709300" cy="296400"/>
          </a:xfrm>
          <a:prstGeom prst="rect">
            <a:avLst/>
          </a:prstGeom>
        </p:spPr>
        <p:txBody>
          <a:bodyPr spcFirstLastPara="1" wrap="square" lIns="91425" tIns="91425" rIns="91425" bIns="91425" anchor="ctr">
            <a:normAutofit fontScale="92500" lnSpcReduction="20000"/>
          </a:bodyPr>
          <a:lstStyle>
            <a:lvl1pPr>
              <a:buNone/>
              <a:defRPr sz="1000">
                <a:solidFill>
                  <a:schemeClr val="lt1"/>
                </a:solidFill>
                <a:latin typeface="Ubuntu"/>
                <a:ea typeface="Ubuntu"/>
                <a:cs typeface="Ubuntu"/>
              </a:defRPr>
            </a:lvl1pPr>
            <a:lvl2pPr>
              <a:buNone/>
              <a:defRPr sz="1000">
                <a:solidFill>
                  <a:schemeClr val="lt1"/>
                </a:solidFill>
                <a:latin typeface="Ubuntu"/>
                <a:ea typeface="Ubuntu"/>
                <a:cs typeface="Ubuntu"/>
              </a:defRPr>
            </a:lvl2pPr>
            <a:lvl3pPr>
              <a:buNone/>
              <a:defRPr sz="1000">
                <a:solidFill>
                  <a:schemeClr val="lt1"/>
                </a:solidFill>
                <a:latin typeface="Ubuntu"/>
                <a:ea typeface="Ubuntu"/>
                <a:cs typeface="Ubuntu"/>
              </a:defRPr>
            </a:lvl3pPr>
            <a:lvl4pPr>
              <a:buNone/>
              <a:defRPr sz="1000">
                <a:solidFill>
                  <a:schemeClr val="lt1"/>
                </a:solidFill>
                <a:latin typeface="Ubuntu"/>
                <a:ea typeface="Ubuntu"/>
                <a:cs typeface="Ubuntu"/>
              </a:defRPr>
            </a:lvl4pPr>
            <a:lvl5pPr>
              <a:buNone/>
              <a:defRPr sz="1000">
                <a:solidFill>
                  <a:schemeClr val="lt1"/>
                </a:solidFill>
                <a:latin typeface="Ubuntu"/>
                <a:ea typeface="Ubuntu"/>
                <a:cs typeface="Ubuntu"/>
              </a:defRPr>
            </a:lvl5pPr>
            <a:lvl6pPr>
              <a:buNone/>
              <a:defRPr sz="1000">
                <a:solidFill>
                  <a:schemeClr val="lt1"/>
                </a:solidFill>
                <a:latin typeface="Ubuntu"/>
                <a:ea typeface="Ubuntu"/>
                <a:cs typeface="Ubuntu"/>
              </a:defRPr>
            </a:lvl6pPr>
            <a:lvl7pPr>
              <a:buNone/>
              <a:defRPr sz="1000">
                <a:solidFill>
                  <a:schemeClr val="lt1"/>
                </a:solidFill>
                <a:latin typeface="Ubuntu"/>
                <a:ea typeface="Ubuntu"/>
                <a:cs typeface="Ubuntu"/>
              </a:defRPr>
            </a:lvl7pPr>
            <a:lvl8pPr>
              <a:buNone/>
              <a:defRPr sz="1000">
                <a:solidFill>
                  <a:schemeClr val="lt1"/>
                </a:solidFill>
                <a:latin typeface="Ubuntu"/>
                <a:ea typeface="Ubuntu"/>
                <a:cs typeface="Ubuntu"/>
              </a:defRPr>
            </a:lvl8pPr>
            <a:lvl9pPr>
              <a:buNone/>
              <a:defRPr sz="1000">
                <a:solidFill>
                  <a:schemeClr val="lt1"/>
                </a:solidFill>
                <a:latin typeface="Ubuntu"/>
                <a:ea typeface="Ubuntu"/>
                <a:cs typeface="Ubuntu"/>
              </a:defRPr>
            </a:lvl9pPr>
          </a:lstStyle>
          <a:p>
            <a:pPr marL="0" lvl="0" indent="0" algn="l">
              <a:spcBef>
                <a:spcPts val="0"/>
              </a:spcBef>
              <a:spcAft>
                <a:spcPts val="0"/>
              </a:spcAft>
              <a:buNone/>
            </a:pPr>
            <a:r>
              <a:t>2026 © AWS User Group Hong Kong  </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7">
            <a:alphaModFix/>
          </a:blip>
          <a:stretch>
            <a:fillRect/>
          </a:stretch>
        </a:blipFill>
        <a:effectLst/>
      </p:bgPr>
    </p:bg>
    <p:spTree>
      <p:nvGrpSpPr>
        <p:cNvPr id="1" name=""/>
        <p:cNvGrpSpPr/>
        <p:nvPr/>
      </p:nvGrpSpPr>
      <p:grpSpPr>
        <a:xfrm>
          <a:off x="0" y="0"/>
          <a:ext cx="0" cy="0"/>
          <a:chOff x="0" y="0"/>
          <a:chExt cx="0" cy="0"/>
        </a:xfrm>
      </p:grpSpPr>
      <p:sp>
        <p:nvSpPr>
          <p:cNvPr id="6" name="Google Shape;6;p1">
            <a:extLst>
              <a:ext uri="{FF2B5EF4-FFF2-40B4-BE49-F238E27FC236}">
                <a16:creationId xmlns:a16="http://schemas.microsoft.com/office/drawing/2014/main" id="{626D3C2F-34E6-447D-85FD-164891ACE169}"/>
              </a:ext>
            </a:extLst>
          </p:cNvPr>
          <p:cNvSpPr>
            <a:spLocks noGrp="1"/>
          </p:cNvSpPr>
          <p:nvPr>
            <p:ph type="sldNum" idx="12"/>
          </p:nvPr>
        </p:nvSpPr>
        <p:spPr>
          <a:xfrm>
            <a:off x="1120425" y="4847100"/>
            <a:ext cx="2709300" cy="296400"/>
          </a:xfrm>
          <a:prstGeom prst="rect">
            <a:avLst/>
          </a:prstGeom>
          <a:noFill/>
          <a:ln>
            <a:noFill/>
          </a:ln>
        </p:spPr>
        <p:txBody>
          <a:bodyPr spcFirstLastPara="1" wrap="square" lIns="91425" tIns="91425" rIns="91425" bIns="91425" anchor="ctr">
            <a:normAutofit fontScale="92500" lnSpcReduction="20000"/>
          </a:bodyPr>
          <a:lstStyle>
            <a:lvl1pPr>
              <a:buNone/>
              <a:defRPr sz="1000">
                <a:solidFill>
                  <a:schemeClr val="lt1"/>
                </a:solidFill>
                <a:latin typeface="Ubuntu"/>
                <a:ea typeface="Ubuntu"/>
                <a:cs typeface="Ubuntu"/>
              </a:defRPr>
            </a:lvl1pPr>
            <a:lvl2pPr>
              <a:buNone/>
              <a:defRPr sz="1000">
                <a:solidFill>
                  <a:schemeClr val="lt1"/>
                </a:solidFill>
                <a:latin typeface="Ubuntu"/>
                <a:ea typeface="Ubuntu"/>
                <a:cs typeface="Ubuntu"/>
              </a:defRPr>
            </a:lvl2pPr>
            <a:lvl3pPr>
              <a:buNone/>
              <a:defRPr sz="1000">
                <a:solidFill>
                  <a:schemeClr val="lt1"/>
                </a:solidFill>
                <a:latin typeface="Ubuntu"/>
                <a:ea typeface="Ubuntu"/>
                <a:cs typeface="Ubuntu"/>
              </a:defRPr>
            </a:lvl3pPr>
            <a:lvl4pPr>
              <a:buNone/>
              <a:defRPr sz="1000">
                <a:solidFill>
                  <a:schemeClr val="lt1"/>
                </a:solidFill>
                <a:latin typeface="Ubuntu"/>
                <a:ea typeface="Ubuntu"/>
                <a:cs typeface="Ubuntu"/>
              </a:defRPr>
            </a:lvl4pPr>
            <a:lvl5pPr>
              <a:buNone/>
              <a:defRPr sz="1000">
                <a:solidFill>
                  <a:schemeClr val="lt1"/>
                </a:solidFill>
                <a:latin typeface="Ubuntu"/>
                <a:ea typeface="Ubuntu"/>
                <a:cs typeface="Ubuntu"/>
              </a:defRPr>
            </a:lvl5pPr>
            <a:lvl6pPr>
              <a:buNone/>
              <a:defRPr sz="1000">
                <a:solidFill>
                  <a:schemeClr val="lt1"/>
                </a:solidFill>
                <a:latin typeface="Ubuntu"/>
                <a:ea typeface="Ubuntu"/>
                <a:cs typeface="Ubuntu"/>
              </a:defRPr>
            </a:lvl6pPr>
            <a:lvl7pPr>
              <a:buNone/>
              <a:defRPr sz="1000">
                <a:solidFill>
                  <a:schemeClr val="lt1"/>
                </a:solidFill>
                <a:latin typeface="Ubuntu"/>
                <a:ea typeface="Ubuntu"/>
                <a:cs typeface="Ubuntu"/>
              </a:defRPr>
            </a:lvl7pPr>
            <a:lvl8pPr>
              <a:buNone/>
              <a:defRPr sz="1000">
                <a:solidFill>
                  <a:schemeClr val="lt1"/>
                </a:solidFill>
                <a:latin typeface="Ubuntu"/>
                <a:ea typeface="Ubuntu"/>
                <a:cs typeface="Ubuntu"/>
              </a:defRPr>
            </a:lvl8pPr>
            <a:lvl9pPr>
              <a:buNone/>
              <a:defRPr sz="1000">
                <a:solidFill>
                  <a:schemeClr val="lt1"/>
                </a:solidFill>
                <a:latin typeface="Ubuntu"/>
                <a:ea typeface="Ubuntu"/>
                <a:cs typeface="Ubuntu"/>
              </a:defRPr>
            </a:lvl9pPr>
          </a:lstStyle>
          <a:p>
            <a:pPr marL="0" lvl="0" indent="0" algn="l">
              <a:spcBef>
                <a:spcPts val="0"/>
              </a:spcBef>
              <a:spcAft>
                <a:spcPts val="0"/>
              </a:spcAft>
              <a:buNone/>
            </a:pPr>
            <a:r>
              <a:t>2026 © AWS User Group Hong Kong  </a:t>
            </a: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sky-ng-ab307b252/"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8.jpeg"/><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4.pn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0.png"/><Relationship Id="rId4" Type="http://schemas.openxmlformats.org/officeDocument/2006/relationships/image" Target="../media/image11.png"/><Relationship Id="rId9"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2.png"/><Relationship Id="rId7"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5.png"/><Relationship Id="rId4" Type="http://schemas.openxmlformats.org/officeDocument/2006/relationships/image" Target="../media/image18.png"/><Relationship Id="rId9"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2.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hyperlink" Target="file:///Users/alexau/Documents/HKPUG/aws-community-day-hk-2026-step-functions-testing/presentation/assets/demo-report-v39/z_49b0d24487c97dbd_client_py.html#t120"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14.png"/><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hyperlink" Target="https://www.linkedin.com/in/alex-au-cloudeng/" TargetMode="External"/><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hyperlink" Target="https://www.linkedin.com/in/sky-ng-ab307b252/"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Google Shape;21;p7">
            <a:extLst>
              <a:ext uri="{FF2B5EF4-FFF2-40B4-BE49-F238E27FC236}">
                <a16:creationId xmlns:a16="http://schemas.microsoft.com/office/drawing/2014/main" id="{4A3D0FE1-8F36-466C-B3BC-B8C91A14D43B}"/>
              </a:ext>
            </a:extLst>
          </p:cNvPr>
          <p:cNvSpPr>
            <a:spLocks noGrp="1"/>
          </p:cNvSpPr>
          <p:nvPr/>
        </p:nvSpPr>
        <p:spPr>
          <a:xfrm>
            <a:off x="573596" y="1133475"/>
            <a:ext cx="7810500" cy="1114425"/>
          </a:xfrm>
          <a:prstGeom prst="rect">
            <a:avLst/>
          </a:prstGeom>
          <a:noFill/>
          <a:ln>
            <a:noFill/>
          </a:ln>
        </p:spPr>
        <p:txBody>
          <a:bodyPr spcFirstLastPara="1" wrap="none" lIns="0" tIns="0" rIns="0" bIns="0" anchor="t">
            <a:noAutofit/>
          </a:bodyPr>
          <a:lstStyle>
            <a:defPPr>
              <a:defRPr sz="3075" b="0">
                <a:solidFill>
                  <a:srgbClr val="FFFFFF"/>
                </a:solidFill>
                <a:latin typeface="Ubuntu Light"/>
                <a:ea typeface="Ubuntu Light"/>
                <a:cs typeface="Ubuntu Light"/>
              </a:defRPr>
            </a:defPPr>
            <a:lvl1pPr>
              <a:defRPr sz="3075" b="0">
                <a:solidFill>
                  <a:srgbClr val="FFFFFF"/>
                </a:solidFill>
                <a:latin typeface="Ubuntu Light"/>
                <a:ea typeface="Ubuntu Light"/>
                <a:cs typeface="Ubuntu Light"/>
              </a:defRPr>
            </a:lvl1pPr>
            <a:lvl2pPr>
              <a:defRPr sz="3075" b="0">
                <a:solidFill>
                  <a:srgbClr val="FFFFFF"/>
                </a:solidFill>
                <a:latin typeface="Ubuntu Light"/>
                <a:ea typeface="Ubuntu Light"/>
                <a:cs typeface="Ubuntu Light"/>
              </a:defRPr>
            </a:lvl2pPr>
            <a:lvl3pPr>
              <a:defRPr sz="3075" b="0">
                <a:solidFill>
                  <a:srgbClr val="FFFFFF"/>
                </a:solidFill>
                <a:latin typeface="Ubuntu Light"/>
                <a:ea typeface="Ubuntu Light"/>
                <a:cs typeface="Ubuntu Light"/>
              </a:defRPr>
            </a:lvl3pPr>
            <a:lvl4pPr>
              <a:defRPr sz="3075" b="0">
                <a:solidFill>
                  <a:srgbClr val="FFFFFF"/>
                </a:solidFill>
                <a:latin typeface="Ubuntu Light"/>
                <a:ea typeface="Ubuntu Light"/>
                <a:cs typeface="Ubuntu Light"/>
              </a:defRPr>
            </a:lvl4pPr>
            <a:lvl5pPr>
              <a:defRPr sz="3075" b="0">
                <a:solidFill>
                  <a:srgbClr val="FFFFFF"/>
                </a:solidFill>
                <a:latin typeface="Ubuntu Light"/>
                <a:ea typeface="Ubuntu Light"/>
                <a:cs typeface="Ubuntu Light"/>
              </a:defRPr>
            </a:lvl5pPr>
            <a:lvl6pPr>
              <a:defRPr sz="3075" b="0">
                <a:solidFill>
                  <a:srgbClr val="FFFFFF"/>
                </a:solidFill>
                <a:latin typeface="Ubuntu Light"/>
                <a:ea typeface="Ubuntu Light"/>
                <a:cs typeface="Ubuntu Light"/>
              </a:defRPr>
            </a:lvl6pPr>
            <a:lvl7pPr>
              <a:defRPr sz="3075" b="0">
                <a:solidFill>
                  <a:srgbClr val="FFFFFF"/>
                </a:solidFill>
                <a:latin typeface="Ubuntu Light"/>
                <a:ea typeface="Ubuntu Light"/>
                <a:cs typeface="Ubuntu Light"/>
              </a:defRPr>
            </a:lvl7pPr>
            <a:lvl8pPr>
              <a:defRPr sz="3075" b="0">
                <a:solidFill>
                  <a:srgbClr val="FFFFFF"/>
                </a:solidFill>
                <a:latin typeface="Ubuntu Light"/>
                <a:ea typeface="Ubuntu Light"/>
                <a:cs typeface="Ubuntu Light"/>
              </a:defRPr>
            </a:lvl8pPr>
            <a:lvl9pPr>
              <a:defRPr sz="3075" b="0">
                <a:solidFill>
                  <a:srgbClr val="FFFFFF"/>
                </a:solidFill>
                <a:latin typeface="Ubuntu Light"/>
                <a:ea typeface="Ubuntu Light"/>
                <a:cs typeface="Ubuntu Light"/>
              </a:defRPr>
            </a:lvl9pPr>
          </a:lstStyle>
          <a:p>
            <a:pPr marL="0" lvl="0" indent="0" algn="l">
              <a:spcBef>
                <a:spcPts val="0"/>
              </a:spcBef>
              <a:spcAft>
                <a:spcPts val="0"/>
              </a:spcAft>
              <a:buNone/>
              <a:defRPr sz="3075" b="0">
                <a:solidFill>
                  <a:srgbClr val="FFFFFF"/>
                </a:solidFill>
                <a:latin typeface="Ubuntu Light"/>
                <a:ea typeface="Ubuntu Light"/>
                <a:cs typeface="Ubuntu Light"/>
              </a:defRPr>
            </a:pPr>
            <a:r>
              <a:rPr sz="3075" b="0">
                <a:solidFill>
                  <a:srgbClr val="FFFFFF"/>
                </a:solidFill>
                <a:latin typeface="Ubuntu Light"/>
                <a:ea typeface="Ubuntu Light"/>
                <a:cs typeface="Ubuntu Light"/>
              </a:rPr>
              <a:t>Testing Python Workflows</a:t>
            </a:r>
            <a:endParaRPr sz="3200" b="1">
              <a:solidFill>
                <a:schemeClr val="lt1"/>
              </a:solidFill>
              <a:latin typeface="Ubuntu"/>
              <a:ea typeface="Ubuntu"/>
              <a:cs typeface="Ubuntu"/>
            </a:endParaRPr>
          </a:p>
          <a:p>
            <a:pPr marL="0" lvl="0" indent="0" algn="l">
              <a:spcBef>
                <a:spcPts val="0"/>
              </a:spcBef>
              <a:spcAft>
                <a:spcPts val="0"/>
              </a:spcAft>
              <a:buNone/>
              <a:defRPr sz="3075" b="0">
                <a:solidFill>
                  <a:srgbClr val="FFFFFF"/>
                </a:solidFill>
                <a:latin typeface="Ubuntu Light"/>
                <a:ea typeface="Ubuntu Light"/>
                <a:cs typeface="Ubuntu Light"/>
              </a:defRPr>
            </a:pPr>
            <a:r>
              <a:rPr sz="3075" b="0">
                <a:solidFill>
                  <a:srgbClr val="FFFFFF"/>
                </a:solidFill>
                <a:latin typeface="Ubuntu Light"/>
                <a:ea typeface="Ubuntu Light"/>
                <a:cs typeface="Ubuntu Light"/>
              </a:rPr>
              <a:t>with Floci</a:t>
            </a:r>
            <a:endParaRPr sz="3200" b="1">
              <a:solidFill>
                <a:schemeClr val="lt1"/>
              </a:solidFill>
              <a:latin typeface="Ubuntu"/>
              <a:ea typeface="Ubuntu"/>
              <a:cs typeface="Ubuntu"/>
            </a:endParaRPr>
          </a:p>
        </p:txBody>
      </p:sp>
      <p:sp>
        <p:nvSpPr>
          <p:cNvPr id="22" name="Google Shape;22;p7">
            <a:extLst>
              <a:ext uri="{FF2B5EF4-FFF2-40B4-BE49-F238E27FC236}">
                <a16:creationId xmlns:a16="http://schemas.microsoft.com/office/drawing/2014/main" id="{D490E3EA-90C1-4D90-BCB7-6A3FA1616DB5}"/>
              </a:ext>
            </a:extLst>
          </p:cNvPr>
          <p:cNvSpPr>
            <a:spLocks noGrp="1"/>
          </p:cNvSpPr>
          <p:nvPr/>
        </p:nvSpPr>
        <p:spPr>
          <a:xfrm>
            <a:off x="573596" y="2847975"/>
            <a:ext cx="3338004" cy="552450"/>
          </a:xfrm>
          <a:prstGeom prst="rect">
            <a:avLst/>
          </a:prstGeom>
          <a:noFill/>
          <a:ln>
            <a:noFill/>
          </a:ln>
        </p:spPr>
        <p:txBody>
          <a:bodyPr spcFirstLastPara="1" wrap="none" lIns="0" tIns="0" rIns="0" bIns="0" anchor="t">
            <a:noAutofit/>
          </a:bodyPr>
          <a:lstStyle>
            <a:defPPr>
              <a:defRPr sz="1725" b="0">
                <a:solidFill>
                  <a:srgbClr val="FFFFFF"/>
                </a:solidFill>
                <a:latin typeface="Ubuntu Light"/>
                <a:ea typeface="Ubuntu Light"/>
                <a:cs typeface="Ubuntu Light"/>
              </a:defRPr>
            </a:defPPr>
            <a:lvl1pPr>
              <a:defRPr sz="1725" b="0">
                <a:solidFill>
                  <a:srgbClr val="FFFFFF"/>
                </a:solidFill>
                <a:latin typeface="Ubuntu Light"/>
                <a:ea typeface="Ubuntu Light"/>
                <a:cs typeface="Ubuntu Light"/>
              </a:defRPr>
            </a:lvl1pPr>
            <a:lvl2pPr>
              <a:defRPr sz="1725" b="0">
                <a:solidFill>
                  <a:srgbClr val="FFFFFF"/>
                </a:solidFill>
                <a:latin typeface="Ubuntu Light"/>
                <a:ea typeface="Ubuntu Light"/>
                <a:cs typeface="Ubuntu Light"/>
              </a:defRPr>
            </a:lvl2pPr>
            <a:lvl3pPr>
              <a:defRPr sz="1725" b="0">
                <a:solidFill>
                  <a:srgbClr val="FFFFFF"/>
                </a:solidFill>
                <a:latin typeface="Ubuntu Light"/>
                <a:ea typeface="Ubuntu Light"/>
                <a:cs typeface="Ubuntu Light"/>
              </a:defRPr>
            </a:lvl3pPr>
            <a:lvl4pPr>
              <a:defRPr sz="1725" b="0">
                <a:solidFill>
                  <a:srgbClr val="FFFFFF"/>
                </a:solidFill>
                <a:latin typeface="Ubuntu Light"/>
                <a:ea typeface="Ubuntu Light"/>
                <a:cs typeface="Ubuntu Light"/>
              </a:defRPr>
            </a:lvl4pPr>
            <a:lvl5pPr>
              <a:defRPr sz="1725" b="0">
                <a:solidFill>
                  <a:srgbClr val="FFFFFF"/>
                </a:solidFill>
                <a:latin typeface="Ubuntu Light"/>
                <a:ea typeface="Ubuntu Light"/>
                <a:cs typeface="Ubuntu Light"/>
              </a:defRPr>
            </a:lvl5pPr>
            <a:lvl6pPr>
              <a:defRPr sz="1725" b="0">
                <a:solidFill>
                  <a:srgbClr val="FFFFFF"/>
                </a:solidFill>
                <a:latin typeface="Ubuntu Light"/>
                <a:ea typeface="Ubuntu Light"/>
                <a:cs typeface="Ubuntu Light"/>
              </a:defRPr>
            </a:lvl6pPr>
            <a:lvl7pPr>
              <a:defRPr sz="1725" b="0">
                <a:solidFill>
                  <a:srgbClr val="FFFFFF"/>
                </a:solidFill>
                <a:latin typeface="Ubuntu Light"/>
                <a:ea typeface="Ubuntu Light"/>
                <a:cs typeface="Ubuntu Light"/>
              </a:defRPr>
            </a:lvl7pPr>
            <a:lvl8pPr>
              <a:defRPr sz="1725" b="0">
                <a:solidFill>
                  <a:srgbClr val="FFFFFF"/>
                </a:solidFill>
                <a:latin typeface="Ubuntu Light"/>
                <a:ea typeface="Ubuntu Light"/>
                <a:cs typeface="Ubuntu Light"/>
              </a:defRPr>
            </a:lvl8pPr>
            <a:lvl9pPr>
              <a:defRPr sz="1725" b="0">
                <a:solidFill>
                  <a:srgbClr val="FFFFFF"/>
                </a:solidFill>
                <a:latin typeface="Ubuntu Light"/>
                <a:ea typeface="Ubuntu Light"/>
                <a:cs typeface="Ubuntu Light"/>
              </a:defRPr>
            </a:lvl9pPr>
          </a:lstStyle>
          <a:p>
            <a:pPr marL="0" lvl="0" indent="0" algn="l">
              <a:spcBef>
                <a:spcPts val="0"/>
              </a:spcBef>
              <a:spcAft>
                <a:spcPts val="0"/>
              </a:spcAft>
              <a:buNone/>
              <a:defRPr sz="1725" b="0">
                <a:solidFill>
                  <a:srgbClr val="FFFFFF"/>
                </a:solidFill>
                <a:latin typeface="Ubuntu Light"/>
                <a:ea typeface="Ubuntu Light"/>
                <a:cs typeface="Ubuntu Light"/>
              </a:defRPr>
            </a:pPr>
            <a:r>
              <a:rPr sz="1725" b="0" dirty="0">
                <a:solidFill>
                  <a:srgbClr val="FFFFFF"/>
                </a:solidFill>
                <a:latin typeface="Ubuntu Light"/>
                <a:ea typeface="Ubuntu Light"/>
                <a:cs typeface="Ubuntu Light"/>
              </a:rPr>
              <a:t>Alex Au and Sky Ng</a:t>
            </a:r>
            <a:r>
              <a:rPr lang="en-US" sz="1725" b="0" dirty="0">
                <a:solidFill>
                  <a:srgbClr val="FFFFFF"/>
                </a:solidFill>
                <a:latin typeface="Ubuntu Light"/>
                <a:ea typeface="Ubuntu Light"/>
                <a:cs typeface="Ubuntu Light"/>
              </a:rPr>
              <a:t> </a:t>
            </a:r>
          </a:p>
          <a:p>
            <a:pPr marL="0" lvl="0" indent="0" algn="l">
              <a:spcBef>
                <a:spcPts val="0"/>
              </a:spcBef>
              <a:spcAft>
                <a:spcPts val="0"/>
              </a:spcAft>
              <a:buNone/>
              <a:defRPr sz="1725" b="0">
                <a:solidFill>
                  <a:srgbClr val="FFFFFF"/>
                </a:solidFill>
                <a:latin typeface="Ubuntu Light"/>
                <a:ea typeface="Ubuntu Light"/>
                <a:cs typeface="Ubuntu Light"/>
              </a:defRPr>
            </a:pPr>
            <a:r>
              <a:rPr lang="en-US" sz="1725" b="0" dirty="0">
                <a:solidFill>
                  <a:srgbClr val="FFFFFF"/>
                </a:solidFill>
                <a:latin typeface="Ubuntu Light"/>
                <a:ea typeface="Ubuntu Light"/>
                <a:cs typeface="Ubuntu Light"/>
              </a:rPr>
              <a:t>(Hong Kong Python User Group)</a:t>
            </a:r>
            <a:endParaRPr sz="1600" b="1" dirty="0">
              <a:solidFill>
                <a:schemeClr val="lt1"/>
              </a:solidFill>
              <a:latin typeface="Ubuntu"/>
              <a:ea typeface="Ubuntu"/>
              <a:cs typeface="Ubuntu"/>
            </a:endParaRPr>
          </a:p>
        </p:txBody>
      </p:sp>
      <p:sp>
        <p:nvSpPr>
          <p:cNvPr id="23" name="Google Shape;23;p7">
            <a:extLst>
              <a:ext uri="{FF2B5EF4-FFF2-40B4-BE49-F238E27FC236}">
                <a16:creationId xmlns:a16="http://schemas.microsoft.com/office/drawing/2014/main" id="{CFD5C3DD-6D2C-4676-9AE1-B13DBB8E3A17}"/>
              </a:ext>
            </a:extLst>
          </p:cNvPr>
          <p:cNvSpPr>
            <a:spLocks noGrp="1"/>
          </p:cNvSpPr>
          <p:nvPr/>
        </p:nvSpPr>
        <p:spPr>
          <a:xfrm>
            <a:off x="573596" y="2240492"/>
            <a:ext cx="4548737" cy="381000"/>
          </a:xfrm>
          <a:prstGeom prst="rect">
            <a:avLst/>
          </a:prstGeom>
          <a:noFill/>
          <a:ln>
            <a:noFill/>
          </a:ln>
        </p:spPr>
        <p:txBody>
          <a:bodyPr spcFirstLastPara="1" wrap="none" lIns="0" tIns="0" rIns="0" bIns="0" anchor="t">
            <a:noAutofit/>
          </a:bodyPr>
          <a:lstStyle>
            <a:defPPr>
              <a:defRPr sz="1725" b="0">
                <a:solidFill>
                  <a:srgbClr val="FFFFFF"/>
                </a:solidFill>
                <a:latin typeface="Ubuntu Light"/>
                <a:ea typeface="Ubuntu Light"/>
                <a:cs typeface="Ubuntu Light"/>
              </a:defRPr>
            </a:defPPr>
            <a:lvl1pPr>
              <a:defRPr sz="1725" b="0">
                <a:solidFill>
                  <a:srgbClr val="FFFFFF"/>
                </a:solidFill>
                <a:latin typeface="Ubuntu Light"/>
                <a:ea typeface="Ubuntu Light"/>
                <a:cs typeface="Ubuntu Light"/>
              </a:defRPr>
            </a:lvl1pPr>
            <a:lvl2pPr>
              <a:defRPr sz="1725" b="0">
                <a:solidFill>
                  <a:srgbClr val="FFFFFF"/>
                </a:solidFill>
                <a:latin typeface="Ubuntu Light"/>
                <a:ea typeface="Ubuntu Light"/>
                <a:cs typeface="Ubuntu Light"/>
              </a:defRPr>
            </a:lvl2pPr>
            <a:lvl3pPr>
              <a:defRPr sz="1725" b="0">
                <a:solidFill>
                  <a:srgbClr val="FFFFFF"/>
                </a:solidFill>
                <a:latin typeface="Ubuntu Light"/>
                <a:ea typeface="Ubuntu Light"/>
                <a:cs typeface="Ubuntu Light"/>
              </a:defRPr>
            </a:lvl3pPr>
            <a:lvl4pPr>
              <a:defRPr sz="1725" b="0">
                <a:solidFill>
                  <a:srgbClr val="FFFFFF"/>
                </a:solidFill>
                <a:latin typeface="Ubuntu Light"/>
                <a:ea typeface="Ubuntu Light"/>
                <a:cs typeface="Ubuntu Light"/>
              </a:defRPr>
            </a:lvl4pPr>
            <a:lvl5pPr>
              <a:defRPr sz="1725" b="0">
                <a:solidFill>
                  <a:srgbClr val="FFFFFF"/>
                </a:solidFill>
                <a:latin typeface="Ubuntu Light"/>
                <a:ea typeface="Ubuntu Light"/>
                <a:cs typeface="Ubuntu Light"/>
              </a:defRPr>
            </a:lvl5pPr>
            <a:lvl6pPr>
              <a:defRPr sz="1725" b="0">
                <a:solidFill>
                  <a:srgbClr val="FFFFFF"/>
                </a:solidFill>
                <a:latin typeface="Ubuntu Light"/>
                <a:ea typeface="Ubuntu Light"/>
                <a:cs typeface="Ubuntu Light"/>
              </a:defRPr>
            </a:lvl6pPr>
            <a:lvl7pPr>
              <a:defRPr sz="1725" b="0">
                <a:solidFill>
                  <a:srgbClr val="FFFFFF"/>
                </a:solidFill>
                <a:latin typeface="Ubuntu Light"/>
                <a:ea typeface="Ubuntu Light"/>
                <a:cs typeface="Ubuntu Light"/>
              </a:defRPr>
            </a:lvl7pPr>
            <a:lvl8pPr>
              <a:defRPr sz="1725" b="0">
                <a:solidFill>
                  <a:srgbClr val="FFFFFF"/>
                </a:solidFill>
                <a:latin typeface="Ubuntu Light"/>
                <a:ea typeface="Ubuntu Light"/>
                <a:cs typeface="Ubuntu Light"/>
              </a:defRPr>
            </a:lvl8pPr>
            <a:lvl9pPr>
              <a:defRPr sz="1725" b="0">
                <a:solidFill>
                  <a:srgbClr val="FFFFFF"/>
                </a:solidFill>
                <a:latin typeface="Ubuntu Light"/>
                <a:ea typeface="Ubuntu Light"/>
                <a:cs typeface="Ubuntu Light"/>
              </a:defRPr>
            </a:lvl9pPr>
          </a:lstStyle>
          <a:p>
            <a:pPr marL="0" lvl="0" indent="0" algn="l">
              <a:spcBef>
                <a:spcPts val="0"/>
              </a:spcBef>
              <a:spcAft>
                <a:spcPts val="0"/>
              </a:spcAft>
              <a:buNone/>
              <a:defRPr sz="1725" b="0">
                <a:solidFill>
                  <a:srgbClr val="FFFFFF"/>
                </a:solidFill>
                <a:latin typeface="Ubuntu Light"/>
                <a:ea typeface="Ubuntu Light"/>
                <a:cs typeface="Ubuntu Light"/>
              </a:defRPr>
            </a:pPr>
            <a:r>
              <a:rPr sz="1725" b="0" dirty="0">
                <a:solidFill>
                  <a:srgbClr val="FFFFFF"/>
                </a:solidFill>
                <a:latin typeface="Ubuntu Light"/>
                <a:ea typeface="Ubuntu Light"/>
                <a:cs typeface="Ubuntu Light"/>
              </a:rPr>
              <a:t>Black-box tests, fault injection and coverage</a:t>
            </a:r>
            <a:endParaRPr dirty="0">
              <a:solidFill>
                <a:schemeClr val="lt1"/>
              </a:solidFill>
              <a:latin typeface="Ubuntu Light"/>
              <a:ea typeface="Ubuntu Light"/>
              <a:cs typeface="Ubuntu Light"/>
            </a:endParaRPr>
          </a:p>
        </p:txBody>
      </p:sp>
      <p:pic>
        <p:nvPicPr>
          <p:cNvPr id="25" name="Picture 24">
            <a:extLst>
              <a:ext uri="{FF2B5EF4-FFF2-40B4-BE49-F238E27FC236}">
                <a16:creationId xmlns:a16="http://schemas.microsoft.com/office/drawing/2014/main" id="{1C1657A2-4ADC-4678-8CA8-E8DB397FD9D7}"/>
              </a:ext>
            </a:extLst>
          </p:cNvPr>
          <p:cNvPicPr>
            <a:picLocks noChangeAspect="1"/>
          </p:cNvPicPr>
          <p:nvPr/>
        </p:nvPicPr>
        <p:blipFill>
          <a:blip r:embed="rId3"/>
          <a:stretch/>
        </p:blipFill>
        <p:spPr>
          <a:xfrm>
            <a:off x="577047" y="3581867"/>
            <a:ext cx="922889" cy="932984"/>
          </a:xfrm>
          <a:prstGeom prst="rect">
            <a:avLst/>
          </a:prstGeom>
        </p:spPr>
      </p:pic>
    </p:spTree>
    <p:extLst>
      <p:ext uri="{BB962C8B-B14F-4D97-AF65-F5344CB8AC3E}">
        <p14:creationId xmlns:p14="http://schemas.microsoft.com/office/powerpoint/2010/main" val="924558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C9F03-71B5-AACA-5DA0-07FA3FA245D4}"/>
            </a:ext>
          </a:extLst>
        </p:cNvPr>
        <p:cNvGrpSpPr/>
        <p:nvPr/>
      </p:nvGrpSpPr>
      <p:grpSpPr>
        <a:xfrm>
          <a:off x="0" y="0"/>
          <a:ext cx="0" cy="0"/>
          <a:chOff x="0" y="0"/>
          <a:chExt cx="0" cy="0"/>
        </a:xfrm>
      </p:grpSpPr>
      <p:sp>
        <p:nvSpPr>
          <p:cNvPr id="2" name="alex">
            <a:extLst>
              <a:ext uri="{FF2B5EF4-FFF2-40B4-BE49-F238E27FC236}">
                <a16:creationId xmlns:a16="http://schemas.microsoft.com/office/drawing/2014/main" id="{61EB75C4-0EDF-85C0-6503-410CEA7BD971}"/>
              </a:ext>
            </a:extLst>
          </p:cNvPr>
          <p:cNvSpPr>
            <a:spLocks noGrp="1"/>
          </p:cNvSpPr>
          <p:nvPr/>
        </p:nvSpPr>
        <p:spPr>
          <a:xfrm>
            <a:off x="3095620" y="2121861"/>
            <a:ext cx="862542" cy="342900"/>
          </a:xfrm>
          <a:prstGeom prst="rect">
            <a:avLst/>
          </a:prstGeom>
          <a:noFill/>
          <a:ln w="0">
            <a:noFill/>
          </a:ln>
        </p:spPr>
        <p:txBody>
          <a:bodyPr wrap="none" lIns="0" tIns="0" rIns="0" bIns="0" anchor="t">
            <a:noAutofit/>
          </a:bodyPr>
          <a:lstStyle>
            <a:defPPr algn="l">
              <a:defRPr sz="1950" b="0">
                <a:solidFill>
                  <a:srgbClr val="202D3E"/>
                </a:solidFill>
                <a:latin typeface="Ubuntu Light"/>
                <a:ea typeface="Ubuntu Light"/>
                <a:cs typeface="Ubuntu Light"/>
              </a:defRPr>
            </a:defPPr>
            <a:lvl1pPr algn="l">
              <a:defRPr sz="1950" b="0">
                <a:solidFill>
                  <a:srgbClr val="202D3E"/>
                </a:solidFill>
                <a:latin typeface="Ubuntu Light"/>
                <a:ea typeface="Ubuntu Light"/>
                <a:cs typeface="Ubuntu Light"/>
              </a:defRPr>
            </a:lvl1pPr>
            <a:lvl2pPr algn="l">
              <a:defRPr sz="1950" b="0">
                <a:solidFill>
                  <a:srgbClr val="202D3E"/>
                </a:solidFill>
                <a:latin typeface="Ubuntu Light"/>
                <a:ea typeface="Ubuntu Light"/>
                <a:cs typeface="Ubuntu Light"/>
              </a:defRPr>
            </a:lvl2pPr>
            <a:lvl3pPr algn="l">
              <a:defRPr sz="1950" b="0">
                <a:solidFill>
                  <a:srgbClr val="202D3E"/>
                </a:solidFill>
                <a:latin typeface="Ubuntu Light"/>
                <a:ea typeface="Ubuntu Light"/>
                <a:cs typeface="Ubuntu Light"/>
              </a:defRPr>
            </a:lvl3pPr>
            <a:lvl4pPr algn="l">
              <a:defRPr sz="1950" b="0">
                <a:solidFill>
                  <a:srgbClr val="202D3E"/>
                </a:solidFill>
                <a:latin typeface="Ubuntu Light"/>
                <a:ea typeface="Ubuntu Light"/>
                <a:cs typeface="Ubuntu Light"/>
              </a:defRPr>
            </a:lvl4pPr>
            <a:lvl5pPr algn="l">
              <a:defRPr sz="1950" b="0">
                <a:solidFill>
                  <a:srgbClr val="202D3E"/>
                </a:solidFill>
                <a:latin typeface="Ubuntu Light"/>
                <a:ea typeface="Ubuntu Light"/>
                <a:cs typeface="Ubuntu Light"/>
              </a:defRPr>
            </a:lvl5pPr>
            <a:lvl6pPr algn="l">
              <a:defRPr sz="1950" b="0">
                <a:solidFill>
                  <a:srgbClr val="202D3E"/>
                </a:solidFill>
                <a:latin typeface="Ubuntu Light"/>
                <a:ea typeface="Ubuntu Light"/>
                <a:cs typeface="Ubuntu Light"/>
              </a:defRPr>
            </a:lvl6pPr>
            <a:lvl7pPr algn="l">
              <a:defRPr sz="1950" b="0">
                <a:solidFill>
                  <a:srgbClr val="202D3E"/>
                </a:solidFill>
                <a:latin typeface="Ubuntu Light"/>
                <a:ea typeface="Ubuntu Light"/>
                <a:cs typeface="Ubuntu Light"/>
              </a:defRPr>
            </a:lvl7pPr>
            <a:lvl8pPr algn="l">
              <a:defRPr sz="1950" b="0">
                <a:solidFill>
                  <a:srgbClr val="202D3E"/>
                </a:solidFill>
                <a:latin typeface="Ubuntu Light"/>
                <a:ea typeface="Ubuntu Light"/>
                <a:cs typeface="Ubuntu Light"/>
              </a:defRPr>
            </a:lvl8pPr>
            <a:lvl9pPr algn="l">
              <a:defRPr sz="1950" b="0">
                <a:solidFill>
                  <a:srgbClr val="202D3E"/>
                </a:solidFill>
                <a:latin typeface="Ubuntu Light"/>
                <a:ea typeface="Ubuntu Light"/>
                <a:cs typeface="Ubuntu Light"/>
              </a:defRPr>
            </a:lvl9pPr>
          </a:lstStyle>
          <a:p>
            <a:pPr algn="l">
              <a:defRPr sz="1950" b="0">
                <a:solidFill>
                  <a:srgbClr val="202D3E"/>
                </a:solidFill>
                <a:latin typeface="Ubuntu Light"/>
                <a:ea typeface="Ubuntu Light"/>
                <a:cs typeface="Ubuntu Light"/>
              </a:defRPr>
            </a:pPr>
            <a:r>
              <a:rPr b="0" dirty="0">
                <a:latin typeface="Ubuntu Light"/>
                <a:ea typeface="Ubuntu Light"/>
                <a:cs typeface="Ubuntu Light"/>
              </a:rPr>
              <a:t>Alex Au</a:t>
            </a:r>
          </a:p>
        </p:txBody>
      </p:sp>
      <p:sp>
        <p:nvSpPr>
          <p:cNvPr id="4" name="sky">
            <a:extLst>
              <a:ext uri="{FF2B5EF4-FFF2-40B4-BE49-F238E27FC236}">
                <a16:creationId xmlns:a16="http://schemas.microsoft.com/office/drawing/2014/main" id="{1E097CB2-77A7-F960-EC3B-10232522F486}"/>
              </a:ext>
            </a:extLst>
          </p:cNvPr>
          <p:cNvSpPr>
            <a:spLocks noGrp="1"/>
          </p:cNvSpPr>
          <p:nvPr/>
        </p:nvSpPr>
        <p:spPr>
          <a:xfrm>
            <a:off x="4958293" y="2115679"/>
            <a:ext cx="907523" cy="342900"/>
          </a:xfrm>
          <a:prstGeom prst="rect">
            <a:avLst/>
          </a:prstGeom>
          <a:noFill/>
          <a:ln w="0">
            <a:noFill/>
          </a:ln>
        </p:spPr>
        <p:txBody>
          <a:bodyPr wrap="none" lIns="0" tIns="0" rIns="0" bIns="0" anchor="t">
            <a:noAutofit/>
          </a:bodyPr>
          <a:lstStyle>
            <a:defPPr algn="l">
              <a:defRPr sz="1950" b="0">
                <a:solidFill>
                  <a:srgbClr val="202D3E"/>
                </a:solidFill>
                <a:latin typeface="Ubuntu Light"/>
                <a:ea typeface="Ubuntu Light"/>
                <a:cs typeface="Ubuntu Light"/>
              </a:defRPr>
            </a:defPPr>
            <a:lvl1pPr algn="l">
              <a:defRPr sz="1950" b="0">
                <a:solidFill>
                  <a:srgbClr val="202D3E"/>
                </a:solidFill>
                <a:latin typeface="Ubuntu Light"/>
                <a:ea typeface="Ubuntu Light"/>
                <a:cs typeface="Ubuntu Light"/>
              </a:defRPr>
            </a:lvl1pPr>
            <a:lvl2pPr algn="l">
              <a:defRPr sz="1950" b="0">
                <a:solidFill>
                  <a:srgbClr val="202D3E"/>
                </a:solidFill>
                <a:latin typeface="Ubuntu Light"/>
                <a:ea typeface="Ubuntu Light"/>
                <a:cs typeface="Ubuntu Light"/>
              </a:defRPr>
            </a:lvl2pPr>
            <a:lvl3pPr algn="l">
              <a:defRPr sz="1950" b="0">
                <a:solidFill>
                  <a:srgbClr val="202D3E"/>
                </a:solidFill>
                <a:latin typeface="Ubuntu Light"/>
                <a:ea typeface="Ubuntu Light"/>
                <a:cs typeface="Ubuntu Light"/>
              </a:defRPr>
            </a:lvl3pPr>
            <a:lvl4pPr algn="l">
              <a:defRPr sz="1950" b="0">
                <a:solidFill>
                  <a:srgbClr val="202D3E"/>
                </a:solidFill>
                <a:latin typeface="Ubuntu Light"/>
                <a:ea typeface="Ubuntu Light"/>
                <a:cs typeface="Ubuntu Light"/>
              </a:defRPr>
            </a:lvl4pPr>
            <a:lvl5pPr algn="l">
              <a:defRPr sz="1950" b="0">
                <a:solidFill>
                  <a:srgbClr val="202D3E"/>
                </a:solidFill>
                <a:latin typeface="Ubuntu Light"/>
                <a:ea typeface="Ubuntu Light"/>
                <a:cs typeface="Ubuntu Light"/>
              </a:defRPr>
            </a:lvl5pPr>
            <a:lvl6pPr algn="l">
              <a:defRPr sz="1950" b="0">
                <a:solidFill>
                  <a:srgbClr val="202D3E"/>
                </a:solidFill>
                <a:latin typeface="Ubuntu Light"/>
                <a:ea typeface="Ubuntu Light"/>
                <a:cs typeface="Ubuntu Light"/>
              </a:defRPr>
            </a:lvl6pPr>
            <a:lvl7pPr algn="l">
              <a:defRPr sz="1950" b="0">
                <a:solidFill>
                  <a:srgbClr val="202D3E"/>
                </a:solidFill>
                <a:latin typeface="Ubuntu Light"/>
                <a:ea typeface="Ubuntu Light"/>
                <a:cs typeface="Ubuntu Light"/>
              </a:defRPr>
            </a:lvl7pPr>
            <a:lvl8pPr algn="l">
              <a:defRPr sz="1950" b="0">
                <a:solidFill>
                  <a:srgbClr val="202D3E"/>
                </a:solidFill>
                <a:latin typeface="Ubuntu Light"/>
                <a:ea typeface="Ubuntu Light"/>
                <a:cs typeface="Ubuntu Light"/>
              </a:defRPr>
            </a:lvl8pPr>
            <a:lvl9pPr algn="l">
              <a:defRPr sz="1950" b="0">
                <a:solidFill>
                  <a:srgbClr val="202D3E"/>
                </a:solidFill>
                <a:latin typeface="Ubuntu Light"/>
                <a:ea typeface="Ubuntu Light"/>
                <a:cs typeface="Ubuntu Light"/>
              </a:defRPr>
            </a:lvl9pPr>
          </a:lstStyle>
          <a:p>
            <a:pPr algn="l">
              <a:defRPr sz="1950" b="0">
                <a:solidFill>
                  <a:srgbClr val="202D3E"/>
                </a:solidFill>
                <a:latin typeface="Ubuntu Light"/>
                <a:ea typeface="Ubuntu Light"/>
                <a:cs typeface="Ubuntu Light"/>
              </a:defRPr>
            </a:pPr>
            <a:r>
              <a:rPr b="0" dirty="0">
                <a:latin typeface="Ubuntu Light"/>
                <a:ea typeface="Ubuntu Light"/>
                <a:cs typeface="Ubuntu Light"/>
              </a:rPr>
              <a:t>Sky Ng</a:t>
            </a:r>
          </a:p>
        </p:txBody>
      </p:sp>
      <p:sp>
        <p:nvSpPr>
          <p:cNvPr id="5" name="sky-profile">
            <a:extLst>
              <a:ext uri="{FF2B5EF4-FFF2-40B4-BE49-F238E27FC236}">
                <a16:creationId xmlns:a16="http://schemas.microsoft.com/office/drawing/2014/main" id="{84DF6F4B-FE0D-5A86-EF5C-B69F65D53FAB}"/>
              </a:ext>
            </a:extLst>
          </p:cNvPr>
          <p:cNvSpPr>
            <a:spLocks noGrp="1"/>
          </p:cNvSpPr>
          <p:nvPr/>
        </p:nvSpPr>
        <p:spPr>
          <a:xfrm>
            <a:off x="5048250" y="2971800"/>
            <a:ext cx="3476625" cy="285750"/>
          </a:xfrm>
          <a:prstGeom prst="rect">
            <a:avLst/>
          </a:prstGeom>
          <a:noFill/>
          <a:ln w="0">
            <a:noFill/>
          </a:ln>
        </p:spPr>
        <p:txBody>
          <a:bodyPr wrap="none" lIns="0" tIns="0" rIns="0" bIns="0" anchor="t">
            <a:noAutofit/>
          </a:bodyPr>
          <a:lstStyle>
            <a:defPPr algn="l">
              <a:defRPr sz="1650" b="0">
                <a:solidFill>
                  <a:srgbClr val="202D3E"/>
                </a:solidFill>
                <a:latin typeface="Ubuntu Light"/>
                <a:ea typeface="Ubuntu Light"/>
                <a:cs typeface="Ubuntu Light"/>
              </a:defRPr>
            </a:defPPr>
            <a:lvl1pPr algn="l">
              <a:defRPr sz="1650" b="0">
                <a:solidFill>
                  <a:srgbClr val="202D3E"/>
                </a:solidFill>
                <a:latin typeface="Ubuntu Light"/>
                <a:ea typeface="Ubuntu Light"/>
                <a:cs typeface="Ubuntu Light"/>
              </a:defRPr>
            </a:lvl1pPr>
            <a:lvl2pPr algn="l">
              <a:defRPr sz="1650" b="0">
                <a:solidFill>
                  <a:srgbClr val="202D3E"/>
                </a:solidFill>
                <a:latin typeface="Ubuntu Light"/>
                <a:ea typeface="Ubuntu Light"/>
                <a:cs typeface="Ubuntu Light"/>
              </a:defRPr>
            </a:lvl2pPr>
            <a:lvl3pPr algn="l">
              <a:defRPr sz="1650" b="0">
                <a:solidFill>
                  <a:srgbClr val="202D3E"/>
                </a:solidFill>
                <a:latin typeface="Ubuntu Light"/>
                <a:ea typeface="Ubuntu Light"/>
                <a:cs typeface="Ubuntu Light"/>
              </a:defRPr>
            </a:lvl3pPr>
            <a:lvl4pPr algn="l">
              <a:defRPr sz="1650" b="0">
                <a:solidFill>
                  <a:srgbClr val="202D3E"/>
                </a:solidFill>
                <a:latin typeface="Ubuntu Light"/>
                <a:ea typeface="Ubuntu Light"/>
                <a:cs typeface="Ubuntu Light"/>
              </a:defRPr>
            </a:lvl4pPr>
            <a:lvl5pPr algn="l">
              <a:defRPr sz="1650" b="0">
                <a:solidFill>
                  <a:srgbClr val="202D3E"/>
                </a:solidFill>
                <a:latin typeface="Ubuntu Light"/>
                <a:ea typeface="Ubuntu Light"/>
                <a:cs typeface="Ubuntu Light"/>
              </a:defRPr>
            </a:lvl5pPr>
            <a:lvl6pPr algn="l">
              <a:defRPr sz="1650" b="0">
                <a:solidFill>
                  <a:srgbClr val="202D3E"/>
                </a:solidFill>
                <a:latin typeface="Ubuntu Light"/>
                <a:ea typeface="Ubuntu Light"/>
                <a:cs typeface="Ubuntu Light"/>
              </a:defRPr>
            </a:lvl6pPr>
            <a:lvl7pPr algn="l">
              <a:defRPr sz="1650" b="0">
                <a:solidFill>
                  <a:srgbClr val="202D3E"/>
                </a:solidFill>
                <a:latin typeface="Ubuntu Light"/>
                <a:ea typeface="Ubuntu Light"/>
                <a:cs typeface="Ubuntu Light"/>
              </a:defRPr>
            </a:lvl7pPr>
            <a:lvl8pPr algn="l">
              <a:defRPr sz="1650" b="0">
                <a:solidFill>
                  <a:srgbClr val="202D3E"/>
                </a:solidFill>
                <a:latin typeface="Ubuntu Light"/>
                <a:ea typeface="Ubuntu Light"/>
                <a:cs typeface="Ubuntu Light"/>
              </a:defRPr>
            </a:lvl8pPr>
            <a:lvl9pPr algn="l">
              <a:defRPr sz="1650" b="0">
                <a:solidFill>
                  <a:srgbClr val="202D3E"/>
                </a:solidFill>
                <a:latin typeface="Ubuntu Light"/>
                <a:ea typeface="Ubuntu Light"/>
                <a:cs typeface="Ubuntu Light"/>
              </a:defRPr>
            </a:lvl9pPr>
          </a:lstStyle>
          <a:p>
            <a:pPr algn="l">
              <a:defRPr sz="1650" b="0">
                <a:solidFill>
                  <a:srgbClr val="202D3E"/>
                </a:solidFill>
                <a:latin typeface="Ubuntu Light"/>
                <a:ea typeface="Ubuntu Light"/>
                <a:cs typeface="Ubuntu Light"/>
              </a:defRPr>
            </a:pPr>
            <a:endParaRPr b="0" dirty="0">
              <a:solidFill>
                <a:srgbClr val="075A8C"/>
              </a:solidFill>
              <a:latin typeface="Ubuntu Light"/>
              <a:ea typeface="Ubuntu Light"/>
              <a:cs typeface="Ubuntu Light"/>
              <a:hlinkClick r:id="rId3"/>
            </a:endParaRPr>
          </a:p>
        </p:txBody>
      </p:sp>
      <p:sp>
        <p:nvSpPr>
          <p:cNvPr id="8" name="slide-title">
            <a:extLst>
              <a:ext uri="{FF2B5EF4-FFF2-40B4-BE49-F238E27FC236}">
                <a16:creationId xmlns:a16="http://schemas.microsoft.com/office/drawing/2014/main" id="{AAB2809F-AE70-6C03-F90A-EF7FF418CC79}"/>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lang="en-US" dirty="0"/>
              <a:t>Who are we?</a:t>
            </a:r>
            <a:endParaRPr b="0" dirty="0">
              <a:latin typeface="Ubuntu Light"/>
              <a:ea typeface="Ubuntu Light"/>
              <a:cs typeface="Ubuntu Light"/>
            </a:endParaRPr>
          </a:p>
        </p:txBody>
      </p:sp>
      <p:sp>
        <p:nvSpPr>
          <p:cNvPr id="9" name="alex">
            <a:extLst>
              <a:ext uri="{FF2B5EF4-FFF2-40B4-BE49-F238E27FC236}">
                <a16:creationId xmlns:a16="http://schemas.microsoft.com/office/drawing/2014/main" id="{05AE7DC4-55D3-41CF-D923-BC5EB523D887}"/>
              </a:ext>
            </a:extLst>
          </p:cNvPr>
          <p:cNvSpPr>
            <a:spLocks noGrp="1"/>
          </p:cNvSpPr>
          <p:nvPr/>
        </p:nvSpPr>
        <p:spPr>
          <a:xfrm>
            <a:off x="619125" y="2916404"/>
            <a:ext cx="3714750" cy="981075"/>
          </a:xfrm>
          <a:prstGeom prst="rect">
            <a:avLst/>
          </a:prstGeom>
          <a:noFill/>
          <a:ln w="0">
            <a:noFill/>
          </a:ln>
        </p:spPr>
        <p:txBody>
          <a:bodyPr wrap="none" lIns="0" tIns="0" rIns="0" bIns="0" anchor="t">
            <a:noAutofit/>
          </a:bodyPr>
          <a:lstStyle>
            <a:defPPr algn="l">
              <a:defRPr sz="1950" b="0">
                <a:solidFill>
                  <a:srgbClr val="202D3E"/>
                </a:solidFill>
                <a:latin typeface="Ubuntu Light"/>
                <a:ea typeface="Ubuntu Light"/>
                <a:cs typeface="Ubuntu Light"/>
              </a:defRPr>
            </a:defPPr>
            <a:lvl1pPr algn="l">
              <a:defRPr sz="1950" b="0">
                <a:solidFill>
                  <a:srgbClr val="202D3E"/>
                </a:solidFill>
                <a:latin typeface="Ubuntu Light"/>
                <a:ea typeface="Ubuntu Light"/>
                <a:cs typeface="Ubuntu Light"/>
              </a:defRPr>
            </a:lvl1pPr>
            <a:lvl2pPr algn="l">
              <a:defRPr sz="1950" b="0">
                <a:solidFill>
                  <a:srgbClr val="202D3E"/>
                </a:solidFill>
                <a:latin typeface="Ubuntu Light"/>
                <a:ea typeface="Ubuntu Light"/>
                <a:cs typeface="Ubuntu Light"/>
              </a:defRPr>
            </a:lvl2pPr>
            <a:lvl3pPr algn="l">
              <a:defRPr sz="1950" b="0">
                <a:solidFill>
                  <a:srgbClr val="202D3E"/>
                </a:solidFill>
                <a:latin typeface="Ubuntu Light"/>
                <a:ea typeface="Ubuntu Light"/>
                <a:cs typeface="Ubuntu Light"/>
              </a:defRPr>
            </a:lvl3pPr>
            <a:lvl4pPr algn="l">
              <a:defRPr sz="1950" b="0">
                <a:solidFill>
                  <a:srgbClr val="202D3E"/>
                </a:solidFill>
                <a:latin typeface="Ubuntu Light"/>
                <a:ea typeface="Ubuntu Light"/>
                <a:cs typeface="Ubuntu Light"/>
              </a:defRPr>
            </a:lvl4pPr>
            <a:lvl5pPr algn="l">
              <a:defRPr sz="1950" b="0">
                <a:solidFill>
                  <a:srgbClr val="202D3E"/>
                </a:solidFill>
                <a:latin typeface="Ubuntu Light"/>
                <a:ea typeface="Ubuntu Light"/>
                <a:cs typeface="Ubuntu Light"/>
              </a:defRPr>
            </a:lvl5pPr>
            <a:lvl6pPr algn="l">
              <a:defRPr sz="1950" b="0">
                <a:solidFill>
                  <a:srgbClr val="202D3E"/>
                </a:solidFill>
                <a:latin typeface="Ubuntu Light"/>
                <a:ea typeface="Ubuntu Light"/>
                <a:cs typeface="Ubuntu Light"/>
              </a:defRPr>
            </a:lvl6pPr>
            <a:lvl7pPr algn="l">
              <a:defRPr sz="1950" b="0">
                <a:solidFill>
                  <a:srgbClr val="202D3E"/>
                </a:solidFill>
                <a:latin typeface="Ubuntu Light"/>
                <a:ea typeface="Ubuntu Light"/>
                <a:cs typeface="Ubuntu Light"/>
              </a:defRPr>
            </a:lvl7pPr>
            <a:lvl8pPr algn="l">
              <a:defRPr sz="1950" b="0">
                <a:solidFill>
                  <a:srgbClr val="202D3E"/>
                </a:solidFill>
                <a:latin typeface="Ubuntu Light"/>
                <a:ea typeface="Ubuntu Light"/>
                <a:cs typeface="Ubuntu Light"/>
              </a:defRPr>
            </a:lvl8pPr>
            <a:lvl9pPr algn="l">
              <a:defRPr sz="1950" b="0">
                <a:solidFill>
                  <a:srgbClr val="202D3E"/>
                </a:solidFill>
                <a:latin typeface="Ubuntu Light"/>
                <a:ea typeface="Ubuntu Light"/>
                <a:cs typeface="Ubuntu Light"/>
              </a:defRPr>
            </a:lvl9pPr>
          </a:lstStyle>
          <a:p>
            <a:pPr marL="342900" indent="-342900" algn="l">
              <a:buFont typeface="Arial" panose="020B0604020202020204" pitchFamily="34" charset="0"/>
              <a:buChar char="•"/>
              <a:defRPr sz="1950" b="0">
                <a:solidFill>
                  <a:srgbClr val="202D3E"/>
                </a:solidFill>
                <a:latin typeface="Ubuntu Light"/>
                <a:ea typeface="Ubuntu Light"/>
                <a:cs typeface="Ubuntu Light"/>
              </a:defRPr>
            </a:pPr>
            <a:endParaRPr b="0" dirty="0">
              <a:latin typeface="Ubuntu Light"/>
              <a:ea typeface="Ubuntu Light"/>
              <a:cs typeface="Ubuntu Light"/>
            </a:endParaRPr>
          </a:p>
        </p:txBody>
      </p:sp>
      <p:pic>
        <p:nvPicPr>
          <p:cNvPr id="10" name="Picture 9">
            <a:extLst>
              <a:ext uri="{FF2B5EF4-FFF2-40B4-BE49-F238E27FC236}">
                <a16:creationId xmlns:a16="http://schemas.microsoft.com/office/drawing/2014/main" id="{E7D96251-BA73-62B9-A0E9-43BC26755ED9}"/>
              </a:ext>
            </a:extLst>
          </p:cNvPr>
          <p:cNvPicPr>
            <a:picLocks noChangeAspect="1"/>
          </p:cNvPicPr>
          <p:nvPr/>
        </p:nvPicPr>
        <p:blipFill>
          <a:blip r:embed="rId4"/>
          <a:stretch>
            <a:fillRect/>
          </a:stretch>
        </p:blipFill>
        <p:spPr>
          <a:xfrm>
            <a:off x="894820" y="1334463"/>
            <a:ext cx="1917696" cy="1917696"/>
          </a:xfrm>
          <a:prstGeom prst="ellipse">
            <a:avLst/>
          </a:prstGeom>
        </p:spPr>
      </p:pic>
      <p:sp>
        <p:nvSpPr>
          <p:cNvPr id="12" name="alex">
            <a:extLst>
              <a:ext uri="{FF2B5EF4-FFF2-40B4-BE49-F238E27FC236}">
                <a16:creationId xmlns:a16="http://schemas.microsoft.com/office/drawing/2014/main" id="{6A86FC2F-9A7D-BF25-DE3E-D182FE64AA4D}"/>
              </a:ext>
            </a:extLst>
          </p:cNvPr>
          <p:cNvSpPr>
            <a:spLocks noGrp="1"/>
          </p:cNvSpPr>
          <p:nvPr/>
        </p:nvSpPr>
        <p:spPr>
          <a:xfrm>
            <a:off x="894820" y="3440279"/>
            <a:ext cx="3952875" cy="1323638"/>
          </a:xfrm>
          <a:prstGeom prst="rect">
            <a:avLst/>
          </a:prstGeom>
          <a:noFill/>
          <a:ln w="0">
            <a:noFill/>
          </a:ln>
        </p:spPr>
        <p:txBody>
          <a:bodyPr wrap="none" lIns="0" tIns="0" rIns="0" bIns="0" anchor="t">
            <a:noAutofit/>
          </a:bodyPr>
          <a:lstStyle>
            <a:defPPr algn="l">
              <a:defRPr sz="1950" b="0">
                <a:solidFill>
                  <a:srgbClr val="202D3E"/>
                </a:solidFill>
                <a:latin typeface="Ubuntu Light"/>
                <a:ea typeface="Ubuntu Light"/>
                <a:cs typeface="Ubuntu Light"/>
              </a:defRPr>
            </a:defPPr>
            <a:lvl1pPr algn="l">
              <a:defRPr sz="1950" b="0">
                <a:solidFill>
                  <a:srgbClr val="202D3E"/>
                </a:solidFill>
                <a:latin typeface="Ubuntu Light"/>
                <a:ea typeface="Ubuntu Light"/>
                <a:cs typeface="Ubuntu Light"/>
              </a:defRPr>
            </a:lvl1pPr>
            <a:lvl2pPr algn="l">
              <a:defRPr sz="1950" b="0">
                <a:solidFill>
                  <a:srgbClr val="202D3E"/>
                </a:solidFill>
                <a:latin typeface="Ubuntu Light"/>
                <a:ea typeface="Ubuntu Light"/>
                <a:cs typeface="Ubuntu Light"/>
              </a:defRPr>
            </a:lvl2pPr>
            <a:lvl3pPr algn="l">
              <a:defRPr sz="1950" b="0">
                <a:solidFill>
                  <a:srgbClr val="202D3E"/>
                </a:solidFill>
                <a:latin typeface="Ubuntu Light"/>
                <a:ea typeface="Ubuntu Light"/>
                <a:cs typeface="Ubuntu Light"/>
              </a:defRPr>
            </a:lvl3pPr>
            <a:lvl4pPr algn="l">
              <a:defRPr sz="1950" b="0">
                <a:solidFill>
                  <a:srgbClr val="202D3E"/>
                </a:solidFill>
                <a:latin typeface="Ubuntu Light"/>
                <a:ea typeface="Ubuntu Light"/>
                <a:cs typeface="Ubuntu Light"/>
              </a:defRPr>
            </a:lvl4pPr>
            <a:lvl5pPr algn="l">
              <a:defRPr sz="1950" b="0">
                <a:solidFill>
                  <a:srgbClr val="202D3E"/>
                </a:solidFill>
                <a:latin typeface="Ubuntu Light"/>
                <a:ea typeface="Ubuntu Light"/>
                <a:cs typeface="Ubuntu Light"/>
              </a:defRPr>
            </a:lvl5pPr>
            <a:lvl6pPr algn="l">
              <a:defRPr sz="1950" b="0">
                <a:solidFill>
                  <a:srgbClr val="202D3E"/>
                </a:solidFill>
                <a:latin typeface="Ubuntu Light"/>
                <a:ea typeface="Ubuntu Light"/>
                <a:cs typeface="Ubuntu Light"/>
              </a:defRPr>
            </a:lvl6pPr>
            <a:lvl7pPr algn="l">
              <a:defRPr sz="1950" b="0">
                <a:solidFill>
                  <a:srgbClr val="202D3E"/>
                </a:solidFill>
                <a:latin typeface="Ubuntu Light"/>
                <a:ea typeface="Ubuntu Light"/>
                <a:cs typeface="Ubuntu Light"/>
              </a:defRPr>
            </a:lvl7pPr>
            <a:lvl8pPr algn="l">
              <a:defRPr sz="1950" b="0">
                <a:solidFill>
                  <a:srgbClr val="202D3E"/>
                </a:solidFill>
                <a:latin typeface="Ubuntu Light"/>
                <a:ea typeface="Ubuntu Light"/>
                <a:cs typeface="Ubuntu Light"/>
              </a:defRPr>
            </a:lvl8pPr>
            <a:lvl9pPr algn="l">
              <a:defRPr sz="1950" b="0">
                <a:solidFill>
                  <a:srgbClr val="202D3E"/>
                </a:solidFill>
                <a:latin typeface="Ubuntu Light"/>
                <a:ea typeface="Ubuntu Light"/>
                <a:cs typeface="Ubuntu Light"/>
              </a:defRPr>
            </a:lvl9pPr>
          </a:lstStyle>
          <a:p>
            <a:pPr marL="342900" indent="-342900" algn="l">
              <a:lnSpc>
                <a:spcPct val="150000"/>
              </a:lnSpc>
              <a:buFont typeface="Arial" panose="020B0604020202020204" pitchFamily="34" charset="0"/>
              <a:buChar char="•"/>
              <a:defRPr sz="1950" b="0">
                <a:solidFill>
                  <a:srgbClr val="202D3E"/>
                </a:solidFill>
                <a:latin typeface="Ubuntu Light"/>
                <a:ea typeface="Ubuntu Light"/>
                <a:cs typeface="Ubuntu Light"/>
              </a:defRPr>
            </a:pPr>
            <a:r>
              <a:rPr lang="en-US" b="0" dirty="0">
                <a:latin typeface="Ubuntu Light"/>
                <a:ea typeface="Ubuntu Light"/>
                <a:cs typeface="Ubuntu Light"/>
              </a:rPr>
              <a:t>Ex-Silicon Valley</a:t>
            </a:r>
          </a:p>
          <a:p>
            <a:pPr marL="342900" indent="-342900" algn="l">
              <a:lnSpc>
                <a:spcPct val="150000"/>
              </a:lnSpc>
              <a:buFont typeface="Arial" panose="020B0604020202020204" pitchFamily="34" charset="0"/>
              <a:buChar char="•"/>
              <a:defRPr sz="1950" b="0">
                <a:solidFill>
                  <a:srgbClr val="202D3E"/>
                </a:solidFill>
                <a:latin typeface="Ubuntu Light"/>
                <a:ea typeface="Ubuntu Light"/>
                <a:cs typeface="Ubuntu Light"/>
              </a:defRPr>
            </a:pPr>
            <a:r>
              <a:rPr lang="en-US" dirty="0"/>
              <a:t>Golden </a:t>
            </a:r>
            <a:r>
              <a:rPr lang="en-US" dirty="0" err="1"/>
              <a:t>Kubestronaut</a:t>
            </a:r>
            <a:endParaRPr lang="en-US" dirty="0"/>
          </a:p>
          <a:p>
            <a:pPr marL="342900" indent="-342900" algn="l">
              <a:lnSpc>
                <a:spcPct val="150000"/>
              </a:lnSpc>
              <a:buFont typeface="Arial" panose="020B0604020202020204" pitchFamily="34" charset="0"/>
              <a:buChar char="•"/>
              <a:defRPr sz="1950" b="0">
                <a:solidFill>
                  <a:srgbClr val="202D3E"/>
                </a:solidFill>
                <a:latin typeface="Ubuntu Light"/>
                <a:ea typeface="Ubuntu Light"/>
                <a:cs typeface="Ubuntu Light"/>
              </a:defRPr>
            </a:pPr>
            <a:r>
              <a:rPr lang="en-US" b="0" dirty="0">
                <a:latin typeface="Ubuntu Light"/>
                <a:ea typeface="Ubuntu Light"/>
                <a:cs typeface="Ubuntu Light"/>
              </a:rPr>
              <a:t>HK Python User Group Host</a:t>
            </a:r>
            <a:endParaRPr b="0" dirty="0">
              <a:latin typeface="Ubuntu Light"/>
              <a:ea typeface="Ubuntu Light"/>
              <a:cs typeface="Ubuntu Light"/>
            </a:endParaRPr>
          </a:p>
        </p:txBody>
      </p:sp>
      <p:pic>
        <p:nvPicPr>
          <p:cNvPr id="13" name="Picture 12">
            <a:extLst>
              <a:ext uri="{FF2B5EF4-FFF2-40B4-BE49-F238E27FC236}">
                <a16:creationId xmlns:a16="http://schemas.microsoft.com/office/drawing/2014/main" id="{CBFC78E4-43D5-D067-B420-A2534C8B0151}"/>
              </a:ext>
            </a:extLst>
          </p:cNvPr>
          <p:cNvPicPr>
            <a:picLocks noChangeAspect="1"/>
          </p:cNvPicPr>
          <p:nvPr/>
        </p:nvPicPr>
        <p:blipFill>
          <a:blip r:embed="rId5"/>
          <a:stretch>
            <a:fillRect/>
          </a:stretch>
        </p:blipFill>
        <p:spPr>
          <a:xfrm>
            <a:off x="6048381" y="1334463"/>
            <a:ext cx="1917696" cy="1917696"/>
          </a:xfrm>
          <a:prstGeom prst="ellipse">
            <a:avLst/>
          </a:prstGeom>
        </p:spPr>
      </p:pic>
      <p:sp>
        <p:nvSpPr>
          <p:cNvPr id="14" name="alex">
            <a:extLst>
              <a:ext uri="{FF2B5EF4-FFF2-40B4-BE49-F238E27FC236}">
                <a16:creationId xmlns:a16="http://schemas.microsoft.com/office/drawing/2014/main" id="{F757F4B7-A6AE-F05A-34D4-6A9AC91E9A37}"/>
              </a:ext>
            </a:extLst>
          </p:cNvPr>
          <p:cNvSpPr>
            <a:spLocks noGrp="1"/>
          </p:cNvSpPr>
          <p:nvPr/>
        </p:nvSpPr>
        <p:spPr>
          <a:xfrm>
            <a:off x="4810124" y="3440279"/>
            <a:ext cx="3952875" cy="1323638"/>
          </a:xfrm>
          <a:prstGeom prst="rect">
            <a:avLst/>
          </a:prstGeom>
          <a:noFill/>
          <a:ln w="0">
            <a:noFill/>
          </a:ln>
        </p:spPr>
        <p:txBody>
          <a:bodyPr wrap="none" lIns="0" tIns="0" rIns="0" bIns="0" anchor="t">
            <a:noAutofit/>
          </a:bodyPr>
          <a:lstStyle>
            <a:defPPr algn="l">
              <a:defRPr sz="1950" b="0">
                <a:solidFill>
                  <a:srgbClr val="202D3E"/>
                </a:solidFill>
                <a:latin typeface="Ubuntu Light"/>
                <a:ea typeface="Ubuntu Light"/>
                <a:cs typeface="Ubuntu Light"/>
              </a:defRPr>
            </a:defPPr>
            <a:lvl1pPr algn="l">
              <a:defRPr sz="1950" b="0">
                <a:solidFill>
                  <a:srgbClr val="202D3E"/>
                </a:solidFill>
                <a:latin typeface="Ubuntu Light"/>
                <a:ea typeface="Ubuntu Light"/>
                <a:cs typeface="Ubuntu Light"/>
              </a:defRPr>
            </a:lvl1pPr>
            <a:lvl2pPr algn="l">
              <a:defRPr sz="1950" b="0">
                <a:solidFill>
                  <a:srgbClr val="202D3E"/>
                </a:solidFill>
                <a:latin typeface="Ubuntu Light"/>
                <a:ea typeface="Ubuntu Light"/>
                <a:cs typeface="Ubuntu Light"/>
              </a:defRPr>
            </a:lvl2pPr>
            <a:lvl3pPr algn="l">
              <a:defRPr sz="1950" b="0">
                <a:solidFill>
                  <a:srgbClr val="202D3E"/>
                </a:solidFill>
                <a:latin typeface="Ubuntu Light"/>
                <a:ea typeface="Ubuntu Light"/>
                <a:cs typeface="Ubuntu Light"/>
              </a:defRPr>
            </a:lvl3pPr>
            <a:lvl4pPr algn="l">
              <a:defRPr sz="1950" b="0">
                <a:solidFill>
                  <a:srgbClr val="202D3E"/>
                </a:solidFill>
                <a:latin typeface="Ubuntu Light"/>
                <a:ea typeface="Ubuntu Light"/>
                <a:cs typeface="Ubuntu Light"/>
              </a:defRPr>
            </a:lvl4pPr>
            <a:lvl5pPr algn="l">
              <a:defRPr sz="1950" b="0">
                <a:solidFill>
                  <a:srgbClr val="202D3E"/>
                </a:solidFill>
                <a:latin typeface="Ubuntu Light"/>
                <a:ea typeface="Ubuntu Light"/>
                <a:cs typeface="Ubuntu Light"/>
              </a:defRPr>
            </a:lvl5pPr>
            <a:lvl6pPr algn="l">
              <a:defRPr sz="1950" b="0">
                <a:solidFill>
                  <a:srgbClr val="202D3E"/>
                </a:solidFill>
                <a:latin typeface="Ubuntu Light"/>
                <a:ea typeface="Ubuntu Light"/>
                <a:cs typeface="Ubuntu Light"/>
              </a:defRPr>
            </a:lvl6pPr>
            <a:lvl7pPr algn="l">
              <a:defRPr sz="1950" b="0">
                <a:solidFill>
                  <a:srgbClr val="202D3E"/>
                </a:solidFill>
                <a:latin typeface="Ubuntu Light"/>
                <a:ea typeface="Ubuntu Light"/>
                <a:cs typeface="Ubuntu Light"/>
              </a:defRPr>
            </a:lvl7pPr>
            <a:lvl8pPr algn="l">
              <a:defRPr sz="1950" b="0">
                <a:solidFill>
                  <a:srgbClr val="202D3E"/>
                </a:solidFill>
                <a:latin typeface="Ubuntu Light"/>
                <a:ea typeface="Ubuntu Light"/>
                <a:cs typeface="Ubuntu Light"/>
              </a:defRPr>
            </a:lvl8pPr>
            <a:lvl9pPr algn="l">
              <a:defRPr sz="1950" b="0">
                <a:solidFill>
                  <a:srgbClr val="202D3E"/>
                </a:solidFill>
                <a:latin typeface="Ubuntu Light"/>
                <a:ea typeface="Ubuntu Light"/>
                <a:cs typeface="Ubuntu Light"/>
              </a:defRPr>
            </a:lvl9pPr>
          </a:lstStyle>
          <a:p>
            <a:pPr marL="342900" indent="-342900" algn="l">
              <a:lnSpc>
                <a:spcPct val="150000"/>
              </a:lnSpc>
              <a:buFont typeface="Arial" panose="020B0604020202020204" pitchFamily="34" charset="0"/>
              <a:buChar char="•"/>
              <a:defRPr sz="1950" b="0">
                <a:solidFill>
                  <a:srgbClr val="202D3E"/>
                </a:solidFill>
                <a:latin typeface="Ubuntu Light"/>
                <a:ea typeface="Ubuntu Light"/>
                <a:cs typeface="Ubuntu Light"/>
              </a:defRPr>
            </a:pPr>
            <a:r>
              <a:rPr lang="en-US" b="0" dirty="0">
                <a:latin typeface="Ubuntu Light"/>
                <a:ea typeface="Ubuntu Light"/>
                <a:cs typeface="Ubuntu Light"/>
              </a:rPr>
              <a:t>Cloud Engineer</a:t>
            </a:r>
          </a:p>
          <a:p>
            <a:pPr marL="342900" indent="-342900" algn="l">
              <a:lnSpc>
                <a:spcPct val="150000"/>
              </a:lnSpc>
              <a:buFont typeface="Arial" panose="020B0604020202020204" pitchFamily="34" charset="0"/>
              <a:buChar char="•"/>
              <a:defRPr sz="1950" b="0">
                <a:solidFill>
                  <a:srgbClr val="202D3E"/>
                </a:solidFill>
                <a:latin typeface="Ubuntu Light"/>
                <a:ea typeface="Ubuntu Light"/>
                <a:cs typeface="Ubuntu Light"/>
              </a:defRPr>
            </a:pPr>
            <a:r>
              <a:rPr lang="en-US" dirty="0"/>
              <a:t>Ex-AWS Cloud Club </a:t>
            </a:r>
            <a:br>
              <a:rPr lang="en-US" dirty="0"/>
            </a:br>
            <a:r>
              <a:rPr lang="en-US" dirty="0"/>
              <a:t>Captain</a:t>
            </a:r>
          </a:p>
          <a:p>
            <a:pPr marL="342900" indent="-342900" algn="l">
              <a:lnSpc>
                <a:spcPct val="150000"/>
              </a:lnSpc>
              <a:buFont typeface="Arial" panose="020B0604020202020204" pitchFamily="34" charset="0"/>
              <a:buChar char="•"/>
              <a:defRPr sz="1950" b="0">
                <a:solidFill>
                  <a:srgbClr val="202D3E"/>
                </a:solidFill>
                <a:latin typeface="Ubuntu Light"/>
                <a:ea typeface="Ubuntu Light"/>
                <a:cs typeface="Ubuntu Light"/>
              </a:defRPr>
            </a:pPr>
            <a:endParaRPr b="0" dirty="0">
              <a:latin typeface="Ubuntu Light"/>
              <a:ea typeface="Ubuntu Light"/>
              <a:cs typeface="Ubuntu Light"/>
            </a:endParaRPr>
          </a:p>
        </p:txBody>
      </p:sp>
    </p:spTree>
    <p:extLst>
      <p:ext uri="{BB962C8B-B14F-4D97-AF65-F5344CB8AC3E}">
        <p14:creationId xmlns:p14="http://schemas.microsoft.com/office/powerpoint/2010/main" val="4093182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ction-number">
            <a:extLst>
              <a:ext uri="{FF2B5EF4-FFF2-40B4-BE49-F238E27FC236}">
                <a16:creationId xmlns:a16="http://schemas.microsoft.com/office/drawing/2014/main" id="{9A5C44AE-A55F-4DF0-AD27-5E98BED2FDDA}"/>
              </a:ext>
            </a:extLst>
          </p:cNvPr>
          <p:cNvSpPr>
            <a:spLocks noGrp="1"/>
          </p:cNvSpPr>
          <p:nvPr/>
        </p:nvSpPr>
        <p:spPr>
          <a:xfrm>
            <a:off x="619125" y="1190625"/>
            <a:ext cx="7905750" cy="266700"/>
          </a:xfrm>
          <a:prstGeom prst="rect">
            <a:avLst/>
          </a:prstGeom>
          <a:noFill/>
          <a:ln w="0">
            <a:noFill/>
          </a:ln>
        </p:spPr>
        <p:txBody>
          <a:bodyPr wrap="none" lIns="0" tIns="0" rIns="0" bIns="0" anchor="t">
            <a:noAutofit/>
          </a:bodyPr>
          <a:lstStyle>
            <a:defPPr algn="l">
              <a:defRPr sz="1350" b="0">
                <a:solidFill>
                  <a:srgbClr val="B91561"/>
                </a:solidFill>
                <a:latin typeface="Ubuntu Light"/>
                <a:ea typeface="Ubuntu Light"/>
                <a:cs typeface="Ubuntu Light"/>
              </a:defRPr>
            </a:defPPr>
            <a:lvl1pPr algn="l">
              <a:defRPr sz="1350" b="0">
                <a:solidFill>
                  <a:srgbClr val="B91561"/>
                </a:solidFill>
                <a:latin typeface="Ubuntu Light"/>
                <a:ea typeface="Ubuntu Light"/>
                <a:cs typeface="Ubuntu Light"/>
              </a:defRPr>
            </a:lvl1pPr>
            <a:lvl2pPr algn="l">
              <a:defRPr sz="1350" b="0">
                <a:solidFill>
                  <a:srgbClr val="B91561"/>
                </a:solidFill>
                <a:latin typeface="Ubuntu Light"/>
                <a:ea typeface="Ubuntu Light"/>
                <a:cs typeface="Ubuntu Light"/>
              </a:defRPr>
            </a:lvl2pPr>
            <a:lvl3pPr algn="l">
              <a:defRPr sz="1350" b="0">
                <a:solidFill>
                  <a:srgbClr val="B91561"/>
                </a:solidFill>
                <a:latin typeface="Ubuntu Light"/>
                <a:ea typeface="Ubuntu Light"/>
                <a:cs typeface="Ubuntu Light"/>
              </a:defRPr>
            </a:lvl3pPr>
            <a:lvl4pPr algn="l">
              <a:defRPr sz="1350" b="0">
                <a:solidFill>
                  <a:srgbClr val="B91561"/>
                </a:solidFill>
                <a:latin typeface="Ubuntu Light"/>
                <a:ea typeface="Ubuntu Light"/>
                <a:cs typeface="Ubuntu Light"/>
              </a:defRPr>
            </a:lvl4pPr>
            <a:lvl5pPr algn="l">
              <a:defRPr sz="1350" b="0">
                <a:solidFill>
                  <a:srgbClr val="B91561"/>
                </a:solidFill>
                <a:latin typeface="Ubuntu Light"/>
                <a:ea typeface="Ubuntu Light"/>
                <a:cs typeface="Ubuntu Light"/>
              </a:defRPr>
            </a:lvl5pPr>
            <a:lvl6pPr algn="l">
              <a:defRPr sz="1350" b="0">
                <a:solidFill>
                  <a:srgbClr val="B91561"/>
                </a:solidFill>
                <a:latin typeface="Ubuntu Light"/>
                <a:ea typeface="Ubuntu Light"/>
                <a:cs typeface="Ubuntu Light"/>
              </a:defRPr>
            </a:lvl6pPr>
            <a:lvl7pPr algn="l">
              <a:defRPr sz="1350" b="0">
                <a:solidFill>
                  <a:srgbClr val="B91561"/>
                </a:solidFill>
                <a:latin typeface="Ubuntu Light"/>
                <a:ea typeface="Ubuntu Light"/>
                <a:cs typeface="Ubuntu Light"/>
              </a:defRPr>
            </a:lvl7pPr>
            <a:lvl8pPr algn="l">
              <a:defRPr sz="1350" b="0">
                <a:solidFill>
                  <a:srgbClr val="B91561"/>
                </a:solidFill>
                <a:latin typeface="Ubuntu Light"/>
                <a:ea typeface="Ubuntu Light"/>
                <a:cs typeface="Ubuntu Light"/>
              </a:defRPr>
            </a:lvl8pPr>
            <a:lvl9pPr algn="l">
              <a:defRPr sz="1350" b="0">
                <a:solidFill>
                  <a:srgbClr val="B91561"/>
                </a:solidFill>
                <a:latin typeface="Ubuntu Light"/>
                <a:ea typeface="Ubuntu Light"/>
                <a:cs typeface="Ubuntu Light"/>
              </a:defRPr>
            </a:lvl9pPr>
          </a:lstStyle>
          <a:p>
            <a:pPr algn="l">
              <a:defRPr sz="1350" b="0">
                <a:solidFill>
                  <a:srgbClr val="B91561"/>
                </a:solidFill>
                <a:latin typeface="Ubuntu Light"/>
                <a:ea typeface="Ubuntu Light"/>
                <a:cs typeface="Ubuntu Light"/>
              </a:defRPr>
            </a:pPr>
            <a:r>
              <a:rPr sz="1600" b="1" dirty="0">
                <a:latin typeface="Ubuntu Light"/>
                <a:ea typeface="Ubuntu Light"/>
                <a:cs typeface="Ubuntu Light"/>
              </a:rPr>
              <a:t>SECTION 01</a:t>
            </a:r>
          </a:p>
        </p:txBody>
      </p:sp>
      <p:sp>
        <p:nvSpPr>
          <p:cNvPr id="2" name="section-question">
            <a:extLst>
              <a:ext uri="{FF2B5EF4-FFF2-40B4-BE49-F238E27FC236}">
                <a16:creationId xmlns:a16="http://schemas.microsoft.com/office/drawing/2014/main" id="{5474E37C-9401-4596-B763-B77233FBC9BA}"/>
              </a:ext>
            </a:extLst>
          </p:cNvPr>
          <p:cNvSpPr>
            <a:spLocks noGrp="1"/>
          </p:cNvSpPr>
          <p:nvPr/>
        </p:nvSpPr>
        <p:spPr>
          <a:xfrm>
            <a:off x="619125" y="1857375"/>
            <a:ext cx="7905750" cy="1905000"/>
          </a:xfrm>
          <a:prstGeom prst="rect">
            <a:avLst/>
          </a:prstGeom>
          <a:noFill/>
          <a:ln w="0">
            <a:noFill/>
          </a:ln>
        </p:spPr>
        <p:txBody>
          <a:bodyPr wrap="none" lIns="0" tIns="0" rIns="0" bIns="0" anchor="t">
            <a:noAutofit/>
          </a:bodyPr>
          <a:lstStyle>
            <a:defPPr algn="l">
              <a:defRPr sz="3300" b="0">
                <a:solidFill>
                  <a:srgbClr val="202D3E"/>
                </a:solidFill>
                <a:latin typeface="Ubuntu Light"/>
                <a:ea typeface="Ubuntu Light"/>
                <a:cs typeface="Ubuntu Light"/>
              </a:defRPr>
            </a:defPPr>
            <a:lvl1pPr algn="l">
              <a:defRPr sz="3300" b="0">
                <a:solidFill>
                  <a:srgbClr val="202D3E"/>
                </a:solidFill>
                <a:latin typeface="Ubuntu Light"/>
                <a:ea typeface="Ubuntu Light"/>
                <a:cs typeface="Ubuntu Light"/>
              </a:defRPr>
            </a:lvl1pPr>
            <a:lvl2pPr algn="l">
              <a:defRPr sz="3300" b="0">
                <a:solidFill>
                  <a:srgbClr val="202D3E"/>
                </a:solidFill>
                <a:latin typeface="Ubuntu Light"/>
                <a:ea typeface="Ubuntu Light"/>
                <a:cs typeface="Ubuntu Light"/>
              </a:defRPr>
            </a:lvl2pPr>
            <a:lvl3pPr algn="l">
              <a:defRPr sz="3300" b="0">
                <a:solidFill>
                  <a:srgbClr val="202D3E"/>
                </a:solidFill>
                <a:latin typeface="Ubuntu Light"/>
                <a:ea typeface="Ubuntu Light"/>
                <a:cs typeface="Ubuntu Light"/>
              </a:defRPr>
            </a:lvl3pPr>
            <a:lvl4pPr algn="l">
              <a:defRPr sz="3300" b="0">
                <a:solidFill>
                  <a:srgbClr val="202D3E"/>
                </a:solidFill>
                <a:latin typeface="Ubuntu Light"/>
                <a:ea typeface="Ubuntu Light"/>
                <a:cs typeface="Ubuntu Light"/>
              </a:defRPr>
            </a:lvl4pPr>
            <a:lvl5pPr algn="l">
              <a:defRPr sz="3300" b="0">
                <a:solidFill>
                  <a:srgbClr val="202D3E"/>
                </a:solidFill>
                <a:latin typeface="Ubuntu Light"/>
                <a:ea typeface="Ubuntu Light"/>
                <a:cs typeface="Ubuntu Light"/>
              </a:defRPr>
            </a:lvl5pPr>
            <a:lvl6pPr algn="l">
              <a:defRPr sz="3300" b="0">
                <a:solidFill>
                  <a:srgbClr val="202D3E"/>
                </a:solidFill>
                <a:latin typeface="Ubuntu Light"/>
                <a:ea typeface="Ubuntu Light"/>
                <a:cs typeface="Ubuntu Light"/>
              </a:defRPr>
            </a:lvl6pPr>
            <a:lvl7pPr algn="l">
              <a:defRPr sz="3300" b="0">
                <a:solidFill>
                  <a:srgbClr val="202D3E"/>
                </a:solidFill>
                <a:latin typeface="Ubuntu Light"/>
                <a:ea typeface="Ubuntu Light"/>
                <a:cs typeface="Ubuntu Light"/>
              </a:defRPr>
            </a:lvl7pPr>
            <a:lvl8pPr algn="l">
              <a:defRPr sz="3300" b="0">
                <a:solidFill>
                  <a:srgbClr val="202D3E"/>
                </a:solidFill>
                <a:latin typeface="Ubuntu Light"/>
                <a:ea typeface="Ubuntu Light"/>
                <a:cs typeface="Ubuntu Light"/>
              </a:defRPr>
            </a:lvl8pPr>
            <a:lvl9pPr algn="l">
              <a:defRPr sz="3300" b="0">
                <a:solidFill>
                  <a:srgbClr val="202D3E"/>
                </a:solidFill>
                <a:latin typeface="Ubuntu Light"/>
                <a:ea typeface="Ubuntu Light"/>
                <a:cs typeface="Ubuntu Light"/>
              </a:defRPr>
            </a:lvl9pPr>
          </a:lstStyle>
          <a:p>
            <a:pPr algn="l">
              <a:defRPr sz="3300" b="0">
                <a:solidFill>
                  <a:srgbClr val="202D3E"/>
                </a:solidFill>
                <a:latin typeface="Ubuntu Light"/>
                <a:ea typeface="Ubuntu Light"/>
                <a:cs typeface="Ubuntu Light"/>
              </a:defRPr>
            </a:pPr>
            <a:r>
              <a:rPr b="0" dirty="0">
                <a:latin typeface="Ubuntu Light"/>
                <a:ea typeface="Ubuntu Light"/>
                <a:cs typeface="Ubuntu Light"/>
              </a:rPr>
              <a:t>Can end-to-end tests be</a:t>
            </a:r>
          </a:p>
          <a:p>
            <a:pPr algn="l">
              <a:defRPr sz="3300" b="0">
                <a:solidFill>
                  <a:srgbClr val="202D3E"/>
                </a:solidFill>
                <a:latin typeface="Ubuntu Light"/>
                <a:ea typeface="Ubuntu Light"/>
                <a:cs typeface="Ubuntu Light"/>
              </a:defRPr>
            </a:pPr>
            <a:r>
              <a:rPr b="0" dirty="0">
                <a:latin typeface="Ubuntu Light"/>
                <a:ea typeface="Ubuntu Light"/>
                <a:cs typeface="Ubuntu Light"/>
              </a:rPr>
              <a:t>faster and cheaper,</a:t>
            </a:r>
          </a:p>
          <a:p>
            <a:pPr algn="l">
              <a:defRPr sz="3300" b="0">
                <a:solidFill>
                  <a:srgbClr val="202D3E"/>
                </a:solidFill>
                <a:latin typeface="Ubuntu Light"/>
                <a:ea typeface="Ubuntu Light"/>
                <a:cs typeface="Ubuntu Light"/>
              </a:defRPr>
            </a:pPr>
            <a:r>
              <a:rPr b="0" dirty="0">
                <a:latin typeface="Ubuntu Light"/>
                <a:ea typeface="Ubuntu Light"/>
                <a:cs typeface="Ubuntu Light"/>
              </a:rPr>
              <a:t>with useful 100% coverage?</a:t>
            </a:r>
          </a:p>
        </p:txBody>
      </p:sp>
    </p:spTree>
    <p:extLst>
      <p:ext uri="{BB962C8B-B14F-4D97-AF65-F5344CB8AC3E}">
        <p14:creationId xmlns:p14="http://schemas.microsoft.com/office/powerpoint/2010/main" val="813467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C367D5B0-16E4-435A-A5B8-30A4B50A4ABB}"/>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lang="en-US" b="0" dirty="0">
                <a:latin typeface="Ubuntu Light"/>
                <a:ea typeface="Ubuntu Light"/>
                <a:cs typeface="Ubuntu Light"/>
              </a:rPr>
              <a:t>Local End-to-End Test</a:t>
            </a:r>
            <a:endParaRPr b="0" dirty="0">
              <a:latin typeface="Ubuntu Light"/>
              <a:ea typeface="Ubuntu Light"/>
              <a:cs typeface="Ubuntu Light"/>
            </a:endParaRPr>
          </a:p>
        </p:txBody>
      </p:sp>
      <p:sp>
        <p:nvSpPr>
          <p:cNvPr id="2" name="local-why-0">
            <a:extLst>
              <a:ext uri="{FF2B5EF4-FFF2-40B4-BE49-F238E27FC236}">
                <a16:creationId xmlns:a16="http://schemas.microsoft.com/office/drawing/2014/main" id="{7361A3CB-A659-4D78-9885-06BA4DE19AB4}"/>
              </a:ext>
            </a:extLst>
          </p:cNvPr>
          <p:cNvSpPr>
            <a:spLocks noGrp="1"/>
          </p:cNvSpPr>
          <p:nvPr/>
        </p:nvSpPr>
        <p:spPr>
          <a:xfrm>
            <a:off x="619125" y="1790700"/>
            <a:ext cx="2714625" cy="304800"/>
          </a:xfrm>
          <a:prstGeom prst="rect">
            <a:avLst/>
          </a:prstGeom>
          <a:noFill/>
          <a:ln w="0">
            <a:noFill/>
          </a:ln>
        </p:spPr>
        <p:txBody>
          <a:bodyPr wrap="none" lIns="0" tIns="0" rIns="0" bIns="0" anchor="t">
            <a:noAutofit/>
          </a:bodyPr>
          <a:lstStyle>
            <a:defPPr algn="l">
              <a:defRPr sz="1575" b="0">
                <a:solidFill>
                  <a:srgbClr val="255DA8"/>
                </a:solidFill>
                <a:latin typeface="Ubuntu Light"/>
                <a:ea typeface="Ubuntu Light"/>
                <a:cs typeface="Ubuntu Light"/>
              </a:defRPr>
            </a:defPPr>
            <a:lvl1pPr algn="l">
              <a:defRPr sz="1575" b="0">
                <a:solidFill>
                  <a:srgbClr val="255DA8"/>
                </a:solidFill>
                <a:latin typeface="Ubuntu Light"/>
                <a:ea typeface="Ubuntu Light"/>
                <a:cs typeface="Ubuntu Light"/>
              </a:defRPr>
            </a:lvl1pPr>
            <a:lvl2pPr algn="l">
              <a:defRPr sz="1575" b="0">
                <a:solidFill>
                  <a:srgbClr val="255DA8"/>
                </a:solidFill>
                <a:latin typeface="Ubuntu Light"/>
                <a:ea typeface="Ubuntu Light"/>
                <a:cs typeface="Ubuntu Light"/>
              </a:defRPr>
            </a:lvl2pPr>
            <a:lvl3pPr algn="l">
              <a:defRPr sz="1575" b="0">
                <a:solidFill>
                  <a:srgbClr val="255DA8"/>
                </a:solidFill>
                <a:latin typeface="Ubuntu Light"/>
                <a:ea typeface="Ubuntu Light"/>
                <a:cs typeface="Ubuntu Light"/>
              </a:defRPr>
            </a:lvl3pPr>
            <a:lvl4pPr algn="l">
              <a:defRPr sz="1575" b="0">
                <a:solidFill>
                  <a:srgbClr val="255DA8"/>
                </a:solidFill>
                <a:latin typeface="Ubuntu Light"/>
                <a:ea typeface="Ubuntu Light"/>
                <a:cs typeface="Ubuntu Light"/>
              </a:defRPr>
            </a:lvl4pPr>
            <a:lvl5pPr algn="l">
              <a:defRPr sz="1575" b="0">
                <a:solidFill>
                  <a:srgbClr val="255DA8"/>
                </a:solidFill>
                <a:latin typeface="Ubuntu Light"/>
                <a:ea typeface="Ubuntu Light"/>
                <a:cs typeface="Ubuntu Light"/>
              </a:defRPr>
            </a:lvl5pPr>
            <a:lvl6pPr algn="l">
              <a:defRPr sz="1575" b="0">
                <a:solidFill>
                  <a:srgbClr val="255DA8"/>
                </a:solidFill>
                <a:latin typeface="Ubuntu Light"/>
                <a:ea typeface="Ubuntu Light"/>
                <a:cs typeface="Ubuntu Light"/>
              </a:defRPr>
            </a:lvl6pPr>
            <a:lvl7pPr algn="l">
              <a:defRPr sz="1575" b="0">
                <a:solidFill>
                  <a:srgbClr val="255DA8"/>
                </a:solidFill>
                <a:latin typeface="Ubuntu Light"/>
                <a:ea typeface="Ubuntu Light"/>
                <a:cs typeface="Ubuntu Light"/>
              </a:defRPr>
            </a:lvl7pPr>
            <a:lvl8pPr algn="l">
              <a:defRPr sz="1575" b="0">
                <a:solidFill>
                  <a:srgbClr val="255DA8"/>
                </a:solidFill>
                <a:latin typeface="Ubuntu Light"/>
                <a:ea typeface="Ubuntu Light"/>
                <a:cs typeface="Ubuntu Light"/>
              </a:defRPr>
            </a:lvl8pPr>
            <a:lvl9pPr algn="l">
              <a:defRPr sz="1575" b="0">
                <a:solidFill>
                  <a:srgbClr val="255DA8"/>
                </a:solidFill>
                <a:latin typeface="Ubuntu Light"/>
                <a:ea typeface="Ubuntu Light"/>
                <a:cs typeface="Ubuntu Light"/>
              </a:defRPr>
            </a:lvl9pPr>
          </a:lstStyle>
          <a:p>
            <a:pPr algn="l">
              <a:defRPr sz="1575" b="0">
                <a:solidFill>
                  <a:srgbClr val="255DA8"/>
                </a:solidFill>
                <a:latin typeface="Ubuntu Light"/>
                <a:ea typeface="Ubuntu Light"/>
                <a:cs typeface="Ubuntu Light"/>
              </a:defRPr>
            </a:pPr>
            <a:r>
              <a:rPr b="0" dirty="0">
                <a:latin typeface="Ubuntu Light"/>
                <a:ea typeface="Ubuntu Light"/>
                <a:cs typeface="Ubuntu Light"/>
              </a:rPr>
              <a:t>Reduce cloud deployments</a:t>
            </a:r>
          </a:p>
        </p:txBody>
      </p:sp>
      <p:sp>
        <p:nvSpPr>
          <p:cNvPr id="3" name="local-benefit-0">
            <a:extLst>
              <a:ext uri="{FF2B5EF4-FFF2-40B4-BE49-F238E27FC236}">
                <a16:creationId xmlns:a16="http://schemas.microsoft.com/office/drawing/2014/main" id="{D72827B3-16CF-472E-80D8-C94FB329C8E0}"/>
              </a:ext>
            </a:extLst>
          </p:cNvPr>
          <p:cNvSpPr>
            <a:spLocks noGrp="1"/>
          </p:cNvSpPr>
          <p:nvPr/>
        </p:nvSpPr>
        <p:spPr>
          <a:xfrm>
            <a:off x="3476625" y="1790700"/>
            <a:ext cx="5048250" cy="542925"/>
          </a:xfrm>
          <a:prstGeom prst="rect">
            <a:avLst/>
          </a:prstGeom>
          <a:noFill/>
          <a:ln w="0">
            <a:noFill/>
          </a:ln>
        </p:spPr>
        <p:txBody>
          <a:bodyPr wrap="none" lIns="0" tIns="0" rIns="0" bIns="0" anchor="t">
            <a:noAutofit/>
          </a:bodyPr>
          <a:lstStyle>
            <a:defPPr algn="l">
              <a:defRPr sz="1500" b="0">
                <a:solidFill>
                  <a:srgbClr val="202D3E"/>
                </a:solidFill>
                <a:latin typeface="Ubuntu Light"/>
                <a:ea typeface="Ubuntu Light"/>
                <a:cs typeface="Ubuntu Light"/>
              </a:defRPr>
            </a:defPPr>
            <a:lvl1pPr algn="l">
              <a:defRPr sz="1500" b="0">
                <a:solidFill>
                  <a:srgbClr val="202D3E"/>
                </a:solidFill>
                <a:latin typeface="Ubuntu Light"/>
                <a:ea typeface="Ubuntu Light"/>
                <a:cs typeface="Ubuntu Light"/>
              </a:defRPr>
            </a:lvl1pPr>
            <a:lvl2pPr algn="l">
              <a:defRPr sz="1500" b="0">
                <a:solidFill>
                  <a:srgbClr val="202D3E"/>
                </a:solidFill>
                <a:latin typeface="Ubuntu Light"/>
                <a:ea typeface="Ubuntu Light"/>
                <a:cs typeface="Ubuntu Light"/>
              </a:defRPr>
            </a:lvl2pPr>
            <a:lvl3pPr algn="l">
              <a:defRPr sz="1500" b="0">
                <a:solidFill>
                  <a:srgbClr val="202D3E"/>
                </a:solidFill>
                <a:latin typeface="Ubuntu Light"/>
                <a:ea typeface="Ubuntu Light"/>
                <a:cs typeface="Ubuntu Light"/>
              </a:defRPr>
            </a:lvl3pPr>
            <a:lvl4pPr algn="l">
              <a:defRPr sz="1500" b="0">
                <a:solidFill>
                  <a:srgbClr val="202D3E"/>
                </a:solidFill>
                <a:latin typeface="Ubuntu Light"/>
                <a:ea typeface="Ubuntu Light"/>
                <a:cs typeface="Ubuntu Light"/>
              </a:defRPr>
            </a:lvl4pPr>
            <a:lvl5pPr algn="l">
              <a:defRPr sz="1500" b="0">
                <a:solidFill>
                  <a:srgbClr val="202D3E"/>
                </a:solidFill>
                <a:latin typeface="Ubuntu Light"/>
                <a:ea typeface="Ubuntu Light"/>
                <a:cs typeface="Ubuntu Light"/>
              </a:defRPr>
            </a:lvl5pPr>
            <a:lvl6pPr algn="l">
              <a:defRPr sz="1500" b="0">
                <a:solidFill>
                  <a:srgbClr val="202D3E"/>
                </a:solidFill>
                <a:latin typeface="Ubuntu Light"/>
                <a:ea typeface="Ubuntu Light"/>
                <a:cs typeface="Ubuntu Light"/>
              </a:defRPr>
            </a:lvl6pPr>
            <a:lvl7pPr algn="l">
              <a:defRPr sz="1500" b="0">
                <a:solidFill>
                  <a:srgbClr val="202D3E"/>
                </a:solidFill>
                <a:latin typeface="Ubuntu Light"/>
                <a:ea typeface="Ubuntu Light"/>
                <a:cs typeface="Ubuntu Light"/>
              </a:defRPr>
            </a:lvl7pPr>
            <a:lvl8pPr algn="l">
              <a:defRPr sz="1500" b="0">
                <a:solidFill>
                  <a:srgbClr val="202D3E"/>
                </a:solidFill>
                <a:latin typeface="Ubuntu Light"/>
                <a:ea typeface="Ubuntu Light"/>
                <a:cs typeface="Ubuntu Light"/>
              </a:defRPr>
            </a:lvl8pPr>
            <a:lvl9pPr algn="l">
              <a:defRPr sz="1500" b="0">
                <a:solidFill>
                  <a:srgbClr val="202D3E"/>
                </a:solidFill>
                <a:latin typeface="Ubuntu Light"/>
                <a:ea typeface="Ubuntu Light"/>
                <a:cs typeface="Ubuntu Light"/>
              </a:defRPr>
            </a:lvl9pPr>
          </a:lstStyle>
          <a:p>
            <a:pPr algn="l">
              <a:defRPr sz="1500" b="0">
                <a:solidFill>
                  <a:srgbClr val="202D3E"/>
                </a:solidFill>
                <a:latin typeface="Ubuntu Light"/>
                <a:ea typeface="Ubuntu Light"/>
                <a:cs typeface="Ubuntu Light"/>
              </a:defRPr>
            </a:pPr>
            <a:r>
              <a:rPr b="0" dirty="0">
                <a:latin typeface="Ubuntu Light"/>
                <a:ea typeface="Ubuntu Light"/>
                <a:cs typeface="Ubuntu Light"/>
              </a:rPr>
              <a:t>Run the workflow and its services locally</a:t>
            </a:r>
          </a:p>
          <a:p>
            <a:pPr algn="l">
              <a:defRPr sz="1500" b="0">
                <a:solidFill>
                  <a:srgbClr val="202D3E"/>
                </a:solidFill>
                <a:latin typeface="Ubuntu Light"/>
                <a:ea typeface="Ubuntu Light"/>
                <a:cs typeface="Ubuntu Light"/>
              </a:defRPr>
            </a:pPr>
            <a:r>
              <a:rPr b="1" dirty="0">
                <a:latin typeface="Ubuntu Light"/>
                <a:ea typeface="Ubuntu Light"/>
                <a:cs typeface="Ubuntu Light"/>
              </a:rPr>
              <a:t>without creating an AWS </a:t>
            </a:r>
            <a:r>
              <a:rPr lang="en-US" b="1" dirty="0"/>
              <a:t>resources</a:t>
            </a:r>
            <a:r>
              <a:rPr b="0" dirty="0">
                <a:latin typeface="Ubuntu Light"/>
                <a:ea typeface="Ubuntu Light"/>
                <a:cs typeface="Ubuntu Light"/>
              </a:rPr>
              <a:t>.</a:t>
            </a:r>
          </a:p>
        </p:txBody>
      </p:sp>
      <p:cxnSp>
        <p:nvCxnSpPr>
          <p:cNvPr id="4" name="local-row-rule-0">
            <a:extLst>
              <a:ext uri="{FF2B5EF4-FFF2-40B4-BE49-F238E27FC236}">
                <a16:creationId xmlns:a16="http://schemas.microsoft.com/office/drawing/2014/main" id="{1D3C0687-0242-4E5F-874B-1754AA9A1743}"/>
              </a:ext>
            </a:extLst>
          </p:cNvPr>
          <p:cNvCxnSpPr/>
          <p:nvPr/>
        </p:nvCxnSpPr>
        <p:spPr>
          <a:xfrm>
            <a:off x="619125" y="2447925"/>
            <a:ext cx="7905750" cy="0"/>
          </a:xfrm>
          <a:prstGeom prst="straightConnector1">
            <a:avLst/>
          </a:prstGeom>
          <a:ln w="9525">
            <a:solidFill>
              <a:srgbClr val="D6DFE9"/>
            </a:solidFill>
          </a:ln>
        </p:spPr>
      </p:cxnSp>
      <p:sp>
        <p:nvSpPr>
          <p:cNvPr id="5" name="local-why-1">
            <a:extLst>
              <a:ext uri="{FF2B5EF4-FFF2-40B4-BE49-F238E27FC236}">
                <a16:creationId xmlns:a16="http://schemas.microsoft.com/office/drawing/2014/main" id="{CDBD04A1-FD18-45DF-ACFD-071841F8CF71}"/>
              </a:ext>
            </a:extLst>
          </p:cNvPr>
          <p:cNvSpPr>
            <a:spLocks noGrp="1"/>
          </p:cNvSpPr>
          <p:nvPr/>
        </p:nvSpPr>
        <p:spPr>
          <a:xfrm>
            <a:off x="619125" y="2743200"/>
            <a:ext cx="2714625" cy="304800"/>
          </a:xfrm>
          <a:prstGeom prst="rect">
            <a:avLst/>
          </a:prstGeom>
          <a:noFill/>
          <a:ln w="0">
            <a:noFill/>
          </a:ln>
        </p:spPr>
        <p:txBody>
          <a:bodyPr wrap="none" lIns="0" tIns="0" rIns="0" bIns="0" anchor="t">
            <a:noAutofit/>
          </a:bodyPr>
          <a:lstStyle>
            <a:defPPr algn="l">
              <a:defRPr sz="1575" b="0">
                <a:solidFill>
                  <a:srgbClr val="255DA8"/>
                </a:solidFill>
                <a:latin typeface="Ubuntu Light"/>
                <a:ea typeface="Ubuntu Light"/>
                <a:cs typeface="Ubuntu Light"/>
              </a:defRPr>
            </a:defPPr>
            <a:lvl1pPr algn="l">
              <a:defRPr sz="1575" b="0">
                <a:solidFill>
                  <a:srgbClr val="255DA8"/>
                </a:solidFill>
                <a:latin typeface="Ubuntu Light"/>
                <a:ea typeface="Ubuntu Light"/>
                <a:cs typeface="Ubuntu Light"/>
              </a:defRPr>
            </a:lvl1pPr>
            <a:lvl2pPr algn="l">
              <a:defRPr sz="1575" b="0">
                <a:solidFill>
                  <a:srgbClr val="255DA8"/>
                </a:solidFill>
                <a:latin typeface="Ubuntu Light"/>
                <a:ea typeface="Ubuntu Light"/>
                <a:cs typeface="Ubuntu Light"/>
              </a:defRPr>
            </a:lvl2pPr>
            <a:lvl3pPr algn="l">
              <a:defRPr sz="1575" b="0">
                <a:solidFill>
                  <a:srgbClr val="255DA8"/>
                </a:solidFill>
                <a:latin typeface="Ubuntu Light"/>
                <a:ea typeface="Ubuntu Light"/>
                <a:cs typeface="Ubuntu Light"/>
              </a:defRPr>
            </a:lvl3pPr>
            <a:lvl4pPr algn="l">
              <a:defRPr sz="1575" b="0">
                <a:solidFill>
                  <a:srgbClr val="255DA8"/>
                </a:solidFill>
                <a:latin typeface="Ubuntu Light"/>
                <a:ea typeface="Ubuntu Light"/>
                <a:cs typeface="Ubuntu Light"/>
              </a:defRPr>
            </a:lvl4pPr>
            <a:lvl5pPr algn="l">
              <a:defRPr sz="1575" b="0">
                <a:solidFill>
                  <a:srgbClr val="255DA8"/>
                </a:solidFill>
                <a:latin typeface="Ubuntu Light"/>
                <a:ea typeface="Ubuntu Light"/>
                <a:cs typeface="Ubuntu Light"/>
              </a:defRPr>
            </a:lvl5pPr>
            <a:lvl6pPr algn="l">
              <a:defRPr sz="1575" b="0">
                <a:solidFill>
                  <a:srgbClr val="255DA8"/>
                </a:solidFill>
                <a:latin typeface="Ubuntu Light"/>
                <a:ea typeface="Ubuntu Light"/>
                <a:cs typeface="Ubuntu Light"/>
              </a:defRPr>
            </a:lvl6pPr>
            <a:lvl7pPr algn="l">
              <a:defRPr sz="1575" b="0">
                <a:solidFill>
                  <a:srgbClr val="255DA8"/>
                </a:solidFill>
                <a:latin typeface="Ubuntu Light"/>
                <a:ea typeface="Ubuntu Light"/>
                <a:cs typeface="Ubuntu Light"/>
              </a:defRPr>
            </a:lvl7pPr>
            <a:lvl8pPr algn="l">
              <a:defRPr sz="1575" b="0">
                <a:solidFill>
                  <a:srgbClr val="255DA8"/>
                </a:solidFill>
                <a:latin typeface="Ubuntu Light"/>
                <a:ea typeface="Ubuntu Light"/>
                <a:cs typeface="Ubuntu Light"/>
              </a:defRPr>
            </a:lvl8pPr>
            <a:lvl9pPr algn="l">
              <a:defRPr sz="1575" b="0">
                <a:solidFill>
                  <a:srgbClr val="255DA8"/>
                </a:solidFill>
                <a:latin typeface="Ubuntu Light"/>
                <a:ea typeface="Ubuntu Light"/>
                <a:cs typeface="Ubuntu Light"/>
              </a:defRPr>
            </a:lvl9pPr>
          </a:lstStyle>
          <a:p>
            <a:pPr algn="l">
              <a:defRPr sz="1575" b="0">
                <a:solidFill>
                  <a:srgbClr val="255DA8"/>
                </a:solidFill>
                <a:latin typeface="Ubuntu Light"/>
                <a:ea typeface="Ubuntu Light"/>
                <a:cs typeface="Ubuntu Light"/>
              </a:defRPr>
            </a:pPr>
            <a:r>
              <a:rPr lang="en-US" b="0" dirty="0">
                <a:latin typeface="Ubuntu Light"/>
                <a:ea typeface="Ubuntu Light"/>
                <a:cs typeface="Ubuntu Light"/>
              </a:rPr>
              <a:t>Speed up Testing</a:t>
            </a:r>
            <a:endParaRPr b="0" dirty="0">
              <a:latin typeface="Ubuntu Light"/>
              <a:ea typeface="Ubuntu Light"/>
              <a:cs typeface="Ubuntu Light"/>
            </a:endParaRPr>
          </a:p>
        </p:txBody>
      </p:sp>
      <p:sp>
        <p:nvSpPr>
          <p:cNvPr id="6" name="local-benefit-1">
            <a:extLst>
              <a:ext uri="{FF2B5EF4-FFF2-40B4-BE49-F238E27FC236}">
                <a16:creationId xmlns:a16="http://schemas.microsoft.com/office/drawing/2014/main" id="{646CDB93-CEDD-4BDF-99E6-F35A28EC3609}"/>
              </a:ext>
            </a:extLst>
          </p:cNvPr>
          <p:cNvSpPr>
            <a:spLocks noGrp="1"/>
          </p:cNvSpPr>
          <p:nvPr/>
        </p:nvSpPr>
        <p:spPr>
          <a:xfrm>
            <a:off x="3476625" y="2743200"/>
            <a:ext cx="5048250" cy="542925"/>
          </a:xfrm>
          <a:prstGeom prst="rect">
            <a:avLst/>
          </a:prstGeom>
          <a:noFill/>
          <a:ln w="0">
            <a:noFill/>
          </a:ln>
        </p:spPr>
        <p:txBody>
          <a:bodyPr wrap="none" lIns="0" tIns="0" rIns="0" bIns="0" anchor="t">
            <a:noAutofit/>
          </a:bodyPr>
          <a:lstStyle>
            <a:defPPr algn="l">
              <a:defRPr sz="1500" b="0">
                <a:solidFill>
                  <a:srgbClr val="202D3E"/>
                </a:solidFill>
                <a:latin typeface="Ubuntu Light"/>
                <a:ea typeface="Ubuntu Light"/>
                <a:cs typeface="Ubuntu Light"/>
              </a:defRPr>
            </a:defPPr>
            <a:lvl1pPr algn="l">
              <a:defRPr sz="1500" b="0">
                <a:solidFill>
                  <a:srgbClr val="202D3E"/>
                </a:solidFill>
                <a:latin typeface="Ubuntu Light"/>
                <a:ea typeface="Ubuntu Light"/>
                <a:cs typeface="Ubuntu Light"/>
              </a:defRPr>
            </a:lvl1pPr>
            <a:lvl2pPr algn="l">
              <a:defRPr sz="1500" b="0">
                <a:solidFill>
                  <a:srgbClr val="202D3E"/>
                </a:solidFill>
                <a:latin typeface="Ubuntu Light"/>
                <a:ea typeface="Ubuntu Light"/>
                <a:cs typeface="Ubuntu Light"/>
              </a:defRPr>
            </a:lvl2pPr>
            <a:lvl3pPr algn="l">
              <a:defRPr sz="1500" b="0">
                <a:solidFill>
                  <a:srgbClr val="202D3E"/>
                </a:solidFill>
                <a:latin typeface="Ubuntu Light"/>
                <a:ea typeface="Ubuntu Light"/>
                <a:cs typeface="Ubuntu Light"/>
              </a:defRPr>
            </a:lvl3pPr>
            <a:lvl4pPr algn="l">
              <a:defRPr sz="1500" b="0">
                <a:solidFill>
                  <a:srgbClr val="202D3E"/>
                </a:solidFill>
                <a:latin typeface="Ubuntu Light"/>
                <a:ea typeface="Ubuntu Light"/>
                <a:cs typeface="Ubuntu Light"/>
              </a:defRPr>
            </a:lvl4pPr>
            <a:lvl5pPr algn="l">
              <a:defRPr sz="1500" b="0">
                <a:solidFill>
                  <a:srgbClr val="202D3E"/>
                </a:solidFill>
                <a:latin typeface="Ubuntu Light"/>
                <a:ea typeface="Ubuntu Light"/>
                <a:cs typeface="Ubuntu Light"/>
              </a:defRPr>
            </a:lvl5pPr>
            <a:lvl6pPr algn="l">
              <a:defRPr sz="1500" b="0">
                <a:solidFill>
                  <a:srgbClr val="202D3E"/>
                </a:solidFill>
                <a:latin typeface="Ubuntu Light"/>
                <a:ea typeface="Ubuntu Light"/>
                <a:cs typeface="Ubuntu Light"/>
              </a:defRPr>
            </a:lvl6pPr>
            <a:lvl7pPr algn="l">
              <a:defRPr sz="1500" b="0">
                <a:solidFill>
                  <a:srgbClr val="202D3E"/>
                </a:solidFill>
                <a:latin typeface="Ubuntu Light"/>
                <a:ea typeface="Ubuntu Light"/>
                <a:cs typeface="Ubuntu Light"/>
              </a:defRPr>
            </a:lvl7pPr>
            <a:lvl8pPr algn="l">
              <a:defRPr sz="1500" b="0">
                <a:solidFill>
                  <a:srgbClr val="202D3E"/>
                </a:solidFill>
                <a:latin typeface="Ubuntu Light"/>
                <a:ea typeface="Ubuntu Light"/>
                <a:cs typeface="Ubuntu Light"/>
              </a:defRPr>
            </a:lvl8pPr>
            <a:lvl9pPr algn="l">
              <a:defRPr sz="1500" b="0">
                <a:solidFill>
                  <a:srgbClr val="202D3E"/>
                </a:solidFill>
                <a:latin typeface="Ubuntu Light"/>
                <a:ea typeface="Ubuntu Light"/>
                <a:cs typeface="Ubuntu Light"/>
              </a:defRPr>
            </a:lvl9pPr>
          </a:lstStyle>
          <a:p>
            <a:pPr algn="l">
              <a:defRPr sz="1500" b="0">
                <a:solidFill>
                  <a:srgbClr val="202D3E"/>
                </a:solidFill>
                <a:latin typeface="Ubuntu Light"/>
                <a:ea typeface="Ubuntu Light"/>
                <a:cs typeface="Ubuntu Light"/>
              </a:defRPr>
            </a:pPr>
            <a:r>
              <a:rPr lang="en-US" b="0" dirty="0">
                <a:latin typeface="Ubuntu Light"/>
                <a:ea typeface="Ubuntu Light"/>
                <a:cs typeface="Ubuntu Light"/>
              </a:rPr>
              <a:t>Avoid deploying infrastructures to cloud</a:t>
            </a:r>
          </a:p>
          <a:p>
            <a:pPr algn="l">
              <a:defRPr sz="1500" b="0">
                <a:solidFill>
                  <a:srgbClr val="202D3E"/>
                </a:solidFill>
                <a:latin typeface="Ubuntu Light"/>
                <a:ea typeface="Ubuntu Light"/>
                <a:cs typeface="Ubuntu Light"/>
              </a:defRPr>
            </a:pPr>
            <a:r>
              <a:rPr lang="en-US" dirty="0"/>
              <a:t>t</a:t>
            </a:r>
            <a:r>
              <a:rPr lang="en-US" b="0" dirty="0">
                <a:latin typeface="Ubuntu Light"/>
                <a:ea typeface="Ubuntu Light"/>
                <a:cs typeface="Ubuntu Light"/>
              </a:rPr>
              <a:t>hat speeds up </a:t>
            </a:r>
            <a:r>
              <a:rPr lang="en-US" b="1" dirty="0">
                <a:latin typeface="Ubuntu Light"/>
                <a:ea typeface="Ubuntu Light"/>
                <a:cs typeface="Ubuntu Light"/>
              </a:rPr>
              <a:t>feedback loop</a:t>
            </a:r>
            <a:endParaRPr b="1" dirty="0">
              <a:latin typeface="Ubuntu Light"/>
              <a:ea typeface="Ubuntu Light"/>
              <a:cs typeface="Ubuntu Light"/>
            </a:endParaRPr>
          </a:p>
        </p:txBody>
      </p:sp>
    </p:spTree>
    <p:extLst>
      <p:ext uri="{BB962C8B-B14F-4D97-AF65-F5344CB8AC3E}">
        <p14:creationId xmlns:p14="http://schemas.microsoft.com/office/powerpoint/2010/main" val="1270600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2F3AF91A-AB2F-4F78-8C22-9AFE693AD472}"/>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buNone/>
              <a:defRPr sz="2250" b="0">
                <a:solidFill>
                  <a:srgbClr val="202D3E"/>
                </a:solidFill>
                <a:latin typeface="Ubuntu Light"/>
                <a:ea typeface="Ubuntu Light"/>
                <a:cs typeface="Ubuntu Light"/>
              </a:defRPr>
            </a:lvl1pPr>
            <a:lvl2pPr algn="l">
              <a:buNone/>
              <a:defRPr sz="2250" b="0">
                <a:solidFill>
                  <a:srgbClr val="202D3E"/>
                </a:solidFill>
                <a:latin typeface="Ubuntu Light"/>
                <a:ea typeface="Ubuntu Light"/>
                <a:cs typeface="Ubuntu Light"/>
              </a:defRPr>
            </a:lvl2pPr>
            <a:lvl3pPr algn="l">
              <a:buNone/>
              <a:defRPr sz="2250" b="0">
                <a:solidFill>
                  <a:srgbClr val="202D3E"/>
                </a:solidFill>
                <a:latin typeface="Ubuntu Light"/>
                <a:ea typeface="Ubuntu Light"/>
                <a:cs typeface="Ubuntu Light"/>
              </a:defRPr>
            </a:lvl3pPr>
            <a:lvl4pPr algn="l">
              <a:buNone/>
              <a:defRPr sz="2250" b="0">
                <a:solidFill>
                  <a:srgbClr val="202D3E"/>
                </a:solidFill>
                <a:latin typeface="Ubuntu Light"/>
                <a:ea typeface="Ubuntu Light"/>
                <a:cs typeface="Ubuntu Light"/>
              </a:defRPr>
            </a:lvl4pPr>
            <a:lvl5pPr algn="l">
              <a:buNone/>
              <a:defRPr sz="2250" b="0">
                <a:solidFill>
                  <a:srgbClr val="202D3E"/>
                </a:solidFill>
                <a:latin typeface="Ubuntu Light"/>
                <a:ea typeface="Ubuntu Light"/>
                <a:cs typeface="Ubuntu Light"/>
              </a:defRPr>
            </a:lvl5pPr>
            <a:lvl6pPr algn="l">
              <a:buNone/>
              <a:defRPr sz="2250" b="0">
                <a:solidFill>
                  <a:srgbClr val="202D3E"/>
                </a:solidFill>
                <a:latin typeface="Ubuntu Light"/>
                <a:ea typeface="Ubuntu Light"/>
                <a:cs typeface="Ubuntu Light"/>
              </a:defRPr>
            </a:lvl6pPr>
            <a:lvl7pPr algn="l">
              <a:buNone/>
              <a:defRPr sz="2250" b="0">
                <a:solidFill>
                  <a:srgbClr val="202D3E"/>
                </a:solidFill>
                <a:latin typeface="Ubuntu Light"/>
                <a:ea typeface="Ubuntu Light"/>
                <a:cs typeface="Ubuntu Light"/>
              </a:defRPr>
            </a:lvl7pPr>
            <a:lvl8pPr algn="l">
              <a:buNone/>
              <a:defRPr sz="2250" b="0">
                <a:solidFill>
                  <a:srgbClr val="202D3E"/>
                </a:solidFill>
                <a:latin typeface="Ubuntu Light"/>
                <a:ea typeface="Ubuntu Light"/>
                <a:cs typeface="Ubuntu Light"/>
              </a:defRPr>
            </a:lvl8pPr>
            <a:lvl9pPr algn="l">
              <a:buNone/>
              <a:defRPr sz="2250" b="0">
                <a:solidFill>
                  <a:srgbClr val="202D3E"/>
                </a:solidFill>
                <a:latin typeface="Ubuntu Light"/>
                <a:ea typeface="Ubuntu Light"/>
                <a:cs typeface="Ubuntu Light"/>
              </a:defRPr>
            </a:lvl9pPr>
          </a:lstStyle>
          <a:p>
            <a:pPr algn="l">
              <a:buNone/>
              <a:defRPr sz="2250" b="0">
                <a:solidFill>
                  <a:srgbClr val="202D3E"/>
                </a:solidFill>
                <a:latin typeface="Ubuntu Light"/>
                <a:ea typeface="Ubuntu Light"/>
                <a:cs typeface="Ubuntu Light"/>
              </a:defRPr>
            </a:pPr>
            <a:r>
              <a:rPr b="0">
                <a:latin typeface="Ubuntu Light"/>
                <a:ea typeface="Ubuntu Light"/>
                <a:cs typeface="Ubuntu Light"/>
              </a:rPr>
              <a:t>How much code coverage is enough?</a:t>
            </a:r>
          </a:p>
        </p:txBody>
      </p:sp>
      <p:sp>
        <p:nvSpPr>
          <p:cNvPr id="2" name="coverage-thresholds">
            <a:extLst>
              <a:ext uri="{FF2B5EF4-FFF2-40B4-BE49-F238E27FC236}">
                <a16:creationId xmlns:a16="http://schemas.microsoft.com/office/drawing/2014/main" id="{0D491473-8CBF-457B-BF03-91EA939B107B}"/>
              </a:ext>
            </a:extLst>
          </p:cNvPr>
          <p:cNvSpPr>
            <a:spLocks noGrp="1"/>
          </p:cNvSpPr>
          <p:nvPr/>
        </p:nvSpPr>
        <p:spPr>
          <a:xfrm>
            <a:off x="619125" y="1628775"/>
            <a:ext cx="7905750" cy="361950"/>
          </a:xfrm>
          <a:prstGeom prst="rect">
            <a:avLst/>
          </a:prstGeom>
          <a:noFill/>
          <a:ln w="0">
            <a:noFill/>
          </a:ln>
        </p:spPr>
        <p:txBody>
          <a:bodyPr wrap="none" lIns="0" tIns="0" rIns="0" bIns="0" anchor="t">
            <a:noAutofit/>
          </a:bodyPr>
          <a:lstStyle>
            <a:defPPr algn="l">
              <a:defRPr sz="1950" b="0">
                <a:solidFill>
                  <a:srgbClr val="202D3E"/>
                </a:solidFill>
                <a:latin typeface="Menlo"/>
                <a:ea typeface="Menlo"/>
                <a:cs typeface="Menlo"/>
              </a:defRPr>
            </a:defPPr>
            <a:lvl1pPr algn="l">
              <a:defRPr sz="1950" b="0">
                <a:solidFill>
                  <a:srgbClr val="202D3E"/>
                </a:solidFill>
                <a:latin typeface="Menlo"/>
                <a:ea typeface="Menlo"/>
                <a:cs typeface="Menlo"/>
              </a:defRPr>
            </a:lvl1pPr>
            <a:lvl2pPr algn="l">
              <a:defRPr sz="1950" b="0">
                <a:solidFill>
                  <a:srgbClr val="202D3E"/>
                </a:solidFill>
                <a:latin typeface="Menlo"/>
                <a:ea typeface="Menlo"/>
                <a:cs typeface="Menlo"/>
              </a:defRPr>
            </a:lvl2pPr>
            <a:lvl3pPr algn="l">
              <a:defRPr sz="1950" b="0">
                <a:solidFill>
                  <a:srgbClr val="202D3E"/>
                </a:solidFill>
                <a:latin typeface="Menlo"/>
                <a:ea typeface="Menlo"/>
                <a:cs typeface="Menlo"/>
              </a:defRPr>
            </a:lvl3pPr>
            <a:lvl4pPr algn="l">
              <a:defRPr sz="1950" b="0">
                <a:solidFill>
                  <a:srgbClr val="202D3E"/>
                </a:solidFill>
                <a:latin typeface="Menlo"/>
                <a:ea typeface="Menlo"/>
                <a:cs typeface="Menlo"/>
              </a:defRPr>
            </a:lvl4pPr>
            <a:lvl5pPr algn="l">
              <a:defRPr sz="1950" b="0">
                <a:solidFill>
                  <a:srgbClr val="202D3E"/>
                </a:solidFill>
                <a:latin typeface="Menlo"/>
                <a:ea typeface="Menlo"/>
                <a:cs typeface="Menlo"/>
              </a:defRPr>
            </a:lvl5pPr>
            <a:lvl6pPr algn="l">
              <a:defRPr sz="1950" b="0">
                <a:solidFill>
                  <a:srgbClr val="202D3E"/>
                </a:solidFill>
                <a:latin typeface="Menlo"/>
                <a:ea typeface="Menlo"/>
                <a:cs typeface="Menlo"/>
              </a:defRPr>
            </a:lvl6pPr>
            <a:lvl7pPr algn="l">
              <a:defRPr sz="1950" b="0">
                <a:solidFill>
                  <a:srgbClr val="202D3E"/>
                </a:solidFill>
                <a:latin typeface="Menlo"/>
                <a:ea typeface="Menlo"/>
                <a:cs typeface="Menlo"/>
              </a:defRPr>
            </a:lvl7pPr>
            <a:lvl8pPr algn="l">
              <a:defRPr sz="1950" b="0">
                <a:solidFill>
                  <a:srgbClr val="202D3E"/>
                </a:solidFill>
                <a:latin typeface="Menlo"/>
                <a:ea typeface="Menlo"/>
                <a:cs typeface="Menlo"/>
              </a:defRPr>
            </a:lvl8pPr>
            <a:lvl9pPr algn="l">
              <a:defRPr sz="1950" b="0">
                <a:solidFill>
                  <a:srgbClr val="202D3E"/>
                </a:solidFill>
                <a:latin typeface="Menlo"/>
                <a:ea typeface="Menlo"/>
                <a:cs typeface="Menlo"/>
              </a:defRPr>
            </a:lvl9pPr>
          </a:lstStyle>
          <a:p>
            <a:pPr algn="l">
              <a:defRPr sz="1950" b="0">
                <a:solidFill>
                  <a:srgbClr val="202D3E"/>
                </a:solidFill>
                <a:latin typeface="Menlo"/>
                <a:ea typeface="Menlo"/>
                <a:cs typeface="Menlo"/>
              </a:defRPr>
            </a:pPr>
            <a:r>
              <a:rPr b="0" dirty="0">
                <a:latin typeface="Menlo"/>
                <a:ea typeface="Menlo"/>
                <a:cs typeface="Menlo"/>
              </a:rPr>
              <a:t>90%? 95%? 99%? 99.9%?</a:t>
            </a:r>
          </a:p>
        </p:txBody>
      </p:sp>
      <p:sp>
        <p:nvSpPr>
          <p:cNvPr id="3" name="coverage-question">
            <a:extLst>
              <a:ext uri="{FF2B5EF4-FFF2-40B4-BE49-F238E27FC236}">
                <a16:creationId xmlns:a16="http://schemas.microsoft.com/office/drawing/2014/main" id="{8EB09127-6AFD-4236-9F56-4207FF13A6BD}"/>
              </a:ext>
            </a:extLst>
          </p:cNvPr>
          <p:cNvSpPr>
            <a:spLocks noGrp="1"/>
          </p:cNvSpPr>
          <p:nvPr/>
        </p:nvSpPr>
        <p:spPr>
          <a:xfrm>
            <a:off x="619125" y="2114550"/>
            <a:ext cx="7905750" cy="361950"/>
          </a:xfrm>
          <a:prstGeom prst="rect">
            <a:avLst/>
          </a:prstGeom>
          <a:noFill/>
          <a:ln w="0">
            <a:noFill/>
          </a:ln>
        </p:spPr>
        <p:txBody>
          <a:bodyPr wrap="none" lIns="0" tIns="0" rIns="0" bIns="0" anchor="t">
            <a:noAutofit/>
          </a:bodyPr>
          <a:lstStyle>
            <a:defPPr algn="l">
              <a:defRPr sz="1950" b="0">
                <a:solidFill>
                  <a:srgbClr val="202D3E"/>
                </a:solidFill>
                <a:latin typeface="Ubuntu Light"/>
                <a:ea typeface="Ubuntu Light"/>
                <a:cs typeface="Ubuntu Light"/>
              </a:defRPr>
            </a:defPPr>
            <a:lvl1pPr algn="l">
              <a:defRPr sz="1950" b="0">
                <a:solidFill>
                  <a:srgbClr val="202D3E"/>
                </a:solidFill>
                <a:latin typeface="Ubuntu Light"/>
                <a:ea typeface="Ubuntu Light"/>
                <a:cs typeface="Ubuntu Light"/>
              </a:defRPr>
            </a:lvl1pPr>
            <a:lvl2pPr algn="l">
              <a:defRPr sz="1950" b="0">
                <a:solidFill>
                  <a:srgbClr val="202D3E"/>
                </a:solidFill>
                <a:latin typeface="Ubuntu Light"/>
                <a:ea typeface="Ubuntu Light"/>
                <a:cs typeface="Ubuntu Light"/>
              </a:defRPr>
            </a:lvl2pPr>
            <a:lvl3pPr algn="l">
              <a:defRPr sz="1950" b="0">
                <a:solidFill>
                  <a:srgbClr val="202D3E"/>
                </a:solidFill>
                <a:latin typeface="Ubuntu Light"/>
                <a:ea typeface="Ubuntu Light"/>
                <a:cs typeface="Ubuntu Light"/>
              </a:defRPr>
            </a:lvl3pPr>
            <a:lvl4pPr algn="l">
              <a:defRPr sz="1950" b="0">
                <a:solidFill>
                  <a:srgbClr val="202D3E"/>
                </a:solidFill>
                <a:latin typeface="Ubuntu Light"/>
                <a:ea typeface="Ubuntu Light"/>
                <a:cs typeface="Ubuntu Light"/>
              </a:defRPr>
            </a:lvl4pPr>
            <a:lvl5pPr algn="l">
              <a:defRPr sz="1950" b="0">
                <a:solidFill>
                  <a:srgbClr val="202D3E"/>
                </a:solidFill>
                <a:latin typeface="Ubuntu Light"/>
                <a:ea typeface="Ubuntu Light"/>
                <a:cs typeface="Ubuntu Light"/>
              </a:defRPr>
            </a:lvl5pPr>
            <a:lvl6pPr algn="l">
              <a:defRPr sz="1950" b="0">
                <a:solidFill>
                  <a:srgbClr val="202D3E"/>
                </a:solidFill>
                <a:latin typeface="Ubuntu Light"/>
                <a:ea typeface="Ubuntu Light"/>
                <a:cs typeface="Ubuntu Light"/>
              </a:defRPr>
            </a:lvl6pPr>
            <a:lvl7pPr algn="l">
              <a:defRPr sz="1950" b="0">
                <a:solidFill>
                  <a:srgbClr val="202D3E"/>
                </a:solidFill>
                <a:latin typeface="Ubuntu Light"/>
                <a:ea typeface="Ubuntu Light"/>
                <a:cs typeface="Ubuntu Light"/>
              </a:defRPr>
            </a:lvl7pPr>
            <a:lvl8pPr algn="l">
              <a:defRPr sz="1950" b="0">
                <a:solidFill>
                  <a:srgbClr val="202D3E"/>
                </a:solidFill>
                <a:latin typeface="Ubuntu Light"/>
                <a:ea typeface="Ubuntu Light"/>
                <a:cs typeface="Ubuntu Light"/>
              </a:defRPr>
            </a:lvl8pPr>
            <a:lvl9pPr algn="l">
              <a:defRPr sz="1950" b="0">
                <a:solidFill>
                  <a:srgbClr val="202D3E"/>
                </a:solidFill>
                <a:latin typeface="Ubuntu Light"/>
                <a:ea typeface="Ubuntu Light"/>
                <a:cs typeface="Ubuntu Light"/>
              </a:defRPr>
            </a:lvl9pPr>
          </a:lstStyle>
          <a:p>
            <a:pPr algn="l">
              <a:defRPr sz="1950" b="0">
                <a:solidFill>
                  <a:srgbClr val="202D3E"/>
                </a:solidFill>
                <a:latin typeface="Ubuntu Light"/>
                <a:ea typeface="Ubuntu Light"/>
                <a:cs typeface="Ubuntu Light"/>
              </a:defRPr>
            </a:pPr>
            <a:r>
              <a:rPr b="0">
                <a:latin typeface="Ubuntu Light"/>
                <a:ea typeface="Ubuntu Light"/>
                <a:cs typeface="Ubuntu Light"/>
              </a:rPr>
              <a:t>Which statement or branch can we leave untested?</a:t>
            </a:r>
          </a:p>
        </p:txBody>
      </p:sp>
      <p:sp>
        <p:nvSpPr>
          <p:cNvPr id="4" name="coverage-goal">
            <a:extLst>
              <a:ext uri="{FF2B5EF4-FFF2-40B4-BE49-F238E27FC236}">
                <a16:creationId xmlns:a16="http://schemas.microsoft.com/office/drawing/2014/main" id="{01A76717-FE40-447B-B391-E6F8DF19454A}"/>
              </a:ext>
            </a:extLst>
          </p:cNvPr>
          <p:cNvSpPr>
            <a:spLocks noGrp="1"/>
          </p:cNvSpPr>
          <p:nvPr/>
        </p:nvSpPr>
        <p:spPr>
          <a:xfrm>
            <a:off x="619125" y="3086100"/>
            <a:ext cx="1905000" cy="609600"/>
          </a:xfrm>
          <a:prstGeom prst="rect">
            <a:avLst/>
          </a:prstGeom>
          <a:noFill/>
          <a:ln w="0">
            <a:noFill/>
          </a:ln>
        </p:spPr>
        <p:txBody>
          <a:bodyPr wrap="none" lIns="0" tIns="0" rIns="0" bIns="0" anchor="t">
            <a:noAutofit/>
          </a:bodyPr>
          <a:lstStyle>
            <a:defPPr algn="l">
              <a:defRPr sz="3600" b="0">
                <a:solidFill>
                  <a:srgbClr val="126447"/>
                </a:solidFill>
                <a:latin typeface="Ubuntu Light"/>
                <a:ea typeface="Ubuntu Light"/>
                <a:cs typeface="Ubuntu Light"/>
              </a:defRPr>
            </a:defPPr>
            <a:lvl1pPr algn="l">
              <a:defRPr sz="3600" b="0">
                <a:solidFill>
                  <a:srgbClr val="126447"/>
                </a:solidFill>
                <a:latin typeface="Ubuntu Light"/>
                <a:ea typeface="Ubuntu Light"/>
                <a:cs typeface="Ubuntu Light"/>
              </a:defRPr>
            </a:lvl1pPr>
            <a:lvl2pPr algn="l">
              <a:defRPr sz="3600" b="0">
                <a:solidFill>
                  <a:srgbClr val="126447"/>
                </a:solidFill>
                <a:latin typeface="Ubuntu Light"/>
                <a:ea typeface="Ubuntu Light"/>
                <a:cs typeface="Ubuntu Light"/>
              </a:defRPr>
            </a:lvl2pPr>
            <a:lvl3pPr algn="l">
              <a:defRPr sz="3600" b="0">
                <a:solidFill>
                  <a:srgbClr val="126447"/>
                </a:solidFill>
                <a:latin typeface="Ubuntu Light"/>
                <a:ea typeface="Ubuntu Light"/>
                <a:cs typeface="Ubuntu Light"/>
              </a:defRPr>
            </a:lvl3pPr>
            <a:lvl4pPr algn="l">
              <a:defRPr sz="3600" b="0">
                <a:solidFill>
                  <a:srgbClr val="126447"/>
                </a:solidFill>
                <a:latin typeface="Ubuntu Light"/>
                <a:ea typeface="Ubuntu Light"/>
                <a:cs typeface="Ubuntu Light"/>
              </a:defRPr>
            </a:lvl4pPr>
            <a:lvl5pPr algn="l">
              <a:defRPr sz="3600" b="0">
                <a:solidFill>
                  <a:srgbClr val="126447"/>
                </a:solidFill>
                <a:latin typeface="Ubuntu Light"/>
                <a:ea typeface="Ubuntu Light"/>
                <a:cs typeface="Ubuntu Light"/>
              </a:defRPr>
            </a:lvl5pPr>
            <a:lvl6pPr algn="l">
              <a:defRPr sz="3600" b="0">
                <a:solidFill>
                  <a:srgbClr val="126447"/>
                </a:solidFill>
                <a:latin typeface="Ubuntu Light"/>
                <a:ea typeface="Ubuntu Light"/>
                <a:cs typeface="Ubuntu Light"/>
              </a:defRPr>
            </a:lvl6pPr>
            <a:lvl7pPr algn="l">
              <a:defRPr sz="3600" b="0">
                <a:solidFill>
                  <a:srgbClr val="126447"/>
                </a:solidFill>
                <a:latin typeface="Ubuntu Light"/>
                <a:ea typeface="Ubuntu Light"/>
                <a:cs typeface="Ubuntu Light"/>
              </a:defRPr>
            </a:lvl7pPr>
            <a:lvl8pPr algn="l">
              <a:defRPr sz="3600" b="0">
                <a:solidFill>
                  <a:srgbClr val="126447"/>
                </a:solidFill>
                <a:latin typeface="Ubuntu Light"/>
                <a:ea typeface="Ubuntu Light"/>
                <a:cs typeface="Ubuntu Light"/>
              </a:defRPr>
            </a:lvl8pPr>
            <a:lvl9pPr algn="l">
              <a:defRPr sz="3600" b="0">
                <a:solidFill>
                  <a:srgbClr val="126447"/>
                </a:solidFill>
                <a:latin typeface="Ubuntu Light"/>
                <a:ea typeface="Ubuntu Light"/>
                <a:cs typeface="Ubuntu Light"/>
              </a:defRPr>
            </a:lvl9pPr>
          </a:lstStyle>
          <a:p>
            <a:pPr algn="l">
              <a:defRPr sz="3600" b="0">
                <a:solidFill>
                  <a:srgbClr val="126447"/>
                </a:solidFill>
                <a:latin typeface="Ubuntu Light"/>
                <a:ea typeface="Ubuntu Light"/>
                <a:cs typeface="Ubuntu Light"/>
              </a:defRPr>
            </a:pPr>
            <a:r>
              <a:rPr b="0" dirty="0">
                <a:latin typeface="Ubuntu Light"/>
                <a:ea typeface="Ubuntu Light"/>
                <a:cs typeface="Ubuntu Light"/>
              </a:rPr>
              <a:t>100%</a:t>
            </a:r>
          </a:p>
        </p:txBody>
      </p:sp>
      <p:sp>
        <p:nvSpPr>
          <p:cNvPr id="5" name="coverage-definition">
            <a:extLst>
              <a:ext uri="{FF2B5EF4-FFF2-40B4-BE49-F238E27FC236}">
                <a16:creationId xmlns:a16="http://schemas.microsoft.com/office/drawing/2014/main" id="{646196E3-EDC5-4D91-898A-A9C101FA8788}"/>
              </a:ext>
            </a:extLst>
          </p:cNvPr>
          <p:cNvSpPr>
            <a:spLocks noGrp="1"/>
          </p:cNvSpPr>
          <p:nvPr/>
        </p:nvSpPr>
        <p:spPr>
          <a:xfrm>
            <a:off x="2809875" y="3152775"/>
            <a:ext cx="5715000" cy="609600"/>
          </a:xfrm>
          <a:prstGeom prst="rect">
            <a:avLst/>
          </a:prstGeom>
          <a:noFill/>
          <a:ln w="0">
            <a:noFill/>
          </a:ln>
        </p:spPr>
        <p:txBody>
          <a:bodyPr wrap="square" lIns="0" tIns="0" rIns="0" bIns="0" anchor="t">
            <a:noAutofit/>
          </a:bodyPr>
          <a:lstStyle>
            <a:defPPr algn="l">
              <a:defRPr sz="1800" b="0">
                <a:solidFill>
                  <a:srgbClr val="202D3E"/>
                </a:solidFill>
                <a:latin typeface="Ubuntu Light"/>
                <a:ea typeface="Ubuntu Light"/>
                <a:cs typeface="Ubuntu Light"/>
              </a:defRPr>
            </a:defPPr>
            <a:lvl1pPr algn="l">
              <a:defRPr sz="1800" b="0">
                <a:solidFill>
                  <a:srgbClr val="202D3E"/>
                </a:solidFill>
                <a:latin typeface="Ubuntu Light"/>
                <a:ea typeface="Ubuntu Light"/>
                <a:cs typeface="Ubuntu Light"/>
              </a:defRPr>
            </a:lvl1pPr>
            <a:lvl2pPr algn="l">
              <a:defRPr sz="1800" b="0">
                <a:solidFill>
                  <a:srgbClr val="202D3E"/>
                </a:solidFill>
                <a:latin typeface="Ubuntu Light"/>
                <a:ea typeface="Ubuntu Light"/>
                <a:cs typeface="Ubuntu Light"/>
              </a:defRPr>
            </a:lvl2pPr>
            <a:lvl3pPr algn="l">
              <a:defRPr sz="1800" b="0">
                <a:solidFill>
                  <a:srgbClr val="202D3E"/>
                </a:solidFill>
                <a:latin typeface="Ubuntu Light"/>
                <a:ea typeface="Ubuntu Light"/>
                <a:cs typeface="Ubuntu Light"/>
              </a:defRPr>
            </a:lvl3pPr>
            <a:lvl4pPr algn="l">
              <a:defRPr sz="1800" b="0">
                <a:solidFill>
                  <a:srgbClr val="202D3E"/>
                </a:solidFill>
                <a:latin typeface="Ubuntu Light"/>
                <a:ea typeface="Ubuntu Light"/>
                <a:cs typeface="Ubuntu Light"/>
              </a:defRPr>
            </a:lvl4pPr>
            <a:lvl5pPr algn="l">
              <a:defRPr sz="1800" b="0">
                <a:solidFill>
                  <a:srgbClr val="202D3E"/>
                </a:solidFill>
                <a:latin typeface="Ubuntu Light"/>
                <a:ea typeface="Ubuntu Light"/>
                <a:cs typeface="Ubuntu Light"/>
              </a:defRPr>
            </a:lvl5pPr>
            <a:lvl6pPr algn="l">
              <a:defRPr sz="1800" b="0">
                <a:solidFill>
                  <a:srgbClr val="202D3E"/>
                </a:solidFill>
                <a:latin typeface="Ubuntu Light"/>
                <a:ea typeface="Ubuntu Light"/>
                <a:cs typeface="Ubuntu Light"/>
              </a:defRPr>
            </a:lvl6pPr>
            <a:lvl7pPr algn="l">
              <a:defRPr sz="1800" b="0">
                <a:solidFill>
                  <a:srgbClr val="202D3E"/>
                </a:solidFill>
                <a:latin typeface="Ubuntu Light"/>
                <a:ea typeface="Ubuntu Light"/>
                <a:cs typeface="Ubuntu Light"/>
              </a:defRPr>
            </a:lvl7pPr>
            <a:lvl8pPr algn="l">
              <a:defRPr sz="1800" b="0">
                <a:solidFill>
                  <a:srgbClr val="202D3E"/>
                </a:solidFill>
                <a:latin typeface="Ubuntu Light"/>
                <a:ea typeface="Ubuntu Light"/>
                <a:cs typeface="Ubuntu Light"/>
              </a:defRPr>
            </a:lvl8pPr>
            <a:lvl9pPr algn="l">
              <a:defRPr sz="1800" b="0">
                <a:solidFill>
                  <a:srgbClr val="202D3E"/>
                </a:solidFill>
                <a:latin typeface="Ubuntu Light"/>
                <a:ea typeface="Ubuntu Light"/>
                <a:cs typeface="Ubuntu Light"/>
              </a:defRPr>
            </a:lvl9pPr>
          </a:lstStyle>
          <a:p>
            <a:pPr algn="l">
              <a:defRPr sz="1800" b="0">
                <a:solidFill>
                  <a:srgbClr val="202D3E"/>
                </a:solidFill>
                <a:latin typeface="Ubuntu Light"/>
                <a:ea typeface="Ubuntu Light"/>
                <a:cs typeface="Ubuntu Light"/>
              </a:defRPr>
            </a:pPr>
            <a:r>
              <a:rPr b="1" dirty="0">
                <a:latin typeface="Ubuntu Light"/>
                <a:ea typeface="Ubuntu Light"/>
                <a:cs typeface="Ubuntu Light"/>
              </a:rPr>
              <a:t>Every statement and branch</a:t>
            </a:r>
          </a:p>
          <a:p>
            <a:pPr algn="l">
              <a:defRPr sz="1800" b="0">
                <a:solidFill>
                  <a:srgbClr val="202D3E"/>
                </a:solidFill>
                <a:latin typeface="Ubuntu Light"/>
                <a:ea typeface="Ubuntu Light"/>
                <a:cs typeface="Ubuntu Light"/>
              </a:defRPr>
            </a:pPr>
            <a:r>
              <a:rPr b="0" dirty="0">
                <a:latin typeface="Ubuntu Light"/>
                <a:ea typeface="Ubuntu Light"/>
                <a:cs typeface="Ubuntu Light"/>
              </a:rPr>
              <a:t>in the application’s Python code has run.</a:t>
            </a:r>
          </a:p>
        </p:txBody>
      </p:sp>
      <p:sp>
        <p:nvSpPr>
          <p:cNvPr id="7" name="cue-6-1-label">
            <a:extLst>
              <a:ext uri="{FF2B5EF4-FFF2-40B4-BE49-F238E27FC236}">
                <a16:creationId xmlns:a16="http://schemas.microsoft.com/office/drawing/2014/main" id="{B510A812-1FDD-A25B-2EEB-78722B198829}"/>
              </a:ext>
            </a:extLst>
          </p:cNvPr>
          <p:cNvSpPr>
            <a:spLocks noGrp="1"/>
          </p:cNvSpPr>
          <p:nvPr/>
        </p:nvSpPr>
        <p:spPr>
          <a:xfrm>
            <a:off x="6477640" y="1977085"/>
            <a:ext cx="2449117" cy="1208667"/>
          </a:xfrm>
          <a:prstGeom prst="rect">
            <a:avLst/>
          </a:prstGeom>
          <a:solidFill>
            <a:srgbClr val="255DA8"/>
          </a:solidFill>
          <a:ln w="0">
            <a:noFill/>
          </a:ln>
        </p:spPr>
        <p:txBody>
          <a:bodyPr wrap="none" lIns="85725" tIns="38100" rIns="85725" bIns="28575" anchor="ctr">
            <a:noAutofit/>
          </a:bodyPr>
          <a:lstStyle>
            <a:defPPr algn="ctr">
              <a:defRPr sz="1275" b="0">
                <a:solidFill>
                  <a:srgbClr val="FFFFFF"/>
                </a:solidFill>
                <a:latin typeface="Ubuntu Light"/>
                <a:ea typeface="Ubuntu Light"/>
                <a:cs typeface="Ubuntu Light"/>
              </a:defRPr>
            </a:defPPr>
            <a:lvl1pPr algn="ctr">
              <a:defRPr sz="1275" b="0">
                <a:solidFill>
                  <a:srgbClr val="FFFFFF"/>
                </a:solidFill>
                <a:latin typeface="Ubuntu Light"/>
                <a:ea typeface="Ubuntu Light"/>
                <a:cs typeface="Ubuntu Light"/>
              </a:defRPr>
            </a:lvl1pPr>
            <a:lvl2pPr algn="ctr">
              <a:defRPr sz="1275" b="0">
                <a:solidFill>
                  <a:srgbClr val="FFFFFF"/>
                </a:solidFill>
                <a:latin typeface="Ubuntu Light"/>
                <a:ea typeface="Ubuntu Light"/>
                <a:cs typeface="Ubuntu Light"/>
              </a:defRPr>
            </a:lvl2pPr>
            <a:lvl3pPr algn="ctr">
              <a:defRPr sz="1275" b="0">
                <a:solidFill>
                  <a:srgbClr val="FFFFFF"/>
                </a:solidFill>
                <a:latin typeface="Ubuntu Light"/>
                <a:ea typeface="Ubuntu Light"/>
                <a:cs typeface="Ubuntu Light"/>
              </a:defRPr>
            </a:lvl3pPr>
            <a:lvl4pPr algn="ctr">
              <a:defRPr sz="1275" b="0">
                <a:solidFill>
                  <a:srgbClr val="FFFFFF"/>
                </a:solidFill>
                <a:latin typeface="Ubuntu Light"/>
                <a:ea typeface="Ubuntu Light"/>
                <a:cs typeface="Ubuntu Light"/>
              </a:defRPr>
            </a:lvl4pPr>
            <a:lvl5pPr algn="ctr">
              <a:defRPr sz="1275" b="0">
                <a:solidFill>
                  <a:srgbClr val="FFFFFF"/>
                </a:solidFill>
                <a:latin typeface="Ubuntu Light"/>
                <a:ea typeface="Ubuntu Light"/>
                <a:cs typeface="Ubuntu Light"/>
              </a:defRPr>
            </a:lvl5pPr>
            <a:lvl6pPr algn="ctr">
              <a:defRPr sz="1275" b="0">
                <a:solidFill>
                  <a:srgbClr val="FFFFFF"/>
                </a:solidFill>
                <a:latin typeface="Ubuntu Light"/>
                <a:ea typeface="Ubuntu Light"/>
                <a:cs typeface="Ubuntu Light"/>
              </a:defRPr>
            </a:lvl6pPr>
            <a:lvl7pPr algn="ctr">
              <a:defRPr sz="1275" b="0">
                <a:solidFill>
                  <a:srgbClr val="FFFFFF"/>
                </a:solidFill>
                <a:latin typeface="Ubuntu Light"/>
                <a:ea typeface="Ubuntu Light"/>
                <a:cs typeface="Ubuntu Light"/>
              </a:defRPr>
            </a:lvl7pPr>
            <a:lvl8pPr algn="ctr">
              <a:defRPr sz="1275" b="0">
                <a:solidFill>
                  <a:srgbClr val="FFFFFF"/>
                </a:solidFill>
                <a:latin typeface="Ubuntu Light"/>
                <a:ea typeface="Ubuntu Light"/>
                <a:cs typeface="Ubuntu Light"/>
              </a:defRPr>
            </a:lvl8pPr>
            <a:lvl9pPr algn="ctr">
              <a:defRPr sz="1275" b="0">
                <a:solidFill>
                  <a:srgbClr val="FFFFFF"/>
                </a:solidFill>
                <a:latin typeface="Ubuntu Light"/>
                <a:ea typeface="Ubuntu Light"/>
                <a:cs typeface="Ubuntu Light"/>
              </a:defRPr>
            </a:lvl9pPr>
          </a:lstStyle>
          <a:p>
            <a:pPr algn="ctr">
              <a:defRPr sz="1275" b="0">
                <a:solidFill>
                  <a:srgbClr val="FFFFFF"/>
                </a:solidFill>
                <a:latin typeface="Ubuntu Light"/>
                <a:ea typeface="Ubuntu Light"/>
                <a:cs typeface="Ubuntu Light"/>
              </a:defRPr>
            </a:pPr>
            <a:r>
              <a:rPr lang="en-HK" b="0" dirty="0">
                <a:latin typeface="Ubuntu Light"/>
                <a:ea typeface="Ubuntu Light"/>
                <a:cs typeface="Ubuntu Light"/>
              </a:rPr>
              <a:t>Still not guarantee </a:t>
            </a:r>
            <a:r>
              <a:rPr lang="en-HK" dirty="0"/>
              <a:t>100% </a:t>
            </a:r>
          </a:p>
          <a:p>
            <a:pPr algn="ctr">
              <a:defRPr sz="1275" b="0">
                <a:solidFill>
                  <a:srgbClr val="FFFFFF"/>
                </a:solidFill>
                <a:latin typeface="Ubuntu Light"/>
                <a:ea typeface="Ubuntu Light"/>
                <a:cs typeface="Ubuntu Light"/>
              </a:defRPr>
            </a:pPr>
            <a:r>
              <a:rPr lang="en-HK" dirty="0"/>
              <a:t>business logic c</a:t>
            </a:r>
            <a:r>
              <a:rPr lang="en-HK" b="0" dirty="0">
                <a:latin typeface="Ubuntu Light"/>
                <a:ea typeface="Ubuntu Light"/>
                <a:cs typeface="Ubuntu Light"/>
              </a:rPr>
              <a:t>overage, </a:t>
            </a:r>
            <a:r>
              <a:rPr lang="en-HK" b="1" dirty="0"/>
              <a:t>but </a:t>
            </a:r>
          </a:p>
          <a:p>
            <a:pPr algn="ctr">
              <a:defRPr sz="1275" b="0">
                <a:solidFill>
                  <a:srgbClr val="FFFFFF"/>
                </a:solidFill>
                <a:latin typeface="Ubuntu Light"/>
                <a:ea typeface="Ubuntu Light"/>
                <a:cs typeface="Ubuntu Light"/>
              </a:defRPr>
            </a:pPr>
            <a:r>
              <a:rPr lang="en-HK" b="1" dirty="0"/>
              <a:t>now we have </a:t>
            </a:r>
            <a:r>
              <a:rPr lang="en-HK" b="1" u="sng" dirty="0"/>
              <a:t>explainability</a:t>
            </a:r>
          </a:p>
          <a:p>
            <a:pPr algn="ctr">
              <a:defRPr sz="1275" b="0">
                <a:solidFill>
                  <a:srgbClr val="FFFFFF"/>
                </a:solidFill>
                <a:latin typeface="Ubuntu Light"/>
                <a:ea typeface="Ubuntu Light"/>
                <a:cs typeface="Ubuntu Light"/>
              </a:defRPr>
            </a:pPr>
            <a:r>
              <a:rPr lang="en-HK" b="1" u="sng" dirty="0"/>
              <a:t>why this code exec</a:t>
            </a:r>
            <a:r>
              <a:rPr lang="en-HK" u="sng" dirty="0"/>
              <a:t>utes</a:t>
            </a:r>
          </a:p>
        </p:txBody>
      </p:sp>
    </p:spTree>
    <p:extLst>
      <p:ext uri="{BB962C8B-B14F-4D97-AF65-F5344CB8AC3E}">
        <p14:creationId xmlns:p14="http://schemas.microsoft.com/office/powerpoint/2010/main" val="127060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ction-number">
            <a:extLst>
              <a:ext uri="{FF2B5EF4-FFF2-40B4-BE49-F238E27FC236}">
                <a16:creationId xmlns:a16="http://schemas.microsoft.com/office/drawing/2014/main" id="{2AEC70EB-4221-4B96-A877-D5A3E550E02E}"/>
              </a:ext>
            </a:extLst>
          </p:cNvPr>
          <p:cNvSpPr>
            <a:spLocks noGrp="1"/>
          </p:cNvSpPr>
          <p:nvPr/>
        </p:nvSpPr>
        <p:spPr>
          <a:xfrm>
            <a:off x="619125" y="1190625"/>
            <a:ext cx="7905750" cy="266700"/>
          </a:xfrm>
          <a:prstGeom prst="rect">
            <a:avLst/>
          </a:prstGeom>
          <a:noFill/>
          <a:ln w="0">
            <a:noFill/>
          </a:ln>
        </p:spPr>
        <p:txBody>
          <a:bodyPr wrap="none" lIns="0" tIns="0" rIns="0" bIns="0" anchor="t">
            <a:noAutofit/>
          </a:bodyPr>
          <a:lstStyle>
            <a:defPPr algn="l">
              <a:defRPr sz="1350" b="0">
                <a:solidFill>
                  <a:srgbClr val="B91561"/>
                </a:solidFill>
                <a:latin typeface="Ubuntu Light"/>
                <a:ea typeface="Ubuntu Light"/>
                <a:cs typeface="Ubuntu Light"/>
              </a:defRPr>
            </a:defPPr>
            <a:lvl1pPr algn="l">
              <a:defRPr sz="1350" b="0">
                <a:solidFill>
                  <a:srgbClr val="B91561"/>
                </a:solidFill>
                <a:latin typeface="Ubuntu Light"/>
                <a:ea typeface="Ubuntu Light"/>
                <a:cs typeface="Ubuntu Light"/>
              </a:defRPr>
            </a:lvl1pPr>
            <a:lvl2pPr algn="l">
              <a:defRPr sz="1350" b="0">
                <a:solidFill>
                  <a:srgbClr val="B91561"/>
                </a:solidFill>
                <a:latin typeface="Ubuntu Light"/>
                <a:ea typeface="Ubuntu Light"/>
                <a:cs typeface="Ubuntu Light"/>
              </a:defRPr>
            </a:lvl2pPr>
            <a:lvl3pPr algn="l">
              <a:defRPr sz="1350" b="0">
                <a:solidFill>
                  <a:srgbClr val="B91561"/>
                </a:solidFill>
                <a:latin typeface="Ubuntu Light"/>
                <a:ea typeface="Ubuntu Light"/>
                <a:cs typeface="Ubuntu Light"/>
              </a:defRPr>
            </a:lvl3pPr>
            <a:lvl4pPr algn="l">
              <a:defRPr sz="1350" b="0">
                <a:solidFill>
                  <a:srgbClr val="B91561"/>
                </a:solidFill>
                <a:latin typeface="Ubuntu Light"/>
                <a:ea typeface="Ubuntu Light"/>
                <a:cs typeface="Ubuntu Light"/>
              </a:defRPr>
            </a:lvl4pPr>
            <a:lvl5pPr algn="l">
              <a:defRPr sz="1350" b="0">
                <a:solidFill>
                  <a:srgbClr val="B91561"/>
                </a:solidFill>
                <a:latin typeface="Ubuntu Light"/>
                <a:ea typeface="Ubuntu Light"/>
                <a:cs typeface="Ubuntu Light"/>
              </a:defRPr>
            </a:lvl5pPr>
            <a:lvl6pPr algn="l">
              <a:defRPr sz="1350" b="0">
                <a:solidFill>
                  <a:srgbClr val="B91561"/>
                </a:solidFill>
                <a:latin typeface="Ubuntu Light"/>
                <a:ea typeface="Ubuntu Light"/>
                <a:cs typeface="Ubuntu Light"/>
              </a:defRPr>
            </a:lvl6pPr>
            <a:lvl7pPr algn="l">
              <a:defRPr sz="1350" b="0">
                <a:solidFill>
                  <a:srgbClr val="B91561"/>
                </a:solidFill>
                <a:latin typeface="Ubuntu Light"/>
                <a:ea typeface="Ubuntu Light"/>
                <a:cs typeface="Ubuntu Light"/>
              </a:defRPr>
            </a:lvl7pPr>
            <a:lvl8pPr algn="l">
              <a:defRPr sz="1350" b="0">
                <a:solidFill>
                  <a:srgbClr val="B91561"/>
                </a:solidFill>
                <a:latin typeface="Ubuntu Light"/>
                <a:ea typeface="Ubuntu Light"/>
                <a:cs typeface="Ubuntu Light"/>
              </a:defRPr>
            </a:lvl8pPr>
            <a:lvl9pPr algn="l">
              <a:defRPr sz="1350" b="0">
                <a:solidFill>
                  <a:srgbClr val="B91561"/>
                </a:solidFill>
                <a:latin typeface="Ubuntu Light"/>
                <a:ea typeface="Ubuntu Light"/>
                <a:cs typeface="Ubuntu Light"/>
              </a:defRPr>
            </a:lvl9pPr>
          </a:lstStyle>
          <a:p>
            <a:pPr algn="l">
              <a:defRPr sz="1350" b="0">
                <a:solidFill>
                  <a:srgbClr val="B91561"/>
                </a:solidFill>
                <a:latin typeface="Ubuntu Light"/>
                <a:ea typeface="Ubuntu Light"/>
                <a:cs typeface="Ubuntu Light"/>
              </a:defRPr>
            </a:pPr>
            <a:r>
              <a:rPr sz="1600" b="1" dirty="0">
                <a:latin typeface="Ubuntu Light"/>
                <a:ea typeface="Ubuntu Light"/>
                <a:cs typeface="Ubuntu Light"/>
              </a:rPr>
              <a:t>SECTION 02</a:t>
            </a:r>
          </a:p>
        </p:txBody>
      </p:sp>
      <p:sp>
        <p:nvSpPr>
          <p:cNvPr id="2" name="section-question">
            <a:extLst>
              <a:ext uri="{FF2B5EF4-FFF2-40B4-BE49-F238E27FC236}">
                <a16:creationId xmlns:a16="http://schemas.microsoft.com/office/drawing/2014/main" id="{C8A89D4A-8802-4FF5-AD94-D36DF4F4E7B2}"/>
              </a:ext>
            </a:extLst>
          </p:cNvPr>
          <p:cNvSpPr>
            <a:spLocks noGrp="1"/>
          </p:cNvSpPr>
          <p:nvPr/>
        </p:nvSpPr>
        <p:spPr>
          <a:xfrm>
            <a:off x="619125" y="1857375"/>
            <a:ext cx="7905750" cy="1905000"/>
          </a:xfrm>
          <a:prstGeom prst="rect">
            <a:avLst/>
          </a:prstGeom>
          <a:noFill/>
          <a:ln w="0">
            <a:noFill/>
          </a:ln>
        </p:spPr>
        <p:txBody>
          <a:bodyPr wrap="none" lIns="0" tIns="0" rIns="0" bIns="0" anchor="t">
            <a:noAutofit/>
          </a:bodyPr>
          <a:lstStyle>
            <a:defPPr algn="l">
              <a:defRPr sz="3300" b="0">
                <a:solidFill>
                  <a:srgbClr val="202D3E"/>
                </a:solidFill>
                <a:latin typeface="Ubuntu Light"/>
                <a:ea typeface="Ubuntu Light"/>
                <a:cs typeface="Ubuntu Light"/>
              </a:defRPr>
            </a:defPPr>
            <a:lvl1pPr algn="l">
              <a:buNone/>
              <a:defRPr sz="3300" b="0">
                <a:solidFill>
                  <a:srgbClr val="202D3E"/>
                </a:solidFill>
                <a:latin typeface="Ubuntu Light"/>
                <a:ea typeface="Ubuntu Light"/>
                <a:cs typeface="Ubuntu Light"/>
              </a:defRPr>
            </a:lvl1pPr>
            <a:lvl2pPr algn="l">
              <a:buNone/>
              <a:defRPr sz="3300" b="0">
                <a:solidFill>
                  <a:srgbClr val="202D3E"/>
                </a:solidFill>
                <a:latin typeface="Ubuntu Light"/>
                <a:ea typeface="Ubuntu Light"/>
                <a:cs typeface="Ubuntu Light"/>
              </a:defRPr>
            </a:lvl2pPr>
            <a:lvl3pPr algn="l">
              <a:buNone/>
              <a:defRPr sz="3300" b="0">
                <a:solidFill>
                  <a:srgbClr val="202D3E"/>
                </a:solidFill>
                <a:latin typeface="Ubuntu Light"/>
                <a:ea typeface="Ubuntu Light"/>
                <a:cs typeface="Ubuntu Light"/>
              </a:defRPr>
            </a:lvl3pPr>
            <a:lvl4pPr algn="l">
              <a:buNone/>
              <a:defRPr sz="3300" b="0">
                <a:solidFill>
                  <a:srgbClr val="202D3E"/>
                </a:solidFill>
                <a:latin typeface="Ubuntu Light"/>
                <a:ea typeface="Ubuntu Light"/>
                <a:cs typeface="Ubuntu Light"/>
              </a:defRPr>
            </a:lvl4pPr>
            <a:lvl5pPr algn="l">
              <a:buNone/>
              <a:defRPr sz="3300" b="0">
                <a:solidFill>
                  <a:srgbClr val="202D3E"/>
                </a:solidFill>
                <a:latin typeface="Ubuntu Light"/>
                <a:ea typeface="Ubuntu Light"/>
                <a:cs typeface="Ubuntu Light"/>
              </a:defRPr>
            </a:lvl5pPr>
            <a:lvl6pPr algn="l">
              <a:buNone/>
              <a:defRPr sz="3300" b="0">
                <a:solidFill>
                  <a:srgbClr val="202D3E"/>
                </a:solidFill>
                <a:latin typeface="Ubuntu Light"/>
                <a:ea typeface="Ubuntu Light"/>
                <a:cs typeface="Ubuntu Light"/>
              </a:defRPr>
            </a:lvl6pPr>
            <a:lvl7pPr algn="l">
              <a:buNone/>
              <a:defRPr sz="3300" b="0">
                <a:solidFill>
                  <a:srgbClr val="202D3E"/>
                </a:solidFill>
                <a:latin typeface="Ubuntu Light"/>
                <a:ea typeface="Ubuntu Light"/>
                <a:cs typeface="Ubuntu Light"/>
              </a:defRPr>
            </a:lvl7pPr>
            <a:lvl8pPr algn="l">
              <a:buNone/>
              <a:defRPr sz="3300" b="0">
                <a:solidFill>
                  <a:srgbClr val="202D3E"/>
                </a:solidFill>
                <a:latin typeface="Ubuntu Light"/>
                <a:ea typeface="Ubuntu Light"/>
                <a:cs typeface="Ubuntu Light"/>
              </a:defRPr>
            </a:lvl8pPr>
            <a:lvl9pPr algn="l">
              <a:buNone/>
              <a:defRPr sz="3300" b="0">
                <a:solidFill>
                  <a:srgbClr val="202D3E"/>
                </a:solidFill>
                <a:latin typeface="Ubuntu Light"/>
                <a:ea typeface="Ubuntu Light"/>
                <a:cs typeface="Ubuntu Light"/>
              </a:defRPr>
            </a:lvl9pPr>
          </a:lstStyle>
          <a:p>
            <a:pPr algn="l">
              <a:buNone/>
              <a:defRPr sz="3300" b="0">
                <a:solidFill>
                  <a:srgbClr val="202D3E"/>
                </a:solidFill>
                <a:latin typeface="Ubuntu Light"/>
                <a:ea typeface="Ubuntu Light"/>
                <a:cs typeface="Ubuntu Light"/>
              </a:defRPr>
            </a:pPr>
            <a:r>
              <a:rPr b="0">
                <a:latin typeface="Ubuntu Light"/>
                <a:ea typeface="Ubuntu Light"/>
                <a:cs typeface="Ubuntu Light"/>
              </a:rPr>
              <a:t>What should happen to a purchase order?</a:t>
            </a:r>
          </a:p>
        </p:txBody>
      </p:sp>
    </p:spTree>
    <p:extLst>
      <p:ext uri="{BB962C8B-B14F-4D97-AF65-F5344CB8AC3E}">
        <p14:creationId xmlns:p14="http://schemas.microsoft.com/office/powerpoint/2010/main" val="813467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title">
            <a:extLst>
              <a:ext uri="{FF2B5EF4-FFF2-40B4-BE49-F238E27FC236}">
                <a16:creationId xmlns:a16="http://schemas.microsoft.com/office/drawing/2014/main" id="{2CB1FD3F-89DC-41DA-82EB-44850C06B2DD}"/>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b="0" dirty="0">
                <a:latin typeface="Ubuntu Light"/>
                <a:ea typeface="Ubuntu Light"/>
                <a:cs typeface="Ubuntu Light"/>
              </a:rPr>
              <a:t>Create and cancel an order</a:t>
            </a:r>
            <a:r>
              <a:rPr lang="en-US" b="0" dirty="0">
                <a:latin typeface="Ubuntu Light"/>
                <a:ea typeface="Ubuntu Light"/>
                <a:cs typeface="Ubuntu Light"/>
              </a:rPr>
              <a:t> (Happy Paths)</a:t>
            </a:r>
            <a:endParaRPr b="0" dirty="0">
              <a:latin typeface="Ubuntu Light"/>
              <a:ea typeface="Ubuntu Light"/>
              <a:cs typeface="Ubuntu Light"/>
            </a:endParaRPr>
          </a:p>
        </p:txBody>
      </p:sp>
      <p:sp>
        <p:nvSpPr>
          <p:cNvPr id="2" name="order">
            <a:extLst>
              <a:ext uri="{FF2B5EF4-FFF2-40B4-BE49-F238E27FC236}">
                <a16:creationId xmlns:a16="http://schemas.microsoft.com/office/drawing/2014/main" id="{103342DB-E7C9-4345-91A6-CA9EC99F57B0}"/>
              </a:ext>
            </a:extLst>
          </p:cNvPr>
          <p:cNvSpPr>
            <a:spLocks noGrp="1"/>
          </p:cNvSpPr>
          <p:nvPr/>
        </p:nvSpPr>
        <p:spPr>
          <a:xfrm>
            <a:off x="619125" y="1381125"/>
            <a:ext cx="7905750" cy="285750"/>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dirty="0">
                <a:latin typeface="Ubuntu Light"/>
                <a:ea typeface="Ubuntu Light"/>
                <a:cs typeface="Ubuntu Light"/>
              </a:rPr>
              <a:t>Order quantity: </a:t>
            </a:r>
            <a:r>
              <a:rPr b="0" dirty="0">
                <a:latin typeface="Menlo"/>
                <a:ea typeface="Menlo"/>
                <a:cs typeface="Menlo"/>
              </a:rPr>
              <a:t>2</a:t>
            </a:r>
            <a:r>
              <a:rPr b="0" dirty="0">
                <a:latin typeface="Ubuntu Light"/>
                <a:ea typeface="Ubuntu Light"/>
                <a:cs typeface="Ubuntu Light"/>
              </a:rPr>
              <a:t> units. Initial stock: </a:t>
            </a:r>
            <a:r>
              <a:rPr b="0" dirty="0">
                <a:latin typeface="Menlo"/>
                <a:ea typeface="Menlo"/>
                <a:cs typeface="Menlo"/>
              </a:rPr>
              <a:t>10</a:t>
            </a:r>
            <a:r>
              <a:rPr b="0" dirty="0">
                <a:latin typeface="Ubuntu Light"/>
                <a:ea typeface="Ubuntu Light"/>
                <a:cs typeface="Ubuntu Light"/>
              </a:rPr>
              <a:t>.</a:t>
            </a:r>
          </a:p>
        </p:txBody>
      </p:sp>
      <p:sp>
        <p:nvSpPr>
          <p:cNvPr id="3" name="create-label">
            <a:extLst>
              <a:ext uri="{FF2B5EF4-FFF2-40B4-BE49-F238E27FC236}">
                <a16:creationId xmlns:a16="http://schemas.microsoft.com/office/drawing/2014/main" id="{2DA950DC-D3C2-4CBA-BFEA-BE447589F0DF}"/>
              </a:ext>
            </a:extLst>
          </p:cNvPr>
          <p:cNvSpPr>
            <a:spLocks noGrp="1"/>
          </p:cNvSpPr>
          <p:nvPr/>
        </p:nvSpPr>
        <p:spPr>
          <a:xfrm>
            <a:off x="619125" y="1752600"/>
            <a:ext cx="1809750" cy="257175"/>
          </a:xfrm>
          <a:prstGeom prst="rect">
            <a:avLst/>
          </a:prstGeom>
          <a:noFill/>
          <a:ln w="0">
            <a:noFill/>
          </a:ln>
        </p:spPr>
        <p:txBody>
          <a:bodyPr wrap="none" lIns="0" tIns="0" rIns="0" bIns="0" anchor="t">
            <a:noAutofit/>
          </a:bodyPr>
          <a:lstStyle>
            <a:defPPr algn="l">
              <a:defRPr sz="1500" b="0">
                <a:solidFill>
                  <a:srgbClr val="202D3E"/>
                </a:solidFill>
                <a:latin typeface="Ubuntu Light"/>
                <a:ea typeface="Ubuntu Light"/>
                <a:cs typeface="Ubuntu Light"/>
              </a:defRPr>
            </a:defPPr>
            <a:lvl1pPr algn="l">
              <a:defRPr sz="1500" b="0">
                <a:solidFill>
                  <a:srgbClr val="202D3E"/>
                </a:solidFill>
                <a:latin typeface="Ubuntu Light"/>
                <a:ea typeface="Ubuntu Light"/>
                <a:cs typeface="Ubuntu Light"/>
              </a:defRPr>
            </a:lvl1pPr>
            <a:lvl2pPr algn="l">
              <a:defRPr sz="1500" b="0">
                <a:solidFill>
                  <a:srgbClr val="202D3E"/>
                </a:solidFill>
                <a:latin typeface="Ubuntu Light"/>
                <a:ea typeface="Ubuntu Light"/>
                <a:cs typeface="Ubuntu Light"/>
              </a:defRPr>
            </a:lvl2pPr>
            <a:lvl3pPr algn="l">
              <a:defRPr sz="1500" b="0">
                <a:solidFill>
                  <a:srgbClr val="202D3E"/>
                </a:solidFill>
                <a:latin typeface="Ubuntu Light"/>
                <a:ea typeface="Ubuntu Light"/>
                <a:cs typeface="Ubuntu Light"/>
              </a:defRPr>
            </a:lvl3pPr>
            <a:lvl4pPr algn="l">
              <a:defRPr sz="1500" b="0">
                <a:solidFill>
                  <a:srgbClr val="202D3E"/>
                </a:solidFill>
                <a:latin typeface="Ubuntu Light"/>
                <a:ea typeface="Ubuntu Light"/>
                <a:cs typeface="Ubuntu Light"/>
              </a:defRPr>
            </a:lvl4pPr>
            <a:lvl5pPr algn="l">
              <a:defRPr sz="1500" b="0">
                <a:solidFill>
                  <a:srgbClr val="202D3E"/>
                </a:solidFill>
                <a:latin typeface="Ubuntu Light"/>
                <a:ea typeface="Ubuntu Light"/>
                <a:cs typeface="Ubuntu Light"/>
              </a:defRPr>
            </a:lvl5pPr>
            <a:lvl6pPr algn="l">
              <a:defRPr sz="1500" b="0">
                <a:solidFill>
                  <a:srgbClr val="202D3E"/>
                </a:solidFill>
                <a:latin typeface="Ubuntu Light"/>
                <a:ea typeface="Ubuntu Light"/>
                <a:cs typeface="Ubuntu Light"/>
              </a:defRPr>
            </a:lvl6pPr>
            <a:lvl7pPr algn="l">
              <a:defRPr sz="1500" b="0">
                <a:solidFill>
                  <a:srgbClr val="202D3E"/>
                </a:solidFill>
                <a:latin typeface="Ubuntu Light"/>
                <a:ea typeface="Ubuntu Light"/>
                <a:cs typeface="Ubuntu Light"/>
              </a:defRPr>
            </a:lvl7pPr>
            <a:lvl8pPr algn="l">
              <a:defRPr sz="1500" b="0">
                <a:solidFill>
                  <a:srgbClr val="202D3E"/>
                </a:solidFill>
                <a:latin typeface="Ubuntu Light"/>
                <a:ea typeface="Ubuntu Light"/>
                <a:cs typeface="Ubuntu Light"/>
              </a:defRPr>
            </a:lvl8pPr>
            <a:lvl9pPr algn="l">
              <a:defRPr sz="1500" b="0">
                <a:solidFill>
                  <a:srgbClr val="202D3E"/>
                </a:solidFill>
                <a:latin typeface="Ubuntu Light"/>
                <a:ea typeface="Ubuntu Light"/>
                <a:cs typeface="Ubuntu Light"/>
              </a:defRPr>
            </a:lvl9pPr>
          </a:lstStyle>
          <a:p>
            <a:pPr algn="l">
              <a:defRPr sz="1500" b="0">
                <a:solidFill>
                  <a:srgbClr val="202D3E"/>
                </a:solidFill>
                <a:latin typeface="Ubuntu Light"/>
                <a:ea typeface="Ubuntu Light"/>
                <a:cs typeface="Ubuntu Light"/>
              </a:defRPr>
            </a:pPr>
            <a:r>
              <a:rPr b="1" dirty="0">
                <a:solidFill>
                  <a:srgbClr val="00B050"/>
                </a:solidFill>
                <a:latin typeface="Ubuntu Light"/>
                <a:ea typeface="Ubuntu Light"/>
                <a:cs typeface="Ubuntu Light"/>
              </a:rPr>
              <a:t>Create order</a:t>
            </a:r>
          </a:p>
        </p:txBody>
      </p:sp>
      <p:sp>
        <p:nvSpPr>
          <p:cNvPr id="4" name="cancel-label">
            <a:extLst>
              <a:ext uri="{FF2B5EF4-FFF2-40B4-BE49-F238E27FC236}">
                <a16:creationId xmlns:a16="http://schemas.microsoft.com/office/drawing/2014/main" id="{23C0D744-75E9-4705-A58B-69A52B6FE9F1}"/>
              </a:ext>
            </a:extLst>
          </p:cNvPr>
          <p:cNvSpPr>
            <a:spLocks noGrp="1"/>
          </p:cNvSpPr>
          <p:nvPr/>
        </p:nvSpPr>
        <p:spPr>
          <a:xfrm>
            <a:off x="619125" y="3262311"/>
            <a:ext cx="1809750" cy="257175"/>
          </a:xfrm>
          <a:prstGeom prst="rect">
            <a:avLst/>
          </a:prstGeom>
          <a:noFill/>
          <a:ln w="0">
            <a:noFill/>
          </a:ln>
        </p:spPr>
        <p:txBody>
          <a:bodyPr wrap="none" lIns="0" tIns="0" rIns="0" bIns="0" anchor="t">
            <a:noAutofit/>
          </a:bodyPr>
          <a:lstStyle>
            <a:defPPr algn="l">
              <a:defRPr sz="1500" b="0">
                <a:solidFill>
                  <a:srgbClr val="202D3E"/>
                </a:solidFill>
                <a:latin typeface="Ubuntu Light"/>
                <a:ea typeface="Ubuntu Light"/>
                <a:cs typeface="Ubuntu Light"/>
              </a:defRPr>
            </a:defPPr>
            <a:lvl1pPr algn="l">
              <a:defRPr sz="1500" b="0">
                <a:solidFill>
                  <a:srgbClr val="202D3E"/>
                </a:solidFill>
                <a:latin typeface="Ubuntu Light"/>
                <a:ea typeface="Ubuntu Light"/>
                <a:cs typeface="Ubuntu Light"/>
              </a:defRPr>
            </a:lvl1pPr>
            <a:lvl2pPr algn="l">
              <a:defRPr sz="1500" b="0">
                <a:solidFill>
                  <a:srgbClr val="202D3E"/>
                </a:solidFill>
                <a:latin typeface="Ubuntu Light"/>
                <a:ea typeface="Ubuntu Light"/>
                <a:cs typeface="Ubuntu Light"/>
              </a:defRPr>
            </a:lvl2pPr>
            <a:lvl3pPr algn="l">
              <a:defRPr sz="1500" b="0">
                <a:solidFill>
                  <a:srgbClr val="202D3E"/>
                </a:solidFill>
                <a:latin typeface="Ubuntu Light"/>
                <a:ea typeface="Ubuntu Light"/>
                <a:cs typeface="Ubuntu Light"/>
              </a:defRPr>
            </a:lvl3pPr>
            <a:lvl4pPr algn="l">
              <a:defRPr sz="1500" b="0">
                <a:solidFill>
                  <a:srgbClr val="202D3E"/>
                </a:solidFill>
                <a:latin typeface="Ubuntu Light"/>
                <a:ea typeface="Ubuntu Light"/>
                <a:cs typeface="Ubuntu Light"/>
              </a:defRPr>
            </a:lvl4pPr>
            <a:lvl5pPr algn="l">
              <a:defRPr sz="1500" b="0">
                <a:solidFill>
                  <a:srgbClr val="202D3E"/>
                </a:solidFill>
                <a:latin typeface="Ubuntu Light"/>
                <a:ea typeface="Ubuntu Light"/>
                <a:cs typeface="Ubuntu Light"/>
              </a:defRPr>
            </a:lvl5pPr>
            <a:lvl6pPr algn="l">
              <a:defRPr sz="1500" b="0">
                <a:solidFill>
                  <a:srgbClr val="202D3E"/>
                </a:solidFill>
                <a:latin typeface="Ubuntu Light"/>
                <a:ea typeface="Ubuntu Light"/>
                <a:cs typeface="Ubuntu Light"/>
              </a:defRPr>
            </a:lvl6pPr>
            <a:lvl7pPr algn="l">
              <a:defRPr sz="1500" b="0">
                <a:solidFill>
                  <a:srgbClr val="202D3E"/>
                </a:solidFill>
                <a:latin typeface="Ubuntu Light"/>
                <a:ea typeface="Ubuntu Light"/>
                <a:cs typeface="Ubuntu Light"/>
              </a:defRPr>
            </a:lvl7pPr>
            <a:lvl8pPr algn="l">
              <a:defRPr sz="1500" b="0">
                <a:solidFill>
                  <a:srgbClr val="202D3E"/>
                </a:solidFill>
                <a:latin typeface="Ubuntu Light"/>
                <a:ea typeface="Ubuntu Light"/>
                <a:cs typeface="Ubuntu Light"/>
              </a:defRPr>
            </a:lvl8pPr>
            <a:lvl9pPr algn="l">
              <a:defRPr sz="1500" b="0">
                <a:solidFill>
                  <a:srgbClr val="202D3E"/>
                </a:solidFill>
                <a:latin typeface="Ubuntu Light"/>
                <a:ea typeface="Ubuntu Light"/>
                <a:cs typeface="Ubuntu Light"/>
              </a:defRPr>
            </a:lvl9pPr>
          </a:lstStyle>
          <a:p>
            <a:pPr algn="l">
              <a:defRPr sz="1500" b="0">
                <a:solidFill>
                  <a:srgbClr val="202D3E"/>
                </a:solidFill>
                <a:latin typeface="Ubuntu Light"/>
                <a:ea typeface="Ubuntu Light"/>
                <a:cs typeface="Ubuntu Light"/>
              </a:defRPr>
            </a:pPr>
            <a:r>
              <a:rPr b="1" dirty="0">
                <a:solidFill>
                  <a:srgbClr val="C00000"/>
                </a:solidFill>
                <a:latin typeface="Ubuntu Light"/>
                <a:ea typeface="Ubuntu Light"/>
                <a:cs typeface="Ubuntu Light"/>
              </a:rPr>
              <a:t>Cancel order</a:t>
            </a:r>
          </a:p>
        </p:txBody>
      </p:sp>
      <p:sp>
        <p:nvSpPr>
          <p:cNvPr id="5" name="merchant">
            <a:extLst>
              <a:ext uri="{FF2B5EF4-FFF2-40B4-BE49-F238E27FC236}">
                <a16:creationId xmlns:a16="http://schemas.microsoft.com/office/drawing/2014/main" id="{03007910-B6BF-43A9-A9B4-EBDD16ED7D3A}"/>
              </a:ext>
            </a:extLst>
          </p:cNvPr>
          <p:cNvSpPr>
            <a:spLocks noGrp="1"/>
          </p:cNvSpPr>
          <p:nvPr/>
        </p:nvSpPr>
        <p:spPr>
          <a:xfrm>
            <a:off x="619125" y="2105025"/>
            <a:ext cx="1476375" cy="523875"/>
          </a:xfrm>
          <a:prstGeom prst="roundRect">
            <a:avLst>
              <a:gd name="adj" fmla="val 14545"/>
            </a:avLst>
          </a:prstGeom>
          <a:solidFill>
            <a:srgbClr val="FFFFFF"/>
          </a:solidFill>
          <a:ln w="9525">
            <a:solidFill>
              <a:srgbClr val="475569"/>
            </a:solidFill>
          </a:ln>
        </p:spPr>
        <p:txBody>
          <a:bodyPr wrap="none" lIns="28575" tIns="28575" rIns="28575" bIns="28575" anchor="ctr">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Await merchant</a:t>
            </a:r>
          </a:p>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approval</a:t>
            </a:r>
          </a:p>
        </p:txBody>
      </p:sp>
      <p:sp>
        <p:nvSpPr>
          <p:cNvPr id="6" name="reserve">
            <a:extLst>
              <a:ext uri="{FF2B5EF4-FFF2-40B4-BE49-F238E27FC236}">
                <a16:creationId xmlns:a16="http://schemas.microsoft.com/office/drawing/2014/main" id="{B9E751E6-2275-4EEC-B7FD-975C30A8C45F}"/>
              </a:ext>
            </a:extLst>
          </p:cNvPr>
          <p:cNvSpPr>
            <a:spLocks noGrp="1"/>
          </p:cNvSpPr>
          <p:nvPr/>
        </p:nvSpPr>
        <p:spPr>
          <a:xfrm>
            <a:off x="2714625" y="2105025"/>
            <a:ext cx="1476375" cy="523875"/>
          </a:xfrm>
          <a:prstGeom prst="roundRect">
            <a:avLst>
              <a:gd name="adj" fmla="val 14545"/>
            </a:avLst>
          </a:prstGeom>
          <a:solidFill>
            <a:srgbClr val="FFFFFF"/>
          </a:solidFill>
          <a:ln w="9525">
            <a:solidFill>
              <a:srgbClr val="475569"/>
            </a:solidFill>
          </a:ln>
        </p:spPr>
        <p:txBody>
          <a:bodyPr wrap="none" lIns="28575" tIns="28575" rIns="28575" bIns="28575" anchor="ctr">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Reserve</a:t>
            </a:r>
          </a:p>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2 units</a:t>
            </a:r>
          </a:p>
        </p:txBody>
      </p:sp>
      <p:sp>
        <p:nvSpPr>
          <p:cNvPr id="7" name="charge">
            <a:extLst>
              <a:ext uri="{FF2B5EF4-FFF2-40B4-BE49-F238E27FC236}">
                <a16:creationId xmlns:a16="http://schemas.microsoft.com/office/drawing/2014/main" id="{15A145E5-FB53-4671-B3D0-A3FBD3F92F87}"/>
              </a:ext>
            </a:extLst>
          </p:cNvPr>
          <p:cNvSpPr>
            <a:spLocks noGrp="1"/>
          </p:cNvSpPr>
          <p:nvPr/>
        </p:nvSpPr>
        <p:spPr>
          <a:xfrm>
            <a:off x="4810125" y="2105025"/>
            <a:ext cx="1476375" cy="523875"/>
          </a:xfrm>
          <a:prstGeom prst="roundRect">
            <a:avLst>
              <a:gd name="adj" fmla="val 14545"/>
            </a:avLst>
          </a:prstGeom>
          <a:solidFill>
            <a:srgbClr val="FFFFFF"/>
          </a:solidFill>
          <a:ln w="9525">
            <a:solidFill>
              <a:srgbClr val="475569"/>
            </a:solidFill>
          </a:ln>
        </p:spPr>
        <p:txBody>
          <a:bodyPr wrap="none" lIns="28575" tIns="28575" rIns="28575" bIns="28575" anchor="ctr">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Charge</a:t>
            </a:r>
          </a:p>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payment</a:t>
            </a:r>
          </a:p>
        </p:txBody>
      </p:sp>
      <p:sp>
        <p:nvSpPr>
          <p:cNvPr id="8" name="confirm">
            <a:extLst>
              <a:ext uri="{FF2B5EF4-FFF2-40B4-BE49-F238E27FC236}">
                <a16:creationId xmlns:a16="http://schemas.microsoft.com/office/drawing/2014/main" id="{A3B9E44C-E1B3-4700-8AE1-731F576BA19F}"/>
              </a:ext>
            </a:extLst>
          </p:cNvPr>
          <p:cNvSpPr>
            <a:spLocks noGrp="1"/>
          </p:cNvSpPr>
          <p:nvPr/>
        </p:nvSpPr>
        <p:spPr>
          <a:xfrm>
            <a:off x="6905625" y="2105025"/>
            <a:ext cx="1476375" cy="523875"/>
          </a:xfrm>
          <a:prstGeom prst="roundRect">
            <a:avLst>
              <a:gd name="adj" fmla="val 14545"/>
            </a:avLst>
          </a:prstGeom>
          <a:solidFill>
            <a:srgbClr val="FFFFFF"/>
          </a:solidFill>
          <a:ln w="9525">
            <a:solidFill>
              <a:srgbClr val="475569"/>
            </a:solidFill>
          </a:ln>
        </p:spPr>
        <p:txBody>
          <a:bodyPr wrap="none" lIns="28575" tIns="28575" rIns="28575" bIns="28575" anchor="ctr">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Confirm</a:t>
            </a:r>
          </a:p>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order</a:t>
            </a:r>
          </a:p>
        </p:txBody>
      </p:sp>
      <p:cxnSp>
        <p:nvCxnSpPr>
          <p:cNvPr id="9" name="approved-flow-0">
            <a:extLst>
              <a:ext uri="{FF2B5EF4-FFF2-40B4-BE49-F238E27FC236}">
                <a16:creationId xmlns:a16="http://schemas.microsoft.com/office/drawing/2014/main" id="{5C5C19D9-D912-4FAA-862D-C67F340822CA}"/>
              </a:ext>
            </a:extLst>
          </p:cNvPr>
          <p:cNvCxnSpPr/>
          <p:nvPr/>
        </p:nvCxnSpPr>
        <p:spPr>
          <a:xfrm>
            <a:off x="2124075" y="2366963"/>
            <a:ext cx="561975" cy="0"/>
          </a:xfrm>
          <a:prstGeom prst="straightConnector1">
            <a:avLst/>
          </a:prstGeom>
          <a:ln w="19050">
            <a:solidFill>
              <a:srgbClr val="202D3E"/>
            </a:solidFill>
            <a:tailEnd type="triangle" w="sm" len="sm"/>
          </a:ln>
        </p:spPr>
      </p:cxnSp>
      <p:sp>
        <p:nvSpPr>
          <p:cNvPr id="10" name="approved-label">
            <a:extLst>
              <a:ext uri="{FF2B5EF4-FFF2-40B4-BE49-F238E27FC236}">
                <a16:creationId xmlns:a16="http://schemas.microsoft.com/office/drawing/2014/main" id="{FA910C5C-F490-41FE-B237-CBD6A87A7DC7}"/>
              </a:ext>
            </a:extLst>
          </p:cNvPr>
          <p:cNvSpPr>
            <a:spLocks noGrp="1"/>
          </p:cNvSpPr>
          <p:nvPr/>
        </p:nvSpPr>
        <p:spPr>
          <a:xfrm>
            <a:off x="1952625" y="1809751"/>
            <a:ext cx="914400" cy="228600"/>
          </a:xfrm>
          <a:prstGeom prst="rect">
            <a:avLst/>
          </a:prstGeom>
          <a:noFill/>
          <a:ln w="0">
            <a:noFill/>
          </a:ln>
        </p:spPr>
        <p:txBody>
          <a:bodyPr wrap="none" lIns="0" tIns="0" rIns="0" bIns="0" anchor="t">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rPr b="0" dirty="0">
                <a:latin typeface="Ubuntu Light"/>
                <a:ea typeface="Ubuntu Light"/>
                <a:cs typeface="Ubuntu Light"/>
              </a:rPr>
              <a:t>Approved</a:t>
            </a:r>
          </a:p>
        </p:txBody>
      </p:sp>
      <p:cxnSp>
        <p:nvCxnSpPr>
          <p:cNvPr id="11" name="reserved-flow-0">
            <a:extLst>
              <a:ext uri="{FF2B5EF4-FFF2-40B4-BE49-F238E27FC236}">
                <a16:creationId xmlns:a16="http://schemas.microsoft.com/office/drawing/2014/main" id="{38930DC6-BCDC-4C35-85D9-BFEA10E0112C}"/>
              </a:ext>
            </a:extLst>
          </p:cNvPr>
          <p:cNvCxnSpPr/>
          <p:nvPr/>
        </p:nvCxnSpPr>
        <p:spPr>
          <a:xfrm>
            <a:off x="4219575" y="2366963"/>
            <a:ext cx="561975" cy="0"/>
          </a:xfrm>
          <a:prstGeom prst="straightConnector1">
            <a:avLst/>
          </a:prstGeom>
          <a:ln w="19050">
            <a:solidFill>
              <a:srgbClr val="202D3E"/>
            </a:solidFill>
            <a:tailEnd type="triangle" w="sm" len="sm"/>
          </a:ln>
        </p:spPr>
      </p:cxnSp>
      <p:sp>
        <p:nvSpPr>
          <p:cNvPr id="12" name="reserved-label">
            <a:extLst>
              <a:ext uri="{FF2B5EF4-FFF2-40B4-BE49-F238E27FC236}">
                <a16:creationId xmlns:a16="http://schemas.microsoft.com/office/drawing/2014/main" id="{2839A41D-2ADF-44CF-A045-660E8AECE991}"/>
              </a:ext>
            </a:extLst>
          </p:cNvPr>
          <p:cNvSpPr>
            <a:spLocks noGrp="1"/>
          </p:cNvSpPr>
          <p:nvPr/>
        </p:nvSpPr>
        <p:spPr>
          <a:xfrm>
            <a:off x="4048125" y="1885950"/>
            <a:ext cx="914400" cy="228600"/>
          </a:xfrm>
          <a:prstGeom prst="rect">
            <a:avLst/>
          </a:prstGeom>
          <a:noFill/>
          <a:ln w="0">
            <a:noFill/>
          </a:ln>
        </p:spPr>
        <p:txBody>
          <a:bodyPr wrap="none" lIns="0" tIns="0" rIns="0" bIns="0" anchor="t">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rPr b="0" dirty="0">
                <a:latin typeface="Ubuntu Light"/>
                <a:ea typeface="Ubuntu Light"/>
                <a:cs typeface="Ubuntu Light"/>
              </a:rPr>
              <a:t>Reserved</a:t>
            </a:r>
          </a:p>
        </p:txBody>
      </p:sp>
      <p:cxnSp>
        <p:nvCxnSpPr>
          <p:cNvPr id="13" name="paid-flow-0">
            <a:extLst>
              <a:ext uri="{FF2B5EF4-FFF2-40B4-BE49-F238E27FC236}">
                <a16:creationId xmlns:a16="http://schemas.microsoft.com/office/drawing/2014/main" id="{1DF145F6-0A76-43F0-BD6C-B493EEC59005}"/>
              </a:ext>
            </a:extLst>
          </p:cNvPr>
          <p:cNvCxnSpPr/>
          <p:nvPr/>
        </p:nvCxnSpPr>
        <p:spPr>
          <a:xfrm>
            <a:off x="6315075" y="2366963"/>
            <a:ext cx="561975" cy="0"/>
          </a:xfrm>
          <a:prstGeom prst="straightConnector1">
            <a:avLst/>
          </a:prstGeom>
          <a:ln w="19050">
            <a:solidFill>
              <a:srgbClr val="202D3E"/>
            </a:solidFill>
            <a:tailEnd type="triangle" w="sm" len="sm"/>
          </a:ln>
        </p:spPr>
      </p:cxnSp>
      <p:sp>
        <p:nvSpPr>
          <p:cNvPr id="14" name="paid-label">
            <a:extLst>
              <a:ext uri="{FF2B5EF4-FFF2-40B4-BE49-F238E27FC236}">
                <a16:creationId xmlns:a16="http://schemas.microsoft.com/office/drawing/2014/main" id="{91C887DE-5B0D-4CDE-BB2F-8A3E7E4F03AE}"/>
              </a:ext>
            </a:extLst>
          </p:cNvPr>
          <p:cNvSpPr>
            <a:spLocks noGrp="1"/>
          </p:cNvSpPr>
          <p:nvPr/>
        </p:nvSpPr>
        <p:spPr>
          <a:xfrm>
            <a:off x="6143625" y="1885950"/>
            <a:ext cx="914400" cy="228600"/>
          </a:xfrm>
          <a:prstGeom prst="rect">
            <a:avLst/>
          </a:prstGeom>
          <a:noFill/>
          <a:ln w="0">
            <a:noFill/>
          </a:ln>
        </p:spPr>
        <p:txBody>
          <a:bodyPr wrap="none" lIns="0" tIns="0" rIns="0" bIns="0" anchor="t">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rPr b="0" dirty="0">
                <a:latin typeface="Ubuntu Light"/>
                <a:ea typeface="Ubuntu Light"/>
                <a:cs typeface="Ubuntu Light"/>
              </a:rPr>
              <a:t>Paid</a:t>
            </a:r>
          </a:p>
        </p:txBody>
      </p:sp>
      <p:sp>
        <p:nvSpPr>
          <p:cNvPr id="15" name="stock-reserved">
            <a:extLst>
              <a:ext uri="{FF2B5EF4-FFF2-40B4-BE49-F238E27FC236}">
                <a16:creationId xmlns:a16="http://schemas.microsoft.com/office/drawing/2014/main" id="{78655B02-9DCB-43EA-8ECF-33B2FF8F8A69}"/>
              </a:ext>
            </a:extLst>
          </p:cNvPr>
          <p:cNvSpPr>
            <a:spLocks noGrp="1"/>
          </p:cNvSpPr>
          <p:nvPr/>
        </p:nvSpPr>
        <p:spPr>
          <a:xfrm>
            <a:off x="3000375" y="2686050"/>
            <a:ext cx="2095500" cy="257175"/>
          </a:xfrm>
          <a:prstGeom prst="rect">
            <a:avLst/>
          </a:prstGeom>
          <a:noFill/>
          <a:ln w="0">
            <a:noFill/>
          </a:ln>
        </p:spPr>
        <p:txBody>
          <a:bodyPr wrap="none" lIns="0" tIns="0" rIns="0" bIns="0" anchor="t">
            <a:noAutofit/>
          </a:bodyPr>
          <a:lstStyle>
            <a:defPPr algn="l">
              <a:defRPr sz="1425" b="0">
                <a:solidFill>
                  <a:srgbClr val="202D3E"/>
                </a:solidFill>
                <a:latin typeface="Ubuntu Light"/>
                <a:ea typeface="Ubuntu Light"/>
                <a:cs typeface="Ubuntu Light"/>
              </a:defRPr>
            </a:defPPr>
            <a:lvl1pPr algn="l">
              <a:defRPr sz="1425" b="0">
                <a:solidFill>
                  <a:srgbClr val="202D3E"/>
                </a:solidFill>
                <a:latin typeface="Ubuntu Light"/>
                <a:ea typeface="Ubuntu Light"/>
                <a:cs typeface="Ubuntu Light"/>
              </a:defRPr>
            </a:lvl1pPr>
            <a:lvl2pPr algn="l">
              <a:defRPr sz="1425" b="0">
                <a:solidFill>
                  <a:srgbClr val="202D3E"/>
                </a:solidFill>
                <a:latin typeface="Ubuntu Light"/>
                <a:ea typeface="Ubuntu Light"/>
                <a:cs typeface="Ubuntu Light"/>
              </a:defRPr>
            </a:lvl2pPr>
            <a:lvl3pPr algn="l">
              <a:defRPr sz="1425" b="0">
                <a:solidFill>
                  <a:srgbClr val="202D3E"/>
                </a:solidFill>
                <a:latin typeface="Ubuntu Light"/>
                <a:ea typeface="Ubuntu Light"/>
                <a:cs typeface="Ubuntu Light"/>
              </a:defRPr>
            </a:lvl3pPr>
            <a:lvl4pPr algn="l">
              <a:defRPr sz="1425" b="0">
                <a:solidFill>
                  <a:srgbClr val="202D3E"/>
                </a:solidFill>
                <a:latin typeface="Ubuntu Light"/>
                <a:ea typeface="Ubuntu Light"/>
                <a:cs typeface="Ubuntu Light"/>
              </a:defRPr>
            </a:lvl4pPr>
            <a:lvl5pPr algn="l">
              <a:defRPr sz="1425" b="0">
                <a:solidFill>
                  <a:srgbClr val="202D3E"/>
                </a:solidFill>
                <a:latin typeface="Ubuntu Light"/>
                <a:ea typeface="Ubuntu Light"/>
                <a:cs typeface="Ubuntu Light"/>
              </a:defRPr>
            </a:lvl5pPr>
            <a:lvl6pPr algn="l">
              <a:defRPr sz="1425" b="0">
                <a:solidFill>
                  <a:srgbClr val="202D3E"/>
                </a:solidFill>
                <a:latin typeface="Ubuntu Light"/>
                <a:ea typeface="Ubuntu Light"/>
                <a:cs typeface="Ubuntu Light"/>
              </a:defRPr>
            </a:lvl6pPr>
            <a:lvl7pPr algn="l">
              <a:defRPr sz="1425" b="0">
                <a:solidFill>
                  <a:srgbClr val="202D3E"/>
                </a:solidFill>
                <a:latin typeface="Ubuntu Light"/>
                <a:ea typeface="Ubuntu Light"/>
                <a:cs typeface="Ubuntu Light"/>
              </a:defRPr>
            </a:lvl7pPr>
            <a:lvl8pPr algn="l">
              <a:defRPr sz="1425" b="0">
                <a:solidFill>
                  <a:srgbClr val="202D3E"/>
                </a:solidFill>
                <a:latin typeface="Ubuntu Light"/>
                <a:ea typeface="Ubuntu Light"/>
                <a:cs typeface="Ubuntu Light"/>
              </a:defRPr>
            </a:lvl8pPr>
            <a:lvl9pPr algn="l">
              <a:defRPr sz="1425" b="0">
                <a:solidFill>
                  <a:srgbClr val="202D3E"/>
                </a:solidFill>
                <a:latin typeface="Ubuntu Light"/>
                <a:ea typeface="Ubuntu Light"/>
                <a:cs typeface="Ubuntu Light"/>
              </a:defRPr>
            </a:lvl9pPr>
          </a:lstStyle>
          <a:p>
            <a:pPr algn="l">
              <a:defRPr sz="1425" b="0">
                <a:solidFill>
                  <a:srgbClr val="202D3E"/>
                </a:solidFill>
                <a:latin typeface="Ubuntu Light"/>
                <a:ea typeface="Ubuntu Light"/>
                <a:cs typeface="Ubuntu Light"/>
              </a:defRPr>
            </a:pPr>
            <a:r>
              <a:rPr b="0" dirty="0">
                <a:latin typeface="Ubuntu Light"/>
                <a:ea typeface="Ubuntu Light"/>
                <a:cs typeface="Ubuntu Light"/>
              </a:rPr>
              <a:t>Stock: </a:t>
            </a:r>
            <a:r>
              <a:rPr b="0" dirty="0">
                <a:latin typeface="Menlo"/>
                <a:ea typeface="Menlo"/>
                <a:cs typeface="Menlo"/>
              </a:rPr>
              <a:t>10</a:t>
            </a:r>
            <a:r>
              <a:rPr b="0" dirty="0">
                <a:latin typeface="Ubuntu Light"/>
                <a:ea typeface="Ubuntu Light"/>
                <a:cs typeface="Ubuntu Light"/>
              </a:rPr>
              <a:t> → </a:t>
            </a:r>
            <a:r>
              <a:rPr b="0" dirty="0">
                <a:latin typeface="Menlo"/>
                <a:ea typeface="Menlo"/>
                <a:cs typeface="Menlo"/>
              </a:rPr>
              <a:t>8</a:t>
            </a:r>
          </a:p>
        </p:txBody>
      </p:sp>
      <p:sp>
        <p:nvSpPr>
          <p:cNvPr id="16" name="read-paid">
            <a:extLst>
              <a:ext uri="{FF2B5EF4-FFF2-40B4-BE49-F238E27FC236}">
                <a16:creationId xmlns:a16="http://schemas.microsoft.com/office/drawing/2014/main" id="{D65534DF-F924-4708-8424-3B5220B1A60F}"/>
              </a:ext>
            </a:extLst>
          </p:cNvPr>
          <p:cNvSpPr>
            <a:spLocks noGrp="1"/>
          </p:cNvSpPr>
          <p:nvPr/>
        </p:nvSpPr>
        <p:spPr>
          <a:xfrm>
            <a:off x="619125" y="3602830"/>
            <a:ext cx="1476375" cy="523875"/>
          </a:xfrm>
          <a:prstGeom prst="roundRect">
            <a:avLst>
              <a:gd name="adj" fmla="val 14545"/>
            </a:avLst>
          </a:prstGeom>
          <a:solidFill>
            <a:srgbClr val="FFFFFF"/>
          </a:solidFill>
          <a:ln w="9525">
            <a:solidFill>
              <a:srgbClr val="475569"/>
            </a:solidFill>
          </a:ln>
        </p:spPr>
        <p:txBody>
          <a:bodyPr wrap="none" lIns="28575" tIns="28575" rIns="28575" bIns="28575" anchor="ctr">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lnSpc>
                <a:spcPct val="110000"/>
              </a:lnSpc>
              <a:buNone/>
              <a:defRPr sz="1500" b="0">
                <a:solidFill>
                  <a:srgbClr val="202D3E"/>
                </a:solidFill>
                <a:latin typeface="Ubuntu Light"/>
                <a:ea typeface="Ubuntu Light"/>
                <a:cs typeface="Ubuntu Light"/>
              </a:defRPr>
            </a:pPr>
            <a:r>
              <a:rPr sz="1500" b="0">
                <a:solidFill>
                  <a:srgbClr val="202D3E"/>
                </a:solidFill>
                <a:latin typeface="Ubuntu Light"/>
                <a:ea typeface="Ubuntu Light"/>
                <a:cs typeface="Ubuntu Light"/>
              </a:rPr>
              <a:t>Read paid</a:t>
            </a:r>
          </a:p>
          <a:p>
            <a:pPr algn="ctr">
              <a:lnSpc>
                <a:spcPct val="110000"/>
              </a:lnSpc>
              <a:buNone/>
              <a:defRPr sz="1500" b="0">
                <a:solidFill>
                  <a:srgbClr val="202D3E"/>
                </a:solidFill>
                <a:latin typeface="Ubuntu Light"/>
                <a:ea typeface="Ubuntu Light"/>
                <a:cs typeface="Ubuntu Light"/>
              </a:defRPr>
            </a:pPr>
            <a:r>
              <a:rPr sz="1500" b="0">
                <a:solidFill>
                  <a:srgbClr val="202D3E"/>
                </a:solidFill>
                <a:latin typeface="Ubuntu Light"/>
                <a:ea typeface="Ubuntu Light"/>
                <a:cs typeface="Ubuntu Light"/>
              </a:rPr>
              <a:t>order</a:t>
            </a:r>
          </a:p>
        </p:txBody>
      </p:sp>
      <p:sp>
        <p:nvSpPr>
          <p:cNvPr id="17" name="refund">
            <a:extLst>
              <a:ext uri="{FF2B5EF4-FFF2-40B4-BE49-F238E27FC236}">
                <a16:creationId xmlns:a16="http://schemas.microsoft.com/office/drawing/2014/main" id="{193433C3-7618-43DE-8A88-DDBC12E12A03}"/>
              </a:ext>
            </a:extLst>
          </p:cNvPr>
          <p:cNvSpPr>
            <a:spLocks noGrp="1"/>
          </p:cNvSpPr>
          <p:nvPr/>
        </p:nvSpPr>
        <p:spPr>
          <a:xfrm>
            <a:off x="3181510" y="3602830"/>
            <a:ext cx="1476375" cy="523875"/>
          </a:xfrm>
          <a:prstGeom prst="roundRect">
            <a:avLst>
              <a:gd name="adj" fmla="val 14545"/>
            </a:avLst>
          </a:prstGeom>
          <a:solidFill>
            <a:srgbClr val="FFFFFF"/>
          </a:solidFill>
          <a:ln w="9525">
            <a:solidFill>
              <a:srgbClr val="475569"/>
            </a:solidFill>
          </a:ln>
        </p:spPr>
        <p:txBody>
          <a:bodyPr wrap="none" lIns="28575" tIns="28575" rIns="28575" bIns="28575" anchor="ctr">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Refund</a:t>
            </a:r>
          </a:p>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payment</a:t>
            </a:r>
          </a:p>
        </p:txBody>
      </p:sp>
      <p:sp>
        <p:nvSpPr>
          <p:cNvPr id="18" name="cancel-restore">
            <a:extLst>
              <a:ext uri="{FF2B5EF4-FFF2-40B4-BE49-F238E27FC236}">
                <a16:creationId xmlns:a16="http://schemas.microsoft.com/office/drawing/2014/main" id="{B5874553-37A4-4042-A650-C513259354BA}"/>
              </a:ext>
            </a:extLst>
          </p:cNvPr>
          <p:cNvSpPr>
            <a:spLocks noGrp="1"/>
          </p:cNvSpPr>
          <p:nvPr/>
        </p:nvSpPr>
        <p:spPr>
          <a:xfrm>
            <a:off x="6248400" y="3602830"/>
            <a:ext cx="1619250" cy="523875"/>
          </a:xfrm>
          <a:prstGeom prst="roundRect">
            <a:avLst>
              <a:gd name="adj" fmla="val 14545"/>
            </a:avLst>
          </a:prstGeom>
          <a:solidFill>
            <a:srgbClr val="FFFFFF"/>
          </a:solidFill>
          <a:ln w="9525">
            <a:solidFill>
              <a:srgbClr val="475569"/>
            </a:solidFill>
          </a:ln>
        </p:spPr>
        <p:txBody>
          <a:bodyPr wrap="none" lIns="28575" tIns="28575" rIns="28575" bIns="28575" anchor="ctr">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Cancel order</a:t>
            </a:r>
          </a:p>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Restore stock</a:t>
            </a:r>
          </a:p>
        </p:txBody>
      </p:sp>
      <p:cxnSp>
        <p:nvCxnSpPr>
          <p:cNvPr id="19" name="read-refund-flow-0">
            <a:extLst>
              <a:ext uri="{FF2B5EF4-FFF2-40B4-BE49-F238E27FC236}">
                <a16:creationId xmlns:a16="http://schemas.microsoft.com/office/drawing/2014/main" id="{0ACFB559-A7EF-4858-8F3D-F9DA0678F0CB}"/>
              </a:ext>
            </a:extLst>
          </p:cNvPr>
          <p:cNvCxnSpPr>
            <a:cxnSpLocks/>
            <a:endCxn id="17" idx="1"/>
          </p:cNvCxnSpPr>
          <p:nvPr/>
        </p:nvCxnSpPr>
        <p:spPr>
          <a:xfrm>
            <a:off x="2124075" y="3864768"/>
            <a:ext cx="1057435" cy="0"/>
          </a:xfrm>
          <a:prstGeom prst="straightConnector1">
            <a:avLst/>
          </a:prstGeom>
          <a:ln w="19050">
            <a:solidFill>
              <a:srgbClr val="202D3E"/>
            </a:solidFill>
            <a:tailEnd type="triangle" w="sm" len="sm"/>
          </a:ln>
        </p:spPr>
      </p:cxnSp>
      <p:sp>
        <p:nvSpPr>
          <p:cNvPr id="20" name="payment-found">
            <a:extLst>
              <a:ext uri="{FF2B5EF4-FFF2-40B4-BE49-F238E27FC236}">
                <a16:creationId xmlns:a16="http://schemas.microsoft.com/office/drawing/2014/main" id="{8C1CDBBD-69CF-44D8-9BBC-E531F7B3E830}"/>
              </a:ext>
            </a:extLst>
          </p:cNvPr>
          <p:cNvSpPr>
            <a:spLocks noGrp="1"/>
          </p:cNvSpPr>
          <p:nvPr/>
        </p:nvSpPr>
        <p:spPr>
          <a:xfrm>
            <a:off x="2043192" y="3332628"/>
            <a:ext cx="1219200" cy="228600"/>
          </a:xfrm>
          <a:prstGeom prst="rect">
            <a:avLst/>
          </a:prstGeom>
          <a:noFill/>
          <a:ln w="0">
            <a:noFill/>
          </a:ln>
        </p:spPr>
        <p:txBody>
          <a:bodyPr wrap="none" lIns="0" tIns="0" rIns="0" bIns="0" anchor="t">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rPr b="0" dirty="0">
                <a:latin typeface="Ubuntu Light"/>
                <a:ea typeface="Ubuntu Light"/>
                <a:cs typeface="Ubuntu Light"/>
              </a:rPr>
              <a:t>Payment found</a:t>
            </a:r>
          </a:p>
        </p:txBody>
      </p:sp>
      <p:cxnSp>
        <p:nvCxnSpPr>
          <p:cNvPr id="21" name="refund-cancel-flow-0">
            <a:extLst>
              <a:ext uri="{FF2B5EF4-FFF2-40B4-BE49-F238E27FC236}">
                <a16:creationId xmlns:a16="http://schemas.microsoft.com/office/drawing/2014/main" id="{64C02EB8-A724-45DD-8747-F8B9D1243092}"/>
              </a:ext>
            </a:extLst>
          </p:cNvPr>
          <p:cNvCxnSpPr>
            <a:cxnSpLocks/>
            <a:stCxn id="17" idx="3"/>
            <a:endCxn id="18" idx="1"/>
          </p:cNvCxnSpPr>
          <p:nvPr/>
        </p:nvCxnSpPr>
        <p:spPr>
          <a:xfrm>
            <a:off x="4657885" y="3864768"/>
            <a:ext cx="1590515" cy="0"/>
          </a:xfrm>
          <a:prstGeom prst="straightConnector1">
            <a:avLst/>
          </a:prstGeom>
          <a:ln w="19050">
            <a:solidFill>
              <a:srgbClr val="202D3E"/>
            </a:solidFill>
            <a:tailEnd type="triangle" w="sm" len="sm"/>
          </a:ln>
        </p:spPr>
      </p:cxnSp>
      <p:sp>
        <p:nvSpPr>
          <p:cNvPr id="22" name="refund-confirmed">
            <a:extLst>
              <a:ext uri="{FF2B5EF4-FFF2-40B4-BE49-F238E27FC236}">
                <a16:creationId xmlns:a16="http://schemas.microsoft.com/office/drawing/2014/main" id="{3F9B3B2B-C687-433F-8A23-22B79EE2FEAF}"/>
              </a:ext>
            </a:extLst>
          </p:cNvPr>
          <p:cNvSpPr>
            <a:spLocks noGrp="1"/>
          </p:cNvSpPr>
          <p:nvPr/>
        </p:nvSpPr>
        <p:spPr>
          <a:xfrm>
            <a:off x="4605417" y="3332628"/>
            <a:ext cx="1695450" cy="228600"/>
          </a:xfrm>
          <a:prstGeom prst="rect">
            <a:avLst/>
          </a:prstGeom>
          <a:noFill/>
          <a:ln w="0">
            <a:noFill/>
          </a:ln>
        </p:spPr>
        <p:txBody>
          <a:bodyPr wrap="none" lIns="0" tIns="0" rIns="0" bIns="0" anchor="t">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rPr b="0" dirty="0">
                <a:latin typeface="Ubuntu Light"/>
                <a:ea typeface="Ubuntu Light"/>
                <a:cs typeface="Ubuntu Light"/>
              </a:rPr>
              <a:t>Refund confirmed</a:t>
            </a:r>
          </a:p>
        </p:txBody>
      </p:sp>
      <p:sp>
        <p:nvSpPr>
          <p:cNvPr id="28" name="stock-reserved">
            <a:extLst>
              <a:ext uri="{FF2B5EF4-FFF2-40B4-BE49-F238E27FC236}">
                <a16:creationId xmlns:a16="http://schemas.microsoft.com/office/drawing/2014/main" id="{6AB2F2A6-25CD-70D7-8CA9-773EDC60789F}"/>
              </a:ext>
            </a:extLst>
          </p:cNvPr>
          <p:cNvSpPr>
            <a:spLocks noGrp="1"/>
          </p:cNvSpPr>
          <p:nvPr/>
        </p:nvSpPr>
        <p:spPr>
          <a:xfrm>
            <a:off x="6425853" y="3318340"/>
            <a:ext cx="1264344" cy="257175"/>
          </a:xfrm>
          <a:prstGeom prst="rect">
            <a:avLst/>
          </a:prstGeom>
          <a:noFill/>
          <a:ln w="0">
            <a:noFill/>
          </a:ln>
        </p:spPr>
        <p:txBody>
          <a:bodyPr wrap="none" lIns="0" tIns="0" rIns="0" bIns="0" anchor="t">
            <a:noAutofit/>
          </a:bodyPr>
          <a:lstStyle>
            <a:defPPr algn="l">
              <a:defRPr sz="1425" b="0">
                <a:solidFill>
                  <a:srgbClr val="202D3E"/>
                </a:solidFill>
                <a:latin typeface="Ubuntu Light"/>
                <a:ea typeface="Ubuntu Light"/>
                <a:cs typeface="Ubuntu Light"/>
              </a:defRPr>
            </a:defPPr>
            <a:lvl1pPr algn="l">
              <a:defRPr sz="1425" b="0">
                <a:solidFill>
                  <a:srgbClr val="202D3E"/>
                </a:solidFill>
                <a:latin typeface="Ubuntu Light"/>
                <a:ea typeface="Ubuntu Light"/>
                <a:cs typeface="Ubuntu Light"/>
              </a:defRPr>
            </a:lvl1pPr>
            <a:lvl2pPr algn="l">
              <a:defRPr sz="1425" b="0">
                <a:solidFill>
                  <a:srgbClr val="202D3E"/>
                </a:solidFill>
                <a:latin typeface="Ubuntu Light"/>
                <a:ea typeface="Ubuntu Light"/>
                <a:cs typeface="Ubuntu Light"/>
              </a:defRPr>
            </a:lvl2pPr>
            <a:lvl3pPr algn="l">
              <a:defRPr sz="1425" b="0">
                <a:solidFill>
                  <a:srgbClr val="202D3E"/>
                </a:solidFill>
                <a:latin typeface="Ubuntu Light"/>
                <a:ea typeface="Ubuntu Light"/>
                <a:cs typeface="Ubuntu Light"/>
              </a:defRPr>
            </a:lvl3pPr>
            <a:lvl4pPr algn="l">
              <a:defRPr sz="1425" b="0">
                <a:solidFill>
                  <a:srgbClr val="202D3E"/>
                </a:solidFill>
                <a:latin typeface="Ubuntu Light"/>
                <a:ea typeface="Ubuntu Light"/>
                <a:cs typeface="Ubuntu Light"/>
              </a:defRPr>
            </a:lvl4pPr>
            <a:lvl5pPr algn="l">
              <a:defRPr sz="1425" b="0">
                <a:solidFill>
                  <a:srgbClr val="202D3E"/>
                </a:solidFill>
                <a:latin typeface="Ubuntu Light"/>
                <a:ea typeface="Ubuntu Light"/>
                <a:cs typeface="Ubuntu Light"/>
              </a:defRPr>
            </a:lvl5pPr>
            <a:lvl6pPr algn="l">
              <a:defRPr sz="1425" b="0">
                <a:solidFill>
                  <a:srgbClr val="202D3E"/>
                </a:solidFill>
                <a:latin typeface="Ubuntu Light"/>
                <a:ea typeface="Ubuntu Light"/>
                <a:cs typeface="Ubuntu Light"/>
              </a:defRPr>
            </a:lvl6pPr>
            <a:lvl7pPr algn="l">
              <a:defRPr sz="1425" b="0">
                <a:solidFill>
                  <a:srgbClr val="202D3E"/>
                </a:solidFill>
                <a:latin typeface="Ubuntu Light"/>
                <a:ea typeface="Ubuntu Light"/>
                <a:cs typeface="Ubuntu Light"/>
              </a:defRPr>
            </a:lvl7pPr>
            <a:lvl8pPr algn="l">
              <a:defRPr sz="1425" b="0">
                <a:solidFill>
                  <a:srgbClr val="202D3E"/>
                </a:solidFill>
                <a:latin typeface="Ubuntu Light"/>
                <a:ea typeface="Ubuntu Light"/>
                <a:cs typeface="Ubuntu Light"/>
              </a:defRPr>
            </a:lvl8pPr>
            <a:lvl9pPr algn="l">
              <a:defRPr sz="1425" b="0">
                <a:solidFill>
                  <a:srgbClr val="202D3E"/>
                </a:solidFill>
                <a:latin typeface="Ubuntu Light"/>
                <a:ea typeface="Ubuntu Light"/>
                <a:cs typeface="Ubuntu Light"/>
              </a:defRPr>
            </a:lvl9pPr>
          </a:lstStyle>
          <a:p>
            <a:pPr algn="l">
              <a:defRPr sz="1425" b="0">
                <a:solidFill>
                  <a:srgbClr val="202D3E"/>
                </a:solidFill>
                <a:latin typeface="Ubuntu Light"/>
                <a:ea typeface="Ubuntu Light"/>
                <a:cs typeface="Ubuntu Light"/>
              </a:defRPr>
            </a:pPr>
            <a:r>
              <a:rPr b="0" dirty="0">
                <a:latin typeface="Ubuntu Light"/>
                <a:ea typeface="Ubuntu Light"/>
                <a:cs typeface="Ubuntu Light"/>
              </a:rPr>
              <a:t>Stock: </a:t>
            </a:r>
            <a:r>
              <a:rPr lang="en-US" b="0" dirty="0">
                <a:latin typeface="Menlo"/>
                <a:ea typeface="Menlo"/>
                <a:cs typeface="Menlo"/>
              </a:rPr>
              <a:t>8</a:t>
            </a:r>
            <a:r>
              <a:rPr b="0" dirty="0">
                <a:latin typeface="Ubuntu Light"/>
                <a:ea typeface="Ubuntu Light"/>
                <a:cs typeface="Ubuntu Light"/>
              </a:rPr>
              <a:t> → </a:t>
            </a:r>
            <a:r>
              <a:rPr lang="en-US" b="0" dirty="0">
                <a:latin typeface="Menlo"/>
                <a:ea typeface="Menlo"/>
                <a:cs typeface="Menlo"/>
              </a:rPr>
              <a:t>10</a:t>
            </a:r>
            <a:endParaRPr b="0" dirty="0">
              <a:latin typeface="Menlo"/>
              <a:ea typeface="Menlo"/>
              <a:cs typeface="Menlo"/>
            </a:endParaRPr>
          </a:p>
        </p:txBody>
      </p:sp>
    </p:spTree>
    <p:extLst>
      <p:ext uri="{BB962C8B-B14F-4D97-AF65-F5344CB8AC3E}">
        <p14:creationId xmlns:p14="http://schemas.microsoft.com/office/powerpoint/2010/main" val="1270600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slide-title">
            <a:extLst>
              <a:ext uri="{FF2B5EF4-FFF2-40B4-BE49-F238E27FC236}">
                <a16:creationId xmlns:a16="http://schemas.microsoft.com/office/drawing/2014/main" id="{17CCE4E6-7BE3-4F18-A013-631E31CDD032}"/>
              </a:ext>
            </a:extLst>
          </p:cNvPr>
          <p:cNvSpPr>
            <a:spLocks noGrp="1"/>
          </p:cNvSpPr>
          <p:nvPr/>
        </p:nvSpPr>
        <p:spPr>
          <a:xfrm>
            <a:off x="619125" y="752475"/>
            <a:ext cx="7905750" cy="457200"/>
          </a:xfrm>
          <a:prstGeom prst="rect">
            <a:avLst/>
          </a:prstGeom>
          <a:noFill/>
          <a:ln w="0">
            <a:noFill/>
          </a:ln>
        </p:spPr>
        <p:txBody>
          <a:bodyPr wrap="none" lIns="0" tIns="0" rIns="0" bIns="0">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b="0">
                <a:latin typeface="Ubuntu Light"/>
                <a:ea typeface="Ubuntu Light"/>
                <a:cs typeface="Ubuntu Light"/>
              </a:rPr>
              <a:t>AWS workflow architecture</a:t>
            </a:r>
          </a:p>
        </p:txBody>
      </p:sp>
      <p:sp>
        <p:nvSpPr>
          <p:cNvPr id="2" name="merchant-boundary">
            <a:extLst>
              <a:ext uri="{FF2B5EF4-FFF2-40B4-BE49-F238E27FC236}">
                <a16:creationId xmlns:a16="http://schemas.microsoft.com/office/drawing/2014/main" id="{389CC07E-3E12-41BE-A487-758CB6DAC5E0}"/>
              </a:ext>
            </a:extLst>
          </p:cNvPr>
          <p:cNvSpPr>
            <a:spLocks noGrp="1"/>
          </p:cNvSpPr>
          <p:nvPr/>
        </p:nvSpPr>
        <p:spPr>
          <a:xfrm>
            <a:off x="619125" y="1390650"/>
            <a:ext cx="1857375" cy="3009900"/>
          </a:xfrm>
          <a:prstGeom prst="rect">
            <a:avLst/>
          </a:prstGeom>
          <a:noFill/>
          <a:ln w="13335">
            <a:solidFill>
              <a:srgbClr val="8299B0"/>
            </a:solidFill>
          </a:ln>
        </p:spPr>
        <p:txBody>
          <a:bodyPr/>
          <a:lstStyle/>
          <a:p>
            <a:endParaRPr lang="en-US"/>
          </a:p>
        </p:txBody>
      </p:sp>
      <p:sp>
        <p:nvSpPr>
          <p:cNvPr id="3" name="our-aws-boundary">
            <a:extLst>
              <a:ext uri="{FF2B5EF4-FFF2-40B4-BE49-F238E27FC236}">
                <a16:creationId xmlns:a16="http://schemas.microsoft.com/office/drawing/2014/main" id="{D4653DBB-882E-4F88-A217-4E34003ADEDC}"/>
              </a:ext>
            </a:extLst>
          </p:cNvPr>
          <p:cNvSpPr>
            <a:spLocks noGrp="1"/>
          </p:cNvSpPr>
          <p:nvPr/>
        </p:nvSpPr>
        <p:spPr>
          <a:xfrm>
            <a:off x="2714625" y="1390650"/>
            <a:ext cx="5810250" cy="3009900"/>
          </a:xfrm>
          <a:prstGeom prst="rect">
            <a:avLst/>
          </a:prstGeom>
          <a:noFill/>
          <a:ln w="13335">
            <a:solidFill>
              <a:srgbClr val="8299B0"/>
            </a:solidFill>
          </a:ln>
        </p:spPr>
        <p:txBody>
          <a:bodyPr/>
          <a:lstStyle/>
          <a:p>
            <a:endParaRPr lang="en-US"/>
          </a:p>
        </p:txBody>
      </p:sp>
      <p:sp>
        <p:nvSpPr>
          <p:cNvPr id="4" name="merchant-heading">
            <a:extLst>
              <a:ext uri="{FF2B5EF4-FFF2-40B4-BE49-F238E27FC236}">
                <a16:creationId xmlns:a16="http://schemas.microsoft.com/office/drawing/2014/main" id="{300BCA0D-CBC7-4399-9513-F65762C0D07E}"/>
              </a:ext>
            </a:extLst>
          </p:cNvPr>
          <p:cNvSpPr>
            <a:spLocks noGrp="1"/>
          </p:cNvSpPr>
          <p:nvPr/>
        </p:nvSpPr>
        <p:spPr>
          <a:xfrm>
            <a:off x="762000" y="1504950"/>
            <a:ext cx="1562100" cy="257175"/>
          </a:xfrm>
          <a:prstGeom prst="rect">
            <a:avLst/>
          </a:prstGeom>
          <a:noFill/>
          <a:ln w="0">
            <a:noFill/>
          </a:ln>
        </p:spPr>
        <p:txBody>
          <a:bodyPr wrap="none" lIns="0" tIns="0" rIns="0" bIns="0">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a:latin typeface="Ubuntu Light"/>
                <a:ea typeface="Ubuntu Light"/>
                <a:cs typeface="Ubuntu Light"/>
              </a:rPr>
              <a:t>Merchant</a:t>
            </a:r>
          </a:p>
        </p:txBody>
      </p:sp>
      <p:sp>
        <p:nvSpPr>
          <p:cNvPr id="5" name="our-heading">
            <a:extLst>
              <a:ext uri="{FF2B5EF4-FFF2-40B4-BE49-F238E27FC236}">
                <a16:creationId xmlns:a16="http://schemas.microsoft.com/office/drawing/2014/main" id="{28AC0665-A6B6-48EF-9D83-6E86070405DC}"/>
              </a:ext>
            </a:extLst>
          </p:cNvPr>
          <p:cNvSpPr>
            <a:spLocks noGrp="1"/>
          </p:cNvSpPr>
          <p:nvPr/>
        </p:nvSpPr>
        <p:spPr>
          <a:xfrm>
            <a:off x="2857500" y="1504950"/>
            <a:ext cx="2428875" cy="266700"/>
          </a:xfrm>
          <a:prstGeom prst="rect">
            <a:avLst/>
          </a:prstGeom>
          <a:noFill/>
          <a:ln w="0">
            <a:noFill/>
          </a:ln>
        </p:spPr>
        <p:txBody>
          <a:bodyPr wrap="none" lIns="0" tIns="0" rIns="0" bIns="0">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a:latin typeface="Ubuntu Light"/>
                <a:ea typeface="Ubuntu Light"/>
                <a:cs typeface="Ubuntu Light"/>
              </a:rPr>
              <a:t>Our AWS application</a:t>
            </a:r>
          </a:p>
        </p:txBody>
      </p:sp>
      <p:pic>
        <p:nvPicPr>
          <p:cNvPr id="6" name="Picture 5">
            <a:extLst>
              <a:ext uri="{FF2B5EF4-FFF2-40B4-BE49-F238E27FC236}">
                <a16:creationId xmlns:a16="http://schemas.microsoft.com/office/drawing/2014/main" id="{8CCA08DC-8DE2-41DE-A8D7-367E04F01BBC}"/>
              </a:ext>
            </a:extLst>
          </p:cNvPr>
          <p:cNvPicPr>
            <a:picLocks noChangeAspect="1"/>
          </p:cNvPicPr>
          <p:nvPr/>
        </p:nvPicPr>
        <p:blipFill>
          <a:blip r:embed="rId3"/>
          <a:stretch/>
        </p:blipFill>
        <p:spPr>
          <a:xfrm>
            <a:off x="1209675" y="2676525"/>
            <a:ext cx="457200" cy="457200"/>
          </a:xfrm>
          <a:prstGeom prst="rect">
            <a:avLst/>
          </a:prstGeom>
        </p:spPr>
      </p:pic>
      <p:pic>
        <p:nvPicPr>
          <p:cNvPr id="7" name="Picture 6">
            <a:extLst>
              <a:ext uri="{FF2B5EF4-FFF2-40B4-BE49-F238E27FC236}">
                <a16:creationId xmlns:a16="http://schemas.microsoft.com/office/drawing/2014/main" id="{268A11F1-BDEE-44AF-9B29-A91D81E4A58A}"/>
              </a:ext>
            </a:extLst>
          </p:cNvPr>
          <p:cNvPicPr>
            <a:picLocks noChangeAspect="1"/>
          </p:cNvPicPr>
          <p:nvPr/>
        </p:nvPicPr>
        <p:blipFill>
          <a:blip r:embed="rId4"/>
          <a:stretch/>
        </p:blipFill>
        <p:spPr>
          <a:xfrm>
            <a:off x="2971800" y="2676525"/>
            <a:ext cx="457200" cy="457200"/>
          </a:xfrm>
          <a:prstGeom prst="rect">
            <a:avLst/>
          </a:prstGeom>
        </p:spPr>
      </p:pic>
      <p:pic>
        <p:nvPicPr>
          <p:cNvPr id="8" name="Picture 7">
            <a:extLst>
              <a:ext uri="{FF2B5EF4-FFF2-40B4-BE49-F238E27FC236}">
                <a16:creationId xmlns:a16="http://schemas.microsoft.com/office/drawing/2014/main" id="{4804DD0F-B92C-47EC-B45A-A565554AA10D}"/>
              </a:ext>
            </a:extLst>
          </p:cNvPr>
          <p:cNvPicPr>
            <a:picLocks noChangeAspect="1"/>
          </p:cNvPicPr>
          <p:nvPr/>
        </p:nvPicPr>
        <p:blipFill>
          <a:blip r:embed="rId5"/>
          <a:stretch/>
        </p:blipFill>
        <p:spPr>
          <a:xfrm>
            <a:off x="4038600" y="3028950"/>
            <a:ext cx="457200" cy="457200"/>
          </a:xfrm>
          <a:prstGeom prst="rect">
            <a:avLst/>
          </a:prstGeom>
        </p:spPr>
      </p:pic>
      <p:pic>
        <p:nvPicPr>
          <p:cNvPr id="9" name="Picture 8">
            <a:extLst>
              <a:ext uri="{FF2B5EF4-FFF2-40B4-BE49-F238E27FC236}">
                <a16:creationId xmlns:a16="http://schemas.microsoft.com/office/drawing/2014/main" id="{B50E3FA3-982F-450E-8FB8-376B3BBB1DCD}"/>
              </a:ext>
            </a:extLst>
          </p:cNvPr>
          <p:cNvPicPr>
            <a:picLocks noChangeAspect="1"/>
          </p:cNvPicPr>
          <p:nvPr/>
        </p:nvPicPr>
        <p:blipFill>
          <a:blip r:embed="rId5"/>
          <a:stretch/>
        </p:blipFill>
        <p:spPr>
          <a:xfrm>
            <a:off x="7715250" y="3028950"/>
            <a:ext cx="457200" cy="457200"/>
          </a:xfrm>
          <a:prstGeom prst="rect">
            <a:avLst/>
          </a:prstGeom>
        </p:spPr>
      </p:pic>
      <p:pic>
        <p:nvPicPr>
          <p:cNvPr id="10" name="Picture 9">
            <a:extLst>
              <a:ext uri="{FF2B5EF4-FFF2-40B4-BE49-F238E27FC236}">
                <a16:creationId xmlns:a16="http://schemas.microsoft.com/office/drawing/2014/main" id="{9F323ABC-DC04-44E0-8D10-5F6D84366F27}"/>
              </a:ext>
            </a:extLst>
          </p:cNvPr>
          <p:cNvPicPr>
            <a:picLocks noChangeAspect="1"/>
          </p:cNvPicPr>
          <p:nvPr/>
        </p:nvPicPr>
        <p:blipFill>
          <a:blip r:embed="rId6"/>
          <a:stretch/>
        </p:blipFill>
        <p:spPr>
          <a:xfrm>
            <a:off x="5953125" y="2190750"/>
            <a:ext cx="457200" cy="457200"/>
          </a:xfrm>
          <a:prstGeom prst="rect">
            <a:avLst/>
          </a:prstGeom>
        </p:spPr>
      </p:pic>
      <p:pic>
        <p:nvPicPr>
          <p:cNvPr id="11" name="Picture 10">
            <a:extLst>
              <a:ext uri="{FF2B5EF4-FFF2-40B4-BE49-F238E27FC236}">
                <a16:creationId xmlns:a16="http://schemas.microsoft.com/office/drawing/2014/main" id="{EE79CBBA-A91C-485E-BF82-97798161C9FE}"/>
              </a:ext>
            </a:extLst>
          </p:cNvPr>
          <p:cNvPicPr>
            <a:picLocks noChangeAspect="1"/>
          </p:cNvPicPr>
          <p:nvPr/>
        </p:nvPicPr>
        <p:blipFill>
          <a:blip r:embed="rId6"/>
          <a:stretch/>
        </p:blipFill>
        <p:spPr>
          <a:xfrm>
            <a:off x="5953125" y="3676650"/>
            <a:ext cx="457200" cy="457200"/>
          </a:xfrm>
          <a:prstGeom prst="rect">
            <a:avLst/>
          </a:prstGeom>
        </p:spPr>
      </p:pic>
      <p:pic>
        <p:nvPicPr>
          <p:cNvPr id="12" name="Picture 11">
            <a:extLst>
              <a:ext uri="{FF2B5EF4-FFF2-40B4-BE49-F238E27FC236}">
                <a16:creationId xmlns:a16="http://schemas.microsoft.com/office/drawing/2014/main" id="{C4E998CE-4FD2-41CD-ADD7-52A7C027D64E}"/>
              </a:ext>
            </a:extLst>
          </p:cNvPr>
          <p:cNvPicPr>
            <a:picLocks noChangeAspect="1"/>
          </p:cNvPicPr>
          <p:nvPr/>
        </p:nvPicPr>
        <p:blipFill>
          <a:blip r:embed="rId7"/>
          <a:stretch/>
        </p:blipFill>
        <p:spPr>
          <a:xfrm>
            <a:off x="5953125" y="1562100"/>
            <a:ext cx="457200" cy="457200"/>
          </a:xfrm>
          <a:prstGeom prst="rect">
            <a:avLst/>
          </a:prstGeom>
        </p:spPr>
      </p:pic>
      <p:pic>
        <p:nvPicPr>
          <p:cNvPr id="13" name="Picture 12">
            <a:extLst>
              <a:ext uri="{FF2B5EF4-FFF2-40B4-BE49-F238E27FC236}">
                <a16:creationId xmlns:a16="http://schemas.microsoft.com/office/drawing/2014/main" id="{7FFDF416-749A-4533-A215-F609525CDB34}"/>
              </a:ext>
            </a:extLst>
          </p:cNvPr>
          <p:cNvPicPr>
            <a:picLocks noChangeAspect="1"/>
          </p:cNvPicPr>
          <p:nvPr/>
        </p:nvPicPr>
        <p:blipFill>
          <a:blip r:embed="rId3"/>
          <a:stretch/>
        </p:blipFill>
        <p:spPr>
          <a:xfrm>
            <a:off x="5953125" y="4552950"/>
            <a:ext cx="457200" cy="457200"/>
          </a:xfrm>
          <a:prstGeom prst="rect">
            <a:avLst/>
          </a:prstGeom>
        </p:spPr>
      </p:pic>
      <p:sp>
        <p:nvSpPr>
          <p:cNvPr id="14" name="worker-label">
            <a:extLst>
              <a:ext uri="{FF2B5EF4-FFF2-40B4-BE49-F238E27FC236}">
                <a16:creationId xmlns:a16="http://schemas.microsoft.com/office/drawing/2014/main" id="{7461CFF3-4A75-4AF7-A7D7-F6D4DC344C0A}"/>
              </a:ext>
            </a:extLst>
          </p:cNvPr>
          <p:cNvSpPr>
            <a:spLocks noGrp="1"/>
          </p:cNvSpPr>
          <p:nvPr/>
        </p:nvSpPr>
        <p:spPr>
          <a:xfrm>
            <a:off x="952500" y="3238500"/>
            <a:ext cx="952500" cy="238125"/>
          </a:xfrm>
          <a:prstGeom prst="rect">
            <a:avLst/>
          </a:prstGeom>
          <a:noFill/>
          <a:ln w="0">
            <a:noFill/>
          </a:ln>
        </p:spPr>
        <p:txBody>
          <a:bodyPr wrap="none" lIns="0" tIns="0" rIns="0" bIns="0">
            <a:noAutofit/>
          </a:bodyPr>
          <a:lstStyle>
            <a:defPPr algn="ctr">
              <a:defRPr sz="1350" b="0">
                <a:solidFill>
                  <a:srgbClr val="202D3E"/>
                </a:solidFill>
                <a:latin typeface="Ubuntu Light"/>
                <a:ea typeface="Ubuntu Light"/>
                <a:cs typeface="Ubuntu Light"/>
              </a:defRPr>
            </a:defPPr>
            <a:lvl1pPr algn="ctr">
              <a:defRPr sz="1350" b="0">
                <a:solidFill>
                  <a:srgbClr val="202D3E"/>
                </a:solidFill>
                <a:latin typeface="Ubuntu Light"/>
                <a:ea typeface="Ubuntu Light"/>
                <a:cs typeface="Ubuntu Light"/>
              </a:defRPr>
            </a:lvl1pPr>
            <a:lvl2pPr algn="ctr">
              <a:defRPr sz="1350" b="0">
                <a:solidFill>
                  <a:srgbClr val="202D3E"/>
                </a:solidFill>
                <a:latin typeface="Ubuntu Light"/>
                <a:ea typeface="Ubuntu Light"/>
                <a:cs typeface="Ubuntu Light"/>
              </a:defRPr>
            </a:lvl2pPr>
            <a:lvl3pPr algn="ctr">
              <a:defRPr sz="1350" b="0">
                <a:solidFill>
                  <a:srgbClr val="202D3E"/>
                </a:solidFill>
                <a:latin typeface="Ubuntu Light"/>
                <a:ea typeface="Ubuntu Light"/>
                <a:cs typeface="Ubuntu Light"/>
              </a:defRPr>
            </a:lvl3pPr>
            <a:lvl4pPr algn="ctr">
              <a:defRPr sz="1350" b="0">
                <a:solidFill>
                  <a:srgbClr val="202D3E"/>
                </a:solidFill>
                <a:latin typeface="Ubuntu Light"/>
                <a:ea typeface="Ubuntu Light"/>
                <a:cs typeface="Ubuntu Light"/>
              </a:defRPr>
            </a:lvl4pPr>
            <a:lvl5pPr algn="ctr">
              <a:defRPr sz="1350" b="0">
                <a:solidFill>
                  <a:srgbClr val="202D3E"/>
                </a:solidFill>
                <a:latin typeface="Ubuntu Light"/>
                <a:ea typeface="Ubuntu Light"/>
                <a:cs typeface="Ubuntu Light"/>
              </a:defRPr>
            </a:lvl5pPr>
            <a:lvl6pPr algn="ctr">
              <a:defRPr sz="1350" b="0">
                <a:solidFill>
                  <a:srgbClr val="202D3E"/>
                </a:solidFill>
                <a:latin typeface="Ubuntu Light"/>
                <a:ea typeface="Ubuntu Light"/>
                <a:cs typeface="Ubuntu Light"/>
              </a:defRPr>
            </a:lvl6pPr>
            <a:lvl7pPr algn="ctr">
              <a:defRPr sz="1350" b="0">
                <a:solidFill>
                  <a:srgbClr val="202D3E"/>
                </a:solidFill>
                <a:latin typeface="Ubuntu Light"/>
                <a:ea typeface="Ubuntu Light"/>
                <a:cs typeface="Ubuntu Light"/>
              </a:defRPr>
            </a:lvl7pPr>
            <a:lvl8pPr algn="ctr">
              <a:defRPr sz="1350" b="0">
                <a:solidFill>
                  <a:srgbClr val="202D3E"/>
                </a:solidFill>
                <a:latin typeface="Ubuntu Light"/>
                <a:ea typeface="Ubuntu Light"/>
                <a:cs typeface="Ubuntu Light"/>
              </a:defRPr>
            </a:lvl8pPr>
            <a:lvl9pPr algn="ctr">
              <a:defRPr sz="1350" b="0">
                <a:solidFill>
                  <a:srgbClr val="202D3E"/>
                </a:solidFill>
                <a:latin typeface="Ubuntu Light"/>
                <a:ea typeface="Ubuntu Light"/>
                <a:cs typeface="Ubuntu Light"/>
              </a:defRPr>
            </a:lvl9pPr>
          </a:lstStyle>
          <a:p>
            <a:pPr algn="ctr">
              <a:defRPr sz="1350" b="0">
                <a:solidFill>
                  <a:srgbClr val="202D3E"/>
                </a:solidFill>
                <a:latin typeface="Ubuntu Light"/>
                <a:ea typeface="Ubuntu Light"/>
                <a:cs typeface="Ubuntu Light"/>
              </a:defRPr>
            </a:pPr>
            <a:r>
              <a:rPr b="0">
                <a:latin typeface="Ubuntu Light"/>
                <a:ea typeface="Ubuntu Light"/>
                <a:cs typeface="Ubuntu Light"/>
              </a:rPr>
              <a:t>Worker</a:t>
            </a:r>
          </a:p>
        </p:txBody>
      </p:sp>
      <p:sp>
        <p:nvSpPr>
          <p:cNvPr id="15" name="queue-label">
            <a:extLst>
              <a:ext uri="{FF2B5EF4-FFF2-40B4-BE49-F238E27FC236}">
                <a16:creationId xmlns:a16="http://schemas.microsoft.com/office/drawing/2014/main" id="{8C6111AD-2750-4757-AA1A-36015E04023D}"/>
              </a:ext>
            </a:extLst>
          </p:cNvPr>
          <p:cNvSpPr>
            <a:spLocks noGrp="1"/>
          </p:cNvSpPr>
          <p:nvPr/>
        </p:nvSpPr>
        <p:spPr>
          <a:xfrm>
            <a:off x="2762250" y="2209800"/>
            <a:ext cx="1095375" cy="400050"/>
          </a:xfrm>
          <a:prstGeom prst="rect">
            <a:avLst/>
          </a:prstGeom>
          <a:noFill/>
          <a:ln w="0">
            <a:noFill/>
          </a:ln>
        </p:spPr>
        <p:txBody>
          <a:bodyPr wrap="none" lIns="0" tIns="0" rIns="0" bIns="0">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rPr b="0">
                <a:latin typeface="Ubuntu Light"/>
                <a:ea typeface="Ubuntu Light"/>
                <a:cs typeface="Ubuntu Light"/>
              </a:rPr>
              <a:t>SQS</a:t>
            </a:r>
          </a:p>
          <a:p>
            <a:pPr algn="ctr">
              <a:defRPr sz="1275" b="0">
                <a:solidFill>
                  <a:srgbClr val="202D3E"/>
                </a:solidFill>
                <a:latin typeface="Ubuntu Light"/>
                <a:ea typeface="Ubuntu Light"/>
                <a:cs typeface="Ubuntu Light"/>
              </a:defRPr>
            </a:pPr>
            <a:r>
              <a:rPr b="0">
                <a:latin typeface="Ubuntu Light"/>
                <a:ea typeface="Ubuntu Light"/>
                <a:cs typeface="Ubuntu Light"/>
              </a:rPr>
              <a:t>Approval queue</a:t>
            </a:r>
          </a:p>
        </p:txBody>
      </p:sp>
      <p:sp>
        <p:nvSpPr>
          <p:cNvPr id="16" name="create-label">
            <a:extLst>
              <a:ext uri="{FF2B5EF4-FFF2-40B4-BE49-F238E27FC236}">
                <a16:creationId xmlns:a16="http://schemas.microsoft.com/office/drawing/2014/main" id="{92BD64A4-C455-4F0A-9513-E5BE875AB0C4}"/>
              </a:ext>
            </a:extLst>
          </p:cNvPr>
          <p:cNvSpPr>
            <a:spLocks noGrp="1"/>
          </p:cNvSpPr>
          <p:nvPr/>
        </p:nvSpPr>
        <p:spPr>
          <a:xfrm>
            <a:off x="3829050" y="3562350"/>
            <a:ext cx="1485900" cy="409575"/>
          </a:xfrm>
          <a:prstGeom prst="rect">
            <a:avLst/>
          </a:prstGeom>
          <a:noFill/>
          <a:ln w="0">
            <a:noFill/>
          </a:ln>
        </p:spPr>
        <p:txBody>
          <a:bodyPr wrap="none" lIns="0" tIns="0" rIns="0" bIns="0">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rPr b="0">
                <a:latin typeface="Menlo"/>
                <a:ea typeface="Menlo"/>
                <a:cs typeface="Menlo"/>
              </a:rPr>
              <a:t>create_order</a:t>
            </a:r>
          </a:p>
          <a:p>
            <a:pPr algn="ctr">
              <a:defRPr sz="1275" b="0">
                <a:solidFill>
                  <a:srgbClr val="202D3E"/>
                </a:solidFill>
                <a:latin typeface="Ubuntu Light"/>
                <a:ea typeface="Ubuntu Light"/>
                <a:cs typeface="Ubuntu Light"/>
              </a:defRPr>
            </a:pPr>
            <a:r>
              <a:rPr b="0">
                <a:latin typeface="Ubuntu Light"/>
                <a:ea typeface="Ubuntu Light"/>
                <a:cs typeface="Ubuntu Light"/>
              </a:rPr>
              <a:t>Step Functions</a:t>
            </a:r>
          </a:p>
        </p:txBody>
      </p:sp>
      <p:sp>
        <p:nvSpPr>
          <p:cNvPr id="17" name="cancel-label">
            <a:extLst>
              <a:ext uri="{FF2B5EF4-FFF2-40B4-BE49-F238E27FC236}">
                <a16:creationId xmlns:a16="http://schemas.microsoft.com/office/drawing/2014/main" id="{8D73AEDE-84AA-4424-AB17-D5D3468D3C25}"/>
              </a:ext>
            </a:extLst>
          </p:cNvPr>
          <p:cNvSpPr>
            <a:spLocks noGrp="1"/>
          </p:cNvSpPr>
          <p:nvPr/>
        </p:nvSpPr>
        <p:spPr>
          <a:xfrm>
            <a:off x="7096125" y="3562350"/>
            <a:ext cx="1447800" cy="409575"/>
          </a:xfrm>
          <a:prstGeom prst="rect">
            <a:avLst/>
          </a:prstGeom>
          <a:noFill/>
          <a:ln w="0">
            <a:noFill/>
          </a:ln>
        </p:spPr>
        <p:txBody>
          <a:bodyPr wrap="none" lIns="0" tIns="0" rIns="0" bIns="0">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rPr b="0">
                <a:latin typeface="Menlo"/>
                <a:ea typeface="Menlo"/>
                <a:cs typeface="Menlo"/>
              </a:rPr>
              <a:t>cancel_order</a:t>
            </a:r>
          </a:p>
          <a:p>
            <a:pPr algn="ctr">
              <a:defRPr sz="1275" b="0">
                <a:solidFill>
                  <a:srgbClr val="202D3E"/>
                </a:solidFill>
                <a:latin typeface="Ubuntu Light"/>
                <a:ea typeface="Ubuntu Light"/>
                <a:cs typeface="Ubuntu Light"/>
              </a:defRPr>
            </a:pPr>
            <a:r>
              <a:rPr b="0">
                <a:latin typeface="Ubuntu Light"/>
                <a:ea typeface="Ubuntu Light"/>
                <a:cs typeface="Ubuntu Light"/>
              </a:rPr>
              <a:t>Step Functions</a:t>
            </a:r>
          </a:p>
        </p:txBody>
      </p:sp>
      <p:sp>
        <p:nvSpPr>
          <p:cNvPr id="18" name="orders-label">
            <a:extLst>
              <a:ext uri="{FF2B5EF4-FFF2-40B4-BE49-F238E27FC236}">
                <a16:creationId xmlns:a16="http://schemas.microsoft.com/office/drawing/2014/main" id="{B9875482-492D-4702-88D3-650B2EDC7520}"/>
              </a:ext>
            </a:extLst>
          </p:cNvPr>
          <p:cNvSpPr>
            <a:spLocks noGrp="1"/>
          </p:cNvSpPr>
          <p:nvPr/>
        </p:nvSpPr>
        <p:spPr>
          <a:xfrm>
            <a:off x="5772150" y="2705100"/>
            <a:ext cx="838200" cy="400050"/>
          </a:xfrm>
          <a:prstGeom prst="rect">
            <a:avLst/>
          </a:prstGeom>
          <a:noFill/>
          <a:ln w="0">
            <a:noFill/>
          </a:ln>
        </p:spPr>
        <p:txBody>
          <a:bodyPr wrap="none" lIns="0" tIns="0" rIns="0" bIns="0">
            <a:noAutofit/>
          </a:bodyPr>
          <a:lstStyle>
            <a:defPPr algn="ctr">
              <a:defRPr sz="1313" b="0">
                <a:solidFill>
                  <a:srgbClr val="202D3E"/>
                </a:solidFill>
                <a:latin typeface="Ubuntu Light"/>
                <a:ea typeface="Ubuntu Light"/>
                <a:cs typeface="Ubuntu Light"/>
              </a:defRPr>
            </a:defPPr>
            <a:lvl1pPr algn="ctr">
              <a:defRPr sz="1313" b="0">
                <a:solidFill>
                  <a:srgbClr val="202D3E"/>
                </a:solidFill>
                <a:latin typeface="Ubuntu Light"/>
                <a:ea typeface="Ubuntu Light"/>
                <a:cs typeface="Ubuntu Light"/>
              </a:defRPr>
            </a:lvl1pPr>
            <a:lvl2pPr algn="ctr">
              <a:defRPr sz="1313" b="0">
                <a:solidFill>
                  <a:srgbClr val="202D3E"/>
                </a:solidFill>
                <a:latin typeface="Ubuntu Light"/>
                <a:ea typeface="Ubuntu Light"/>
                <a:cs typeface="Ubuntu Light"/>
              </a:defRPr>
            </a:lvl2pPr>
            <a:lvl3pPr algn="ctr">
              <a:defRPr sz="1313" b="0">
                <a:solidFill>
                  <a:srgbClr val="202D3E"/>
                </a:solidFill>
                <a:latin typeface="Ubuntu Light"/>
                <a:ea typeface="Ubuntu Light"/>
                <a:cs typeface="Ubuntu Light"/>
              </a:defRPr>
            </a:lvl3pPr>
            <a:lvl4pPr algn="ctr">
              <a:defRPr sz="1313" b="0">
                <a:solidFill>
                  <a:srgbClr val="202D3E"/>
                </a:solidFill>
                <a:latin typeface="Ubuntu Light"/>
                <a:ea typeface="Ubuntu Light"/>
                <a:cs typeface="Ubuntu Light"/>
              </a:defRPr>
            </a:lvl4pPr>
            <a:lvl5pPr algn="ctr">
              <a:defRPr sz="1313" b="0">
                <a:solidFill>
                  <a:srgbClr val="202D3E"/>
                </a:solidFill>
                <a:latin typeface="Ubuntu Light"/>
                <a:ea typeface="Ubuntu Light"/>
                <a:cs typeface="Ubuntu Light"/>
              </a:defRPr>
            </a:lvl5pPr>
            <a:lvl6pPr algn="ctr">
              <a:defRPr sz="1313" b="0">
                <a:solidFill>
                  <a:srgbClr val="202D3E"/>
                </a:solidFill>
                <a:latin typeface="Ubuntu Light"/>
                <a:ea typeface="Ubuntu Light"/>
                <a:cs typeface="Ubuntu Light"/>
              </a:defRPr>
            </a:lvl6pPr>
            <a:lvl7pPr algn="ctr">
              <a:defRPr sz="1313" b="0">
                <a:solidFill>
                  <a:srgbClr val="202D3E"/>
                </a:solidFill>
                <a:latin typeface="Ubuntu Light"/>
                <a:ea typeface="Ubuntu Light"/>
                <a:cs typeface="Ubuntu Light"/>
              </a:defRPr>
            </a:lvl7pPr>
            <a:lvl8pPr algn="ctr">
              <a:defRPr sz="1313" b="0">
                <a:solidFill>
                  <a:srgbClr val="202D3E"/>
                </a:solidFill>
                <a:latin typeface="Ubuntu Light"/>
                <a:ea typeface="Ubuntu Light"/>
                <a:cs typeface="Ubuntu Light"/>
              </a:defRPr>
            </a:lvl8pPr>
            <a:lvl9pPr algn="ctr">
              <a:defRPr sz="1313" b="0">
                <a:solidFill>
                  <a:srgbClr val="202D3E"/>
                </a:solidFill>
                <a:latin typeface="Ubuntu Light"/>
                <a:ea typeface="Ubuntu Light"/>
                <a:cs typeface="Ubuntu Light"/>
              </a:defRPr>
            </a:lvl9pPr>
          </a:lstStyle>
          <a:p>
            <a:pPr algn="ctr">
              <a:defRPr sz="1313" b="0">
                <a:solidFill>
                  <a:srgbClr val="202D3E"/>
                </a:solidFill>
                <a:latin typeface="Ubuntu Light"/>
                <a:ea typeface="Ubuntu Light"/>
                <a:cs typeface="Ubuntu Light"/>
              </a:defRPr>
            </a:pPr>
            <a:r>
              <a:rPr b="0">
                <a:latin typeface="Menlo"/>
                <a:ea typeface="Menlo"/>
                <a:cs typeface="Menlo"/>
              </a:rPr>
              <a:t>Orders</a:t>
            </a:r>
          </a:p>
          <a:p>
            <a:pPr algn="ctr">
              <a:defRPr sz="1313" b="0">
                <a:solidFill>
                  <a:srgbClr val="202D3E"/>
                </a:solidFill>
                <a:latin typeface="Ubuntu Light"/>
                <a:ea typeface="Ubuntu Light"/>
                <a:cs typeface="Ubuntu Light"/>
              </a:defRPr>
            </a:pPr>
            <a:r>
              <a:rPr b="0">
                <a:latin typeface="Ubuntu Light"/>
                <a:ea typeface="Ubuntu Light"/>
                <a:cs typeface="Ubuntu Light"/>
              </a:rPr>
              <a:t>Lambda</a:t>
            </a:r>
          </a:p>
        </p:txBody>
      </p:sp>
      <p:sp>
        <p:nvSpPr>
          <p:cNvPr id="19" name="payments-label">
            <a:extLst>
              <a:ext uri="{FF2B5EF4-FFF2-40B4-BE49-F238E27FC236}">
                <a16:creationId xmlns:a16="http://schemas.microsoft.com/office/drawing/2014/main" id="{B6E30902-2361-4DFB-8CC4-BB3B6ACFF933}"/>
              </a:ext>
            </a:extLst>
          </p:cNvPr>
          <p:cNvSpPr>
            <a:spLocks noGrp="1"/>
          </p:cNvSpPr>
          <p:nvPr/>
        </p:nvSpPr>
        <p:spPr>
          <a:xfrm>
            <a:off x="5610225" y="3238500"/>
            <a:ext cx="1162050" cy="400050"/>
          </a:xfrm>
          <a:prstGeom prst="rect">
            <a:avLst/>
          </a:prstGeom>
          <a:noFill/>
          <a:ln w="0">
            <a:noFill/>
          </a:ln>
        </p:spPr>
        <p:txBody>
          <a:bodyPr wrap="none" lIns="0" tIns="0" rIns="0" bIns="0">
            <a:noAutofit/>
          </a:bodyPr>
          <a:lstStyle>
            <a:defPPr algn="ctr">
              <a:defRPr sz="1313" b="0">
                <a:solidFill>
                  <a:srgbClr val="202D3E"/>
                </a:solidFill>
                <a:latin typeface="Ubuntu Light"/>
                <a:ea typeface="Ubuntu Light"/>
                <a:cs typeface="Ubuntu Light"/>
              </a:defRPr>
            </a:defPPr>
            <a:lvl1pPr algn="ctr">
              <a:defRPr sz="1313" b="0">
                <a:solidFill>
                  <a:srgbClr val="202D3E"/>
                </a:solidFill>
                <a:latin typeface="Ubuntu Light"/>
                <a:ea typeface="Ubuntu Light"/>
                <a:cs typeface="Ubuntu Light"/>
              </a:defRPr>
            </a:lvl1pPr>
            <a:lvl2pPr algn="ctr">
              <a:defRPr sz="1313" b="0">
                <a:solidFill>
                  <a:srgbClr val="202D3E"/>
                </a:solidFill>
                <a:latin typeface="Ubuntu Light"/>
                <a:ea typeface="Ubuntu Light"/>
                <a:cs typeface="Ubuntu Light"/>
              </a:defRPr>
            </a:lvl2pPr>
            <a:lvl3pPr algn="ctr">
              <a:defRPr sz="1313" b="0">
                <a:solidFill>
                  <a:srgbClr val="202D3E"/>
                </a:solidFill>
                <a:latin typeface="Ubuntu Light"/>
                <a:ea typeface="Ubuntu Light"/>
                <a:cs typeface="Ubuntu Light"/>
              </a:defRPr>
            </a:lvl3pPr>
            <a:lvl4pPr algn="ctr">
              <a:defRPr sz="1313" b="0">
                <a:solidFill>
                  <a:srgbClr val="202D3E"/>
                </a:solidFill>
                <a:latin typeface="Ubuntu Light"/>
                <a:ea typeface="Ubuntu Light"/>
                <a:cs typeface="Ubuntu Light"/>
              </a:defRPr>
            </a:lvl4pPr>
            <a:lvl5pPr algn="ctr">
              <a:defRPr sz="1313" b="0">
                <a:solidFill>
                  <a:srgbClr val="202D3E"/>
                </a:solidFill>
                <a:latin typeface="Ubuntu Light"/>
                <a:ea typeface="Ubuntu Light"/>
                <a:cs typeface="Ubuntu Light"/>
              </a:defRPr>
            </a:lvl5pPr>
            <a:lvl6pPr algn="ctr">
              <a:defRPr sz="1313" b="0">
                <a:solidFill>
                  <a:srgbClr val="202D3E"/>
                </a:solidFill>
                <a:latin typeface="Ubuntu Light"/>
                <a:ea typeface="Ubuntu Light"/>
                <a:cs typeface="Ubuntu Light"/>
              </a:defRPr>
            </a:lvl6pPr>
            <a:lvl7pPr algn="ctr">
              <a:defRPr sz="1313" b="0">
                <a:solidFill>
                  <a:srgbClr val="202D3E"/>
                </a:solidFill>
                <a:latin typeface="Ubuntu Light"/>
                <a:ea typeface="Ubuntu Light"/>
                <a:cs typeface="Ubuntu Light"/>
              </a:defRPr>
            </a:lvl7pPr>
            <a:lvl8pPr algn="ctr">
              <a:defRPr sz="1313" b="0">
                <a:solidFill>
                  <a:srgbClr val="202D3E"/>
                </a:solidFill>
                <a:latin typeface="Ubuntu Light"/>
                <a:ea typeface="Ubuntu Light"/>
                <a:cs typeface="Ubuntu Light"/>
              </a:defRPr>
            </a:lvl8pPr>
            <a:lvl9pPr algn="ctr">
              <a:defRPr sz="1313" b="0">
                <a:solidFill>
                  <a:srgbClr val="202D3E"/>
                </a:solidFill>
                <a:latin typeface="Ubuntu Light"/>
                <a:ea typeface="Ubuntu Light"/>
                <a:cs typeface="Ubuntu Light"/>
              </a:defRPr>
            </a:lvl9pPr>
          </a:lstStyle>
          <a:p>
            <a:pPr algn="ctr">
              <a:defRPr sz="1313" b="0">
                <a:solidFill>
                  <a:srgbClr val="202D3E"/>
                </a:solidFill>
                <a:latin typeface="Ubuntu Light"/>
                <a:ea typeface="Ubuntu Light"/>
                <a:cs typeface="Ubuntu Light"/>
              </a:defRPr>
            </a:pPr>
            <a:r>
              <a:rPr b="0">
                <a:latin typeface="Menlo"/>
                <a:ea typeface="Menlo"/>
                <a:cs typeface="Menlo"/>
              </a:rPr>
              <a:t>Payments</a:t>
            </a:r>
          </a:p>
          <a:p>
            <a:pPr algn="ctr">
              <a:defRPr sz="1313" b="0">
                <a:solidFill>
                  <a:srgbClr val="202D3E"/>
                </a:solidFill>
                <a:latin typeface="Ubuntu Light"/>
                <a:ea typeface="Ubuntu Light"/>
                <a:cs typeface="Ubuntu Light"/>
              </a:defRPr>
            </a:pPr>
            <a:r>
              <a:rPr b="0">
                <a:latin typeface="Ubuntu Light"/>
                <a:ea typeface="Ubuntu Light"/>
                <a:cs typeface="Ubuntu Light"/>
              </a:rPr>
              <a:t>Lambda</a:t>
            </a:r>
          </a:p>
        </p:txBody>
      </p:sp>
      <p:sp>
        <p:nvSpPr>
          <p:cNvPr id="20" name="database-label">
            <a:extLst>
              <a:ext uri="{FF2B5EF4-FFF2-40B4-BE49-F238E27FC236}">
                <a16:creationId xmlns:a16="http://schemas.microsoft.com/office/drawing/2014/main" id="{AE39050E-55F1-42A8-A0AF-D554AEC64EBB}"/>
              </a:ext>
            </a:extLst>
          </p:cNvPr>
          <p:cNvSpPr>
            <a:spLocks noGrp="1"/>
          </p:cNvSpPr>
          <p:nvPr/>
        </p:nvSpPr>
        <p:spPr>
          <a:xfrm>
            <a:off x="6534150" y="1571625"/>
            <a:ext cx="1619250" cy="409575"/>
          </a:xfrm>
          <a:prstGeom prst="rect">
            <a:avLst/>
          </a:prstGeom>
          <a:noFill/>
          <a:ln w="0">
            <a:noFill/>
          </a:ln>
        </p:spPr>
        <p:txBody>
          <a:bodyPr wrap="none" lIns="0" tIns="0" rIns="0" bIns="0">
            <a:noAutofit/>
          </a:bodyPr>
          <a:lstStyle>
            <a:defPPr algn="l">
              <a:defRPr sz="1313" b="0">
                <a:solidFill>
                  <a:srgbClr val="202D3E"/>
                </a:solidFill>
                <a:latin typeface="Ubuntu Light"/>
                <a:ea typeface="Ubuntu Light"/>
                <a:cs typeface="Ubuntu Light"/>
              </a:defRPr>
            </a:defPPr>
            <a:lvl1pPr algn="l">
              <a:defRPr sz="1313" b="0">
                <a:solidFill>
                  <a:srgbClr val="202D3E"/>
                </a:solidFill>
                <a:latin typeface="Ubuntu Light"/>
                <a:ea typeface="Ubuntu Light"/>
                <a:cs typeface="Ubuntu Light"/>
              </a:defRPr>
            </a:lvl1pPr>
            <a:lvl2pPr algn="l">
              <a:defRPr sz="1313" b="0">
                <a:solidFill>
                  <a:srgbClr val="202D3E"/>
                </a:solidFill>
                <a:latin typeface="Ubuntu Light"/>
                <a:ea typeface="Ubuntu Light"/>
                <a:cs typeface="Ubuntu Light"/>
              </a:defRPr>
            </a:lvl2pPr>
            <a:lvl3pPr algn="l">
              <a:defRPr sz="1313" b="0">
                <a:solidFill>
                  <a:srgbClr val="202D3E"/>
                </a:solidFill>
                <a:latin typeface="Ubuntu Light"/>
                <a:ea typeface="Ubuntu Light"/>
                <a:cs typeface="Ubuntu Light"/>
              </a:defRPr>
            </a:lvl3pPr>
            <a:lvl4pPr algn="l">
              <a:defRPr sz="1313" b="0">
                <a:solidFill>
                  <a:srgbClr val="202D3E"/>
                </a:solidFill>
                <a:latin typeface="Ubuntu Light"/>
                <a:ea typeface="Ubuntu Light"/>
                <a:cs typeface="Ubuntu Light"/>
              </a:defRPr>
            </a:lvl4pPr>
            <a:lvl5pPr algn="l">
              <a:defRPr sz="1313" b="0">
                <a:solidFill>
                  <a:srgbClr val="202D3E"/>
                </a:solidFill>
                <a:latin typeface="Ubuntu Light"/>
                <a:ea typeface="Ubuntu Light"/>
                <a:cs typeface="Ubuntu Light"/>
              </a:defRPr>
            </a:lvl5pPr>
            <a:lvl6pPr algn="l">
              <a:defRPr sz="1313" b="0">
                <a:solidFill>
                  <a:srgbClr val="202D3E"/>
                </a:solidFill>
                <a:latin typeface="Ubuntu Light"/>
                <a:ea typeface="Ubuntu Light"/>
                <a:cs typeface="Ubuntu Light"/>
              </a:defRPr>
            </a:lvl6pPr>
            <a:lvl7pPr algn="l">
              <a:defRPr sz="1313" b="0">
                <a:solidFill>
                  <a:srgbClr val="202D3E"/>
                </a:solidFill>
                <a:latin typeface="Ubuntu Light"/>
                <a:ea typeface="Ubuntu Light"/>
                <a:cs typeface="Ubuntu Light"/>
              </a:defRPr>
            </a:lvl7pPr>
            <a:lvl8pPr algn="l">
              <a:defRPr sz="1313" b="0">
                <a:solidFill>
                  <a:srgbClr val="202D3E"/>
                </a:solidFill>
                <a:latin typeface="Ubuntu Light"/>
                <a:ea typeface="Ubuntu Light"/>
                <a:cs typeface="Ubuntu Light"/>
              </a:defRPr>
            </a:lvl8pPr>
            <a:lvl9pPr algn="l">
              <a:defRPr sz="1313" b="0">
                <a:solidFill>
                  <a:srgbClr val="202D3E"/>
                </a:solidFill>
                <a:latin typeface="Ubuntu Light"/>
                <a:ea typeface="Ubuntu Light"/>
                <a:cs typeface="Ubuntu Light"/>
              </a:defRPr>
            </a:lvl9pPr>
          </a:lstStyle>
          <a:p>
            <a:pPr algn="l">
              <a:defRPr sz="1313" b="0">
                <a:solidFill>
                  <a:srgbClr val="202D3E"/>
                </a:solidFill>
                <a:latin typeface="Ubuntu Light"/>
                <a:ea typeface="Ubuntu Light"/>
                <a:cs typeface="Ubuntu Light"/>
              </a:defRPr>
            </a:pPr>
            <a:r>
              <a:rPr b="0">
                <a:latin typeface="Ubuntu Light"/>
                <a:ea typeface="Ubuntu Light"/>
                <a:cs typeface="Ubuntu Light"/>
              </a:rPr>
              <a:t>DynamoDB</a:t>
            </a:r>
          </a:p>
          <a:p>
            <a:pPr algn="l">
              <a:defRPr sz="1313" b="0">
                <a:solidFill>
                  <a:srgbClr val="202D3E"/>
                </a:solidFill>
                <a:latin typeface="Ubuntu Light"/>
                <a:ea typeface="Ubuntu Light"/>
                <a:cs typeface="Ubuntu Light"/>
              </a:defRPr>
            </a:pPr>
            <a:r>
              <a:rPr b="0">
                <a:latin typeface="Ubuntu Light"/>
                <a:ea typeface="Ubuntu Light"/>
                <a:cs typeface="Ubuntu Light"/>
              </a:rPr>
              <a:t>Orders + stock</a:t>
            </a:r>
          </a:p>
        </p:txBody>
      </p:sp>
      <p:sp>
        <p:nvSpPr>
          <p:cNvPr id="21" name="stripe-label">
            <a:extLst>
              <a:ext uri="{FF2B5EF4-FFF2-40B4-BE49-F238E27FC236}">
                <a16:creationId xmlns:a16="http://schemas.microsoft.com/office/drawing/2014/main" id="{108E6ED3-4AFF-45AB-AF55-44DAB8059712}"/>
              </a:ext>
            </a:extLst>
          </p:cNvPr>
          <p:cNvSpPr>
            <a:spLocks noGrp="1"/>
          </p:cNvSpPr>
          <p:nvPr/>
        </p:nvSpPr>
        <p:spPr>
          <a:xfrm>
            <a:off x="6534150" y="4610100"/>
            <a:ext cx="1285875" cy="390525"/>
          </a:xfrm>
          <a:prstGeom prst="rect">
            <a:avLst/>
          </a:prstGeom>
          <a:noFill/>
          <a:ln w="0">
            <a:noFill/>
          </a:ln>
        </p:spPr>
        <p:txBody>
          <a:bodyPr wrap="none" lIns="0" tIns="0" rIns="0" bIns="0">
            <a:noAutofit/>
          </a:bodyPr>
          <a:lstStyle>
            <a:defPPr algn="l">
              <a:defRPr sz="1275" b="0">
                <a:solidFill>
                  <a:srgbClr val="202D3E"/>
                </a:solidFill>
                <a:latin typeface="Ubuntu Light"/>
                <a:ea typeface="Ubuntu Light"/>
                <a:cs typeface="Ubuntu Light"/>
              </a:defRPr>
            </a:defPPr>
            <a:lvl1pPr algn="l">
              <a:defRPr sz="1275" b="0">
                <a:solidFill>
                  <a:srgbClr val="202D3E"/>
                </a:solidFill>
                <a:latin typeface="Ubuntu Light"/>
                <a:ea typeface="Ubuntu Light"/>
                <a:cs typeface="Ubuntu Light"/>
              </a:defRPr>
            </a:lvl1pPr>
            <a:lvl2pPr algn="l">
              <a:defRPr sz="1275" b="0">
                <a:solidFill>
                  <a:srgbClr val="202D3E"/>
                </a:solidFill>
                <a:latin typeface="Ubuntu Light"/>
                <a:ea typeface="Ubuntu Light"/>
                <a:cs typeface="Ubuntu Light"/>
              </a:defRPr>
            </a:lvl2pPr>
            <a:lvl3pPr algn="l">
              <a:defRPr sz="1275" b="0">
                <a:solidFill>
                  <a:srgbClr val="202D3E"/>
                </a:solidFill>
                <a:latin typeface="Ubuntu Light"/>
                <a:ea typeface="Ubuntu Light"/>
                <a:cs typeface="Ubuntu Light"/>
              </a:defRPr>
            </a:lvl3pPr>
            <a:lvl4pPr algn="l">
              <a:defRPr sz="1275" b="0">
                <a:solidFill>
                  <a:srgbClr val="202D3E"/>
                </a:solidFill>
                <a:latin typeface="Ubuntu Light"/>
                <a:ea typeface="Ubuntu Light"/>
                <a:cs typeface="Ubuntu Light"/>
              </a:defRPr>
            </a:lvl4pPr>
            <a:lvl5pPr algn="l">
              <a:defRPr sz="1275" b="0">
                <a:solidFill>
                  <a:srgbClr val="202D3E"/>
                </a:solidFill>
                <a:latin typeface="Ubuntu Light"/>
                <a:ea typeface="Ubuntu Light"/>
                <a:cs typeface="Ubuntu Light"/>
              </a:defRPr>
            </a:lvl5pPr>
            <a:lvl6pPr algn="l">
              <a:defRPr sz="1275" b="0">
                <a:solidFill>
                  <a:srgbClr val="202D3E"/>
                </a:solidFill>
                <a:latin typeface="Ubuntu Light"/>
                <a:ea typeface="Ubuntu Light"/>
                <a:cs typeface="Ubuntu Light"/>
              </a:defRPr>
            </a:lvl6pPr>
            <a:lvl7pPr algn="l">
              <a:defRPr sz="1275" b="0">
                <a:solidFill>
                  <a:srgbClr val="202D3E"/>
                </a:solidFill>
                <a:latin typeface="Ubuntu Light"/>
                <a:ea typeface="Ubuntu Light"/>
                <a:cs typeface="Ubuntu Light"/>
              </a:defRPr>
            </a:lvl7pPr>
            <a:lvl8pPr algn="l">
              <a:defRPr sz="1275" b="0">
                <a:solidFill>
                  <a:srgbClr val="202D3E"/>
                </a:solidFill>
                <a:latin typeface="Ubuntu Light"/>
                <a:ea typeface="Ubuntu Light"/>
                <a:cs typeface="Ubuntu Light"/>
              </a:defRPr>
            </a:lvl8pPr>
            <a:lvl9pPr algn="l">
              <a:defRPr sz="1275" b="0">
                <a:solidFill>
                  <a:srgbClr val="202D3E"/>
                </a:solidFill>
                <a:latin typeface="Ubuntu Light"/>
                <a:ea typeface="Ubuntu Light"/>
                <a:cs typeface="Ubuntu Light"/>
              </a:defRPr>
            </a:lvl9pPr>
          </a:lstStyle>
          <a:p>
            <a:pPr algn="l">
              <a:defRPr sz="1275" b="0">
                <a:solidFill>
                  <a:srgbClr val="202D3E"/>
                </a:solidFill>
                <a:latin typeface="Ubuntu Light"/>
                <a:ea typeface="Ubuntu Light"/>
                <a:cs typeface="Ubuntu Light"/>
              </a:defRPr>
            </a:pPr>
            <a:r>
              <a:rPr b="0">
                <a:latin typeface="Ubuntu Light"/>
                <a:ea typeface="Ubuntu Light"/>
                <a:cs typeface="Ubuntu Light"/>
              </a:rPr>
              <a:t>Stripe API</a:t>
            </a:r>
          </a:p>
          <a:p>
            <a:pPr algn="l">
              <a:defRPr sz="1275" b="0">
                <a:solidFill>
                  <a:srgbClr val="202D3E"/>
                </a:solidFill>
                <a:latin typeface="Ubuntu Light"/>
                <a:ea typeface="Ubuntu Light"/>
                <a:cs typeface="Ubuntu Light"/>
              </a:defRPr>
            </a:pPr>
            <a:r>
              <a:rPr b="0">
                <a:latin typeface="Ubuntu Light"/>
                <a:ea typeface="Ubuntu Light"/>
                <a:cs typeface="Ubuntu Light"/>
              </a:rPr>
              <a:t>(external)</a:t>
            </a:r>
          </a:p>
        </p:txBody>
      </p:sp>
      <p:cxnSp>
        <p:nvCxnSpPr>
          <p:cNvPr id="22" name="send-approval-0">
            <a:extLst>
              <a:ext uri="{FF2B5EF4-FFF2-40B4-BE49-F238E27FC236}">
                <a16:creationId xmlns:a16="http://schemas.microsoft.com/office/drawing/2014/main" id="{DB4C3CE0-2670-474B-90D5-3F34BC6E6088}"/>
              </a:ext>
            </a:extLst>
          </p:cNvPr>
          <p:cNvCxnSpPr/>
          <p:nvPr/>
        </p:nvCxnSpPr>
        <p:spPr>
          <a:xfrm>
            <a:off x="4267200" y="2905125"/>
            <a:ext cx="0" cy="95250"/>
          </a:xfrm>
          <a:prstGeom prst="straightConnector1">
            <a:avLst/>
          </a:prstGeom>
          <a:ln w="17145">
            <a:solidFill>
              <a:srgbClr val="202D3E"/>
            </a:solidFill>
          </a:ln>
        </p:spPr>
      </p:cxnSp>
      <p:cxnSp>
        <p:nvCxnSpPr>
          <p:cNvPr id="23" name="send-approval-1">
            <a:extLst>
              <a:ext uri="{FF2B5EF4-FFF2-40B4-BE49-F238E27FC236}">
                <a16:creationId xmlns:a16="http://schemas.microsoft.com/office/drawing/2014/main" id="{7044D959-A749-4E23-AC2E-35D0F1E9C652}"/>
              </a:ext>
            </a:extLst>
          </p:cNvPr>
          <p:cNvCxnSpPr/>
          <p:nvPr/>
        </p:nvCxnSpPr>
        <p:spPr>
          <a:xfrm>
            <a:off x="3457575" y="2905125"/>
            <a:ext cx="809625" cy="0"/>
          </a:xfrm>
          <a:prstGeom prst="straightConnector1">
            <a:avLst/>
          </a:prstGeom>
          <a:ln w="17145">
            <a:solidFill>
              <a:srgbClr val="202D3E"/>
            </a:solidFill>
            <a:headEnd type="triangle" w="sm" len="sm"/>
          </a:ln>
        </p:spPr>
      </p:cxnSp>
      <p:sp>
        <p:nvSpPr>
          <p:cNvPr id="24" name="send-label">
            <a:extLst>
              <a:ext uri="{FF2B5EF4-FFF2-40B4-BE49-F238E27FC236}">
                <a16:creationId xmlns:a16="http://schemas.microsoft.com/office/drawing/2014/main" id="{19C24910-44A8-41DD-A3E5-6D25C7B64240}"/>
              </a:ext>
            </a:extLst>
          </p:cNvPr>
          <p:cNvSpPr>
            <a:spLocks noGrp="1"/>
          </p:cNvSpPr>
          <p:nvPr/>
        </p:nvSpPr>
        <p:spPr>
          <a:xfrm>
            <a:off x="3552825" y="2647950"/>
            <a:ext cx="1066800" cy="219075"/>
          </a:xfrm>
          <a:prstGeom prst="rect">
            <a:avLst/>
          </a:prstGeom>
          <a:noFill/>
          <a:ln w="0">
            <a:noFill/>
          </a:ln>
        </p:spPr>
        <p:txBody>
          <a:bodyPr wrap="none" lIns="0" tIns="0" rIns="0" bIns="0">
            <a:noAutofit/>
          </a:bodyPr>
          <a:lstStyle>
            <a:defPPr algn="l">
              <a:defRPr sz="1163" b="0">
                <a:solidFill>
                  <a:srgbClr val="202D3E"/>
                </a:solidFill>
                <a:latin typeface="Menlo"/>
                <a:ea typeface="Menlo"/>
                <a:cs typeface="Menlo"/>
              </a:defRPr>
            </a:defPPr>
            <a:lvl1pPr algn="l">
              <a:defRPr sz="1163" b="0">
                <a:solidFill>
                  <a:srgbClr val="202D3E"/>
                </a:solidFill>
                <a:latin typeface="Menlo"/>
                <a:ea typeface="Menlo"/>
                <a:cs typeface="Menlo"/>
              </a:defRPr>
            </a:lvl1pPr>
            <a:lvl2pPr algn="l">
              <a:defRPr sz="1163" b="0">
                <a:solidFill>
                  <a:srgbClr val="202D3E"/>
                </a:solidFill>
                <a:latin typeface="Menlo"/>
                <a:ea typeface="Menlo"/>
                <a:cs typeface="Menlo"/>
              </a:defRPr>
            </a:lvl2pPr>
            <a:lvl3pPr algn="l">
              <a:defRPr sz="1163" b="0">
                <a:solidFill>
                  <a:srgbClr val="202D3E"/>
                </a:solidFill>
                <a:latin typeface="Menlo"/>
                <a:ea typeface="Menlo"/>
                <a:cs typeface="Menlo"/>
              </a:defRPr>
            </a:lvl3pPr>
            <a:lvl4pPr algn="l">
              <a:defRPr sz="1163" b="0">
                <a:solidFill>
                  <a:srgbClr val="202D3E"/>
                </a:solidFill>
                <a:latin typeface="Menlo"/>
                <a:ea typeface="Menlo"/>
                <a:cs typeface="Menlo"/>
              </a:defRPr>
            </a:lvl4pPr>
            <a:lvl5pPr algn="l">
              <a:defRPr sz="1163" b="0">
                <a:solidFill>
                  <a:srgbClr val="202D3E"/>
                </a:solidFill>
                <a:latin typeface="Menlo"/>
                <a:ea typeface="Menlo"/>
                <a:cs typeface="Menlo"/>
              </a:defRPr>
            </a:lvl5pPr>
            <a:lvl6pPr algn="l">
              <a:defRPr sz="1163" b="0">
                <a:solidFill>
                  <a:srgbClr val="202D3E"/>
                </a:solidFill>
                <a:latin typeface="Menlo"/>
                <a:ea typeface="Menlo"/>
                <a:cs typeface="Menlo"/>
              </a:defRPr>
            </a:lvl6pPr>
            <a:lvl7pPr algn="l">
              <a:defRPr sz="1163" b="0">
                <a:solidFill>
                  <a:srgbClr val="202D3E"/>
                </a:solidFill>
                <a:latin typeface="Menlo"/>
                <a:ea typeface="Menlo"/>
                <a:cs typeface="Menlo"/>
              </a:defRPr>
            </a:lvl7pPr>
            <a:lvl8pPr algn="l">
              <a:defRPr sz="1163" b="0">
                <a:solidFill>
                  <a:srgbClr val="202D3E"/>
                </a:solidFill>
                <a:latin typeface="Menlo"/>
                <a:ea typeface="Menlo"/>
                <a:cs typeface="Menlo"/>
              </a:defRPr>
            </a:lvl8pPr>
            <a:lvl9pPr algn="l">
              <a:defRPr sz="1163" b="0">
                <a:solidFill>
                  <a:srgbClr val="202D3E"/>
                </a:solidFill>
                <a:latin typeface="Menlo"/>
                <a:ea typeface="Menlo"/>
                <a:cs typeface="Menlo"/>
              </a:defRPr>
            </a:lvl9pPr>
          </a:lstStyle>
          <a:p>
            <a:pPr algn="l">
              <a:defRPr sz="1163" b="0">
                <a:solidFill>
                  <a:srgbClr val="202D3E"/>
                </a:solidFill>
                <a:latin typeface="Menlo"/>
                <a:ea typeface="Menlo"/>
                <a:cs typeface="Menlo"/>
              </a:defRPr>
            </a:pPr>
            <a:r>
              <a:rPr b="0">
                <a:latin typeface="Menlo"/>
                <a:ea typeface="Menlo"/>
                <a:cs typeface="Menlo"/>
              </a:rPr>
              <a:t>SendMessage</a:t>
            </a:r>
          </a:p>
        </p:txBody>
      </p:sp>
      <p:cxnSp>
        <p:nvCxnSpPr>
          <p:cNvPr id="25" name="deliver-approval-0">
            <a:extLst>
              <a:ext uri="{FF2B5EF4-FFF2-40B4-BE49-F238E27FC236}">
                <a16:creationId xmlns:a16="http://schemas.microsoft.com/office/drawing/2014/main" id="{F3DD71B7-99E9-420A-8E20-B7C7E6709803}"/>
              </a:ext>
            </a:extLst>
          </p:cNvPr>
          <p:cNvCxnSpPr/>
          <p:nvPr/>
        </p:nvCxnSpPr>
        <p:spPr>
          <a:xfrm>
            <a:off x="1695450" y="2905125"/>
            <a:ext cx="1247775" cy="0"/>
          </a:xfrm>
          <a:prstGeom prst="straightConnector1">
            <a:avLst/>
          </a:prstGeom>
          <a:ln w="17145">
            <a:solidFill>
              <a:srgbClr val="202D3E"/>
            </a:solidFill>
            <a:headEnd type="triangle" w="sm" len="sm"/>
          </a:ln>
        </p:spPr>
      </p:cxnSp>
      <p:sp>
        <p:nvSpPr>
          <p:cNvPr id="26" name="approval-label">
            <a:extLst>
              <a:ext uri="{FF2B5EF4-FFF2-40B4-BE49-F238E27FC236}">
                <a16:creationId xmlns:a16="http://schemas.microsoft.com/office/drawing/2014/main" id="{1BF03C7E-D57A-4F38-A526-6EFAD1DF58E4}"/>
              </a:ext>
            </a:extLst>
          </p:cNvPr>
          <p:cNvSpPr>
            <a:spLocks noGrp="1"/>
          </p:cNvSpPr>
          <p:nvPr/>
        </p:nvSpPr>
        <p:spPr>
          <a:xfrm>
            <a:off x="733425" y="1924050"/>
            <a:ext cx="1638300" cy="609600"/>
          </a:xfrm>
          <a:prstGeom prst="rect">
            <a:avLst/>
          </a:prstGeom>
          <a:noFill/>
          <a:ln w="0">
            <a:noFill/>
          </a:ln>
        </p:spPr>
        <p:txBody>
          <a:bodyPr wrap="none" lIns="0" tIns="0" rIns="0" bIns="0">
            <a:noAutofit/>
          </a:bodyPr>
          <a:lstStyle>
            <a:defPPr algn="ctr">
              <a:defRPr sz="1238" b="0">
                <a:solidFill>
                  <a:srgbClr val="202D3E"/>
                </a:solidFill>
                <a:latin typeface="Ubuntu Light"/>
                <a:ea typeface="Ubuntu Light"/>
                <a:cs typeface="Ubuntu Light"/>
              </a:defRPr>
            </a:defPPr>
            <a:lvl1pPr algn="ctr">
              <a:defRPr sz="1238" b="0">
                <a:solidFill>
                  <a:srgbClr val="202D3E"/>
                </a:solidFill>
                <a:latin typeface="Ubuntu Light"/>
                <a:ea typeface="Ubuntu Light"/>
                <a:cs typeface="Ubuntu Light"/>
              </a:defRPr>
            </a:lvl1pPr>
            <a:lvl2pPr algn="ctr">
              <a:defRPr sz="1238" b="0">
                <a:solidFill>
                  <a:srgbClr val="202D3E"/>
                </a:solidFill>
                <a:latin typeface="Ubuntu Light"/>
                <a:ea typeface="Ubuntu Light"/>
                <a:cs typeface="Ubuntu Light"/>
              </a:defRPr>
            </a:lvl2pPr>
            <a:lvl3pPr algn="ctr">
              <a:defRPr sz="1238" b="0">
                <a:solidFill>
                  <a:srgbClr val="202D3E"/>
                </a:solidFill>
                <a:latin typeface="Ubuntu Light"/>
                <a:ea typeface="Ubuntu Light"/>
                <a:cs typeface="Ubuntu Light"/>
              </a:defRPr>
            </a:lvl3pPr>
            <a:lvl4pPr algn="ctr">
              <a:defRPr sz="1238" b="0">
                <a:solidFill>
                  <a:srgbClr val="202D3E"/>
                </a:solidFill>
                <a:latin typeface="Ubuntu Light"/>
                <a:ea typeface="Ubuntu Light"/>
                <a:cs typeface="Ubuntu Light"/>
              </a:defRPr>
            </a:lvl4pPr>
            <a:lvl5pPr algn="ctr">
              <a:defRPr sz="1238" b="0">
                <a:solidFill>
                  <a:srgbClr val="202D3E"/>
                </a:solidFill>
                <a:latin typeface="Ubuntu Light"/>
                <a:ea typeface="Ubuntu Light"/>
                <a:cs typeface="Ubuntu Light"/>
              </a:defRPr>
            </a:lvl5pPr>
            <a:lvl6pPr algn="ctr">
              <a:defRPr sz="1238" b="0">
                <a:solidFill>
                  <a:srgbClr val="202D3E"/>
                </a:solidFill>
                <a:latin typeface="Ubuntu Light"/>
                <a:ea typeface="Ubuntu Light"/>
                <a:cs typeface="Ubuntu Light"/>
              </a:defRPr>
            </a:lvl6pPr>
            <a:lvl7pPr algn="ctr">
              <a:defRPr sz="1238" b="0">
                <a:solidFill>
                  <a:srgbClr val="202D3E"/>
                </a:solidFill>
                <a:latin typeface="Ubuntu Light"/>
                <a:ea typeface="Ubuntu Light"/>
                <a:cs typeface="Ubuntu Light"/>
              </a:defRPr>
            </a:lvl7pPr>
            <a:lvl8pPr algn="ctr">
              <a:defRPr sz="1238" b="0">
                <a:solidFill>
                  <a:srgbClr val="202D3E"/>
                </a:solidFill>
                <a:latin typeface="Ubuntu Light"/>
                <a:ea typeface="Ubuntu Light"/>
                <a:cs typeface="Ubuntu Light"/>
              </a:defRPr>
            </a:lvl8pPr>
            <a:lvl9pPr algn="ctr">
              <a:defRPr sz="1238" b="0">
                <a:solidFill>
                  <a:srgbClr val="202D3E"/>
                </a:solidFill>
                <a:latin typeface="Ubuntu Light"/>
                <a:ea typeface="Ubuntu Light"/>
                <a:cs typeface="Ubuntu Light"/>
              </a:defRPr>
            </a:lvl9pPr>
          </a:lstStyle>
          <a:p>
            <a:pPr algn="ctr">
              <a:defRPr sz="1238" b="0">
                <a:solidFill>
                  <a:srgbClr val="202D3E"/>
                </a:solidFill>
                <a:latin typeface="Ubuntu Light"/>
                <a:ea typeface="Ubuntu Light"/>
                <a:cs typeface="Ubuntu Light"/>
              </a:defRPr>
            </a:pPr>
            <a:r>
              <a:rPr b="0">
                <a:latin typeface="Ubuntu Light"/>
                <a:ea typeface="Ubuntu Light"/>
                <a:cs typeface="Ubuntu Light"/>
              </a:rPr>
              <a:t>Poll SQS</a:t>
            </a:r>
          </a:p>
          <a:p>
            <a:pPr algn="ctr">
              <a:defRPr sz="1238" b="0">
                <a:solidFill>
                  <a:srgbClr val="202D3E"/>
                </a:solidFill>
                <a:latin typeface="Ubuntu Light"/>
                <a:ea typeface="Ubuntu Light"/>
                <a:cs typeface="Ubuntu Light"/>
              </a:defRPr>
            </a:pPr>
            <a:r>
              <a:rPr b="0">
                <a:latin typeface="Ubuntu Light"/>
                <a:ea typeface="Ubuntu Light"/>
                <a:cs typeface="Ubuntu Light"/>
              </a:rPr>
              <a:t>for approval request</a:t>
            </a:r>
          </a:p>
          <a:p>
            <a:pPr algn="ctr">
              <a:defRPr sz="1238" b="0">
                <a:solidFill>
                  <a:srgbClr val="202D3E"/>
                </a:solidFill>
                <a:latin typeface="Ubuntu Light"/>
                <a:ea typeface="Ubuntu Light"/>
                <a:cs typeface="Ubuntu Light"/>
              </a:defRPr>
            </a:pPr>
            <a:r>
              <a:rPr b="0">
                <a:latin typeface="Ubuntu Light"/>
                <a:ea typeface="Ubuntu Light"/>
                <a:cs typeface="Ubuntu Light"/>
              </a:rPr>
              <a:t>+ </a:t>
            </a:r>
            <a:r>
              <a:rPr b="0">
                <a:latin typeface="Menlo"/>
                <a:ea typeface="Menlo"/>
                <a:cs typeface="Menlo"/>
              </a:rPr>
              <a:t>task token</a:t>
            </a:r>
          </a:p>
        </p:txBody>
      </p:sp>
      <p:cxnSp>
        <p:nvCxnSpPr>
          <p:cNvPr id="27" name="merchant-callback-0">
            <a:extLst>
              <a:ext uri="{FF2B5EF4-FFF2-40B4-BE49-F238E27FC236}">
                <a16:creationId xmlns:a16="http://schemas.microsoft.com/office/drawing/2014/main" id="{A250AEB8-93EE-458B-97D0-E65AD861A4E3}"/>
              </a:ext>
            </a:extLst>
          </p:cNvPr>
          <p:cNvCxnSpPr/>
          <p:nvPr/>
        </p:nvCxnSpPr>
        <p:spPr>
          <a:xfrm>
            <a:off x="1695450" y="3067050"/>
            <a:ext cx="352425" cy="0"/>
          </a:xfrm>
          <a:prstGeom prst="straightConnector1">
            <a:avLst/>
          </a:prstGeom>
          <a:ln w="17145">
            <a:solidFill>
              <a:srgbClr val="202D3E"/>
            </a:solidFill>
          </a:ln>
        </p:spPr>
      </p:cxnSp>
      <p:cxnSp>
        <p:nvCxnSpPr>
          <p:cNvPr id="28" name="merchant-callback-1">
            <a:extLst>
              <a:ext uri="{FF2B5EF4-FFF2-40B4-BE49-F238E27FC236}">
                <a16:creationId xmlns:a16="http://schemas.microsoft.com/office/drawing/2014/main" id="{1A61F702-1C8A-4BC1-91C0-D03A52BE08F4}"/>
              </a:ext>
            </a:extLst>
          </p:cNvPr>
          <p:cNvCxnSpPr/>
          <p:nvPr/>
        </p:nvCxnSpPr>
        <p:spPr>
          <a:xfrm>
            <a:off x="2047875" y="3067050"/>
            <a:ext cx="0" cy="647700"/>
          </a:xfrm>
          <a:prstGeom prst="straightConnector1">
            <a:avLst/>
          </a:prstGeom>
          <a:ln w="17145">
            <a:solidFill>
              <a:srgbClr val="202D3E"/>
            </a:solidFill>
          </a:ln>
        </p:spPr>
      </p:cxnSp>
      <p:cxnSp>
        <p:nvCxnSpPr>
          <p:cNvPr id="29" name="merchant-callback-2">
            <a:extLst>
              <a:ext uri="{FF2B5EF4-FFF2-40B4-BE49-F238E27FC236}">
                <a16:creationId xmlns:a16="http://schemas.microsoft.com/office/drawing/2014/main" id="{422CF904-5910-435E-B0B9-53D4DC752C9D}"/>
              </a:ext>
            </a:extLst>
          </p:cNvPr>
          <p:cNvCxnSpPr/>
          <p:nvPr/>
        </p:nvCxnSpPr>
        <p:spPr>
          <a:xfrm>
            <a:off x="2047875" y="3714750"/>
            <a:ext cx="1724025" cy="0"/>
          </a:xfrm>
          <a:prstGeom prst="straightConnector1">
            <a:avLst/>
          </a:prstGeom>
          <a:ln w="17145">
            <a:solidFill>
              <a:srgbClr val="202D3E"/>
            </a:solidFill>
          </a:ln>
        </p:spPr>
      </p:cxnSp>
      <p:cxnSp>
        <p:nvCxnSpPr>
          <p:cNvPr id="30" name="merchant-callback-3">
            <a:extLst>
              <a:ext uri="{FF2B5EF4-FFF2-40B4-BE49-F238E27FC236}">
                <a16:creationId xmlns:a16="http://schemas.microsoft.com/office/drawing/2014/main" id="{97CFE5FC-BE08-4A31-88DF-B15CF565E53C}"/>
              </a:ext>
            </a:extLst>
          </p:cNvPr>
          <p:cNvCxnSpPr/>
          <p:nvPr/>
        </p:nvCxnSpPr>
        <p:spPr>
          <a:xfrm>
            <a:off x="3771900" y="3333750"/>
            <a:ext cx="0" cy="381000"/>
          </a:xfrm>
          <a:prstGeom prst="straightConnector1">
            <a:avLst/>
          </a:prstGeom>
          <a:ln w="17145">
            <a:solidFill>
              <a:srgbClr val="202D3E"/>
            </a:solidFill>
          </a:ln>
        </p:spPr>
      </p:cxnSp>
      <p:cxnSp>
        <p:nvCxnSpPr>
          <p:cNvPr id="31" name="merchant-callback-4">
            <a:extLst>
              <a:ext uri="{FF2B5EF4-FFF2-40B4-BE49-F238E27FC236}">
                <a16:creationId xmlns:a16="http://schemas.microsoft.com/office/drawing/2014/main" id="{B2E597C1-489E-444E-B9FE-0F9D6F571F56}"/>
              </a:ext>
            </a:extLst>
          </p:cNvPr>
          <p:cNvCxnSpPr/>
          <p:nvPr/>
        </p:nvCxnSpPr>
        <p:spPr>
          <a:xfrm>
            <a:off x="3771900" y="3333750"/>
            <a:ext cx="238125" cy="0"/>
          </a:xfrm>
          <a:prstGeom prst="straightConnector1">
            <a:avLst/>
          </a:prstGeom>
          <a:ln w="17145">
            <a:solidFill>
              <a:srgbClr val="202D3E"/>
            </a:solidFill>
            <a:tailEnd type="triangle" w="sm" len="sm"/>
          </a:ln>
        </p:spPr>
      </p:cxnSp>
      <p:sp>
        <p:nvSpPr>
          <p:cNvPr id="32" name="callback-label">
            <a:extLst>
              <a:ext uri="{FF2B5EF4-FFF2-40B4-BE49-F238E27FC236}">
                <a16:creationId xmlns:a16="http://schemas.microsoft.com/office/drawing/2014/main" id="{FE7B2FF0-751F-4DCD-92DA-5523D599D652}"/>
              </a:ext>
            </a:extLst>
          </p:cNvPr>
          <p:cNvSpPr>
            <a:spLocks noGrp="1"/>
          </p:cNvSpPr>
          <p:nvPr/>
        </p:nvSpPr>
        <p:spPr>
          <a:xfrm>
            <a:off x="723900" y="3876675"/>
            <a:ext cx="1676400" cy="428625"/>
          </a:xfrm>
          <a:prstGeom prst="rect">
            <a:avLst/>
          </a:prstGeom>
          <a:noFill/>
          <a:ln w="0">
            <a:noFill/>
          </a:ln>
        </p:spPr>
        <p:txBody>
          <a:bodyPr wrap="none" lIns="0" tIns="0" rIns="0" bIns="0">
            <a:noAutofit/>
          </a:bodyPr>
          <a:lstStyle>
            <a:defPPr algn="ctr">
              <a:defRPr sz="1200" b="0">
                <a:solidFill>
                  <a:srgbClr val="202D3E"/>
                </a:solidFill>
                <a:latin typeface="Ubuntu Light"/>
                <a:ea typeface="Ubuntu Light"/>
                <a:cs typeface="Ubuntu Light"/>
              </a:defRPr>
            </a:defPPr>
            <a:lvl1pPr algn="ctr">
              <a:defRPr sz="1200" b="0">
                <a:solidFill>
                  <a:srgbClr val="202D3E"/>
                </a:solidFill>
                <a:latin typeface="Ubuntu Light"/>
                <a:ea typeface="Ubuntu Light"/>
                <a:cs typeface="Ubuntu Light"/>
              </a:defRPr>
            </a:lvl1pPr>
            <a:lvl2pPr algn="ctr">
              <a:defRPr sz="1200" b="0">
                <a:solidFill>
                  <a:srgbClr val="202D3E"/>
                </a:solidFill>
                <a:latin typeface="Ubuntu Light"/>
                <a:ea typeface="Ubuntu Light"/>
                <a:cs typeface="Ubuntu Light"/>
              </a:defRPr>
            </a:lvl2pPr>
            <a:lvl3pPr algn="ctr">
              <a:defRPr sz="1200" b="0">
                <a:solidFill>
                  <a:srgbClr val="202D3E"/>
                </a:solidFill>
                <a:latin typeface="Ubuntu Light"/>
                <a:ea typeface="Ubuntu Light"/>
                <a:cs typeface="Ubuntu Light"/>
              </a:defRPr>
            </a:lvl3pPr>
            <a:lvl4pPr algn="ctr">
              <a:defRPr sz="1200" b="0">
                <a:solidFill>
                  <a:srgbClr val="202D3E"/>
                </a:solidFill>
                <a:latin typeface="Ubuntu Light"/>
                <a:ea typeface="Ubuntu Light"/>
                <a:cs typeface="Ubuntu Light"/>
              </a:defRPr>
            </a:lvl4pPr>
            <a:lvl5pPr algn="ctr">
              <a:defRPr sz="1200" b="0">
                <a:solidFill>
                  <a:srgbClr val="202D3E"/>
                </a:solidFill>
                <a:latin typeface="Ubuntu Light"/>
                <a:ea typeface="Ubuntu Light"/>
                <a:cs typeface="Ubuntu Light"/>
              </a:defRPr>
            </a:lvl5pPr>
            <a:lvl6pPr algn="ctr">
              <a:defRPr sz="1200" b="0">
                <a:solidFill>
                  <a:srgbClr val="202D3E"/>
                </a:solidFill>
                <a:latin typeface="Ubuntu Light"/>
                <a:ea typeface="Ubuntu Light"/>
                <a:cs typeface="Ubuntu Light"/>
              </a:defRPr>
            </a:lvl6pPr>
            <a:lvl7pPr algn="ctr">
              <a:defRPr sz="1200" b="0">
                <a:solidFill>
                  <a:srgbClr val="202D3E"/>
                </a:solidFill>
                <a:latin typeface="Ubuntu Light"/>
                <a:ea typeface="Ubuntu Light"/>
                <a:cs typeface="Ubuntu Light"/>
              </a:defRPr>
            </a:lvl7pPr>
            <a:lvl8pPr algn="ctr">
              <a:defRPr sz="1200" b="0">
                <a:solidFill>
                  <a:srgbClr val="202D3E"/>
                </a:solidFill>
                <a:latin typeface="Ubuntu Light"/>
                <a:ea typeface="Ubuntu Light"/>
                <a:cs typeface="Ubuntu Light"/>
              </a:defRPr>
            </a:lvl8pPr>
            <a:lvl9pPr algn="ctr">
              <a:defRPr sz="1200" b="0">
                <a:solidFill>
                  <a:srgbClr val="202D3E"/>
                </a:solidFill>
                <a:latin typeface="Ubuntu Light"/>
                <a:ea typeface="Ubuntu Light"/>
                <a:cs typeface="Ubuntu Light"/>
              </a:defRPr>
            </a:lvl9pPr>
          </a:lstStyle>
          <a:p>
            <a:pPr algn="ctr">
              <a:defRPr sz="1200" b="0">
                <a:solidFill>
                  <a:srgbClr val="202D3E"/>
                </a:solidFill>
                <a:latin typeface="Ubuntu Light"/>
                <a:ea typeface="Ubuntu Light"/>
                <a:cs typeface="Ubuntu Light"/>
              </a:defRPr>
            </a:pPr>
            <a:r>
              <a:rPr b="0">
                <a:latin typeface="Menlo"/>
                <a:ea typeface="Menlo"/>
                <a:cs typeface="Menlo"/>
              </a:rPr>
              <a:t>SendTaskSuccess</a:t>
            </a:r>
          </a:p>
          <a:p>
            <a:pPr algn="ctr">
              <a:defRPr sz="1200" b="0">
                <a:solidFill>
                  <a:srgbClr val="202D3E"/>
                </a:solidFill>
                <a:latin typeface="Ubuntu Light"/>
                <a:ea typeface="Ubuntu Light"/>
                <a:cs typeface="Ubuntu Light"/>
              </a:defRPr>
            </a:pPr>
            <a:r>
              <a:rPr b="0">
                <a:latin typeface="Ubuntu Light"/>
                <a:ea typeface="Ubuntu Light"/>
                <a:cs typeface="Ubuntu Light"/>
              </a:rPr>
              <a:t>+ </a:t>
            </a:r>
            <a:r>
              <a:rPr b="0">
                <a:latin typeface="Menlo"/>
                <a:ea typeface="Menlo"/>
                <a:cs typeface="Menlo"/>
              </a:rPr>
              <a:t>task token</a:t>
            </a:r>
          </a:p>
        </p:txBody>
      </p:sp>
      <p:cxnSp>
        <p:nvCxnSpPr>
          <p:cNvPr id="33" name="create-orders-0">
            <a:extLst>
              <a:ext uri="{FF2B5EF4-FFF2-40B4-BE49-F238E27FC236}">
                <a16:creationId xmlns:a16="http://schemas.microsoft.com/office/drawing/2014/main" id="{6C2D61B4-8B8D-4BC1-9B82-83BEE7B7A6EF}"/>
              </a:ext>
            </a:extLst>
          </p:cNvPr>
          <p:cNvCxnSpPr/>
          <p:nvPr/>
        </p:nvCxnSpPr>
        <p:spPr>
          <a:xfrm>
            <a:off x="4524375" y="3162300"/>
            <a:ext cx="857250" cy="0"/>
          </a:xfrm>
          <a:prstGeom prst="straightConnector1">
            <a:avLst/>
          </a:prstGeom>
          <a:ln w="17145">
            <a:solidFill>
              <a:srgbClr val="202D3E"/>
            </a:solidFill>
          </a:ln>
        </p:spPr>
      </p:cxnSp>
      <p:cxnSp>
        <p:nvCxnSpPr>
          <p:cNvPr id="34" name="create-orders-1">
            <a:extLst>
              <a:ext uri="{FF2B5EF4-FFF2-40B4-BE49-F238E27FC236}">
                <a16:creationId xmlns:a16="http://schemas.microsoft.com/office/drawing/2014/main" id="{0EE28499-45D4-46B5-B88C-E2451AD7FB63}"/>
              </a:ext>
            </a:extLst>
          </p:cNvPr>
          <p:cNvCxnSpPr/>
          <p:nvPr/>
        </p:nvCxnSpPr>
        <p:spPr>
          <a:xfrm>
            <a:off x="5381625" y="2419350"/>
            <a:ext cx="0" cy="742950"/>
          </a:xfrm>
          <a:prstGeom prst="straightConnector1">
            <a:avLst/>
          </a:prstGeom>
          <a:ln w="17145">
            <a:solidFill>
              <a:srgbClr val="202D3E"/>
            </a:solidFill>
          </a:ln>
        </p:spPr>
      </p:cxnSp>
      <p:cxnSp>
        <p:nvCxnSpPr>
          <p:cNvPr id="35" name="create-orders-2">
            <a:extLst>
              <a:ext uri="{FF2B5EF4-FFF2-40B4-BE49-F238E27FC236}">
                <a16:creationId xmlns:a16="http://schemas.microsoft.com/office/drawing/2014/main" id="{20C626BD-0CAA-4A3D-AB94-D9FC26B79AA0}"/>
              </a:ext>
            </a:extLst>
          </p:cNvPr>
          <p:cNvCxnSpPr/>
          <p:nvPr/>
        </p:nvCxnSpPr>
        <p:spPr>
          <a:xfrm>
            <a:off x="5381625" y="2419350"/>
            <a:ext cx="542925" cy="0"/>
          </a:xfrm>
          <a:prstGeom prst="straightConnector1">
            <a:avLst/>
          </a:prstGeom>
          <a:ln w="17145">
            <a:solidFill>
              <a:srgbClr val="202D3E"/>
            </a:solidFill>
            <a:tailEnd type="triangle" w="sm" len="sm"/>
          </a:ln>
        </p:spPr>
      </p:cxnSp>
      <p:sp>
        <p:nvSpPr>
          <p:cNvPr id="36" name="create-orders-label">
            <a:extLst>
              <a:ext uri="{FF2B5EF4-FFF2-40B4-BE49-F238E27FC236}">
                <a16:creationId xmlns:a16="http://schemas.microsoft.com/office/drawing/2014/main" id="{18644F92-6045-46F0-B908-0546D92D8FA0}"/>
              </a:ext>
            </a:extLst>
          </p:cNvPr>
          <p:cNvSpPr>
            <a:spLocks noGrp="1"/>
          </p:cNvSpPr>
          <p:nvPr/>
        </p:nvSpPr>
        <p:spPr>
          <a:xfrm>
            <a:off x="4629150" y="2533650"/>
            <a:ext cx="685800" cy="581025"/>
          </a:xfrm>
          <a:prstGeom prst="rect">
            <a:avLst/>
          </a:prstGeom>
          <a:noFill/>
          <a:ln w="0">
            <a:noFill/>
          </a:ln>
        </p:spPr>
        <p:txBody>
          <a:bodyPr wrap="none" lIns="0" tIns="0" rIns="0" bIns="0">
            <a:noAutofit/>
          </a:bodyPr>
          <a:lstStyle>
            <a:defPPr algn="l">
              <a:defRPr sz="1238" b="0">
                <a:solidFill>
                  <a:srgbClr val="202D3E"/>
                </a:solidFill>
                <a:latin typeface="Ubuntu Light"/>
                <a:ea typeface="Ubuntu Light"/>
                <a:cs typeface="Ubuntu Light"/>
              </a:defRPr>
            </a:defPPr>
            <a:lvl1pPr algn="l">
              <a:defRPr sz="1238" b="0">
                <a:solidFill>
                  <a:srgbClr val="202D3E"/>
                </a:solidFill>
                <a:latin typeface="Ubuntu Light"/>
                <a:ea typeface="Ubuntu Light"/>
                <a:cs typeface="Ubuntu Light"/>
              </a:defRPr>
            </a:lvl1pPr>
            <a:lvl2pPr algn="l">
              <a:defRPr sz="1238" b="0">
                <a:solidFill>
                  <a:srgbClr val="202D3E"/>
                </a:solidFill>
                <a:latin typeface="Ubuntu Light"/>
                <a:ea typeface="Ubuntu Light"/>
                <a:cs typeface="Ubuntu Light"/>
              </a:defRPr>
            </a:lvl2pPr>
            <a:lvl3pPr algn="l">
              <a:defRPr sz="1238" b="0">
                <a:solidFill>
                  <a:srgbClr val="202D3E"/>
                </a:solidFill>
                <a:latin typeface="Ubuntu Light"/>
                <a:ea typeface="Ubuntu Light"/>
                <a:cs typeface="Ubuntu Light"/>
              </a:defRPr>
            </a:lvl3pPr>
            <a:lvl4pPr algn="l">
              <a:defRPr sz="1238" b="0">
                <a:solidFill>
                  <a:srgbClr val="202D3E"/>
                </a:solidFill>
                <a:latin typeface="Ubuntu Light"/>
                <a:ea typeface="Ubuntu Light"/>
                <a:cs typeface="Ubuntu Light"/>
              </a:defRPr>
            </a:lvl4pPr>
            <a:lvl5pPr algn="l">
              <a:defRPr sz="1238" b="0">
                <a:solidFill>
                  <a:srgbClr val="202D3E"/>
                </a:solidFill>
                <a:latin typeface="Ubuntu Light"/>
                <a:ea typeface="Ubuntu Light"/>
                <a:cs typeface="Ubuntu Light"/>
              </a:defRPr>
            </a:lvl5pPr>
            <a:lvl6pPr algn="l">
              <a:defRPr sz="1238" b="0">
                <a:solidFill>
                  <a:srgbClr val="202D3E"/>
                </a:solidFill>
                <a:latin typeface="Ubuntu Light"/>
                <a:ea typeface="Ubuntu Light"/>
                <a:cs typeface="Ubuntu Light"/>
              </a:defRPr>
            </a:lvl6pPr>
            <a:lvl7pPr algn="l">
              <a:defRPr sz="1238" b="0">
                <a:solidFill>
                  <a:srgbClr val="202D3E"/>
                </a:solidFill>
                <a:latin typeface="Ubuntu Light"/>
                <a:ea typeface="Ubuntu Light"/>
                <a:cs typeface="Ubuntu Light"/>
              </a:defRPr>
            </a:lvl7pPr>
            <a:lvl8pPr algn="l">
              <a:defRPr sz="1238" b="0">
                <a:solidFill>
                  <a:srgbClr val="202D3E"/>
                </a:solidFill>
                <a:latin typeface="Ubuntu Light"/>
                <a:ea typeface="Ubuntu Light"/>
                <a:cs typeface="Ubuntu Light"/>
              </a:defRPr>
            </a:lvl8pPr>
            <a:lvl9pPr algn="l">
              <a:defRPr sz="1238" b="0">
                <a:solidFill>
                  <a:srgbClr val="202D3E"/>
                </a:solidFill>
                <a:latin typeface="Ubuntu Light"/>
                <a:ea typeface="Ubuntu Light"/>
                <a:cs typeface="Ubuntu Light"/>
              </a:defRPr>
            </a:lvl9pPr>
          </a:lstStyle>
          <a:p>
            <a:pPr algn="l">
              <a:defRPr sz="1238" b="0">
                <a:solidFill>
                  <a:srgbClr val="202D3E"/>
                </a:solidFill>
                <a:latin typeface="Ubuntu Light"/>
                <a:ea typeface="Ubuntu Light"/>
                <a:cs typeface="Ubuntu Light"/>
              </a:defRPr>
            </a:pPr>
            <a:r>
              <a:rPr b="0">
                <a:latin typeface="Ubuntu Light"/>
                <a:ea typeface="Ubuntu Light"/>
                <a:cs typeface="Ubuntu Light"/>
              </a:rPr>
              <a:t>Create</a:t>
            </a:r>
          </a:p>
          <a:p>
            <a:pPr algn="l">
              <a:defRPr sz="1238" b="0">
                <a:solidFill>
                  <a:srgbClr val="202D3E"/>
                </a:solidFill>
                <a:latin typeface="Ubuntu Light"/>
                <a:ea typeface="Ubuntu Light"/>
                <a:cs typeface="Ubuntu Light"/>
              </a:defRPr>
            </a:pPr>
            <a:r>
              <a:rPr b="0">
                <a:latin typeface="Ubuntu Light"/>
                <a:ea typeface="Ubuntu Light"/>
                <a:cs typeface="Ubuntu Light"/>
              </a:rPr>
              <a:t>Reserve</a:t>
            </a:r>
          </a:p>
          <a:p>
            <a:pPr algn="l">
              <a:defRPr sz="1238" b="0">
                <a:solidFill>
                  <a:srgbClr val="202D3E"/>
                </a:solidFill>
                <a:latin typeface="Ubuntu Light"/>
                <a:ea typeface="Ubuntu Light"/>
                <a:cs typeface="Ubuntu Light"/>
              </a:defRPr>
            </a:pPr>
            <a:r>
              <a:rPr b="0">
                <a:latin typeface="Ubuntu Light"/>
                <a:ea typeface="Ubuntu Light"/>
                <a:cs typeface="Ubuntu Light"/>
              </a:rPr>
              <a:t>Confirm</a:t>
            </a:r>
          </a:p>
        </p:txBody>
      </p:sp>
      <p:cxnSp>
        <p:nvCxnSpPr>
          <p:cNvPr id="37" name="cancel-orders-0">
            <a:extLst>
              <a:ext uri="{FF2B5EF4-FFF2-40B4-BE49-F238E27FC236}">
                <a16:creationId xmlns:a16="http://schemas.microsoft.com/office/drawing/2014/main" id="{6415596C-77CB-44AF-97F2-3EFD8890B4CE}"/>
              </a:ext>
            </a:extLst>
          </p:cNvPr>
          <p:cNvCxnSpPr/>
          <p:nvPr/>
        </p:nvCxnSpPr>
        <p:spPr>
          <a:xfrm>
            <a:off x="7029450" y="3162300"/>
            <a:ext cx="657225" cy="0"/>
          </a:xfrm>
          <a:prstGeom prst="straightConnector1">
            <a:avLst/>
          </a:prstGeom>
          <a:ln w="17145">
            <a:solidFill>
              <a:srgbClr val="202D3E"/>
            </a:solidFill>
          </a:ln>
        </p:spPr>
      </p:cxnSp>
      <p:cxnSp>
        <p:nvCxnSpPr>
          <p:cNvPr id="38" name="cancel-orders-1">
            <a:extLst>
              <a:ext uri="{FF2B5EF4-FFF2-40B4-BE49-F238E27FC236}">
                <a16:creationId xmlns:a16="http://schemas.microsoft.com/office/drawing/2014/main" id="{9BBAE9B2-C36E-4DC2-8316-252DBBA38E12}"/>
              </a:ext>
            </a:extLst>
          </p:cNvPr>
          <p:cNvCxnSpPr/>
          <p:nvPr/>
        </p:nvCxnSpPr>
        <p:spPr>
          <a:xfrm>
            <a:off x="7029450" y="2419350"/>
            <a:ext cx="0" cy="742950"/>
          </a:xfrm>
          <a:prstGeom prst="straightConnector1">
            <a:avLst/>
          </a:prstGeom>
          <a:ln w="17145">
            <a:solidFill>
              <a:srgbClr val="202D3E"/>
            </a:solidFill>
          </a:ln>
        </p:spPr>
      </p:cxnSp>
      <p:cxnSp>
        <p:nvCxnSpPr>
          <p:cNvPr id="39" name="cancel-orders-2">
            <a:extLst>
              <a:ext uri="{FF2B5EF4-FFF2-40B4-BE49-F238E27FC236}">
                <a16:creationId xmlns:a16="http://schemas.microsoft.com/office/drawing/2014/main" id="{404B939B-5463-446C-B292-2DE068CAA0BF}"/>
              </a:ext>
            </a:extLst>
          </p:cNvPr>
          <p:cNvCxnSpPr/>
          <p:nvPr/>
        </p:nvCxnSpPr>
        <p:spPr>
          <a:xfrm>
            <a:off x="6438900" y="2419350"/>
            <a:ext cx="590550" cy="0"/>
          </a:xfrm>
          <a:prstGeom prst="straightConnector1">
            <a:avLst/>
          </a:prstGeom>
          <a:ln w="17145">
            <a:solidFill>
              <a:srgbClr val="202D3E"/>
            </a:solidFill>
            <a:headEnd type="triangle" w="sm" len="sm"/>
          </a:ln>
        </p:spPr>
      </p:cxnSp>
      <p:sp>
        <p:nvSpPr>
          <p:cNvPr id="40" name="cancel-orders-label">
            <a:extLst>
              <a:ext uri="{FF2B5EF4-FFF2-40B4-BE49-F238E27FC236}">
                <a16:creationId xmlns:a16="http://schemas.microsoft.com/office/drawing/2014/main" id="{E88F19E8-4EB7-4883-A150-7416EEE33B59}"/>
              </a:ext>
            </a:extLst>
          </p:cNvPr>
          <p:cNvSpPr>
            <a:spLocks noGrp="1"/>
          </p:cNvSpPr>
          <p:nvPr/>
        </p:nvSpPr>
        <p:spPr>
          <a:xfrm>
            <a:off x="7162800" y="2647950"/>
            <a:ext cx="1238250" cy="219075"/>
          </a:xfrm>
          <a:prstGeom prst="rect">
            <a:avLst/>
          </a:prstGeom>
          <a:noFill/>
          <a:ln w="0">
            <a:noFill/>
          </a:ln>
        </p:spPr>
        <p:txBody>
          <a:bodyPr wrap="none" lIns="0" tIns="0" rIns="0" bIns="0">
            <a:noAutofit/>
          </a:bodyPr>
          <a:lstStyle>
            <a:defPPr algn="l">
              <a:defRPr sz="1275" b="0">
                <a:solidFill>
                  <a:srgbClr val="202D3E"/>
                </a:solidFill>
                <a:latin typeface="Ubuntu Light"/>
                <a:ea typeface="Ubuntu Light"/>
                <a:cs typeface="Ubuntu Light"/>
              </a:defRPr>
            </a:defPPr>
            <a:lvl1pPr algn="l">
              <a:defRPr sz="1275" b="0">
                <a:solidFill>
                  <a:srgbClr val="202D3E"/>
                </a:solidFill>
                <a:latin typeface="Ubuntu Light"/>
                <a:ea typeface="Ubuntu Light"/>
                <a:cs typeface="Ubuntu Light"/>
              </a:defRPr>
            </a:lvl1pPr>
            <a:lvl2pPr algn="l">
              <a:defRPr sz="1275" b="0">
                <a:solidFill>
                  <a:srgbClr val="202D3E"/>
                </a:solidFill>
                <a:latin typeface="Ubuntu Light"/>
                <a:ea typeface="Ubuntu Light"/>
                <a:cs typeface="Ubuntu Light"/>
              </a:defRPr>
            </a:lvl2pPr>
            <a:lvl3pPr algn="l">
              <a:defRPr sz="1275" b="0">
                <a:solidFill>
                  <a:srgbClr val="202D3E"/>
                </a:solidFill>
                <a:latin typeface="Ubuntu Light"/>
                <a:ea typeface="Ubuntu Light"/>
                <a:cs typeface="Ubuntu Light"/>
              </a:defRPr>
            </a:lvl3pPr>
            <a:lvl4pPr algn="l">
              <a:defRPr sz="1275" b="0">
                <a:solidFill>
                  <a:srgbClr val="202D3E"/>
                </a:solidFill>
                <a:latin typeface="Ubuntu Light"/>
                <a:ea typeface="Ubuntu Light"/>
                <a:cs typeface="Ubuntu Light"/>
              </a:defRPr>
            </a:lvl4pPr>
            <a:lvl5pPr algn="l">
              <a:defRPr sz="1275" b="0">
                <a:solidFill>
                  <a:srgbClr val="202D3E"/>
                </a:solidFill>
                <a:latin typeface="Ubuntu Light"/>
                <a:ea typeface="Ubuntu Light"/>
                <a:cs typeface="Ubuntu Light"/>
              </a:defRPr>
            </a:lvl5pPr>
            <a:lvl6pPr algn="l">
              <a:defRPr sz="1275" b="0">
                <a:solidFill>
                  <a:srgbClr val="202D3E"/>
                </a:solidFill>
                <a:latin typeface="Ubuntu Light"/>
                <a:ea typeface="Ubuntu Light"/>
                <a:cs typeface="Ubuntu Light"/>
              </a:defRPr>
            </a:lvl6pPr>
            <a:lvl7pPr algn="l">
              <a:defRPr sz="1275" b="0">
                <a:solidFill>
                  <a:srgbClr val="202D3E"/>
                </a:solidFill>
                <a:latin typeface="Ubuntu Light"/>
                <a:ea typeface="Ubuntu Light"/>
                <a:cs typeface="Ubuntu Light"/>
              </a:defRPr>
            </a:lvl7pPr>
            <a:lvl8pPr algn="l">
              <a:defRPr sz="1275" b="0">
                <a:solidFill>
                  <a:srgbClr val="202D3E"/>
                </a:solidFill>
                <a:latin typeface="Ubuntu Light"/>
                <a:ea typeface="Ubuntu Light"/>
                <a:cs typeface="Ubuntu Light"/>
              </a:defRPr>
            </a:lvl8pPr>
            <a:lvl9pPr algn="l">
              <a:defRPr sz="1275" b="0">
                <a:solidFill>
                  <a:srgbClr val="202D3E"/>
                </a:solidFill>
                <a:latin typeface="Ubuntu Light"/>
                <a:ea typeface="Ubuntu Light"/>
                <a:cs typeface="Ubuntu Light"/>
              </a:defRPr>
            </a:lvl9pPr>
          </a:lstStyle>
          <a:p>
            <a:pPr algn="l">
              <a:defRPr sz="1275" b="0">
                <a:solidFill>
                  <a:srgbClr val="202D3E"/>
                </a:solidFill>
                <a:latin typeface="Ubuntu Light"/>
                <a:ea typeface="Ubuntu Light"/>
                <a:cs typeface="Ubuntu Light"/>
              </a:defRPr>
            </a:pPr>
            <a:r>
              <a:rPr b="0">
                <a:latin typeface="Ubuntu Light"/>
                <a:ea typeface="Ubuntu Light"/>
                <a:cs typeface="Ubuntu Light"/>
              </a:rPr>
              <a:t>Read / cancel</a:t>
            </a:r>
          </a:p>
        </p:txBody>
      </p:sp>
      <p:cxnSp>
        <p:nvCxnSpPr>
          <p:cNvPr id="41" name="create-payments-0">
            <a:extLst>
              <a:ext uri="{FF2B5EF4-FFF2-40B4-BE49-F238E27FC236}">
                <a16:creationId xmlns:a16="http://schemas.microsoft.com/office/drawing/2014/main" id="{6FE218C0-2C13-4FD0-B41F-D30A0278BFAF}"/>
              </a:ext>
            </a:extLst>
          </p:cNvPr>
          <p:cNvCxnSpPr/>
          <p:nvPr/>
        </p:nvCxnSpPr>
        <p:spPr>
          <a:xfrm>
            <a:off x="4524375" y="3371850"/>
            <a:ext cx="857250" cy="0"/>
          </a:xfrm>
          <a:prstGeom prst="straightConnector1">
            <a:avLst/>
          </a:prstGeom>
          <a:ln w="17145">
            <a:solidFill>
              <a:srgbClr val="202D3E"/>
            </a:solidFill>
          </a:ln>
        </p:spPr>
      </p:cxnSp>
      <p:cxnSp>
        <p:nvCxnSpPr>
          <p:cNvPr id="42" name="create-payments-1">
            <a:extLst>
              <a:ext uri="{FF2B5EF4-FFF2-40B4-BE49-F238E27FC236}">
                <a16:creationId xmlns:a16="http://schemas.microsoft.com/office/drawing/2014/main" id="{8029CB7D-E3EF-41A9-BD32-9676759E81DE}"/>
              </a:ext>
            </a:extLst>
          </p:cNvPr>
          <p:cNvCxnSpPr/>
          <p:nvPr/>
        </p:nvCxnSpPr>
        <p:spPr>
          <a:xfrm>
            <a:off x="5381625" y="3371850"/>
            <a:ext cx="0" cy="533400"/>
          </a:xfrm>
          <a:prstGeom prst="straightConnector1">
            <a:avLst/>
          </a:prstGeom>
          <a:ln w="17145">
            <a:solidFill>
              <a:srgbClr val="202D3E"/>
            </a:solidFill>
          </a:ln>
        </p:spPr>
      </p:cxnSp>
      <p:cxnSp>
        <p:nvCxnSpPr>
          <p:cNvPr id="43" name="create-payments-2">
            <a:extLst>
              <a:ext uri="{FF2B5EF4-FFF2-40B4-BE49-F238E27FC236}">
                <a16:creationId xmlns:a16="http://schemas.microsoft.com/office/drawing/2014/main" id="{951F177B-5F71-442D-9899-434BB276968B}"/>
              </a:ext>
            </a:extLst>
          </p:cNvPr>
          <p:cNvCxnSpPr/>
          <p:nvPr/>
        </p:nvCxnSpPr>
        <p:spPr>
          <a:xfrm>
            <a:off x="5381625" y="3905250"/>
            <a:ext cx="542925" cy="0"/>
          </a:xfrm>
          <a:prstGeom prst="straightConnector1">
            <a:avLst/>
          </a:prstGeom>
          <a:ln w="17145">
            <a:solidFill>
              <a:srgbClr val="202D3E"/>
            </a:solidFill>
            <a:tailEnd type="triangle" w="sm" len="sm"/>
          </a:ln>
        </p:spPr>
      </p:cxnSp>
      <p:sp>
        <p:nvSpPr>
          <p:cNvPr id="44" name="charge-label">
            <a:extLst>
              <a:ext uri="{FF2B5EF4-FFF2-40B4-BE49-F238E27FC236}">
                <a16:creationId xmlns:a16="http://schemas.microsoft.com/office/drawing/2014/main" id="{50DA594A-1FB1-4C6F-911B-5CE4935B1EAE}"/>
              </a:ext>
            </a:extLst>
          </p:cNvPr>
          <p:cNvSpPr>
            <a:spLocks noGrp="1"/>
          </p:cNvSpPr>
          <p:nvPr/>
        </p:nvSpPr>
        <p:spPr>
          <a:xfrm>
            <a:off x="4629150" y="4143375"/>
            <a:ext cx="704850" cy="219075"/>
          </a:xfrm>
          <a:prstGeom prst="rect">
            <a:avLst/>
          </a:prstGeom>
          <a:noFill/>
          <a:ln w="0">
            <a:noFill/>
          </a:ln>
        </p:spPr>
        <p:txBody>
          <a:bodyPr wrap="none" lIns="0" tIns="0" rIns="0" bIns="0">
            <a:noAutofit/>
          </a:bodyPr>
          <a:lstStyle>
            <a:defPPr algn="l">
              <a:defRPr sz="1275" b="0">
                <a:solidFill>
                  <a:srgbClr val="202D3E"/>
                </a:solidFill>
                <a:latin typeface="Ubuntu Light"/>
                <a:ea typeface="Ubuntu Light"/>
                <a:cs typeface="Ubuntu Light"/>
              </a:defRPr>
            </a:defPPr>
            <a:lvl1pPr algn="l">
              <a:defRPr sz="1275" b="0">
                <a:solidFill>
                  <a:srgbClr val="202D3E"/>
                </a:solidFill>
                <a:latin typeface="Ubuntu Light"/>
                <a:ea typeface="Ubuntu Light"/>
                <a:cs typeface="Ubuntu Light"/>
              </a:defRPr>
            </a:lvl1pPr>
            <a:lvl2pPr algn="l">
              <a:defRPr sz="1275" b="0">
                <a:solidFill>
                  <a:srgbClr val="202D3E"/>
                </a:solidFill>
                <a:latin typeface="Ubuntu Light"/>
                <a:ea typeface="Ubuntu Light"/>
                <a:cs typeface="Ubuntu Light"/>
              </a:defRPr>
            </a:lvl2pPr>
            <a:lvl3pPr algn="l">
              <a:defRPr sz="1275" b="0">
                <a:solidFill>
                  <a:srgbClr val="202D3E"/>
                </a:solidFill>
                <a:latin typeface="Ubuntu Light"/>
                <a:ea typeface="Ubuntu Light"/>
                <a:cs typeface="Ubuntu Light"/>
              </a:defRPr>
            </a:lvl3pPr>
            <a:lvl4pPr algn="l">
              <a:defRPr sz="1275" b="0">
                <a:solidFill>
                  <a:srgbClr val="202D3E"/>
                </a:solidFill>
                <a:latin typeface="Ubuntu Light"/>
                <a:ea typeface="Ubuntu Light"/>
                <a:cs typeface="Ubuntu Light"/>
              </a:defRPr>
            </a:lvl4pPr>
            <a:lvl5pPr algn="l">
              <a:defRPr sz="1275" b="0">
                <a:solidFill>
                  <a:srgbClr val="202D3E"/>
                </a:solidFill>
                <a:latin typeface="Ubuntu Light"/>
                <a:ea typeface="Ubuntu Light"/>
                <a:cs typeface="Ubuntu Light"/>
              </a:defRPr>
            </a:lvl5pPr>
            <a:lvl6pPr algn="l">
              <a:defRPr sz="1275" b="0">
                <a:solidFill>
                  <a:srgbClr val="202D3E"/>
                </a:solidFill>
                <a:latin typeface="Ubuntu Light"/>
                <a:ea typeface="Ubuntu Light"/>
                <a:cs typeface="Ubuntu Light"/>
              </a:defRPr>
            </a:lvl6pPr>
            <a:lvl7pPr algn="l">
              <a:defRPr sz="1275" b="0">
                <a:solidFill>
                  <a:srgbClr val="202D3E"/>
                </a:solidFill>
                <a:latin typeface="Ubuntu Light"/>
                <a:ea typeface="Ubuntu Light"/>
                <a:cs typeface="Ubuntu Light"/>
              </a:defRPr>
            </a:lvl7pPr>
            <a:lvl8pPr algn="l">
              <a:defRPr sz="1275" b="0">
                <a:solidFill>
                  <a:srgbClr val="202D3E"/>
                </a:solidFill>
                <a:latin typeface="Ubuntu Light"/>
                <a:ea typeface="Ubuntu Light"/>
                <a:cs typeface="Ubuntu Light"/>
              </a:defRPr>
            </a:lvl8pPr>
            <a:lvl9pPr algn="l">
              <a:defRPr sz="1275" b="0">
                <a:solidFill>
                  <a:srgbClr val="202D3E"/>
                </a:solidFill>
                <a:latin typeface="Ubuntu Light"/>
                <a:ea typeface="Ubuntu Light"/>
                <a:cs typeface="Ubuntu Light"/>
              </a:defRPr>
            </a:lvl9pPr>
          </a:lstStyle>
          <a:p>
            <a:pPr algn="l">
              <a:defRPr sz="1275" b="0">
                <a:solidFill>
                  <a:srgbClr val="202D3E"/>
                </a:solidFill>
                <a:latin typeface="Ubuntu Light"/>
                <a:ea typeface="Ubuntu Light"/>
                <a:cs typeface="Ubuntu Light"/>
              </a:defRPr>
            </a:pPr>
            <a:r>
              <a:rPr b="0">
                <a:latin typeface="Ubuntu Light"/>
                <a:ea typeface="Ubuntu Light"/>
                <a:cs typeface="Ubuntu Light"/>
              </a:rPr>
              <a:t>Charge</a:t>
            </a:r>
          </a:p>
        </p:txBody>
      </p:sp>
      <p:cxnSp>
        <p:nvCxnSpPr>
          <p:cNvPr id="45" name="cancel-payments-0">
            <a:extLst>
              <a:ext uri="{FF2B5EF4-FFF2-40B4-BE49-F238E27FC236}">
                <a16:creationId xmlns:a16="http://schemas.microsoft.com/office/drawing/2014/main" id="{9D5690CC-5434-4A33-97D6-E09D5AAB8F97}"/>
              </a:ext>
            </a:extLst>
          </p:cNvPr>
          <p:cNvCxnSpPr/>
          <p:nvPr/>
        </p:nvCxnSpPr>
        <p:spPr>
          <a:xfrm>
            <a:off x="7029450" y="3371850"/>
            <a:ext cx="657225" cy="0"/>
          </a:xfrm>
          <a:prstGeom prst="straightConnector1">
            <a:avLst/>
          </a:prstGeom>
          <a:ln w="17145">
            <a:solidFill>
              <a:srgbClr val="202D3E"/>
            </a:solidFill>
          </a:ln>
        </p:spPr>
      </p:cxnSp>
      <p:cxnSp>
        <p:nvCxnSpPr>
          <p:cNvPr id="46" name="cancel-payments-1">
            <a:extLst>
              <a:ext uri="{FF2B5EF4-FFF2-40B4-BE49-F238E27FC236}">
                <a16:creationId xmlns:a16="http://schemas.microsoft.com/office/drawing/2014/main" id="{D4E2EC00-F656-4F57-8268-7C7818316A53}"/>
              </a:ext>
            </a:extLst>
          </p:cNvPr>
          <p:cNvCxnSpPr/>
          <p:nvPr/>
        </p:nvCxnSpPr>
        <p:spPr>
          <a:xfrm>
            <a:off x="7029450" y="3371850"/>
            <a:ext cx="0" cy="533400"/>
          </a:xfrm>
          <a:prstGeom prst="straightConnector1">
            <a:avLst/>
          </a:prstGeom>
          <a:ln w="17145">
            <a:solidFill>
              <a:srgbClr val="202D3E"/>
            </a:solidFill>
          </a:ln>
        </p:spPr>
      </p:cxnSp>
      <p:cxnSp>
        <p:nvCxnSpPr>
          <p:cNvPr id="47" name="cancel-payments-2">
            <a:extLst>
              <a:ext uri="{FF2B5EF4-FFF2-40B4-BE49-F238E27FC236}">
                <a16:creationId xmlns:a16="http://schemas.microsoft.com/office/drawing/2014/main" id="{15878411-2AA7-4118-9C65-2AE4EACA724E}"/>
              </a:ext>
            </a:extLst>
          </p:cNvPr>
          <p:cNvCxnSpPr/>
          <p:nvPr/>
        </p:nvCxnSpPr>
        <p:spPr>
          <a:xfrm>
            <a:off x="6438900" y="3905250"/>
            <a:ext cx="590550" cy="0"/>
          </a:xfrm>
          <a:prstGeom prst="straightConnector1">
            <a:avLst/>
          </a:prstGeom>
          <a:ln w="17145">
            <a:solidFill>
              <a:srgbClr val="202D3E"/>
            </a:solidFill>
            <a:headEnd type="triangle" w="sm" len="sm"/>
          </a:ln>
        </p:spPr>
      </p:cxnSp>
      <p:sp>
        <p:nvSpPr>
          <p:cNvPr id="48" name="refund-label">
            <a:extLst>
              <a:ext uri="{FF2B5EF4-FFF2-40B4-BE49-F238E27FC236}">
                <a16:creationId xmlns:a16="http://schemas.microsoft.com/office/drawing/2014/main" id="{C9E2A797-F9EA-422A-B546-A872BFAEBA5E}"/>
              </a:ext>
            </a:extLst>
          </p:cNvPr>
          <p:cNvSpPr>
            <a:spLocks noGrp="1"/>
          </p:cNvSpPr>
          <p:nvPr/>
        </p:nvSpPr>
        <p:spPr>
          <a:xfrm>
            <a:off x="7162800" y="4019550"/>
            <a:ext cx="809625" cy="219075"/>
          </a:xfrm>
          <a:prstGeom prst="rect">
            <a:avLst/>
          </a:prstGeom>
          <a:noFill/>
          <a:ln w="0">
            <a:noFill/>
          </a:ln>
        </p:spPr>
        <p:txBody>
          <a:bodyPr wrap="none" lIns="0" tIns="0" rIns="0" bIns="0">
            <a:noAutofit/>
          </a:bodyPr>
          <a:lstStyle>
            <a:defPPr algn="l">
              <a:defRPr sz="1275" b="0">
                <a:solidFill>
                  <a:srgbClr val="202D3E"/>
                </a:solidFill>
                <a:latin typeface="Ubuntu Light"/>
                <a:ea typeface="Ubuntu Light"/>
                <a:cs typeface="Ubuntu Light"/>
              </a:defRPr>
            </a:defPPr>
            <a:lvl1pPr algn="l">
              <a:defRPr sz="1275" b="0">
                <a:solidFill>
                  <a:srgbClr val="202D3E"/>
                </a:solidFill>
                <a:latin typeface="Ubuntu Light"/>
                <a:ea typeface="Ubuntu Light"/>
                <a:cs typeface="Ubuntu Light"/>
              </a:defRPr>
            </a:lvl1pPr>
            <a:lvl2pPr algn="l">
              <a:defRPr sz="1275" b="0">
                <a:solidFill>
                  <a:srgbClr val="202D3E"/>
                </a:solidFill>
                <a:latin typeface="Ubuntu Light"/>
                <a:ea typeface="Ubuntu Light"/>
                <a:cs typeface="Ubuntu Light"/>
              </a:defRPr>
            </a:lvl2pPr>
            <a:lvl3pPr algn="l">
              <a:defRPr sz="1275" b="0">
                <a:solidFill>
                  <a:srgbClr val="202D3E"/>
                </a:solidFill>
                <a:latin typeface="Ubuntu Light"/>
                <a:ea typeface="Ubuntu Light"/>
                <a:cs typeface="Ubuntu Light"/>
              </a:defRPr>
            </a:lvl3pPr>
            <a:lvl4pPr algn="l">
              <a:defRPr sz="1275" b="0">
                <a:solidFill>
                  <a:srgbClr val="202D3E"/>
                </a:solidFill>
                <a:latin typeface="Ubuntu Light"/>
                <a:ea typeface="Ubuntu Light"/>
                <a:cs typeface="Ubuntu Light"/>
              </a:defRPr>
            </a:lvl4pPr>
            <a:lvl5pPr algn="l">
              <a:defRPr sz="1275" b="0">
                <a:solidFill>
                  <a:srgbClr val="202D3E"/>
                </a:solidFill>
                <a:latin typeface="Ubuntu Light"/>
                <a:ea typeface="Ubuntu Light"/>
                <a:cs typeface="Ubuntu Light"/>
              </a:defRPr>
            </a:lvl5pPr>
            <a:lvl6pPr algn="l">
              <a:defRPr sz="1275" b="0">
                <a:solidFill>
                  <a:srgbClr val="202D3E"/>
                </a:solidFill>
                <a:latin typeface="Ubuntu Light"/>
                <a:ea typeface="Ubuntu Light"/>
                <a:cs typeface="Ubuntu Light"/>
              </a:defRPr>
            </a:lvl6pPr>
            <a:lvl7pPr algn="l">
              <a:defRPr sz="1275" b="0">
                <a:solidFill>
                  <a:srgbClr val="202D3E"/>
                </a:solidFill>
                <a:latin typeface="Ubuntu Light"/>
                <a:ea typeface="Ubuntu Light"/>
                <a:cs typeface="Ubuntu Light"/>
              </a:defRPr>
            </a:lvl7pPr>
            <a:lvl8pPr algn="l">
              <a:defRPr sz="1275" b="0">
                <a:solidFill>
                  <a:srgbClr val="202D3E"/>
                </a:solidFill>
                <a:latin typeface="Ubuntu Light"/>
                <a:ea typeface="Ubuntu Light"/>
                <a:cs typeface="Ubuntu Light"/>
              </a:defRPr>
            </a:lvl8pPr>
            <a:lvl9pPr algn="l">
              <a:defRPr sz="1275" b="0">
                <a:solidFill>
                  <a:srgbClr val="202D3E"/>
                </a:solidFill>
                <a:latin typeface="Ubuntu Light"/>
                <a:ea typeface="Ubuntu Light"/>
                <a:cs typeface="Ubuntu Light"/>
              </a:defRPr>
            </a:lvl9pPr>
          </a:lstStyle>
          <a:p>
            <a:pPr algn="l">
              <a:defRPr sz="1275" b="0">
                <a:solidFill>
                  <a:srgbClr val="202D3E"/>
                </a:solidFill>
                <a:latin typeface="Ubuntu Light"/>
                <a:ea typeface="Ubuntu Light"/>
                <a:cs typeface="Ubuntu Light"/>
              </a:defRPr>
            </a:pPr>
            <a:r>
              <a:rPr b="0">
                <a:latin typeface="Ubuntu Light"/>
                <a:ea typeface="Ubuntu Light"/>
                <a:cs typeface="Ubuntu Light"/>
              </a:rPr>
              <a:t>Refund</a:t>
            </a:r>
          </a:p>
        </p:txBody>
      </p:sp>
      <p:cxnSp>
        <p:nvCxnSpPr>
          <p:cNvPr id="49" name="orders-database-0">
            <a:extLst>
              <a:ext uri="{FF2B5EF4-FFF2-40B4-BE49-F238E27FC236}">
                <a16:creationId xmlns:a16="http://schemas.microsoft.com/office/drawing/2014/main" id="{C46A6B32-3FF4-4565-B6C8-8A476771AC3B}"/>
              </a:ext>
            </a:extLst>
          </p:cNvPr>
          <p:cNvCxnSpPr/>
          <p:nvPr/>
        </p:nvCxnSpPr>
        <p:spPr>
          <a:xfrm>
            <a:off x="6181725" y="2047875"/>
            <a:ext cx="0" cy="114300"/>
          </a:xfrm>
          <a:prstGeom prst="straightConnector1">
            <a:avLst/>
          </a:prstGeom>
          <a:ln w="17145">
            <a:solidFill>
              <a:srgbClr val="202D3E"/>
            </a:solidFill>
            <a:headEnd type="triangle" w="sm" len="sm"/>
          </a:ln>
        </p:spPr>
      </p:cxnSp>
      <p:sp>
        <p:nvSpPr>
          <p:cNvPr id="50" name="database-operation">
            <a:extLst>
              <a:ext uri="{FF2B5EF4-FFF2-40B4-BE49-F238E27FC236}">
                <a16:creationId xmlns:a16="http://schemas.microsoft.com/office/drawing/2014/main" id="{992F3E0D-9492-47A3-AD26-646FD681644B}"/>
              </a:ext>
            </a:extLst>
          </p:cNvPr>
          <p:cNvSpPr>
            <a:spLocks noGrp="1"/>
          </p:cNvSpPr>
          <p:nvPr/>
        </p:nvSpPr>
        <p:spPr>
          <a:xfrm>
            <a:off x="6438900" y="2038350"/>
            <a:ext cx="1190625" cy="219075"/>
          </a:xfrm>
          <a:prstGeom prst="rect">
            <a:avLst/>
          </a:prstGeom>
          <a:noFill/>
          <a:ln w="0">
            <a:noFill/>
          </a:ln>
        </p:spPr>
        <p:txBody>
          <a:bodyPr wrap="none" lIns="0" tIns="0" rIns="0" bIns="0">
            <a:noAutofit/>
          </a:bodyPr>
          <a:lstStyle>
            <a:defPPr algn="l">
              <a:defRPr sz="1238" b="0">
                <a:solidFill>
                  <a:srgbClr val="202D3E"/>
                </a:solidFill>
                <a:latin typeface="Ubuntu Light"/>
                <a:ea typeface="Ubuntu Light"/>
                <a:cs typeface="Ubuntu Light"/>
              </a:defRPr>
            </a:defPPr>
            <a:lvl1pPr algn="l">
              <a:defRPr sz="1238" b="0">
                <a:solidFill>
                  <a:srgbClr val="202D3E"/>
                </a:solidFill>
                <a:latin typeface="Ubuntu Light"/>
                <a:ea typeface="Ubuntu Light"/>
                <a:cs typeface="Ubuntu Light"/>
              </a:defRPr>
            </a:lvl1pPr>
            <a:lvl2pPr algn="l">
              <a:defRPr sz="1238" b="0">
                <a:solidFill>
                  <a:srgbClr val="202D3E"/>
                </a:solidFill>
                <a:latin typeface="Ubuntu Light"/>
                <a:ea typeface="Ubuntu Light"/>
                <a:cs typeface="Ubuntu Light"/>
              </a:defRPr>
            </a:lvl2pPr>
            <a:lvl3pPr algn="l">
              <a:defRPr sz="1238" b="0">
                <a:solidFill>
                  <a:srgbClr val="202D3E"/>
                </a:solidFill>
                <a:latin typeface="Ubuntu Light"/>
                <a:ea typeface="Ubuntu Light"/>
                <a:cs typeface="Ubuntu Light"/>
              </a:defRPr>
            </a:lvl3pPr>
            <a:lvl4pPr algn="l">
              <a:defRPr sz="1238" b="0">
                <a:solidFill>
                  <a:srgbClr val="202D3E"/>
                </a:solidFill>
                <a:latin typeface="Ubuntu Light"/>
                <a:ea typeface="Ubuntu Light"/>
                <a:cs typeface="Ubuntu Light"/>
              </a:defRPr>
            </a:lvl4pPr>
            <a:lvl5pPr algn="l">
              <a:defRPr sz="1238" b="0">
                <a:solidFill>
                  <a:srgbClr val="202D3E"/>
                </a:solidFill>
                <a:latin typeface="Ubuntu Light"/>
                <a:ea typeface="Ubuntu Light"/>
                <a:cs typeface="Ubuntu Light"/>
              </a:defRPr>
            </a:lvl5pPr>
            <a:lvl6pPr algn="l">
              <a:defRPr sz="1238" b="0">
                <a:solidFill>
                  <a:srgbClr val="202D3E"/>
                </a:solidFill>
                <a:latin typeface="Ubuntu Light"/>
                <a:ea typeface="Ubuntu Light"/>
                <a:cs typeface="Ubuntu Light"/>
              </a:defRPr>
            </a:lvl6pPr>
            <a:lvl7pPr algn="l">
              <a:defRPr sz="1238" b="0">
                <a:solidFill>
                  <a:srgbClr val="202D3E"/>
                </a:solidFill>
                <a:latin typeface="Ubuntu Light"/>
                <a:ea typeface="Ubuntu Light"/>
                <a:cs typeface="Ubuntu Light"/>
              </a:defRPr>
            </a:lvl7pPr>
            <a:lvl8pPr algn="l">
              <a:defRPr sz="1238" b="0">
                <a:solidFill>
                  <a:srgbClr val="202D3E"/>
                </a:solidFill>
                <a:latin typeface="Ubuntu Light"/>
                <a:ea typeface="Ubuntu Light"/>
                <a:cs typeface="Ubuntu Light"/>
              </a:defRPr>
            </a:lvl8pPr>
            <a:lvl9pPr algn="l">
              <a:defRPr sz="1238" b="0">
                <a:solidFill>
                  <a:srgbClr val="202D3E"/>
                </a:solidFill>
                <a:latin typeface="Ubuntu Light"/>
                <a:ea typeface="Ubuntu Light"/>
                <a:cs typeface="Ubuntu Light"/>
              </a:defRPr>
            </a:lvl9pPr>
          </a:lstStyle>
          <a:p>
            <a:pPr algn="l">
              <a:defRPr sz="1238" b="0">
                <a:solidFill>
                  <a:srgbClr val="202D3E"/>
                </a:solidFill>
                <a:latin typeface="Ubuntu Light"/>
                <a:ea typeface="Ubuntu Light"/>
                <a:cs typeface="Ubuntu Light"/>
              </a:defRPr>
            </a:pPr>
            <a:r>
              <a:rPr b="0">
                <a:latin typeface="Ubuntu Light"/>
                <a:ea typeface="Ubuntu Light"/>
                <a:cs typeface="Ubuntu Light"/>
              </a:rPr>
              <a:t>Read / write</a:t>
            </a:r>
          </a:p>
        </p:txBody>
      </p:sp>
      <p:cxnSp>
        <p:nvCxnSpPr>
          <p:cNvPr id="51" name="payments-stripe-0">
            <a:extLst>
              <a:ext uri="{FF2B5EF4-FFF2-40B4-BE49-F238E27FC236}">
                <a16:creationId xmlns:a16="http://schemas.microsoft.com/office/drawing/2014/main" id="{398CAA66-10E9-47FC-8F4F-857FDBD9A536}"/>
              </a:ext>
            </a:extLst>
          </p:cNvPr>
          <p:cNvCxnSpPr/>
          <p:nvPr/>
        </p:nvCxnSpPr>
        <p:spPr>
          <a:xfrm>
            <a:off x="6181725" y="4162425"/>
            <a:ext cx="0" cy="361950"/>
          </a:xfrm>
          <a:prstGeom prst="straightConnector1">
            <a:avLst/>
          </a:prstGeom>
          <a:ln w="17145">
            <a:solidFill>
              <a:srgbClr val="202D3E"/>
            </a:solidFill>
            <a:tailEnd type="triangle" w="sm" len="sm"/>
          </a:ln>
        </p:spPr>
      </p:cxnSp>
      <p:sp>
        <p:nvSpPr>
          <p:cNvPr id="52" name="payment-operation">
            <a:extLst>
              <a:ext uri="{FF2B5EF4-FFF2-40B4-BE49-F238E27FC236}">
                <a16:creationId xmlns:a16="http://schemas.microsoft.com/office/drawing/2014/main" id="{611489E8-12CA-4ACA-9FDE-F92F7037B7EC}"/>
              </a:ext>
            </a:extLst>
          </p:cNvPr>
          <p:cNvSpPr>
            <a:spLocks noGrp="1"/>
          </p:cNvSpPr>
          <p:nvPr/>
        </p:nvSpPr>
        <p:spPr>
          <a:xfrm>
            <a:off x="4810125" y="4572000"/>
            <a:ext cx="1047750" cy="209550"/>
          </a:xfrm>
          <a:prstGeom prst="rect">
            <a:avLst/>
          </a:prstGeom>
          <a:noFill/>
          <a:ln w="0">
            <a:noFill/>
          </a:ln>
        </p:spPr>
        <p:txBody>
          <a:bodyPr wrap="none" lIns="0" tIns="0" rIns="0" bIns="0">
            <a:noAutofit/>
          </a:bodyPr>
          <a:lstStyle>
            <a:defPPr algn="l">
              <a:defRPr sz="1200" b="0">
                <a:solidFill>
                  <a:srgbClr val="202D3E"/>
                </a:solidFill>
                <a:latin typeface="Ubuntu Light"/>
                <a:ea typeface="Ubuntu Light"/>
                <a:cs typeface="Ubuntu Light"/>
              </a:defRPr>
            </a:defPPr>
            <a:lvl1pPr algn="l">
              <a:defRPr sz="1200" b="0">
                <a:solidFill>
                  <a:srgbClr val="202D3E"/>
                </a:solidFill>
                <a:latin typeface="Ubuntu Light"/>
                <a:ea typeface="Ubuntu Light"/>
                <a:cs typeface="Ubuntu Light"/>
              </a:defRPr>
            </a:lvl1pPr>
            <a:lvl2pPr algn="l">
              <a:defRPr sz="1200" b="0">
                <a:solidFill>
                  <a:srgbClr val="202D3E"/>
                </a:solidFill>
                <a:latin typeface="Ubuntu Light"/>
                <a:ea typeface="Ubuntu Light"/>
                <a:cs typeface="Ubuntu Light"/>
              </a:defRPr>
            </a:lvl2pPr>
            <a:lvl3pPr algn="l">
              <a:defRPr sz="1200" b="0">
                <a:solidFill>
                  <a:srgbClr val="202D3E"/>
                </a:solidFill>
                <a:latin typeface="Ubuntu Light"/>
                <a:ea typeface="Ubuntu Light"/>
                <a:cs typeface="Ubuntu Light"/>
              </a:defRPr>
            </a:lvl3pPr>
            <a:lvl4pPr algn="l">
              <a:defRPr sz="1200" b="0">
                <a:solidFill>
                  <a:srgbClr val="202D3E"/>
                </a:solidFill>
                <a:latin typeface="Ubuntu Light"/>
                <a:ea typeface="Ubuntu Light"/>
                <a:cs typeface="Ubuntu Light"/>
              </a:defRPr>
            </a:lvl4pPr>
            <a:lvl5pPr algn="l">
              <a:defRPr sz="1200" b="0">
                <a:solidFill>
                  <a:srgbClr val="202D3E"/>
                </a:solidFill>
                <a:latin typeface="Ubuntu Light"/>
                <a:ea typeface="Ubuntu Light"/>
                <a:cs typeface="Ubuntu Light"/>
              </a:defRPr>
            </a:lvl5pPr>
            <a:lvl6pPr algn="l">
              <a:defRPr sz="1200" b="0">
                <a:solidFill>
                  <a:srgbClr val="202D3E"/>
                </a:solidFill>
                <a:latin typeface="Ubuntu Light"/>
                <a:ea typeface="Ubuntu Light"/>
                <a:cs typeface="Ubuntu Light"/>
              </a:defRPr>
            </a:lvl6pPr>
            <a:lvl7pPr algn="l">
              <a:defRPr sz="1200" b="0">
                <a:solidFill>
                  <a:srgbClr val="202D3E"/>
                </a:solidFill>
                <a:latin typeface="Ubuntu Light"/>
                <a:ea typeface="Ubuntu Light"/>
                <a:cs typeface="Ubuntu Light"/>
              </a:defRPr>
            </a:lvl7pPr>
            <a:lvl8pPr algn="l">
              <a:defRPr sz="1200" b="0">
                <a:solidFill>
                  <a:srgbClr val="202D3E"/>
                </a:solidFill>
                <a:latin typeface="Ubuntu Light"/>
                <a:ea typeface="Ubuntu Light"/>
                <a:cs typeface="Ubuntu Light"/>
              </a:defRPr>
            </a:lvl8pPr>
            <a:lvl9pPr algn="l">
              <a:defRPr sz="1200" b="0">
                <a:solidFill>
                  <a:srgbClr val="202D3E"/>
                </a:solidFill>
                <a:latin typeface="Ubuntu Light"/>
                <a:ea typeface="Ubuntu Light"/>
                <a:cs typeface="Ubuntu Light"/>
              </a:defRPr>
            </a:lvl9pPr>
          </a:lstStyle>
          <a:p>
            <a:pPr algn="l">
              <a:defRPr sz="1200" b="0">
                <a:solidFill>
                  <a:srgbClr val="202D3E"/>
                </a:solidFill>
                <a:latin typeface="Ubuntu Light"/>
                <a:ea typeface="Ubuntu Light"/>
                <a:cs typeface="Ubuntu Light"/>
              </a:defRPr>
            </a:pPr>
            <a:r>
              <a:rPr b="0">
                <a:latin typeface="Ubuntu Light"/>
                <a:ea typeface="Ubuntu Light"/>
                <a:cs typeface="Ubuntu Light"/>
              </a:rPr>
              <a:t>HTTP requests</a:t>
            </a:r>
          </a:p>
        </p:txBody>
      </p:sp>
    </p:spTree>
    <p:extLst>
      <p:ext uri="{BB962C8B-B14F-4D97-AF65-F5344CB8AC3E}">
        <p14:creationId xmlns:p14="http://schemas.microsoft.com/office/powerpoint/2010/main" val="1270600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ction-number">
            <a:extLst>
              <a:ext uri="{FF2B5EF4-FFF2-40B4-BE49-F238E27FC236}">
                <a16:creationId xmlns:a16="http://schemas.microsoft.com/office/drawing/2014/main" id="{7D5AFAB0-DE9C-4A8B-8302-A040B97EA552}"/>
              </a:ext>
            </a:extLst>
          </p:cNvPr>
          <p:cNvSpPr>
            <a:spLocks noGrp="1"/>
          </p:cNvSpPr>
          <p:nvPr/>
        </p:nvSpPr>
        <p:spPr>
          <a:xfrm>
            <a:off x="619125" y="1190625"/>
            <a:ext cx="7905750" cy="266700"/>
          </a:xfrm>
          <a:prstGeom prst="rect">
            <a:avLst/>
          </a:prstGeom>
          <a:noFill/>
          <a:ln w="0">
            <a:noFill/>
          </a:ln>
        </p:spPr>
        <p:txBody>
          <a:bodyPr wrap="none" lIns="0" tIns="0" rIns="0" bIns="0" anchor="t">
            <a:noAutofit/>
          </a:bodyPr>
          <a:lstStyle>
            <a:defPPr algn="l">
              <a:defRPr sz="1350" b="0">
                <a:solidFill>
                  <a:srgbClr val="B91561"/>
                </a:solidFill>
                <a:latin typeface="Ubuntu Light"/>
                <a:ea typeface="Ubuntu Light"/>
                <a:cs typeface="Ubuntu Light"/>
              </a:defRPr>
            </a:defPPr>
            <a:lvl1pPr algn="l">
              <a:defRPr sz="1350" b="0">
                <a:solidFill>
                  <a:srgbClr val="B91561"/>
                </a:solidFill>
                <a:latin typeface="Ubuntu Light"/>
                <a:ea typeface="Ubuntu Light"/>
                <a:cs typeface="Ubuntu Light"/>
              </a:defRPr>
            </a:lvl1pPr>
            <a:lvl2pPr algn="l">
              <a:defRPr sz="1350" b="0">
                <a:solidFill>
                  <a:srgbClr val="B91561"/>
                </a:solidFill>
                <a:latin typeface="Ubuntu Light"/>
                <a:ea typeface="Ubuntu Light"/>
                <a:cs typeface="Ubuntu Light"/>
              </a:defRPr>
            </a:lvl2pPr>
            <a:lvl3pPr algn="l">
              <a:defRPr sz="1350" b="0">
                <a:solidFill>
                  <a:srgbClr val="B91561"/>
                </a:solidFill>
                <a:latin typeface="Ubuntu Light"/>
                <a:ea typeface="Ubuntu Light"/>
                <a:cs typeface="Ubuntu Light"/>
              </a:defRPr>
            </a:lvl3pPr>
            <a:lvl4pPr algn="l">
              <a:defRPr sz="1350" b="0">
                <a:solidFill>
                  <a:srgbClr val="B91561"/>
                </a:solidFill>
                <a:latin typeface="Ubuntu Light"/>
                <a:ea typeface="Ubuntu Light"/>
                <a:cs typeface="Ubuntu Light"/>
              </a:defRPr>
            </a:lvl4pPr>
            <a:lvl5pPr algn="l">
              <a:defRPr sz="1350" b="0">
                <a:solidFill>
                  <a:srgbClr val="B91561"/>
                </a:solidFill>
                <a:latin typeface="Ubuntu Light"/>
                <a:ea typeface="Ubuntu Light"/>
                <a:cs typeface="Ubuntu Light"/>
              </a:defRPr>
            </a:lvl5pPr>
            <a:lvl6pPr algn="l">
              <a:defRPr sz="1350" b="0">
                <a:solidFill>
                  <a:srgbClr val="B91561"/>
                </a:solidFill>
                <a:latin typeface="Ubuntu Light"/>
                <a:ea typeface="Ubuntu Light"/>
                <a:cs typeface="Ubuntu Light"/>
              </a:defRPr>
            </a:lvl6pPr>
            <a:lvl7pPr algn="l">
              <a:defRPr sz="1350" b="0">
                <a:solidFill>
                  <a:srgbClr val="B91561"/>
                </a:solidFill>
                <a:latin typeface="Ubuntu Light"/>
                <a:ea typeface="Ubuntu Light"/>
                <a:cs typeface="Ubuntu Light"/>
              </a:defRPr>
            </a:lvl7pPr>
            <a:lvl8pPr algn="l">
              <a:defRPr sz="1350" b="0">
                <a:solidFill>
                  <a:srgbClr val="B91561"/>
                </a:solidFill>
                <a:latin typeface="Ubuntu Light"/>
                <a:ea typeface="Ubuntu Light"/>
                <a:cs typeface="Ubuntu Light"/>
              </a:defRPr>
            </a:lvl8pPr>
            <a:lvl9pPr algn="l">
              <a:defRPr sz="1350" b="0">
                <a:solidFill>
                  <a:srgbClr val="B91561"/>
                </a:solidFill>
                <a:latin typeface="Ubuntu Light"/>
                <a:ea typeface="Ubuntu Light"/>
                <a:cs typeface="Ubuntu Light"/>
              </a:defRPr>
            </a:lvl9pPr>
          </a:lstStyle>
          <a:p>
            <a:pPr algn="l">
              <a:defRPr sz="1350" b="0">
                <a:solidFill>
                  <a:srgbClr val="B91561"/>
                </a:solidFill>
                <a:latin typeface="Ubuntu Light"/>
                <a:ea typeface="Ubuntu Light"/>
                <a:cs typeface="Ubuntu Light"/>
              </a:defRPr>
            </a:pPr>
            <a:r>
              <a:rPr sz="1600" b="1" dirty="0">
                <a:latin typeface="Ubuntu Light"/>
                <a:ea typeface="Ubuntu Light"/>
                <a:cs typeface="Ubuntu Light"/>
              </a:rPr>
              <a:t>SECTION 03</a:t>
            </a:r>
          </a:p>
        </p:txBody>
      </p:sp>
      <p:sp>
        <p:nvSpPr>
          <p:cNvPr id="2" name="section-question">
            <a:extLst>
              <a:ext uri="{FF2B5EF4-FFF2-40B4-BE49-F238E27FC236}">
                <a16:creationId xmlns:a16="http://schemas.microsoft.com/office/drawing/2014/main" id="{31A21C93-E89D-4C4B-98BE-A3705A5487A5}"/>
              </a:ext>
            </a:extLst>
          </p:cNvPr>
          <p:cNvSpPr>
            <a:spLocks noGrp="1"/>
          </p:cNvSpPr>
          <p:nvPr/>
        </p:nvSpPr>
        <p:spPr>
          <a:xfrm>
            <a:off x="619125" y="1857375"/>
            <a:ext cx="7905750" cy="1905000"/>
          </a:xfrm>
          <a:prstGeom prst="rect">
            <a:avLst/>
          </a:prstGeom>
          <a:noFill/>
          <a:ln w="0">
            <a:noFill/>
          </a:ln>
        </p:spPr>
        <p:txBody>
          <a:bodyPr wrap="none" lIns="0" tIns="0" rIns="0" bIns="0" anchor="t">
            <a:noAutofit/>
          </a:bodyPr>
          <a:lstStyle>
            <a:defPPr algn="l">
              <a:defRPr sz="3300" b="0">
                <a:solidFill>
                  <a:srgbClr val="202D3E"/>
                </a:solidFill>
                <a:latin typeface="Ubuntu Light"/>
                <a:ea typeface="Ubuntu Light"/>
                <a:cs typeface="Ubuntu Light"/>
              </a:defRPr>
            </a:defPPr>
            <a:lvl1pPr algn="l">
              <a:defRPr sz="3300" b="0">
                <a:solidFill>
                  <a:srgbClr val="202D3E"/>
                </a:solidFill>
                <a:latin typeface="Ubuntu Light"/>
                <a:ea typeface="Ubuntu Light"/>
                <a:cs typeface="Ubuntu Light"/>
              </a:defRPr>
            </a:lvl1pPr>
            <a:lvl2pPr algn="l">
              <a:defRPr sz="3300" b="0">
                <a:solidFill>
                  <a:srgbClr val="202D3E"/>
                </a:solidFill>
                <a:latin typeface="Ubuntu Light"/>
                <a:ea typeface="Ubuntu Light"/>
                <a:cs typeface="Ubuntu Light"/>
              </a:defRPr>
            </a:lvl2pPr>
            <a:lvl3pPr algn="l">
              <a:defRPr sz="3300" b="0">
                <a:solidFill>
                  <a:srgbClr val="202D3E"/>
                </a:solidFill>
                <a:latin typeface="Ubuntu Light"/>
                <a:ea typeface="Ubuntu Light"/>
                <a:cs typeface="Ubuntu Light"/>
              </a:defRPr>
            </a:lvl3pPr>
            <a:lvl4pPr algn="l">
              <a:defRPr sz="3300" b="0">
                <a:solidFill>
                  <a:srgbClr val="202D3E"/>
                </a:solidFill>
                <a:latin typeface="Ubuntu Light"/>
                <a:ea typeface="Ubuntu Light"/>
                <a:cs typeface="Ubuntu Light"/>
              </a:defRPr>
            </a:lvl4pPr>
            <a:lvl5pPr algn="l">
              <a:defRPr sz="3300" b="0">
                <a:solidFill>
                  <a:srgbClr val="202D3E"/>
                </a:solidFill>
                <a:latin typeface="Ubuntu Light"/>
                <a:ea typeface="Ubuntu Light"/>
                <a:cs typeface="Ubuntu Light"/>
              </a:defRPr>
            </a:lvl5pPr>
            <a:lvl6pPr algn="l">
              <a:defRPr sz="3300" b="0">
                <a:solidFill>
                  <a:srgbClr val="202D3E"/>
                </a:solidFill>
                <a:latin typeface="Ubuntu Light"/>
                <a:ea typeface="Ubuntu Light"/>
                <a:cs typeface="Ubuntu Light"/>
              </a:defRPr>
            </a:lvl6pPr>
            <a:lvl7pPr algn="l">
              <a:defRPr sz="3300" b="0">
                <a:solidFill>
                  <a:srgbClr val="202D3E"/>
                </a:solidFill>
                <a:latin typeface="Ubuntu Light"/>
                <a:ea typeface="Ubuntu Light"/>
                <a:cs typeface="Ubuntu Light"/>
              </a:defRPr>
            </a:lvl7pPr>
            <a:lvl8pPr algn="l">
              <a:defRPr sz="3300" b="0">
                <a:solidFill>
                  <a:srgbClr val="202D3E"/>
                </a:solidFill>
                <a:latin typeface="Ubuntu Light"/>
                <a:ea typeface="Ubuntu Light"/>
                <a:cs typeface="Ubuntu Light"/>
              </a:defRPr>
            </a:lvl8pPr>
            <a:lvl9pPr algn="l">
              <a:defRPr sz="3300" b="0">
                <a:solidFill>
                  <a:srgbClr val="202D3E"/>
                </a:solidFill>
                <a:latin typeface="Ubuntu Light"/>
                <a:ea typeface="Ubuntu Light"/>
                <a:cs typeface="Ubuntu Light"/>
              </a:defRPr>
            </a:lvl9pPr>
          </a:lstStyle>
          <a:p>
            <a:pPr algn="l">
              <a:defRPr sz="3300" b="0">
                <a:solidFill>
                  <a:srgbClr val="202D3E"/>
                </a:solidFill>
                <a:latin typeface="Ubuntu Light"/>
                <a:ea typeface="Ubuntu Light"/>
                <a:cs typeface="Ubuntu Light"/>
              </a:defRPr>
            </a:pPr>
            <a:r>
              <a:rPr b="0" dirty="0">
                <a:latin typeface="Ubuntu Light"/>
                <a:ea typeface="Ubuntu Light"/>
                <a:cs typeface="Ubuntu Light"/>
              </a:rPr>
              <a:t>How can we </a:t>
            </a:r>
            <a:r>
              <a:rPr lang="en-US" b="0" dirty="0">
                <a:latin typeface="Ubuntu Light"/>
                <a:ea typeface="Ubuntu Light"/>
                <a:cs typeface="Ubuntu Light"/>
              </a:rPr>
              <a:t>properly </a:t>
            </a:r>
            <a:r>
              <a:rPr b="0" dirty="0">
                <a:latin typeface="Ubuntu Light"/>
                <a:ea typeface="Ubuntu Light"/>
                <a:cs typeface="Ubuntu Light"/>
              </a:rPr>
              <a:t>test </a:t>
            </a:r>
            <a:endParaRPr lang="en-US" b="0" dirty="0">
              <a:latin typeface="Ubuntu Light"/>
              <a:ea typeface="Ubuntu Light"/>
              <a:cs typeface="Ubuntu Light"/>
            </a:endParaRPr>
          </a:p>
          <a:p>
            <a:pPr algn="l">
              <a:defRPr sz="3300" b="0">
                <a:solidFill>
                  <a:srgbClr val="202D3E"/>
                </a:solidFill>
                <a:latin typeface="Ubuntu Light"/>
                <a:ea typeface="Ubuntu Light"/>
                <a:cs typeface="Ubuntu Light"/>
              </a:defRPr>
            </a:pPr>
            <a:r>
              <a:rPr lang="en-US" dirty="0"/>
              <a:t>these AWS resources locally</a:t>
            </a:r>
            <a:r>
              <a:rPr lang="en-US" b="0" dirty="0">
                <a:latin typeface="Ubuntu Light"/>
                <a:ea typeface="Ubuntu Light"/>
                <a:cs typeface="Ubuntu Light"/>
              </a:rPr>
              <a:t>?</a:t>
            </a:r>
            <a:endParaRPr b="0" dirty="0">
              <a:latin typeface="Ubuntu Light"/>
              <a:ea typeface="Ubuntu Light"/>
              <a:cs typeface="Ubuntu Light"/>
            </a:endParaRPr>
          </a:p>
        </p:txBody>
      </p:sp>
    </p:spTree>
    <p:extLst>
      <p:ext uri="{BB962C8B-B14F-4D97-AF65-F5344CB8AC3E}">
        <p14:creationId xmlns:p14="http://schemas.microsoft.com/office/powerpoint/2010/main" val="813467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FE645-E982-E8BA-5881-D59972F4720F}"/>
            </a:ext>
          </a:extLst>
        </p:cNvPr>
        <p:cNvGrpSpPr/>
        <p:nvPr/>
      </p:nvGrpSpPr>
      <p:grpSpPr>
        <a:xfrm>
          <a:off x="0" y="0"/>
          <a:ext cx="0" cy="0"/>
          <a:chOff x="0" y="0"/>
          <a:chExt cx="0" cy="0"/>
        </a:xfrm>
      </p:grpSpPr>
      <p:sp>
        <p:nvSpPr>
          <p:cNvPr id="34" name="slide-title">
            <a:extLst>
              <a:ext uri="{FF2B5EF4-FFF2-40B4-BE49-F238E27FC236}">
                <a16:creationId xmlns:a16="http://schemas.microsoft.com/office/drawing/2014/main" id="{0C5B52EC-C3DD-8D5B-DC97-7E8620537268}"/>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b="0" dirty="0">
                <a:latin typeface="Ubuntu Light"/>
                <a:ea typeface="Ubuntu Light"/>
                <a:cs typeface="Ubuntu Light"/>
              </a:rPr>
              <a:t>Floci provides local AWS APIs</a:t>
            </a:r>
          </a:p>
        </p:txBody>
      </p:sp>
      <p:sp>
        <p:nvSpPr>
          <p:cNvPr id="2" name="floci-emulated-services">
            <a:extLst>
              <a:ext uri="{FF2B5EF4-FFF2-40B4-BE49-F238E27FC236}">
                <a16:creationId xmlns:a16="http://schemas.microsoft.com/office/drawing/2014/main" id="{4590ABCD-A1D1-14E5-8A96-494FBC84EDB5}"/>
              </a:ext>
            </a:extLst>
          </p:cNvPr>
          <p:cNvSpPr>
            <a:spLocks noGrp="1"/>
          </p:cNvSpPr>
          <p:nvPr/>
        </p:nvSpPr>
        <p:spPr>
          <a:xfrm>
            <a:off x="2714625" y="1438275"/>
            <a:ext cx="3905250" cy="3048000"/>
          </a:xfrm>
          <a:prstGeom prst="roundRect">
            <a:avLst>
              <a:gd name="adj" fmla="val 2500"/>
            </a:avLst>
          </a:prstGeom>
          <a:solidFill>
            <a:srgbClr val="F1F6FA"/>
          </a:solidFill>
          <a:ln w="14288">
            <a:solidFill>
              <a:srgbClr val="8299B0"/>
            </a:solidFill>
          </a:ln>
        </p:spPr>
        <p:txBody>
          <a:bodyPr/>
          <a:lstStyle/>
          <a:p>
            <a:endParaRPr lang="en-US"/>
          </a:p>
        </p:txBody>
      </p:sp>
      <p:pic>
        <p:nvPicPr>
          <p:cNvPr id="3" name="Picture 2">
            <a:extLst>
              <a:ext uri="{FF2B5EF4-FFF2-40B4-BE49-F238E27FC236}">
                <a16:creationId xmlns:a16="http://schemas.microsoft.com/office/drawing/2014/main" id="{48461783-5742-B0F3-DB82-DB9DCFF927D5}"/>
              </a:ext>
            </a:extLst>
          </p:cNvPr>
          <p:cNvPicPr>
            <a:picLocks noChangeAspect="1"/>
          </p:cNvPicPr>
          <p:nvPr/>
        </p:nvPicPr>
        <p:blipFill>
          <a:blip r:embed="rId3"/>
          <a:stretch/>
        </p:blipFill>
        <p:spPr>
          <a:xfrm>
            <a:off x="3381375" y="1591721"/>
            <a:ext cx="2571750" cy="759909"/>
          </a:xfrm>
          <a:prstGeom prst="rect">
            <a:avLst/>
          </a:prstGeom>
        </p:spPr>
      </p:pic>
      <p:pic>
        <p:nvPicPr>
          <p:cNvPr id="4" name="Picture 3">
            <a:extLst>
              <a:ext uri="{FF2B5EF4-FFF2-40B4-BE49-F238E27FC236}">
                <a16:creationId xmlns:a16="http://schemas.microsoft.com/office/drawing/2014/main" id="{5C737E62-E652-8D37-6CFD-51E310FE3BD3}"/>
              </a:ext>
            </a:extLst>
          </p:cNvPr>
          <p:cNvPicPr>
            <a:picLocks noChangeAspect="1"/>
          </p:cNvPicPr>
          <p:nvPr/>
        </p:nvPicPr>
        <p:blipFill>
          <a:blip r:embed="rId4"/>
          <a:stretch/>
        </p:blipFill>
        <p:spPr>
          <a:xfrm>
            <a:off x="3333750" y="2581275"/>
            <a:ext cx="552450" cy="552450"/>
          </a:xfrm>
          <a:prstGeom prst="rect">
            <a:avLst/>
          </a:prstGeom>
        </p:spPr>
      </p:pic>
      <p:sp>
        <p:nvSpPr>
          <p:cNvPr id="5" name="floci-service-StepFunctions">
            <a:extLst>
              <a:ext uri="{FF2B5EF4-FFF2-40B4-BE49-F238E27FC236}">
                <a16:creationId xmlns:a16="http://schemas.microsoft.com/office/drawing/2014/main" id="{5F560D0D-D1A3-3525-9175-AA0035ADF201}"/>
              </a:ext>
            </a:extLst>
          </p:cNvPr>
          <p:cNvSpPr>
            <a:spLocks noGrp="1"/>
          </p:cNvSpPr>
          <p:nvPr/>
        </p:nvSpPr>
        <p:spPr>
          <a:xfrm>
            <a:off x="2800350" y="3219450"/>
            <a:ext cx="1619250" cy="257175"/>
          </a:xfrm>
          <a:prstGeom prst="rect">
            <a:avLst/>
          </a:prstGeom>
          <a:noFill/>
          <a:ln w="0">
            <a:noFill/>
          </a:ln>
        </p:spPr>
        <p:txBody>
          <a:bodyPr wrap="none" lIns="0" tIns="0" rIns="0" bIns="0" anchor="t">
            <a:noAutofit/>
          </a:bodyPr>
          <a:lstStyle>
            <a:defPPr algn="ctr">
              <a:defRPr sz="1425" b="0">
                <a:solidFill>
                  <a:srgbClr val="202D3E"/>
                </a:solidFill>
                <a:latin typeface="Ubuntu Light"/>
                <a:ea typeface="Ubuntu Light"/>
                <a:cs typeface="Ubuntu Light"/>
              </a:defRPr>
            </a:defPPr>
            <a:lvl1pPr algn="ctr">
              <a:defRPr sz="1425" b="0">
                <a:solidFill>
                  <a:srgbClr val="202D3E"/>
                </a:solidFill>
                <a:latin typeface="Ubuntu Light"/>
                <a:ea typeface="Ubuntu Light"/>
                <a:cs typeface="Ubuntu Light"/>
              </a:defRPr>
            </a:lvl1pPr>
            <a:lvl2pPr algn="ctr">
              <a:defRPr sz="1425" b="0">
                <a:solidFill>
                  <a:srgbClr val="202D3E"/>
                </a:solidFill>
                <a:latin typeface="Ubuntu Light"/>
                <a:ea typeface="Ubuntu Light"/>
                <a:cs typeface="Ubuntu Light"/>
              </a:defRPr>
            </a:lvl2pPr>
            <a:lvl3pPr algn="ctr">
              <a:defRPr sz="1425" b="0">
                <a:solidFill>
                  <a:srgbClr val="202D3E"/>
                </a:solidFill>
                <a:latin typeface="Ubuntu Light"/>
                <a:ea typeface="Ubuntu Light"/>
                <a:cs typeface="Ubuntu Light"/>
              </a:defRPr>
            </a:lvl3pPr>
            <a:lvl4pPr algn="ctr">
              <a:defRPr sz="1425" b="0">
                <a:solidFill>
                  <a:srgbClr val="202D3E"/>
                </a:solidFill>
                <a:latin typeface="Ubuntu Light"/>
                <a:ea typeface="Ubuntu Light"/>
                <a:cs typeface="Ubuntu Light"/>
              </a:defRPr>
            </a:lvl4pPr>
            <a:lvl5pPr algn="ctr">
              <a:defRPr sz="1425" b="0">
                <a:solidFill>
                  <a:srgbClr val="202D3E"/>
                </a:solidFill>
                <a:latin typeface="Ubuntu Light"/>
                <a:ea typeface="Ubuntu Light"/>
                <a:cs typeface="Ubuntu Light"/>
              </a:defRPr>
            </a:lvl5pPr>
            <a:lvl6pPr algn="ctr">
              <a:defRPr sz="1425" b="0">
                <a:solidFill>
                  <a:srgbClr val="202D3E"/>
                </a:solidFill>
                <a:latin typeface="Ubuntu Light"/>
                <a:ea typeface="Ubuntu Light"/>
                <a:cs typeface="Ubuntu Light"/>
              </a:defRPr>
            </a:lvl6pPr>
            <a:lvl7pPr algn="ctr">
              <a:defRPr sz="1425" b="0">
                <a:solidFill>
                  <a:srgbClr val="202D3E"/>
                </a:solidFill>
                <a:latin typeface="Ubuntu Light"/>
                <a:ea typeface="Ubuntu Light"/>
                <a:cs typeface="Ubuntu Light"/>
              </a:defRPr>
            </a:lvl7pPr>
            <a:lvl8pPr algn="ctr">
              <a:defRPr sz="1425" b="0">
                <a:solidFill>
                  <a:srgbClr val="202D3E"/>
                </a:solidFill>
                <a:latin typeface="Ubuntu Light"/>
                <a:ea typeface="Ubuntu Light"/>
                <a:cs typeface="Ubuntu Light"/>
              </a:defRPr>
            </a:lvl8pPr>
            <a:lvl9pPr algn="ctr">
              <a:defRPr sz="1425" b="0">
                <a:solidFill>
                  <a:srgbClr val="202D3E"/>
                </a:solidFill>
                <a:latin typeface="Ubuntu Light"/>
                <a:ea typeface="Ubuntu Light"/>
                <a:cs typeface="Ubuntu Light"/>
              </a:defRPr>
            </a:lvl9pPr>
          </a:lstStyle>
          <a:p>
            <a:pPr algn="ctr">
              <a:defRPr sz="1425" b="0">
                <a:solidFill>
                  <a:srgbClr val="202D3E"/>
                </a:solidFill>
                <a:latin typeface="Ubuntu Light"/>
                <a:ea typeface="Ubuntu Light"/>
                <a:cs typeface="Ubuntu Light"/>
              </a:defRPr>
            </a:pPr>
            <a:r>
              <a:rPr b="0" dirty="0">
                <a:latin typeface="Ubuntu Light"/>
                <a:ea typeface="Ubuntu Light"/>
                <a:cs typeface="Ubuntu Light"/>
              </a:rPr>
              <a:t>Step Functions</a:t>
            </a:r>
          </a:p>
        </p:txBody>
      </p:sp>
      <p:pic>
        <p:nvPicPr>
          <p:cNvPr id="6" name="Picture 5">
            <a:extLst>
              <a:ext uri="{FF2B5EF4-FFF2-40B4-BE49-F238E27FC236}">
                <a16:creationId xmlns:a16="http://schemas.microsoft.com/office/drawing/2014/main" id="{1518554D-9B53-6B13-5390-19F1E3BB6A61}"/>
              </a:ext>
            </a:extLst>
          </p:cNvPr>
          <p:cNvPicPr>
            <a:picLocks noChangeAspect="1"/>
          </p:cNvPicPr>
          <p:nvPr/>
        </p:nvPicPr>
        <p:blipFill>
          <a:blip r:embed="rId5"/>
          <a:stretch/>
        </p:blipFill>
        <p:spPr>
          <a:xfrm>
            <a:off x="5143500" y="2581275"/>
            <a:ext cx="552450" cy="552450"/>
          </a:xfrm>
          <a:prstGeom prst="rect">
            <a:avLst/>
          </a:prstGeom>
        </p:spPr>
      </p:pic>
      <p:sp>
        <p:nvSpPr>
          <p:cNvPr id="7" name="floci-service-SimpleQueueServiceSqs">
            <a:extLst>
              <a:ext uri="{FF2B5EF4-FFF2-40B4-BE49-F238E27FC236}">
                <a16:creationId xmlns:a16="http://schemas.microsoft.com/office/drawing/2014/main" id="{569792D5-088E-F228-064A-7B981CB68999}"/>
              </a:ext>
            </a:extLst>
          </p:cNvPr>
          <p:cNvSpPr>
            <a:spLocks noGrp="1"/>
          </p:cNvSpPr>
          <p:nvPr/>
        </p:nvSpPr>
        <p:spPr>
          <a:xfrm>
            <a:off x="4752975" y="3219450"/>
            <a:ext cx="1333500" cy="257175"/>
          </a:xfrm>
          <a:prstGeom prst="rect">
            <a:avLst/>
          </a:prstGeom>
          <a:noFill/>
          <a:ln w="0">
            <a:noFill/>
          </a:ln>
        </p:spPr>
        <p:txBody>
          <a:bodyPr wrap="none" lIns="0" tIns="0" rIns="0" bIns="0" anchor="t">
            <a:noAutofit/>
          </a:bodyPr>
          <a:lstStyle>
            <a:defPPr algn="ctr">
              <a:defRPr sz="1425" b="0">
                <a:solidFill>
                  <a:srgbClr val="202D3E"/>
                </a:solidFill>
                <a:latin typeface="Ubuntu Light"/>
                <a:ea typeface="Ubuntu Light"/>
                <a:cs typeface="Ubuntu Light"/>
              </a:defRPr>
            </a:defPPr>
            <a:lvl1pPr algn="ctr">
              <a:defRPr sz="1425" b="0">
                <a:solidFill>
                  <a:srgbClr val="202D3E"/>
                </a:solidFill>
                <a:latin typeface="Ubuntu Light"/>
                <a:ea typeface="Ubuntu Light"/>
                <a:cs typeface="Ubuntu Light"/>
              </a:defRPr>
            </a:lvl1pPr>
            <a:lvl2pPr algn="ctr">
              <a:defRPr sz="1425" b="0">
                <a:solidFill>
                  <a:srgbClr val="202D3E"/>
                </a:solidFill>
                <a:latin typeface="Ubuntu Light"/>
                <a:ea typeface="Ubuntu Light"/>
                <a:cs typeface="Ubuntu Light"/>
              </a:defRPr>
            </a:lvl2pPr>
            <a:lvl3pPr algn="ctr">
              <a:defRPr sz="1425" b="0">
                <a:solidFill>
                  <a:srgbClr val="202D3E"/>
                </a:solidFill>
                <a:latin typeface="Ubuntu Light"/>
                <a:ea typeface="Ubuntu Light"/>
                <a:cs typeface="Ubuntu Light"/>
              </a:defRPr>
            </a:lvl3pPr>
            <a:lvl4pPr algn="ctr">
              <a:defRPr sz="1425" b="0">
                <a:solidFill>
                  <a:srgbClr val="202D3E"/>
                </a:solidFill>
                <a:latin typeface="Ubuntu Light"/>
                <a:ea typeface="Ubuntu Light"/>
                <a:cs typeface="Ubuntu Light"/>
              </a:defRPr>
            </a:lvl4pPr>
            <a:lvl5pPr algn="ctr">
              <a:defRPr sz="1425" b="0">
                <a:solidFill>
                  <a:srgbClr val="202D3E"/>
                </a:solidFill>
                <a:latin typeface="Ubuntu Light"/>
                <a:ea typeface="Ubuntu Light"/>
                <a:cs typeface="Ubuntu Light"/>
              </a:defRPr>
            </a:lvl5pPr>
            <a:lvl6pPr algn="ctr">
              <a:defRPr sz="1425" b="0">
                <a:solidFill>
                  <a:srgbClr val="202D3E"/>
                </a:solidFill>
                <a:latin typeface="Ubuntu Light"/>
                <a:ea typeface="Ubuntu Light"/>
                <a:cs typeface="Ubuntu Light"/>
              </a:defRPr>
            </a:lvl6pPr>
            <a:lvl7pPr algn="ctr">
              <a:defRPr sz="1425" b="0">
                <a:solidFill>
                  <a:srgbClr val="202D3E"/>
                </a:solidFill>
                <a:latin typeface="Ubuntu Light"/>
                <a:ea typeface="Ubuntu Light"/>
                <a:cs typeface="Ubuntu Light"/>
              </a:defRPr>
            </a:lvl7pPr>
            <a:lvl8pPr algn="ctr">
              <a:defRPr sz="1425" b="0">
                <a:solidFill>
                  <a:srgbClr val="202D3E"/>
                </a:solidFill>
                <a:latin typeface="Ubuntu Light"/>
                <a:ea typeface="Ubuntu Light"/>
                <a:cs typeface="Ubuntu Light"/>
              </a:defRPr>
            </a:lvl8pPr>
            <a:lvl9pPr algn="ctr">
              <a:defRPr sz="1425" b="0">
                <a:solidFill>
                  <a:srgbClr val="202D3E"/>
                </a:solidFill>
                <a:latin typeface="Ubuntu Light"/>
                <a:ea typeface="Ubuntu Light"/>
                <a:cs typeface="Ubuntu Light"/>
              </a:defRPr>
            </a:lvl9pPr>
          </a:lstStyle>
          <a:p>
            <a:pPr algn="ctr">
              <a:defRPr sz="1425" b="0">
                <a:solidFill>
                  <a:srgbClr val="202D3E"/>
                </a:solidFill>
                <a:latin typeface="Ubuntu Light"/>
                <a:ea typeface="Ubuntu Light"/>
                <a:cs typeface="Ubuntu Light"/>
              </a:defRPr>
            </a:pPr>
            <a:r>
              <a:rPr b="0" dirty="0">
                <a:latin typeface="Ubuntu Light"/>
                <a:ea typeface="Ubuntu Light"/>
                <a:cs typeface="Ubuntu Light"/>
              </a:rPr>
              <a:t>SQS</a:t>
            </a:r>
          </a:p>
        </p:txBody>
      </p:sp>
      <p:pic>
        <p:nvPicPr>
          <p:cNvPr id="8" name="Picture 7">
            <a:extLst>
              <a:ext uri="{FF2B5EF4-FFF2-40B4-BE49-F238E27FC236}">
                <a16:creationId xmlns:a16="http://schemas.microsoft.com/office/drawing/2014/main" id="{AB55EBCE-BF37-5056-F3CF-FB76B28F58B1}"/>
              </a:ext>
            </a:extLst>
          </p:cNvPr>
          <p:cNvPicPr>
            <a:picLocks noChangeAspect="1"/>
          </p:cNvPicPr>
          <p:nvPr/>
        </p:nvPicPr>
        <p:blipFill>
          <a:blip r:embed="rId6"/>
          <a:stretch/>
        </p:blipFill>
        <p:spPr>
          <a:xfrm>
            <a:off x="3333750" y="3533775"/>
            <a:ext cx="552450" cy="552450"/>
          </a:xfrm>
          <a:prstGeom prst="rect">
            <a:avLst/>
          </a:prstGeom>
        </p:spPr>
      </p:pic>
      <p:sp>
        <p:nvSpPr>
          <p:cNvPr id="9" name="floci-service-Dynamodb">
            <a:extLst>
              <a:ext uri="{FF2B5EF4-FFF2-40B4-BE49-F238E27FC236}">
                <a16:creationId xmlns:a16="http://schemas.microsoft.com/office/drawing/2014/main" id="{802DF11F-9112-4680-C7A4-3E5A0E33BB13}"/>
              </a:ext>
            </a:extLst>
          </p:cNvPr>
          <p:cNvSpPr>
            <a:spLocks noGrp="1"/>
          </p:cNvSpPr>
          <p:nvPr/>
        </p:nvSpPr>
        <p:spPr>
          <a:xfrm>
            <a:off x="2800350" y="4171950"/>
            <a:ext cx="1619250" cy="257175"/>
          </a:xfrm>
          <a:prstGeom prst="rect">
            <a:avLst/>
          </a:prstGeom>
          <a:noFill/>
          <a:ln w="0">
            <a:noFill/>
          </a:ln>
        </p:spPr>
        <p:txBody>
          <a:bodyPr wrap="none" lIns="0" tIns="0" rIns="0" bIns="0" anchor="t">
            <a:noAutofit/>
          </a:bodyPr>
          <a:lstStyle>
            <a:defPPr algn="ctr">
              <a:defRPr sz="1425" b="0">
                <a:solidFill>
                  <a:srgbClr val="202D3E"/>
                </a:solidFill>
                <a:latin typeface="Ubuntu Light"/>
                <a:ea typeface="Ubuntu Light"/>
                <a:cs typeface="Ubuntu Light"/>
              </a:defRPr>
            </a:defPPr>
            <a:lvl1pPr algn="ctr">
              <a:defRPr sz="1425" b="0">
                <a:solidFill>
                  <a:srgbClr val="202D3E"/>
                </a:solidFill>
                <a:latin typeface="Ubuntu Light"/>
                <a:ea typeface="Ubuntu Light"/>
                <a:cs typeface="Ubuntu Light"/>
              </a:defRPr>
            </a:lvl1pPr>
            <a:lvl2pPr algn="ctr">
              <a:defRPr sz="1425" b="0">
                <a:solidFill>
                  <a:srgbClr val="202D3E"/>
                </a:solidFill>
                <a:latin typeface="Ubuntu Light"/>
                <a:ea typeface="Ubuntu Light"/>
                <a:cs typeface="Ubuntu Light"/>
              </a:defRPr>
            </a:lvl2pPr>
            <a:lvl3pPr algn="ctr">
              <a:defRPr sz="1425" b="0">
                <a:solidFill>
                  <a:srgbClr val="202D3E"/>
                </a:solidFill>
                <a:latin typeface="Ubuntu Light"/>
                <a:ea typeface="Ubuntu Light"/>
                <a:cs typeface="Ubuntu Light"/>
              </a:defRPr>
            </a:lvl3pPr>
            <a:lvl4pPr algn="ctr">
              <a:defRPr sz="1425" b="0">
                <a:solidFill>
                  <a:srgbClr val="202D3E"/>
                </a:solidFill>
                <a:latin typeface="Ubuntu Light"/>
                <a:ea typeface="Ubuntu Light"/>
                <a:cs typeface="Ubuntu Light"/>
              </a:defRPr>
            </a:lvl4pPr>
            <a:lvl5pPr algn="ctr">
              <a:defRPr sz="1425" b="0">
                <a:solidFill>
                  <a:srgbClr val="202D3E"/>
                </a:solidFill>
                <a:latin typeface="Ubuntu Light"/>
                <a:ea typeface="Ubuntu Light"/>
                <a:cs typeface="Ubuntu Light"/>
              </a:defRPr>
            </a:lvl5pPr>
            <a:lvl6pPr algn="ctr">
              <a:defRPr sz="1425" b="0">
                <a:solidFill>
                  <a:srgbClr val="202D3E"/>
                </a:solidFill>
                <a:latin typeface="Ubuntu Light"/>
                <a:ea typeface="Ubuntu Light"/>
                <a:cs typeface="Ubuntu Light"/>
              </a:defRPr>
            </a:lvl6pPr>
            <a:lvl7pPr algn="ctr">
              <a:defRPr sz="1425" b="0">
                <a:solidFill>
                  <a:srgbClr val="202D3E"/>
                </a:solidFill>
                <a:latin typeface="Ubuntu Light"/>
                <a:ea typeface="Ubuntu Light"/>
                <a:cs typeface="Ubuntu Light"/>
              </a:defRPr>
            </a:lvl7pPr>
            <a:lvl8pPr algn="ctr">
              <a:defRPr sz="1425" b="0">
                <a:solidFill>
                  <a:srgbClr val="202D3E"/>
                </a:solidFill>
                <a:latin typeface="Ubuntu Light"/>
                <a:ea typeface="Ubuntu Light"/>
                <a:cs typeface="Ubuntu Light"/>
              </a:defRPr>
            </a:lvl8pPr>
            <a:lvl9pPr algn="ctr">
              <a:defRPr sz="1425" b="0">
                <a:solidFill>
                  <a:srgbClr val="202D3E"/>
                </a:solidFill>
                <a:latin typeface="Ubuntu Light"/>
                <a:ea typeface="Ubuntu Light"/>
                <a:cs typeface="Ubuntu Light"/>
              </a:defRPr>
            </a:lvl9pPr>
          </a:lstStyle>
          <a:p>
            <a:pPr algn="ctr">
              <a:defRPr sz="1425" b="0">
                <a:solidFill>
                  <a:srgbClr val="202D3E"/>
                </a:solidFill>
                <a:latin typeface="Ubuntu Light"/>
                <a:ea typeface="Ubuntu Light"/>
                <a:cs typeface="Ubuntu Light"/>
              </a:defRPr>
            </a:pPr>
            <a:r>
              <a:rPr b="0" dirty="0">
                <a:latin typeface="Ubuntu Light"/>
                <a:ea typeface="Ubuntu Light"/>
                <a:cs typeface="Ubuntu Light"/>
              </a:rPr>
              <a:t>DynamoDB</a:t>
            </a:r>
          </a:p>
        </p:txBody>
      </p:sp>
      <p:pic>
        <p:nvPicPr>
          <p:cNvPr id="10" name="Picture 9">
            <a:extLst>
              <a:ext uri="{FF2B5EF4-FFF2-40B4-BE49-F238E27FC236}">
                <a16:creationId xmlns:a16="http://schemas.microsoft.com/office/drawing/2014/main" id="{CCD0B296-961B-92A8-E456-64BA8D588663}"/>
              </a:ext>
            </a:extLst>
          </p:cNvPr>
          <p:cNvPicPr>
            <a:picLocks noChangeAspect="1"/>
          </p:cNvPicPr>
          <p:nvPr/>
        </p:nvPicPr>
        <p:blipFill>
          <a:blip r:embed="rId7"/>
          <a:stretch/>
        </p:blipFill>
        <p:spPr>
          <a:xfrm>
            <a:off x="5143500" y="3533775"/>
            <a:ext cx="552450" cy="552450"/>
          </a:xfrm>
          <a:prstGeom prst="rect">
            <a:avLst/>
          </a:prstGeom>
        </p:spPr>
      </p:pic>
      <p:sp>
        <p:nvSpPr>
          <p:cNvPr id="11" name="floci-service-Lambda">
            <a:extLst>
              <a:ext uri="{FF2B5EF4-FFF2-40B4-BE49-F238E27FC236}">
                <a16:creationId xmlns:a16="http://schemas.microsoft.com/office/drawing/2014/main" id="{5CEBB61C-A0EA-C2D6-2CB9-15AF1F473198}"/>
              </a:ext>
            </a:extLst>
          </p:cNvPr>
          <p:cNvSpPr>
            <a:spLocks noGrp="1"/>
          </p:cNvSpPr>
          <p:nvPr/>
        </p:nvSpPr>
        <p:spPr>
          <a:xfrm>
            <a:off x="4752975" y="4171950"/>
            <a:ext cx="1333500" cy="257175"/>
          </a:xfrm>
          <a:prstGeom prst="rect">
            <a:avLst/>
          </a:prstGeom>
          <a:noFill/>
          <a:ln w="0">
            <a:noFill/>
          </a:ln>
        </p:spPr>
        <p:txBody>
          <a:bodyPr wrap="none" lIns="0" tIns="0" rIns="0" bIns="0" anchor="t">
            <a:noAutofit/>
          </a:bodyPr>
          <a:lstStyle>
            <a:defPPr algn="ctr">
              <a:defRPr sz="1425" b="0">
                <a:solidFill>
                  <a:srgbClr val="202D3E"/>
                </a:solidFill>
                <a:latin typeface="Ubuntu Light"/>
                <a:ea typeface="Ubuntu Light"/>
                <a:cs typeface="Ubuntu Light"/>
              </a:defRPr>
            </a:defPPr>
            <a:lvl1pPr algn="ctr">
              <a:defRPr sz="1425" b="0">
                <a:solidFill>
                  <a:srgbClr val="202D3E"/>
                </a:solidFill>
                <a:latin typeface="Ubuntu Light"/>
                <a:ea typeface="Ubuntu Light"/>
                <a:cs typeface="Ubuntu Light"/>
              </a:defRPr>
            </a:lvl1pPr>
            <a:lvl2pPr algn="ctr">
              <a:defRPr sz="1425" b="0">
                <a:solidFill>
                  <a:srgbClr val="202D3E"/>
                </a:solidFill>
                <a:latin typeface="Ubuntu Light"/>
                <a:ea typeface="Ubuntu Light"/>
                <a:cs typeface="Ubuntu Light"/>
              </a:defRPr>
            </a:lvl2pPr>
            <a:lvl3pPr algn="ctr">
              <a:defRPr sz="1425" b="0">
                <a:solidFill>
                  <a:srgbClr val="202D3E"/>
                </a:solidFill>
                <a:latin typeface="Ubuntu Light"/>
                <a:ea typeface="Ubuntu Light"/>
                <a:cs typeface="Ubuntu Light"/>
              </a:defRPr>
            </a:lvl3pPr>
            <a:lvl4pPr algn="ctr">
              <a:defRPr sz="1425" b="0">
                <a:solidFill>
                  <a:srgbClr val="202D3E"/>
                </a:solidFill>
                <a:latin typeface="Ubuntu Light"/>
                <a:ea typeface="Ubuntu Light"/>
                <a:cs typeface="Ubuntu Light"/>
              </a:defRPr>
            </a:lvl4pPr>
            <a:lvl5pPr algn="ctr">
              <a:defRPr sz="1425" b="0">
                <a:solidFill>
                  <a:srgbClr val="202D3E"/>
                </a:solidFill>
                <a:latin typeface="Ubuntu Light"/>
                <a:ea typeface="Ubuntu Light"/>
                <a:cs typeface="Ubuntu Light"/>
              </a:defRPr>
            </a:lvl5pPr>
            <a:lvl6pPr algn="ctr">
              <a:defRPr sz="1425" b="0">
                <a:solidFill>
                  <a:srgbClr val="202D3E"/>
                </a:solidFill>
                <a:latin typeface="Ubuntu Light"/>
                <a:ea typeface="Ubuntu Light"/>
                <a:cs typeface="Ubuntu Light"/>
              </a:defRPr>
            </a:lvl6pPr>
            <a:lvl7pPr algn="ctr">
              <a:defRPr sz="1425" b="0">
                <a:solidFill>
                  <a:srgbClr val="202D3E"/>
                </a:solidFill>
                <a:latin typeface="Ubuntu Light"/>
                <a:ea typeface="Ubuntu Light"/>
                <a:cs typeface="Ubuntu Light"/>
              </a:defRPr>
            </a:lvl7pPr>
            <a:lvl8pPr algn="ctr">
              <a:defRPr sz="1425" b="0">
                <a:solidFill>
                  <a:srgbClr val="202D3E"/>
                </a:solidFill>
                <a:latin typeface="Ubuntu Light"/>
                <a:ea typeface="Ubuntu Light"/>
                <a:cs typeface="Ubuntu Light"/>
              </a:defRPr>
            </a:lvl8pPr>
            <a:lvl9pPr algn="ctr">
              <a:defRPr sz="1425" b="0">
                <a:solidFill>
                  <a:srgbClr val="202D3E"/>
                </a:solidFill>
                <a:latin typeface="Ubuntu Light"/>
                <a:ea typeface="Ubuntu Light"/>
                <a:cs typeface="Ubuntu Light"/>
              </a:defRPr>
            </a:lvl9pPr>
          </a:lstStyle>
          <a:p>
            <a:pPr algn="ctr">
              <a:defRPr sz="1425" b="0">
                <a:solidFill>
                  <a:srgbClr val="202D3E"/>
                </a:solidFill>
                <a:latin typeface="Ubuntu Light"/>
                <a:ea typeface="Ubuntu Light"/>
                <a:cs typeface="Ubuntu Light"/>
              </a:defRPr>
            </a:pPr>
            <a:r>
              <a:rPr b="0" dirty="0">
                <a:latin typeface="Ubuntu Light"/>
                <a:ea typeface="Ubuntu Light"/>
                <a:cs typeface="Ubuntu Light"/>
              </a:rPr>
              <a:t>Lambda API</a:t>
            </a:r>
          </a:p>
        </p:txBody>
      </p:sp>
      <p:sp>
        <p:nvSpPr>
          <p:cNvPr id="12" name="floci-port">
            <a:extLst>
              <a:ext uri="{FF2B5EF4-FFF2-40B4-BE49-F238E27FC236}">
                <a16:creationId xmlns:a16="http://schemas.microsoft.com/office/drawing/2014/main" id="{D9AFEC7F-8F80-2D88-C834-1513B5DB1508}"/>
              </a:ext>
            </a:extLst>
          </p:cNvPr>
          <p:cNvSpPr>
            <a:spLocks noGrp="1"/>
          </p:cNvSpPr>
          <p:nvPr/>
        </p:nvSpPr>
        <p:spPr>
          <a:xfrm>
            <a:off x="3714750" y="4572000"/>
            <a:ext cx="1905000" cy="238125"/>
          </a:xfrm>
          <a:prstGeom prst="rect">
            <a:avLst/>
          </a:prstGeom>
          <a:noFill/>
          <a:ln w="0">
            <a:noFill/>
          </a:ln>
        </p:spPr>
        <p:txBody>
          <a:bodyPr wrap="none" lIns="0" tIns="0" rIns="0" bIns="0" anchor="t">
            <a:noAutofit/>
          </a:bodyPr>
          <a:lstStyle>
            <a:defPPr algn="ctr">
              <a:defRPr sz="1275" b="0">
                <a:solidFill>
                  <a:srgbClr val="475569"/>
                </a:solidFill>
                <a:latin typeface="Ubuntu Light"/>
                <a:ea typeface="Ubuntu Light"/>
                <a:cs typeface="Ubuntu Light"/>
              </a:defRPr>
            </a:defPPr>
            <a:lvl1pPr algn="ctr">
              <a:defRPr sz="1275" b="0">
                <a:solidFill>
                  <a:srgbClr val="475569"/>
                </a:solidFill>
                <a:latin typeface="Ubuntu Light"/>
                <a:ea typeface="Ubuntu Light"/>
                <a:cs typeface="Ubuntu Light"/>
              </a:defRPr>
            </a:lvl1pPr>
            <a:lvl2pPr algn="ctr">
              <a:defRPr sz="1275" b="0">
                <a:solidFill>
                  <a:srgbClr val="475569"/>
                </a:solidFill>
                <a:latin typeface="Ubuntu Light"/>
                <a:ea typeface="Ubuntu Light"/>
                <a:cs typeface="Ubuntu Light"/>
              </a:defRPr>
            </a:lvl2pPr>
            <a:lvl3pPr algn="ctr">
              <a:defRPr sz="1275" b="0">
                <a:solidFill>
                  <a:srgbClr val="475569"/>
                </a:solidFill>
                <a:latin typeface="Ubuntu Light"/>
                <a:ea typeface="Ubuntu Light"/>
                <a:cs typeface="Ubuntu Light"/>
              </a:defRPr>
            </a:lvl3pPr>
            <a:lvl4pPr algn="ctr">
              <a:defRPr sz="1275" b="0">
                <a:solidFill>
                  <a:srgbClr val="475569"/>
                </a:solidFill>
                <a:latin typeface="Ubuntu Light"/>
                <a:ea typeface="Ubuntu Light"/>
                <a:cs typeface="Ubuntu Light"/>
              </a:defRPr>
            </a:lvl4pPr>
            <a:lvl5pPr algn="ctr">
              <a:defRPr sz="1275" b="0">
                <a:solidFill>
                  <a:srgbClr val="475569"/>
                </a:solidFill>
                <a:latin typeface="Ubuntu Light"/>
                <a:ea typeface="Ubuntu Light"/>
                <a:cs typeface="Ubuntu Light"/>
              </a:defRPr>
            </a:lvl5pPr>
            <a:lvl6pPr algn="ctr">
              <a:defRPr sz="1275" b="0">
                <a:solidFill>
                  <a:srgbClr val="475569"/>
                </a:solidFill>
                <a:latin typeface="Ubuntu Light"/>
                <a:ea typeface="Ubuntu Light"/>
                <a:cs typeface="Ubuntu Light"/>
              </a:defRPr>
            </a:lvl6pPr>
            <a:lvl7pPr algn="ctr">
              <a:defRPr sz="1275" b="0">
                <a:solidFill>
                  <a:srgbClr val="475569"/>
                </a:solidFill>
                <a:latin typeface="Ubuntu Light"/>
                <a:ea typeface="Ubuntu Light"/>
                <a:cs typeface="Ubuntu Light"/>
              </a:defRPr>
            </a:lvl7pPr>
            <a:lvl8pPr algn="ctr">
              <a:defRPr sz="1275" b="0">
                <a:solidFill>
                  <a:srgbClr val="475569"/>
                </a:solidFill>
                <a:latin typeface="Ubuntu Light"/>
                <a:ea typeface="Ubuntu Light"/>
                <a:cs typeface="Ubuntu Light"/>
              </a:defRPr>
            </a:lvl8pPr>
            <a:lvl9pPr algn="ctr">
              <a:defRPr sz="1275" b="0">
                <a:solidFill>
                  <a:srgbClr val="475569"/>
                </a:solidFill>
                <a:latin typeface="Ubuntu Light"/>
                <a:ea typeface="Ubuntu Light"/>
                <a:cs typeface="Ubuntu Light"/>
              </a:defRPr>
            </a:lvl9pPr>
          </a:lstStyle>
          <a:p>
            <a:pPr algn="ctr">
              <a:defRPr sz="1275" b="0">
                <a:solidFill>
                  <a:srgbClr val="475569"/>
                </a:solidFill>
                <a:latin typeface="Ubuntu Light"/>
                <a:ea typeface="Ubuntu Light"/>
                <a:cs typeface="Ubuntu Light"/>
              </a:defRPr>
            </a:pPr>
            <a:r>
              <a:rPr b="0">
                <a:latin typeface="Ubuntu Light"/>
                <a:ea typeface="Ubuntu Light"/>
                <a:cs typeface="Ubuntu Light"/>
              </a:rPr>
              <a:t>HTTP port </a:t>
            </a:r>
            <a:r>
              <a:rPr b="0">
                <a:latin typeface="Menlo"/>
                <a:ea typeface="Menlo"/>
                <a:cs typeface="Menlo"/>
              </a:rPr>
              <a:t>4566</a:t>
            </a:r>
          </a:p>
        </p:txBody>
      </p:sp>
      <p:sp>
        <p:nvSpPr>
          <p:cNvPr id="13" name="test-caller">
            <a:extLst>
              <a:ext uri="{FF2B5EF4-FFF2-40B4-BE49-F238E27FC236}">
                <a16:creationId xmlns:a16="http://schemas.microsoft.com/office/drawing/2014/main" id="{3B3B3132-4986-5ECA-C477-0B4BF9EB50AC}"/>
              </a:ext>
            </a:extLst>
          </p:cNvPr>
          <p:cNvSpPr>
            <a:spLocks noGrp="1"/>
          </p:cNvSpPr>
          <p:nvPr/>
        </p:nvSpPr>
        <p:spPr>
          <a:xfrm>
            <a:off x="821533" y="3306263"/>
            <a:ext cx="738187" cy="285750"/>
          </a:xfrm>
          <a:prstGeom prst="rect">
            <a:avLst/>
          </a:prstGeom>
          <a:noFill/>
          <a:ln w="0">
            <a:noFill/>
          </a:ln>
        </p:spPr>
        <p:txBody>
          <a:bodyPr wrap="none" lIns="0" tIns="0" rIns="0" bIns="0" anchor="t">
            <a:noAutofit/>
          </a:bodyPr>
          <a:lstStyle>
            <a:defPPr algn="ctr">
              <a:defRPr sz="1650" b="0">
                <a:solidFill>
                  <a:srgbClr val="202D3E"/>
                </a:solidFill>
                <a:latin typeface="Ubuntu Light"/>
                <a:ea typeface="Ubuntu Light"/>
                <a:cs typeface="Ubuntu Light"/>
              </a:defRPr>
            </a:defPPr>
            <a:lvl1pPr algn="ctr">
              <a:defRPr sz="1650" b="0">
                <a:solidFill>
                  <a:srgbClr val="202D3E"/>
                </a:solidFill>
                <a:latin typeface="Ubuntu Light"/>
                <a:ea typeface="Ubuntu Light"/>
                <a:cs typeface="Ubuntu Light"/>
              </a:defRPr>
            </a:lvl1pPr>
            <a:lvl2pPr algn="ctr">
              <a:defRPr sz="1650" b="0">
                <a:solidFill>
                  <a:srgbClr val="202D3E"/>
                </a:solidFill>
                <a:latin typeface="Ubuntu Light"/>
                <a:ea typeface="Ubuntu Light"/>
                <a:cs typeface="Ubuntu Light"/>
              </a:defRPr>
            </a:lvl2pPr>
            <a:lvl3pPr algn="ctr">
              <a:defRPr sz="1650" b="0">
                <a:solidFill>
                  <a:srgbClr val="202D3E"/>
                </a:solidFill>
                <a:latin typeface="Ubuntu Light"/>
                <a:ea typeface="Ubuntu Light"/>
                <a:cs typeface="Ubuntu Light"/>
              </a:defRPr>
            </a:lvl3pPr>
            <a:lvl4pPr algn="ctr">
              <a:defRPr sz="1650" b="0">
                <a:solidFill>
                  <a:srgbClr val="202D3E"/>
                </a:solidFill>
                <a:latin typeface="Ubuntu Light"/>
                <a:ea typeface="Ubuntu Light"/>
                <a:cs typeface="Ubuntu Light"/>
              </a:defRPr>
            </a:lvl4pPr>
            <a:lvl5pPr algn="ctr">
              <a:defRPr sz="1650" b="0">
                <a:solidFill>
                  <a:srgbClr val="202D3E"/>
                </a:solidFill>
                <a:latin typeface="Ubuntu Light"/>
                <a:ea typeface="Ubuntu Light"/>
                <a:cs typeface="Ubuntu Light"/>
              </a:defRPr>
            </a:lvl5pPr>
            <a:lvl6pPr algn="ctr">
              <a:defRPr sz="1650" b="0">
                <a:solidFill>
                  <a:srgbClr val="202D3E"/>
                </a:solidFill>
                <a:latin typeface="Ubuntu Light"/>
                <a:ea typeface="Ubuntu Light"/>
                <a:cs typeface="Ubuntu Light"/>
              </a:defRPr>
            </a:lvl6pPr>
            <a:lvl7pPr algn="ctr">
              <a:defRPr sz="1650" b="0">
                <a:solidFill>
                  <a:srgbClr val="202D3E"/>
                </a:solidFill>
                <a:latin typeface="Ubuntu Light"/>
                <a:ea typeface="Ubuntu Light"/>
                <a:cs typeface="Ubuntu Light"/>
              </a:defRPr>
            </a:lvl7pPr>
            <a:lvl8pPr algn="ctr">
              <a:defRPr sz="1650" b="0">
                <a:solidFill>
                  <a:srgbClr val="202D3E"/>
                </a:solidFill>
                <a:latin typeface="Ubuntu Light"/>
                <a:ea typeface="Ubuntu Light"/>
                <a:cs typeface="Ubuntu Light"/>
              </a:defRPr>
            </a:lvl8pPr>
            <a:lvl9pPr algn="ctr">
              <a:defRPr sz="1650" b="0">
                <a:solidFill>
                  <a:srgbClr val="202D3E"/>
                </a:solidFill>
                <a:latin typeface="Ubuntu Light"/>
                <a:ea typeface="Ubuntu Light"/>
                <a:cs typeface="Ubuntu Light"/>
              </a:defRPr>
            </a:lvl9pPr>
          </a:lstStyle>
          <a:p>
            <a:pPr algn="ctr">
              <a:defRPr sz="1650" b="0">
                <a:solidFill>
                  <a:srgbClr val="202D3E"/>
                </a:solidFill>
                <a:latin typeface="Ubuntu Light"/>
                <a:ea typeface="Ubuntu Light"/>
                <a:cs typeface="Ubuntu Light"/>
              </a:defRPr>
            </a:pPr>
            <a:r>
              <a:rPr b="0" dirty="0" err="1">
                <a:latin typeface="Ubuntu Light"/>
                <a:ea typeface="Ubuntu Light"/>
                <a:cs typeface="Ubuntu Light"/>
              </a:rPr>
              <a:t>pytest</a:t>
            </a:r>
            <a:endParaRPr b="0" dirty="0">
              <a:latin typeface="Ubuntu Light"/>
              <a:ea typeface="Ubuntu Light"/>
              <a:cs typeface="Ubuntu Light"/>
            </a:endParaRPr>
          </a:p>
        </p:txBody>
      </p:sp>
      <p:pic>
        <p:nvPicPr>
          <p:cNvPr id="14" name="Picture 13">
            <a:extLst>
              <a:ext uri="{FF2B5EF4-FFF2-40B4-BE49-F238E27FC236}">
                <a16:creationId xmlns:a16="http://schemas.microsoft.com/office/drawing/2014/main" id="{652DAD41-B518-2E38-405E-C88BA8B25EB4}"/>
              </a:ext>
            </a:extLst>
          </p:cNvPr>
          <p:cNvPicPr>
            <a:picLocks noChangeAspect="1"/>
          </p:cNvPicPr>
          <p:nvPr/>
        </p:nvPicPr>
        <p:blipFill>
          <a:blip r:embed="rId8"/>
          <a:stretch/>
        </p:blipFill>
        <p:spPr>
          <a:xfrm>
            <a:off x="895350" y="2657475"/>
            <a:ext cx="581025" cy="581025"/>
          </a:xfrm>
          <a:prstGeom prst="rect">
            <a:avLst/>
          </a:prstGeom>
        </p:spPr>
      </p:pic>
      <p:cxnSp>
        <p:nvCxnSpPr>
          <p:cNvPr id="15" name="start-order-0">
            <a:extLst>
              <a:ext uri="{FF2B5EF4-FFF2-40B4-BE49-F238E27FC236}">
                <a16:creationId xmlns:a16="http://schemas.microsoft.com/office/drawing/2014/main" id="{96A47285-83AA-2A42-9B86-489CE4B4EACE}"/>
              </a:ext>
            </a:extLst>
          </p:cNvPr>
          <p:cNvCxnSpPr/>
          <p:nvPr/>
        </p:nvCxnSpPr>
        <p:spPr>
          <a:xfrm>
            <a:off x="1552575" y="2886075"/>
            <a:ext cx="1133475" cy="0"/>
          </a:xfrm>
          <a:prstGeom prst="straightConnector1">
            <a:avLst/>
          </a:prstGeom>
          <a:ln w="19050">
            <a:solidFill>
              <a:srgbClr val="202D3E"/>
            </a:solidFill>
            <a:tailEnd type="triangle" w="sm" len="sm"/>
          </a:ln>
        </p:spPr>
      </p:cxnSp>
      <p:sp>
        <p:nvSpPr>
          <p:cNvPr id="16" name="aws-client">
            <a:extLst>
              <a:ext uri="{FF2B5EF4-FFF2-40B4-BE49-F238E27FC236}">
                <a16:creationId xmlns:a16="http://schemas.microsoft.com/office/drawing/2014/main" id="{0C3119F0-1817-3CE6-B3B2-18350879839F}"/>
              </a:ext>
            </a:extLst>
          </p:cNvPr>
          <p:cNvSpPr>
            <a:spLocks noGrp="1"/>
          </p:cNvSpPr>
          <p:nvPr/>
        </p:nvSpPr>
        <p:spPr>
          <a:xfrm>
            <a:off x="1638300" y="2600325"/>
            <a:ext cx="952500" cy="247650"/>
          </a:xfrm>
          <a:prstGeom prst="rect">
            <a:avLst/>
          </a:prstGeom>
          <a:noFill/>
          <a:ln w="0">
            <a:noFill/>
          </a:ln>
        </p:spPr>
        <p:txBody>
          <a:bodyPr wrap="none" lIns="0" tIns="0" rIns="0" bIns="0" anchor="t">
            <a:noAutofit/>
          </a:bodyPr>
          <a:lstStyle>
            <a:defPPr algn="ctr">
              <a:defRPr sz="1350" b="0">
                <a:solidFill>
                  <a:srgbClr val="202D3E"/>
                </a:solidFill>
                <a:latin typeface="Menlo"/>
                <a:ea typeface="Menlo"/>
                <a:cs typeface="Menlo"/>
              </a:defRPr>
            </a:defPPr>
            <a:lvl1pPr algn="ctr">
              <a:defRPr sz="1350" b="0">
                <a:solidFill>
                  <a:srgbClr val="202D3E"/>
                </a:solidFill>
                <a:latin typeface="Menlo"/>
                <a:ea typeface="Menlo"/>
                <a:cs typeface="Menlo"/>
              </a:defRPr>
            </a:lvl1pPr>
            <a:lvl2pPr algn="ctr">
              <a:defRPr sz="1350" b="0">
                <a:solidFill>
                  <a:srgbClr val="202D3E"/>
                </a:solidFill>
                <a:latin typeface="Menlo"/>
                <a:ea typeface="Menlo"/>
                <a:cs typeface="Menlo"/>
              </a:defRPr>
            </a:lvl2pPr>
            <a:lvl3pPr algn="ctr">
              <a:defRPr sz="1350" b="0">
                <a:solidFill>
                  <a:srgbClr val="202D3E"/>
                </a:solidFill>
                <a:latin typeface="Menlo"/>
                <a:ea typeface="Menlo"/>
                <a:cs typeface="Menlo"/>
              </a:defRPr>
            </a:lvl3pPr>
            <a:lvl4pPr algn="ctr">
              <a:defRPr sz="1350" b="0">
                <a:solidFill>
                  <a:srgbClr val="202D3E"/>
                </a:solidFill>
                <a:latin typeface="Menlo"/>
                <a:ea typeface="Menlo"/>
                <a:cs typeface="Menlo"/>
              </a:defRPr>
            </a:lvl4pPr>
            <a:lvl5pPr algn="ctr">
              <a:defRPr sz="1350" b="0">
                <a:solidFill>
                  <a:srgbClr val="202D3E"/>
                </a:solidFill>
                <a:latin typeface="Menlo"/>
                <a:ea typeface="Menlo"/>
                <a:cs typeface="Menlo"/>
              </a:defRPr>
            </a:lvl5pPr>
            <a:lvl6pPr algn="ctr">
              <a:defRPr sz="1350" b="0">
                <a:solidFill>
                  <a:srgbClr val="202D3E"/>
                </a:solidFill>
                <a:latin typeface="Menlo"/>
                <a:ea typeface="Menlo"/>
                <a:cs typeface="Menlo"/>
              </a:defRPr>
            </a:lvl6pPr>
            <a:lvl7pPr algn="ctr">
              <a:defRPr sz="1350" b="0">
                <a:solidFill>
                  <a:srgbClr val="202D3E"/>
                </a:solidFill>
                <a:latin typeface="Menlo"/>
                <a:ea typeface="Menlo"/>
                <a:cs typeface="Menlo"/>
              </a:defRPr>
            </a:lvl7pPr>
            <a:lvl8pPr algn="ctr">
              <a:defRPr sz="1350" b="0">
                <a:solidFill>
                  <a:srgbClr val="202D3E"/>
                </a:solidFill>
                <a:latin typeface="Menlo"/>
                <a:ea typeface="Menlo"/>
                <a:cs typeface="Menlo"/>
              </a:defRPr>
            </a:lvl8pPr>
            <a:lvl9pPr algn="ctr">
              <a:defRPr sz="1350" b="0">
                <a:solidFill>
                  <a:srgbClr val="202D3E"/>
                </a:solidFill>
                <a:latin typeface="Menlo"/>
                <a:ea typeface="Menlo"/>
                <a:cs typeface="Menlo"/>
              </a:defRPr>
            </a:lvl9pPr>
          </a:lstStyle>
          <a:p>
            <a:pPr algn="ctr">
              <a:defRPr sz="1350" b="0">
                <a:solidFill>
                  <a:srgbClr val="202D3E"/>
                </a:solidFill>
                <a:latin typeface="Menlo"/>
                <a:ea typeface="Menlo"/>
                <a:cs typeface="Menlo"/>
              </a:defRPr>
            </a:pPr>
            <a:r>
              <a:rPr b="0">
                <a:latin typeface="Menlo"/>
                <a:ea typeface="Menlo"/>
                <a:cs typeface="Menlo"/>
              </a:rPr>
              <a:t>boto3</a:t>
            </a:r>
          </a:p>
        </p:txBody>
      </p:sp>
      <p:cxnSp>
        <p:nvCxnSpPr>
          <p:cNvPr id="17" name="read-order-0">
            <a:extLst>
              <a:ext uri="{FF2B5EF4-FFF2-40B4-BE49-F238E27FC236}">
                <a16:creationId xmlns:a16="http://schemas.microsoft.com/office/drawing/2014/main" id="{7F442BAB-9170-44F1-ABA0-7DFFD1C187A5}"/>
              </a:ext>
            </a:extLst>
          </p:cNvPr>
          <p:cNvCxnSpPr/>
          <p:nvPr/>
        </p:nvCxnSpPr>
        <p:spPr>
          <a:xfrm>
            <a:off x="1485900" y="3143250"/>
            <a:ext cx="428625" cy="0"/>
          </a:xfrm>
          <a:prstGeom prst="straightConnector1">
            <a:avLst/>
          </a:prstGeom>
          <a:ln w="19050">
            <a:solidFill>
              <a:srgbClr val="202D3E"/>
            </a:solidFill>
          </a:ln>
        </p:spPr>
      </p:cxnSp>
      <p:cxnSp>
        <p:nvCxnSpPr>
          <p:cNvPr id="18" name="read-order-1">
            <a:extLst>
              <a:ext uri="{FF2B5EF4-FFF2-40B4-BE49-F238E27FC236}">
                <a16:creationId xmlns:a16="http://schemas.microsoft.com/office/drawing/2014/main" id="{DFD48D41-9EC6-29CF-99EA-9A5023A23A55}"/>
              </a:ext>
            </a:extLst>
          </p:cNvPr>
          <p:cNvCxnSpPr/>
          <p:nvPr/>
        </p:nvCxnSpPr>
        <p:spPr>
          <a:xfrm>
            <a:off x="1914525" y="3143250"/>
            <a:ext cx="0" cy="609600"/>
          </a:xfrm>
          <a:prstGeom prst="straightConnector1">
            <a:avLst/>
          </a:prstGeom>
          <a:ln w="19050">
            <a:solidFill>
              <a:srgbClr val="202D3E"/>
            </a:solidFill>
          </a:ln>
        </p:spPr>
      </p:cxnSp>
      <p:cxnSp>
        <p:nvCxnSpPr>
          <p:cNvPr id="19" name="read-order-2">
            <a:extLst>
              <a:ext uri="{FF2B5EF4-FFF2-40B4-BE49-F238E27FC236}">
                <a16:creationId xmlns:a16="http://schemas.microsoft.com/office/drawing/2014/main" id="{237E3925-5DFA-9798-AE00-F7629B98D40C}"/>
              </a:ext>
            </a:extLst>
          </p:cNvPr>
          <p:cNvCxnSpPr/>
          <p:nvPr/>
        </p:nvCxnSpPr>
        <p:spPr>
          <a:xfrm>
            <a:off x="1914525" y="3752850"/>
            <a:ext cx="771525" cy="0"/>
          </a:xfrm>
          <a:prstGeom prst="straightConnector1">
            <a:avLst/>
          </a:prstGeom>
          <a:ln w="19050">
            <a:solidFill>
              <a:srgbClr val="202D3E"/>
            </a:solidFill>
            <a:tailEnd type="triangle" w="sm" len="sm"/>
          </a:ln>
        </p:spPr>
      </p:cxnSp>
      <p:sp>
        <p:nvSpPr>
          <p:cNvPr id="20" name="read-order-api">
            <a:extLst>
              <a:ext uri="{FF2B5EF4-FFF2-40B4-BE49-F238E27FC236}">
                <a16:creationId xmlns:a16="http://schemas.microsoft.com/office/drawing/2014/main" id="{7F5D4FD0-945D-90BA-1F00-9CE58EEE04BF}"/>
              </a:ext>
            </a:extLst>
          </p:cNvPr>
          <p:cNvSpPr>
            <a:spLocks noGrp="1"/>
          </p:cNvSpPr>
          <p:nvPr/>
        </p:nvSpPr>
        <p:spPr>
          <a:xfrm>
            <a:off x="1017321" y="3820613"/>
            <a:ext cx="1654442" cy="445155"/>
          </a:xfrm>
          <a:prstGeom prst="rect">
            <a:avLst/>
          </a:prstGeom>
          <a:noFill/>
          <a:ln w="0">
            <a:noFill/>
          </a:ln>
        </p:spPr>
        <p:txBody>
          <a:bodyPr wrap="none" lIns="0" tIns="0" rIns="0" bIns="0" anchor="t">
            <a:noAutofit/>
          </a:bodyPr>
          <a:lstStyle>
            <a:defPPr algn="l">
              <a:defRPr sz="1350" b="0">
                <a:solidFill>
                  <a:srgbClr val="202D3E"/>
                </a:solidFill>
                <a:latin typeface="Menlo"/>
                <a:ea typeface="Menlo"/>
                <a:cs typeface="Menlo"/>
              </a:defRPr>
            </a:defPPr>
            <a:lvl1pPr algn="l">
              <a:defRPr sz="1350" b="0">
                <a:solidFill>
                  <a:srgbClr val="202D3E"/>
                </a:solidFill>
                <a:latin typeface="Menlo"/>
                <a:ea typeface="Menlo"/>
                <a:cs typeface="Menlo"/>
              </a:defRPr>
            </a:lvl1pPr>
            <a:lvl2pPr algn="l">
              <a:defRPr sz="1350" b="0">
                <a:solidFill>
                  <a:srgbClr val="202D3E"/>
                </a:solidFill>
                <a:latin typeface="Menlo"/>
                <a:ea typeface="Menlo"/>
                <a:cs typeface="Menlo"/>
              </a:defRPr>
            </a:lvl2pPr>
            <a:lvl3pPr algn="l">
              <a:defRPr sz="1350" b="0">
                <a:solidFill>
                  <a:srgbClr val="202D3E"/>
                </a:solidFill>
                <a:latin typeface="Menlo"/>
                <a:ea typeface="Menlo"/>
                <a:cs typeface="Menlo"/>
              </a:defRPr>
            </a:lvl3pPr>
            <a:lvl4pPr algn="l">
              <a:defRPr sz="1350" b="0">
                <a:solidFill>
                  <a:srgbClr val="202D3E"/>
                </a:solidFill>
                <a:latin typeface="Menlo"/>
                <a:ea typeface="Menlo"/>
                <a:cs typeface="Menlo"/>
              </a:defRPr>
            </a:lvl4pPr>
            <a:lvl5pPr algn="l">
              <a:defRPr sz="1350" b="0">
                <a:solidFill>
                  <a:srgbClr val="202D3E"/>
                </a:solidFill>
                <a:latin typeface="Menlo"/>
                <a:ea typeface="Menlo"/>
                <a:cs typeface="Menlo"/>
              </a:defRPr>
            </a:lvl5pPr>
            <a:lvl6pPr algn="l">
              <a:defRPr sz="1350" b="0">
                <a:solidFill>
                  <a:srgbClr val="202D3E"/>
                </a:solidFill>
                <a:latin typeface="Menlo"/>
                <a:ea typeface="Menlo"/>
                <a:cs typeface="Menlo"/>
              </a:defRPr>
            </a:lvl6pPr>
            <a:lvl7pPr algn="l">
              <a:defRPr sz="1350" b="0">
                <a:solidFill>
                  <a:srgbClr val="202D3E"/>
                </a:solidFill>
                <a:latin typeface="Menlo"/>
                <a:ea typeface="Menlo"/>
                <a:cs typeface="Menlo"/>
              </a:defRPr>
            </a:lvl7pPr>
            <a:lvl8pPr algn="l">
              <a:defRPr sz="1350" b="0">
                <a:solidFill>
                  <a:srgbClr val="202D3E"/>
                </a:solidFill>
                <a:latin typeface="Menlo"/>
                <a:ea typeface="Menlo"/>
                <a:cs typeface="Menlo"/>
              </a:defRPr>
            </a:lvl8pPr>
            <a:lvl9pPr algn="l">
              <a:defRPr sz="1350" b="0">
                <a:solidFill>
                  <a:srgbClr val="202D3E"/>
                </a:solidFill>
                <a:latin typeface="Menlo"/>
                <a:ea typeface="Menlo"/>
                <a:cs typeface="Menlo"/>
              </a:defRPr>
            </a:lvl9pPr>
          </a:lstStyle>
          <a:p>
            <a:pPr algn="ctr">
              <a:defRPr sz="1350" b="0">
                <a:solidFill>
                  <a:srgbClr val="202D3E"/>
                </a:solidFill>
                <a:latin typeface="Menlo"/>
                <a:ea typeface="Menlo"/>
                <a:cs typeface="Menlo"/>
              </a:defRPr>
            </a:pPr>
            <a:r>
              <a:rPr b="0" dirty="0" err="1">
                <a:latin typeface="Menlo"/>
                <a:ea typeface="Menlo"/>
                <a:cs typeface="Menlo"/>
              </a:rPr>
              <a:t>GetItem</a:t>
            </a:r>
            <a:r>
              <a:rPr lang="en-HK" b="0" dirty="0">
                <a:latin typeface="Menlo"/>
                <a:ea typeface="Menlo"/>
                <a:cs typeface="Menlo"/>
              </a:rPr>
              <a:t> /</a:t>
            </a:r>
          </a:p>
          <a:p>
            <a:pPr algn="ctr">
              <a:defRPr sz="1350" b="0">
                <a:solidFill>
                  <a:srgbClr val="202D3E"/>
                </a:solidFill>
                <a:latin typeface="Menlo"/>
                <a:ea typeface="Menlo"/>
                <a:cs typeface="Menlo"/>
              </a:defRPr>
            </a:pPr>
            <a:r>
              <a:rPr lang="en-US" b="0" dirty="0" err="1">
                <a:latin typeface="Menlo"/>
                <a:ea typeface="Menlo"/>
                <a:cs typeface="Menlo"/>
              </a:rPr>
              <a:t>StartExecution</a:t>
            </a:r>
            <a:r>
              <a:rPr lang="en-US" b="0" dirty="0">
                <a:latin typeface="Menlo"/>
                <a:ea typeface="Menlo"/>
                <a:cs typeface="Menlo"/>
              </a:rPr>
              <a:t>…</a:t>
            </a:r>
            <a:endParaRPr b="0" dirty="0">
              <a:latin typeface="Menlo"/>
              <a:ea typeface="Menlo"/>
              <a:cs typeface="Menlo"/>
            </a:endParaRPr>
          </a:p>
        </p:txBody>
      </p:sp>
      <p:sp>
        <p:nvSpPr>
          <p:cNvPr id="21" name="runtime-component">
            <a:extLst>
              <a:ext uri="{FF2B5EF4-FFF2-40B4-BE49-F238E27FC236}">
                <a16:creationId xmlns:a16="http://schemas.microsoft.com/office/drawing/2014/main" id="{438F793C-10ED-23CD-BCC4-BAB7B2625BE7}"/>
              </a:ext>
            </a:extLst>
          </p:cNvPr>
          <p:cNvSpPr>
            <a:spLocks noGrp="1"/>
          </p:cNvSpPr>
          <p:nvPr/>
        </p:nvSpPr>
        <p:spPr>
          <a:xfrm>
            <a:off x="7396927" y="3301458"/>
            <a:ext cx="1114412" cy="523875"/>
          </a:xfrm>
          <a:prstGeom prst="rect">
            <a:avLst/>
          </a:prstGeom>
          <a:noFill/>
          <a:ln w="0">
            <a:noFill/>
          </a:ln>
        </p:spPr>
        <p:txBody>
          <a:bodyPr wrap="none" lIns="0" tIns="0" rIns="0" bIns="0" anchor="t">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defRPr sz="1500" b="0">
                <a:solidFill>
                  <a:srgbClr val="202D3E"/>
                </a:solidFill>
                <a:latin typeface="Ubuntu Light"/>
                <a:ea typeface="Ubuntu Light"/>
                <a:cs typeface="Ubuntu Light"/>
              </a:defRPr>
            </a:pPr>
            <a:r>
              <a:rPr b="0" dirty="0">
                <a:latin typeface="Ubuntu Light"/>
                <a:ea typeface="Ubuntu Light"/>
                <a:cs typeface="Ubuntu Light"/>
              </a:rPr>
              <a:t>Orders /</a:t>
            </a:r>
          </a:p>
          <a:p>
            <a:pPr algn="ctr">
              <a:defRPr sz="1500" b="0">
                <a:solidFill>
                  <a:srgbClr val="202D3E"/>
                </a:solidFill>
                <a:latin typeface="Ubuntu Light"/>
                <a:ea typeface="Ubuntu Light"/>
                <a:cs typeface="Ubuntu Light"/>
              </a:defRPr>
            </a:pPr>
            <a:r>
              <a:rPr b="0" dirty="0">
                <a:latin typeface="Ubuntu Light"/>
                <a:ea typeface="Ubuntu Light"/>
                <a:cs typeface="Ubuntu Light"/>
              </a:rPr>
              <a:t>Payments</a:t>
            </a:r>
          </a:p>
        </p:txBody>
      </p:sp>
      <p:pic>
        <p:nvPicPr>
          <p:cNvPr id="22" name="Picture 21">
            <a:extLst>
              <a:ext uri="{FF2B5EF4-FFF2-40B4-BE49-F238E27FC236}">
                <a16:creationId xmlns:a16="http://schemas.microsoft.com/office/drawing/2014/main" id="{35EC5F33-E5C2-AD2B-B216-09C72E1B930C}"/>
              </a:ext>
            </a:extLst>
          </p:cNvPr>
          <p:cNvPicPr>
            <a:picLocks noChangeAspect="1"/>
          </p:cNvPicPr>
          <p:nvPr/>
        </p:nvPicPr>
        <p:blipFill>
          <a:blip r:embed="rId7"/>
          <a:stretch/>
        </p:blipFill>
        <p:spPr>
          <a:xfrm>
            <a:off x="7686675" y="2657475"/>
            <a:ext cx="581025" cy="581025"/>
          </a:xfrm>
          <a:prstGeom prst="rect">
            <a:avLst/>
          </a:prstGeom>
        </p:spPr>
      </p:pic>
      <p:cxnSp>
        <p:nvCxnSpPr>
          <p:cNvPr id="23" name="invoke-runtime-0">
            <a:extLst>
              <a:ext uri="{FF2B5EF4-FFF2-40B4-BE49-F238E27FC236}">
                <a16:creationId xmlns:a16="http://schemas.microsoft.com/office/drawing/2014/main" id="{8AFEC6F9-CD9C-9335-C129-E1A53CDD9357}"/>
              </a:ext>
            </a:extLst>
          </p:cNvPr>
          <p:cNvCxnSpPr/>
          <p:nvPr/>
        </p:nvCxnSpPr>
        <p:spPr>
          <a:xfrm>
            <a:off x="6648450" y="2886075"/>
            <a:ext cx="1009650" cy="0"/>
          </a:xfrm>
          <a:prstGeom prst="straightConnector1">
            <a:avLst/>
          </a:prstGeom>
          <a:ln w="19050">
            <a:solidFill>
              <a:srgbClr val="202D3E"/>
            </a:solidFill>
            <a:tailEnd type="triangle" w="sm" len="sm"/>
          </a:ln>
        </p:spPr>
      </p:cxnSp>
      <p:sp>
        <p:nvSpPr>
          <p:cNvPr id="24" name="invoke-label">
            <a:extLst>
              <a:ext uri="{FF2B5EF4-FFF2-40B4-BE49-F238E27FC236}">
                <a16:creationId xmlns:a16="http://schemas.microsoft.com/office/drawing/2014/main" id="{C9783586-1413-759A-10A6-0DD8DA714F64}"/>
              </a:ext>
            </a:extLst>
          </p:cNvPr>
          <p:cNvSpPr>
            <a:spLocks noGrp="1"/>
          </p:cNvSpPr>
          <p:nvPr/>
        </p:nvSpPr>
        <p:spPr>
          <a:xfrm>
            <a:off x="6705600" y="2600325"/>
            <a:ext cx="952500" cy="247650"/>
          </a:xfrm>
          <a:prstGeom prst="rect">
            <a:avLst/>
          </a:prstGeom>
          <a:noFill/>
          <a:ln w="0">
            <a:noFill/>
          </a:ln>
        </p:spPr>
        <p:txBody>
          <a:bodyPr wrap="none" lIns="0" tIns="0" rIns="0" bIns="0" anchor="t">
            <a:noAutofit/>
          </a:bodyPr>
          <a:lstStyle>
            <a:defPPr algn="ctr">
              <a:defRPr sz="1350" b="0">
                <a:solidFill>
                  <a:srgbClr val="202D3E"/>
                </a:solidFill>
                <a:latin typeface="Menlo"/>
                <a:ea typeface="Menlo"/>
                <a:cs typeface="Menlo"/>
              </a:defRPr>
            </a:defPPr>
            <a:lvl1pPr algn="ctr">
              <a:defRPr sz="1350" b="0">
                <a:solidFill>
                  <a:srgbClr val="202D3E"/>
                </a:solidFill>
                <a:latin typeface="Menlo"/>
                <a:ea typeface="Menlo"/>
                <a:cs typeface="Menlo"/>
              </a:defRPr>
            </a:lvl1pPr>
            <a:lvl2pPr algn="ctr">
              <a:defRPr sz="1350" b="0">
                <a:solidFill>
                  <a:srgbClr val="202D3E"/>
                </a:solidFill>
                <a:latin typeface="Menlo"/>
                <a:ea typeface="Menlo"/>
                <a:cs typeface="Menlo"/>
              </a:defRPr>
            </a:lvl2pPr>
            <a:lvl3pPr algn="ctr">
              <a:defRPr sz="1350" b="0">
                <a:solidFill>
                  <a:srgbClr val="202D3E"/>
                </a:solidFill>
                <a:latin typeface="Menlo"/>
                <a:ea typeface="Menlo"/>
                <a:cs typeface="Menlo"/>
              </a:defRPr>
            </a:lvl3pPr>
            <a:lvl4pPr algn="ctr">
              <a:defRPr sz="1350" b="0">
                <a:solidFill>
                  <a:srgbClr val="202D3E"/>
                </a:solidFill>
                <a:latin typeface="Menlo"/>
                <a:ea typeface="Menlo"/>
                <a:cs typeface="Menlo"/>
              </a:defRPr>
            </a:lvl4pPr>
            <a:lvl5pPr algn="ctr">
              <a:defRPr sz="1350" b="0">
                <a:solidFill>
                  <a:srgbClr val="202D3E"/>
                </a:solidFill>
                <a:latin typeface="Menlo"/>
                <a:ea typeface="Menlo"/>
                <a:cs typeface="Menlo"/>
              </a:defRPr>
            </a:lvl5pPr>
            <a:lvl6pPr algn="ctr">
              <a:defRPr sz="1350" b="0">
                <a:solidFill>
                  <a:srgbClr val="202D3E"/>
                </a:solidFill>
                <a:latin typeface="Menlo"/>
                <a:ea typeface="Menlo"/>
                <a:cs typeface="Menlo"/>
              </a:defRPr>
            </a:lvl6pPr>
            <a:lvl7pPr algn="ctr">
              <a:defRPr sz="1350" b="0">
                <a:solidFill>
                  <a:srgbClr val="202D3E"/>
                </a:solidFill>
                <a:latin typeface="Menlo"/>
                <a:ea typeface="Menlo"/>
                <a:cs typeface="Menlo"/>
              </a:defRPr>
            </a:lvl7pPr>
            <a:lvl8pPr algn="ctr">
              <a:defRPr sz="1350" b="0">
                <a:solidFill>
                  <a:srgbClr val="202D3E"/>
                </a:solidFill>
                <a:latin typeface="Menlo"/>
                <a:ea typeface="Menlo"/>
                <a:cs typeface="Menlo"/>
              </a:defRPr>
            </a:lvl8pPr>
            <a:lvl9pPr algn="ctr">
              <a:defRPr sz="1350" b="0">
                <a:solidFill>
                  <a:srgbClr val="202D3E"/>
                </a:solidFill>
                <a:latin typeface="Menlo"/>
                <a:ea typeface="Menlo"/>
                <a:cs typeface="Menlo"/>
              </a:defRPr>
            </a:lvl9pPr>
          </a:lstStyle>
          <a:p>
            <a:pPr algn="ctr">
              <a:defRPr sz="1350" b="0">
                <a:solidFill>
                  <a:srgbClr val="202D3E"/>
                </a:solidFill>
                <a:latin typeface="Menlo"/>
                <a:ea typeface="Menlo"/>
                <a:cs typeface="Menlo"/>
              </a:defRPr>
            </a:pPr>
            <a:r>
              <a:rPr b="0">
                <a:latin typeface="Menlo"/>
                <a:ea typeface="Menlo"/>
                <a:cs typeface="Menlo"/>
              </a:rPr>
              <a:t>Invoke</a:t>
            </a:r>
          </a:p>
        </p:txBody>
      </p:sp>
      <p:cxnSp>
        <p:nvCxnSpPr>
          <p:cNvPr id="25" name="runtime-aws-0">
            <a:extLst>
              <a:ext uri="{FF2B5EF4-FFF2-40B4-BE49-F238E27FC236}">
                <a16:creationId xmlns:a16="http://schemas.microsoft.com/office/drawing/2014/main" id="{B44D9239-FACD-EE11-0798-3565EB6E2EA4}"/>
              </a:ext>
            </a:extLst>
          </p:cNvPr>
          <p:cNvCxnSpPr/>
          <p:nvPr/>
        </p:nvCxnSpPr>
        <p:spPr>
          <a:xfrm>
            <a:off x="7191375" y="3143250"/>
            <a:ext cx="466725" cy="0"/>
          </a:xfrm>
          <a:prstGeom prst="straightConnector1">
            <a:avLst/>
          </a:prstGeom>
          <a:ln w="19050">
            <a:solidFill>
              <a:srgbClr val="202D3E"/>
            </a:solidFill>
          </a:ln>
        </p:spPr>
      </p:cxnSp>
      <p:cxnSp>
        <p:nvCxnSpPr>
          <p:cNvPr id="26" name="runtime-aws-1">
            <a:extLst>
              <a:ext uri="{FF2B5EF4-FFF2-40B4-BE49-F238E27FC236}">
                <a16:creationId xmlns:a16="http://schemas.microsoft.com/office/drawing/2014/main" id="{D4013B48-41D8-CA60-D984-08702A5CCFC9}"/>
              </a:ext>
            </a:extLst>
          </p:cNvPr>
          <p:cNvCxnSpPr/>
          <p:nvPr/>
        </p:nvCxnSpPr>
        <p:spPr>
          <a:xfrm>
            <a:off x="7191375" y="3143250"/>
            <a:ext cx="0" cy="581025"/>
          </a:xfrm>
          <a:prstGeom prst="straightConnector1">
            <a:avLst/>
          </a:prstGeom>
          <a:ln w="19050">
            <a:solidFill>
              <a:srgbClr val="202D3E"/>
            </a:solidFill>
          </a:ln>
        </p:spPr>
      </p:cxnSp>
      <p:cxnSp>
        <p:nvCxnSpPr>
          <p:cNvPr id="27" name="runtime-aws-2">
            <a:extLst>
              <a:ext uri="{FF2B5EF4-FFF2-40B4-BE49-F238E27FC236}">
                <a16:creationId xmlns:a16="http://schemas.microsoft.com/office/drawing/2014/main" id="{BF2BBCC8-302E-DE3E-B5B3-CF3F22853B03}"/>
              </a:ext>
            </a:extLst>
          </p:cNvPr>
          <p:cNvCxnSpPr/>
          <p:nvPr/>
        </p:nvCxnSpPr>
        <p:spPr>
          <a:xfrm>
            <a:off x="6648450" y="3724275"/>
            <a:ext cx="542925" cy="0"/>
          </a:xfrm>
          <a:prstGeom prst="straightConnector1">
            <a:avLst/>
          </a:prstGeom>
          <a:ln w="19050">
            <a:solidFill>
              <a:srgbClr val="202D3E"/>
            </a:solidFill>
            <a:headEnd type="triangle" w="sm" len="sm"/>
          </a:ln>
        </p:spPr>
      </p:cxnSp>
      <p:sp>
        <p:nvSpPr>
          <p:cNvPr id="28" name="runtime-aws-label">
            <a:extLst>
              <a:ext uri="{FF2B5EF4-FFF2-40B4-BE49-F238E27FC236}">
                <a16:creationId xmlns:a16="http://schemas.microsoft.com/office/drawing/2014/main" id="{637B5928-A985-065C-0454-07F022D8A55A}"/>
              </a:ext>
            </a:extLst>
          </p:cNvPr>
          <p:cNvSpPr>
            <a:spLocks noGrp="1"/>
          </p:cNvSpPr>
          <p:nvPr/>
        </p:nvSpPr>
        <p:spPr>
          <a:xfrm>
            <a:off x="6696075" y="3771900"/>
            <a:ext cx="542924" cy="247650"/>
          </a:xfrm>
          <a:prstGeom prst="rect">
            <a:avLst/>
          </a:prstGeom>
          <a:noFill/>
          <a:ln w="0">
            <a:noFill/>
          </a:ln>
        </p:spPr>
        <p:txBody>
          <a:bodyPr wrap="none" lIns="0" tIns="0" rIns="0" bIns="0" anchor="t">
            <a:noAutofit/>
          </a:bodyPr>
          <a:lstStyle>
            <a:defPPr algn="l">
              <a:defRPr sz="1350" b="0">
                <a:solidFill>
                  <a:srgbClr val="202D3E"/>
                </a:solidFill>
                <a:latin typeface="Menlo"/>
                <a:ea typeface="Menlo"/>
                <a:cs typeface="Menlo"/>
              </a:defRPr>
            </a:defPPr>
            <a:lvl1pPr algn="l">
              <a:defRPr sz="1350" b="0">
                <a:solidFill>
                  <a:srgbClr val="202D3E"/>
                </a:solidFill>
                <a:latin typeface="Menlo"/>
                <a:ea typeface="Menlo"/>
                <a:cs typeface="Menlo"/>
              </a:defRPr>
            </a:lvl1pPr>
            <a:lvl2pPr algn="l">
              <a:defRPr sz="1350" b="0">
                <a:solidFill>
                  <a:srgbClr val="202D3E"/>
                </a:solidFill>
                <a:latin typeface="Menlo"/>
                <a:ea typeface="Menlo"/>
                <a:cs typeface="Menlo"/>
              </a:defRPr>
            </a:lvl2pPr>
            <a:lvl3pPr algn="l">
              <a:defRPr sz="1350" b="0">
                <a:solidFill>
                  <a:srgbClr val="202D3E"/>
                </a:solidFill>
                <a:latin typeface="Menlo"/>
                <a:ea typeface="Menlo"/>
                <a:cs typeface="Menlo"/>
              </a:defRPr>
            </a:lvl3pPr>
            <a:lvl4pPr algn="l">
              <a:defRPr sz="1350" b="0">
                <a:solidFill>
                  <a:srgbClr val="202D3E"/>
                </a:solidFill>
                <a:latin typeface="Menlo"/>
                <a:ea typeface="Menlo"/>
                <a:cs typeface="Menlo"/>
              </a:defRPr>
            </a:lvl4pPr>
            <a:lvl5pPr algn="l">
              <a:defRPr sz="1350" b="0">
                <a:solidFill>
                  <a:srgbClr val="202D3E"/>
                </a:solidFill>
                <a:latin typeface="Menlo"/>
                <a:ea typeface="Menlo"/>
                <a:cs typeface="Menlo"/>
              </a:defRPr>
            </a:lvl5pPr>
            <a:lvl6pPr algn="l">
              <a:defRPr sz="1350" b="0">
                <a:solidFill>
                  <a:srgbClr val="202D3E"/>
                </a:solidFill>
                <a:latin typeface="Menlo"/>
                <a:ea typeface="Menlo"/>
                <a:cs typeface="Menlo"/>
              </a:defRPr>
            </a:lvl6pPr>
            <a:lvl7pPr algn="l">
              <a:defRPr sz="1350" b="0">
                <a:solidFill>
                  <a:srgbClr val="202D3E"/>
                </a:solidFill>
                <a:latin typeface="Menlo"/>
                <a:ea typeface="Menlo"/>
                <a:cs typeface="Menlo"/>
              </a:defRPr>
            </a:lvl7pPr>
            <a:lvl8pPr algn="l">
              <a:defRPr sz="1350" b="0">
                <a:solidFill>
                  <a:srgbClr val="202D3E"/>
                </a:solidFill>
                <a:latin typeface="Menlo"/>
                <a:ea typeface="Menlo"/>
                <a:cs typeface="Menlo"/>
              </a:defRPr>
            </a:lvl8pPr>
            <a:lvl9pPr algn="l">
              <a:defRPr sz="1350" b="0">
                <a:solidFill>
                  <a:srgbClr val="202D3E"/>
                </a:solidFill>
                <a:latin typeface="Menlo"/>
                <a:ea typeface="Menlo"/>
                <a:cs typeface="Menlo"/>
              </a:defRPr>
            </a:lvl9pPr>
          </a:lstStyle>
          <a:p>
            <a:pPr algn="l">
              <a:defRPr sz="1350" b="0">
                <a:solidFill>
                  <a:srgbClr val="202D3E"/>
                </a:solidFill>
                <a:latin typeface="Menlo"/>
                <a:ea typeface="Menlo"/>
                <a:cs typeface="Menlo"/>
              </a:defRPr>
            </a:pPr>
            <a:r>
              <a:rPr b="0" dirty="0">
                <a:latin typeface="Menlo"/>
                <a:ea typeface="Menlo"/>
                <a:cs typeface="Menlo"/>
              </a:rPr>
              <a:t>boto3</a:t>
            </a:r>
          </a:p>
        </p:txBody>
      </p:sp>
      <p:cxnSp>
        <p:nvCxnSpPr>
          <p:cNvPr id="29" name="payment-http-0">
            <a:extLst>
              <a:ext uri="{FF2B5EF4-FFF2-40B4-BE49-F238E27FC236}">
                <a16:creationId xmlns:a16="http://schemas.microsoft.com/office/drawing/2014/main" id="{FF8A9816-7F3D-2E3F-767C-6EECE3C75B75}"/>
              </a:ext>
            </a:extLst>
          </p:cNvPr>
          <p:cNvCxnSpPr>
            <a:cxnSpLocks/>
            <a:stCxn id="22" idx="0"/>
            <a:endCxn id="32" idx="2"/>
          </p:cNvCxnSpPr>
          <p:nvPr/>
        </p:nvCxnSpPr>
        <p:spPr>
          <a:xfrm flipV="1">
            <a:off x="7977188" y="2172746"/>
            <a:ext cx="0" cy="484729"/>
          </a:xfrm>
          <a:prstGeom prst="straightConnector1">
            <a:avLst/>
          </a:prstGeom>
          <a:ln w="19050">
            <a:solidFill>
              <a:srgbClr val="202D3E"/>
            </a:solidFill>
            <a:tailEnd type="triangle" w="sm" len="sm"/>
          </a:ln>
        </p:spPr>
      </p:cxnSp>
      <p:sp>
        <p:nvSpPr>
          <p:cNvPr id="30" name="payment-http-label">
            <a:extLst>
              <a:ext uri="{FF2B5EF4-FFF2-40B4-BE49-F238E27FC236}">
                <a16:creationId xmlns:a16="http://schemas.microsoft.com/office/drawing/2014/main" id="{CA40FDDC-EFE8-6535-904B-F4211E2BC8A8}"/>
              </a:ext>
            </a:extLst>
          </p:cNvPr>
          <p:cNvSpPr>
            <a:spLocks noGrp="1"/>
          </p:cNvSpPr>
          <p:nvPr/>
        </p:nvSpPr>
        <p:spPr>
          <a:xfrm>
            <a:off x="8067677" y="2324100"/>
            <a:ext cx="457200" cy="247650"/>
          </a:xfrm>
          <a:prstGeom prst="rect">
            <a:avLst/>
          </a:prstGeom>
          <a:noFill/>
          <a:ln w="0">
            <a:noFill/>
          </a:ln>
        </p:spPr>
        <p:txBody>
          <a:bodyPr wrap="none" lIns="0" tIns="0" rIns="0" bIns="0" anchor="t">
            <a:noAutofit/>
          </a:bodyPr>
          <a:lstStyle>
            <a:defPPr algn="l">
              <a:defRPr sz="1350" b="0">
                <a:solidFill>
                  <a:srgbClr val="202D3E"/>
                </a:solidFill>
                <a:latin typeface="Menlo"/>
                <a:ea typeface="Menlo"/>
                <a:cs typeface="Menlo"/>
              </a:defRPr>
            </a:defPPr>
            <a:lvl1pPr algn="l">
              <a:defRPr sz="1350" b="0">
                <a:solidFill>
                  <a:srgbClr val="202D3E"/>
                </a:solidFill>
                <a:latin typeface="Menlo"/>
                <a:ea typeface="Menlo"/>
                <a:cs typeface="Menlo"/>
              </a:defRPr>
            </a:lvl1pPr>
            <a:lvl2pPr algn="l">
              <a:defRPr sz="1350" b="0">
                <a:solidFill>
                  <a:srgbClr val="202D3E"/>
                </a:solidFill>
                <a:latin typeface="Menlo"/>
                <a:ea typeface="Menlo"/>
                <a:cs typeface="Menlo"/>
              </a:defRPr>
            </a:lvl2pPr>
            <a:lvl3pPr algn="l">
              <a:defRPr sz="1350" b="0">
                <a:solidFill>
                  <a:srgbClr val="202D3E"/>
                </a:solidFill>
                <a:latin typeface="Menlo"/>
                <a:ea typeface="Menlo"/>
                <a:cs typeface="Menlo"/>
              </a:defRPr>
            </a:lvl3pPr>
            <a:lvl4pPr algn="l">
              <a:defRPr sz="1350" b="0">
                <a:solidFill>
                  <a:srgbClr val="202D3E"/>
                </a:solidFill>
                <a:latin typeface="Menlo"/>
                <a:ea typeface="Menlo"/>
                <a:cs typeface="Menlo"/>
              </a:defRPr>
            </a:lvl4pPr>
            <a:lvl5pPr algn="l">
              <a:defRPr sz="1350" b="0">
                <a:solidFill>
                  <a:srgbClr val="202D3E"/>
                </a:solidFill>
                <a:latin typeface="Menlo"/>
                <a:ea typeface="Menlo"/>
                <a:cs typeface="Menlo"/>
              </a:defRPr>
            </a:lvl5pPr>
            <a:lvl6pPr algn="l">
              <a:defRPr sz="1350" b="0">
                <a:solidFill>
                  <a:srgbClr val="202D3E"/>
                </a:solidFill>
                <a:latin typeface="Menlo"/>
                <a:ea typeface="Menlo"/>
                <a:cs typeface="Menlo"/>
              </a:defRPr>
            </a:lvl6pPr>
            <a:lvl7pPr algn="l">
              <a:defRPr sz="1350" b="0">
                <a:solidFill>
                  <a:srgbClr val="202D3E"/>
                </a:solidFill>
                <a:latin typeface="Menlo"/>
                <a:ea typeface="Menlo"/>
                <a:cs typeface="Menlo"/>
              </a:defRPr>
            </a:lvl7pPr>
            <a:lvl8pPr algn="l">
              <a:defRPr sz="1350" b="0">
                <a:solidFill>
                  <a:srgbClr val="202D3E"/>
                </a:solidFill>
                <a:latin typeface="Menlo"/>
                <a:ea typeface="Menlo"/>
                <a:cs typeface="Menlo"/>
              </a:defRPr>
            </a:lvl8pPr>
            <a:lvl9pPr algn="l">
              <a:defRPr sz="1350" b="0">
                <a:solidFill>
                  <a:srgbClr val="202D3E"/>
                </a:solidFill>
                <a:latin typeface="Menlo"/>
                <a:ea typeface="Menlo"/>
                <a:cs typeface="Menlo"/>
              </a:defRPr>
            </a:lvl9pPr>
          </a:lstStyle>
          <a:p>
            <a:pPr algn="l">
              <a:defRPr sz="1350" b="0">
                <a:solidFill>
                  <a:srgbClr val="202D3E"/>
                </a:solidFill>
                <a:latin typeface="Menlo"/>
                <a:ea typeface="Menlo"/>
                <a:cs typeface="Menlo"/>
              </a:defRPr>
            </a:pPr>
            <a:r>
              <a:rPr b="0" dirty="0">
                <a:latin typeface="Menlo"/>
                <a:ea typeface="Menlo"/>
                <a:cs typeface="Menlo"/>
              </a:rPr>
              <a:t>HTTP</a:t>
            </a:r>
          </a:p>
        </p:txBody>
      </p:sp>
      <p:pic>
        <p:nvPicPr>
          <p:cNvPr id="32" name="Picture 31">
            <a:extLst>
              <a:ext uri="{FF2B5EF4-FFF2-40B4-BE49-F238E27FC236}">
                <a16:creationId xmlns:a16="http://schemas.microsoft.com/office/drawing/2014/main" id="{98B53CA0-791B-EE2F-76DA-046286C99CE1}"/>
              </a:ext>
            </a:extLst>
          </p:cNvPr>
          <p:cNvPicPr>
            <a:picLocks noChangeAspect="1"/>
          </p:cNvPicPr>
          <p:nvPr/>
        </p:nvPicPr>
        <p:blipFill>
          <a:blip r:embed="rId9"/>
          <a:stretch/>
        </p:blipFill>
        <p:spPr>
          <a:xfrm>
            <a:off x="7686675" y="1591721"/>
            <a:ext cx="581025" cy="581025"/>
          </a:xfrm>
          <a:prstGeom prst="rect">
            <a:avLst/>
          </a:prstGeom>
        </p:spPr>
      </p:pic>
      <p:sp>
        <p:nvSpPr>
          <p:cNvPr id="33" name="localstripe-label">
            <a:extLst>
              <a:ext uri="{FF2B5EF4-FFF2-40B4-BE49-F238E27FC236}">
                <a16:creationId xmlns:a16="http://schemas.microsoft.com/office/drawing/2014/main" id="{87B27C48-1F82-5413-6471-C5689E4BB042}"/>
              </a:ext>
            </a:extLst>
          </p:cNvPr>
          <p:cNvSpPr>
            <a:spLocks noGrp="1"/>
          </p:cNvSpPr>
          <p:nvPr/>
        </p:nvSpPr>
        <p:spPr>
          <a:xfrm>
            <a:off x="7289131" y="1133475"/>
            <a:ext cx="1376112" cy="457200"/>
          </a:xfrm>
          <a:prstGeom prst="rect">
            <a:avLst/>
          </a:prstGeom>
          <a:noFill/>
          <a:ln w="0">
            <a:noFill/>
          </a:ln>
        </p:spPr>
        <p:txBody>
          <a:bodyPr wrap="none" lIns="0" tIns="0" rIns="0" bIns="0" anchor="t">
            <a:noAutofit/>
          </a:bodyPr>
          <a:lstStyle>
            <a:defPPr algn="ctr">
              <a:defRPr sz="1350" b="0">
                <a:solidFill>
                  <a:srgbClr val="202D3E"/>
                </a:solidFill>
                <a:latin typeface="Ubuntu Light"/>
                <a:ea typeface="Ubuntu Light"/>
                <a:cs typeface="Ubuntu Light"/>
              </a:defRPr>
            </a:defPPr>
            <a:lvl1pPr algn="ctr">
              <a:defRPr sz="1350" b="0">
                <a:solidFill>
                  <a:srgbClr val="202D3E"/>
                </a:solidFill>
                <a:latin typeface="Ubuntu Light"/>
                <a:ea typeface="Ubuntu Light"/>
                <a:cs typeface="Ubuntu Light"/>
              </a:defRPr>
            </a:lvl1pPr>
            <a:lvl2pPr algn="ctr">
              <a:defRPr sz="1350" b="0">
                <a:solidFill>
                  <a:srgbClr val="202D3E"/>
                </a:solidFill>
                <a:latin typeface="Ubuntu Light"/>
                <a:ea typeface="Ubuntu Light"/>
                <a:cs typeface="Ubuntu Light"/>
              </a:defRPr>
            </a:lvl2pPr>
            <a:lvl3pPr algn="ctr">
              <a:defRPr sz="1350" b="0">
                <a:solidFill>
                  <a:srgbClr val="202D3E"/>
                </a:solidFill>
                <a:latin typeface="Ubuntu Light"/>
                <a:ea typeface="Ubuntu Light"/>
                <a:cs typeface="Ubuntu Light"/>
              </a:defRPr>
            </a:lvl3pPr>
            <a:lvl4pPr algn="ctr">
              <a:defRPr sz="1350" b="0">
                <a:solidFill>
                  <a:srgbClr val="202D3E"/>
                </a:solidFill>
                <a:latin typeface="Ubuntu Light"/>
                <a:ea typeface="Ubuntu Light"/>
                <a:cs typeface="Ubuntu Light"/>
              </a:defRPr>
            </a:lvl4pPr>
            <a:lvl5pPr algn="ctr">
              <a:defRPr sz="1350" b="0">
                <a:solidFill>
                  <a:srgbClr val="202D3E"/>
                </a:solidFill>
                <a:latin typeface="Ubuntu Light"/>
                <a:ea typeface="Ubuntu Light"/>
                <a:cs typeface="Ubuntu Light"/>
              </a:defRPr>
            </a:lvl5pPr>
            <a:lvl6pPr algn="ctr">
              <a:defRPr sz="1350" b="0">
                <a:solidFill>
                  <a:srgbClr val="202D3E"/>
                </a:solidFill>
                <a:latin typeface="Ubuntu Light"/>
                <a:ea typeface="Ubuntu Light"/>
                <a:cs typeface="Ubuntu Light"/>
              </a:defRPr>
            </a:lvl6pPr>
            <a:lvl7pPr algn="ctr">
              <a:defRPr sz="1350" b="0">
                <a:solidFill>
                  <a:srgbClr val="202D3E"/>
                </a:solidFill>
                <a:latin typeface="Ubuntu Light"/>
                <a:ea typeface="Ubuntu Light"/>
                <a:cs typeface="Ubuntu Light"/>
              </a:defRPr>
            </a:lvl7pPr>
            <a:lvl8pPr algn="ctr">
              <a:defRPr sz="1350" b="0">
                <a:solidFill>
                  <a:srgbClr val="202D3E"/>
                </a:solidFill>
                <a:latin typeface="Ubuntu Light"/>
                <a:ea typeface="Ubuntu Light"/>
                <a:cs typeface="Ubuntu Light"/>
              </a:defRPr>
            </a:lvl8pPr>
            <a:lvl9pPr algn="ctr">
              <a:defRPr sz="1350" b="0">
                <a:solidFill>
                  <a:srgbClr val="202D3E"/>
                </a:solidFill>
                <a:latin typeface="Ubuntu Light"/>
                <a:ea typeface="Ubuntu Light"/>
                <a:cs typeface="Ubuntu Light"/>
              </a:defRPr>
            </a:lvl9pPr>
          </a:lstStyle>
          <a:p>
            <a:pPr algn="ctr">
              <a:defRPr sz="1350" b="0">
                <a:solidFill>
                  <a:srgbClr val="202D3E"/>
                </a:solidFill>
                <a:latin typeface="Ubuntu Light"/>
                <a:ea typeface="Ubuntu Light"/>
                <a:cs typeface="Ubuntu Light"/>
              </a:defRPr>
            </a:pPr>
            <a:r>
              <a:rPr b="0" dirty="0" err="1">
                <a:latin typeface="Ubuntu Light"/>
                <a:ea typeface="Ubuntu Light"/>
                <a:cs typeface="Ubuntu Light"/>
              </a:rPr>
              <a:t>localstripe</a:t>
            </a:r>
            <a:endParaRPr b="0" dirty="0">
              <a:latin typeface="Ubuntu Light"/>
              <a:ea typeface="Ubuntu Light"/>
              <a:cs typeface="Ubuntu Light"/>
            </a:endParaRPr>
          </a:p>
          <a:p>
            <a:pPr algn="ctr">
              <a:defRPr sz="1350" b="0">
                <a:solidFill>
                  <a:srgbClr val="202D3E"/>
                </a:solidFill>
                <a:latin typeface="Ubuntu Light"/>
                <a:ea typeface="Ubuntu Light"/>
                <a:cs typeface="Ubuntu Light"/>
              </a:defRPr>
            </a:pPr>
            <a:r>
              <a:rPr b="0" dirty="0">
                <a:latin typeface="Ubuntu Light"/>
                <a:ea typeface="Ubuntu Light"/>
                <a:cs typeface="Ubuntu Light"/>
              </a:rPr>
              <a:t>Payment emulator</a:t>
            </a:r>
          </a:p>
        </p:txBody>
      </p:sp>
    </p:spTree>
    <p:extLst>
      <p:ext uri="{BB962C8B-B14F-4D97-AF65-F5344CB8AC3E}">
        <p14:creationId xmlns:p14="http://schemas.microsoft.com/office/powerpoint/2010/main" val="30408277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title">
            <a:extLst>
              <a:ext uri="{FF2B5EF4-FFF2-40B4-BE49-F238E27FC236}">
                <a16:creationId xmlns:a16="http://schemas.microsoft.com/office/drawing/2014/main" id="{ADBBF3F2-D5B2-4878-BDD9-406B3C9D6DF7}"/>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lang="en-HK" b="0" dirty="0">
                <a:latin typeface="Ubuntu Light"/>
                <a:ea typeface="Ubuntu Light"/>
                <a:cs typeface="Ubuntu Light"/>
              </a:rPr>
              <a:t>What a black box test looks like…</a:t>
            </a:r>
            <a:endParaRPr b="0" dirty="0">
              <a:latin typeface="Ubuntu Light"/>
              <a:ea typeface="Ubuntu Light"/>
              <a:cs typeface="Ubuntu Light"/>
            </a:endParaRPr>
          </a:p>
        </p:txBody>
      </p:sp>
      <p:sp>
        <p:nvSpPr>
          <p:cNvPr id="2" name="source-label">
            <a:extLst>
              <a:ext uri="{FF2B5EF4-FFF2-40B4-BE49-F238E27FC236}">
                <a16:creationId xmlns:a16="http://schemas.microsoft.com/office/drawing/2014/main" id="{DF55A4E7-2C84-4DCB-B820-952D8F9E85A5}"/>
              </a:ext>
            </a:extLst>
          </p:cNvPr>
          <p:cNvSpPr>
            <a:spLocks noGrp="1"/>
          </p:cNvSpPr>
          <p:nvPr/>
        </p:nvSpPr>
        <p:spPr>
          <a:xfrm>
            <a:off x="619125" y="1543050"/>
            <a:ext cx="1809750" cy="219075"/>
          </a:xfrm>
          <a:prstGeom prst="rect">
            <a:avLst/>
          </a:prstGeom>
          <a:noFill/>
          <a:ln w="0">
            <a:noFill/>
          </a:ln>
        </p:spPr>
        <p:txBody>
          <a:bodyPr wrap="none" lIns="0" tIns="0" rIns="0" bIns="0" anchor="t">
            <a:noAutofit/>
          </a:bodyPr>
          <a:lstStyle>
            <a:defPPr algn="l">
              <a:defRPr sz="1200" b="0">
                <a:solidFill>
                  <a:srgbClr val="475569"/>
                </a:solidFill>
                <a:latin typeface="Ubuntu Light"/>
                <a:ea typeface="Ubuntu Light"/>
                <a:cs typeface="Ubuntu Light"/>
              </a:defRPr>
            </a:defPPr>
            <a:lvl1pPr algn="l">
              <a:defRPr sz="1200" b="0">
                <a:solidFill>
                  <a:srgbClr val="475569"/>
                </a:solidFill>
                <a:latin typeface="Ubuntu Light"/>
                <a:ea typeface="Ubuntu Light"/>
                <a:cs typeface="Ubuntu Light"/>
              </a:defRPr>
            </a:lvl1pPr>
            <a:lvl2pPr algn="l">
              <a:defRPr sz="1200" b="0">
                <a:solidFill>
                  <a:srgbClr val="475569"/>
                </a:solidFill>
                <a:latin typeface="Ubuntu Light"/>
                <a:ea typeface="Ubuntu Light"/>
                <a:cs typeface="Ubuntu Light"/>
              </a:defRPr>
            </a:lvl2pPr>
            <a:lvl3pPr algn="l">
              <a:defRPr sz="1200" b="0">
                <a:solidFill>
                  <a:srgbClr val="475569"/>
                </a:solidFill>
                <a:latin typeface="Ubuntu Light"/>
                <a:ea typeface="Ubuntu Light"/>
                <a:cs typeface="Ubuntu Light"/>
              </a:defRPr>
            </a:lvl3pPr>
            <a:lvl4pPr algn="l">
              <a:defRPr sz="1200" b="0">
                <a:solidFill>
                  <a:srgbClr val="475569"/>
                </a:solidFill>
                <a:latin typeface="Ubuntu Light"/>
                <a:ea typeface="Ubuntu Light"/>
                <a:cs typeface="Ubuntu Light"/>
              </a:defRPr>
            </a:lvl4pPr>
            <a:lvl5pPr algn="l">
              <a:defRPr sz="1200" b="0">
                <a:solidFill>
                  <a:srgbClr val="475569"/>
                </a:solidFill>
                <a:latin typeface="Ubuntu Light"/>
                <a:ea typeface="Ubuntu Light"/>
                <a:cs typeface="Ubuntu Light"/>
              </a:defRPr>
            </a:lvl5pPr>
            <a:lvl6pPr algn="l">
              <a:defRPr sz="1200" b="0">
                <a:solidFill>
                  <a:srgbClr val="475569"/>
                </a:solidFill>
                <a:latin typeface="Ubuntu Light"/>
                <a:ea typeface="Ubuntu Light"/>
                <a:cs typeface="Ubuntu Light"/>
              </a:defRPr>
            </a:lvl6pPr>
            <a:lvl7pPr algn="l">
              <a:defRPr sz="1200" b="0">
                <a:solidFill>
                  <a:srgbClr val="475569"/>
                </a:solidFill>
                <a:latin typeface="Ubuntu Light"/>
                <a:ea typeface="Ubuntu Light"/>
                <a:cs typeface="Ubuntu Light"/>
              </a:defRPr>
            </a:lvl7pPr>
            <a:lvl8pPr algn="l">
              <a:defRPr sz="1200" b="0">
                <a:solidFill>
                  <a:srgbClr val="475569"/>
                </a:solidFill>
                <a:latin typeface="Ubuntu Light"/>
                <a:ea typeface="Ubuntu Light"/>
                <a:cs typeface="Ubuntu Light"/>
              </a:defRPr>
            </a:lvl8pPr>
            <a:lvl9pPr algn="l">
              <a:defRPr sz="1200" b="0">
                <a:solidFill>
                  <a:srgbClr val="475569"/>
                </a:solidFill>
                <a:latin typeface="Ubuntu Light"/>
                <a:ea typeface="Ubuntu Light"/>
                <a:cs typeface="Ubuntu Light"/>
              </a:defRPr>
            </a:lvl9pPr>
          </a:lstStyle>
          <a:p>
            <a:pPr algn="l">
              <a:defRPr sz="1200" b="0">
                <a:solidFill>
                  <a:srgbClr val="475569"/>
                </a:solidFill>
                <a:latin typeface="Ubuntu Light"/>
                <a:ea typeface="Ubuntu Light"/>
                <a:cs typeface="Ubuntu Light"/>
              </a:defRPr>
            </a:pPr>
            <a:r>
              <a:rPr b="0" dirty="0" err="1">
                <a:latin typeface="Ubuntu Light"/>
                <a:ea typeface="Ubuntu Light"/>
                <a:cs typeface="Ubuntu Light"/>
              </a:rPr>
              <a:t>test_order_lifecycle.py</a:t>
            </a:r>
            <a:endParaRPr b="0" dirty="0">
              <a:latin typeface="Ubuntu Light"/>
              <a:ea typeface="Ubuntu Light"/>
              <a:cs typeface="Ubuntu Light"/>
            </a:endParaRPr>
          </a:p>
        </p:txBody>
      </p:sp>
      <p:sp>
        <p:nvSpPr>
          <p:cNvPr id="3" name="code-background">
            <a:extLst>
              <a:ext uri="{FF2B5EF4-FFF2-40B4-BE49-F238E27FC236}">
                <a16:creationId xmlns:a16="http://schemas.microsoft.com/office/drawing/2014/main" id="{5C71B469-9100-4555-9C47-6FE5A2AA7AD7}"/>
              </a:ext>
            </a:extLst>
          </p:cNvPr>
          <p:cNvSpPr>
            <a:spLocks noGrp="1"/>
          </p:cNvSpPr>
          <p:nvPr/>
        </p:nvSpPr>
        <p:spPr>
          <a:xfrm>
            <a:off x="619125" y="1800226"/>
            <a:ext cx="5841125" cy="2590800"/>
          </a:xfrm>
          <a:prstGeom prst="rect">
            <a:avLst/>
          </a:prstGeom>
          <a:solidFill>
            <a:srgbClr val="000000"/>
          </a:solidFill>
          <a:ln w="0">
            <a:noFill/>
          </a:ln>
        </p:spPr>
        <p:txBody>
          <a:bodyPr/>
          <a:lstStyle/>
          <a:p>
            <a:endParaRPr lang="en-US" dirty="0"/>
          </a:p>
        </p:txBody>
      </p:sp>
      <p:sp>
        <p:nvSpPr>
          <p:cNvPr id="4" name="code-line-0">
            <a:extLst>
              <a:ext uri="{FF2B5EF4-FFF2-40B4-BE49-F238E27FC236}">
                <a16:creationId xmlns:a16="http://schemas.microsoft.com/office/drawing/2014/main" id="{2B43C632-7438-466C-8A59-8B73A9ACB970}"/>
              </a:ext>
            </a:extLst>
          </p:cNvPr>
          <p:cNvSpPr>
            <a:spLocks noGrp="1"/>
          </p:cNvSpPr>
          <p:nvPr/>
        </p:nvSpPr>
        <p:spPr>
          <a:xfrm>
            <a:off x="790575" y="1914525"/>
            <a:ext cx="4182089"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9CDCFE"/>
                </a:solidFill>
                <a:latin typeface="Menlo"/>
                <a:ea typeface="Menlo"/>
                <a:cs typeface="Menlo"/>
              </a:rPr>
              <a:t>execution</a:t>
            </a:r>
            <a:r>
              <a:rPr b="0" dirty="0">
                <a:solidFill>
                  <a:srgbClr val="D4D4D4"/>
                </a:solidFill>
                <a:latin typeface="Menlo"/>
                <a:ea typeface="Menlo"/>
                <a:cs typeface="Menlo"/>
              </a:rPr>
              <a:t> = </a:t>
            </a:r>
            <a:r>
              <a:rPr b="0" dirty="0" err="1">
                <a:solidFill>
                  <a:srgbClr val="9CDCFE"/>
                </a:solidFill>
                <a:latin typeface="Menlo"/>
                <a:ea typeface="Menlo"/>
                <a:cs typeface="Menlo"/>
              </a:rPr>
              <a:t>sfn_client</a:t>
            </a:r>
            <a:r>
              <a:rPr b="0" dirty="0" err="1">
                <a:solidFill>
                  <a:srgbClr val="D4D4D4"/>
                </a:solidFill>
                <a:latin typeface="Menlo"/>
                <a:ea typeface="Menlo"/>
                <a:cs typeface="Menlo"/>
              </a:rPr>
              <a:t>.</a:t>
            </a:r>
            <a:r>
              <a:rPr b="0" dirty="0" err="1">
                <a:solidFill>
                  <a:srgbClr val="DCDCAA"/>
                </a:solidFill>
                <a:latin typeface="Menlo"/>
                <a:ea typeface="Menlo"/>
                <a:cs typeface="Menlo"/>
              </a:rPr>
              <a:t>start_execution</a:t>
            </a:r>
            <a:r>
              <a:rPr b="0" dirty="0">
                <a:solidFill>
                  <a:srgbClr val="D4D4D4"/>
                </a:solidFill>
                <a:latin typeface="Menlo"/>
                <a:ea typeface="Menlo"/>
                <a:cs typeface="Menlo"/>
              </a:rPr>
              <a:t>(</a:t>
            </a:r>
          </a:p>
        </p:txBody>
      </p:sp>
      <p:sp>
        <p:nvSpPr>
          <p:cNvPr id="5" name="code-line-1">
            <a:extLst>
              <a:ext uri="{FF2B5EF4-FFF2-40B4-BE49-F238E27FC236}">
                <a16:creationId xmlns:a16="http://schemas.microsoft.com/office/drawing/2014/main" id="{F614CFDA-F13A-47D5-B487-C3B0A9F464F7}"/>
              </a:ext>
            </a:extLst>
          </p:cNvPr>
          <p:cNvSpPr>
            <a:spLocks noGrp="1"/>
          </p:cNvSpPr>
          <p:nvPr/>
        </p:nvSpPr>
        <p:spPr>
          <a:xfrm>
            <a:off x="790575" y="2187654"/>
            <a:ext cx="4394602"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    </a:t>
            </a:r>
            <a:r>
              <a:rPr b="0" dirty="0" err="1">
                <a:solidFill>
                  <a:srgbClr val="9CDCFE"/>
                </a:solidFill>
                <a:latin typeface="Menlo"/>
                <a:ea typeface="Menlo"/>
                <a:cs typeface="Menlo"/>
              </a:rPr>
              <a:t>stateMachineArn</a:t>
            </a:r>
            <a:r>
              <a:rPr b="0" dirty="0">
                <a:solidFill>
                  <a:srgbClr val="D4D4D4"/>
                </a:solidFill>
                <a:latin typeface="Menlo"/>
                <a:ea typeface="Menlo"/>
                <a:cs typeface="Menlo"/>
              </a:rPr>
              <a:t>=</a:t>
            </a:r>
            <a:r>
              <a:rPr b="0" dirty="0" err="1">
                <a:solidFill>
                  <a:srgbClr val="9CDCFE"/>
                </a:solidFill>
                <a:latin typeface="Menlo"/>
                <a:ea typeface="Menlo"/>
                <a:cs typeface="Menlo"/>
              </a:rPr>
              <a:t>create_order_machine</a:t>
            </a:r>
            <a:r>
              <a:rPr b="0" dirty="0">
                <a:solidFill>
                  <a:srgbClr val="D4D4D4"/>
                </a:solidFill>
                <a:latin typeface="Menlo"/>
                <a:ea typeface="Menlo"/>
                <a:cs typeface="Menlo"/>
              </a:rPr>
              <a:t>,</a:t>
            </a:r>
          </a:p>
        </p:txBody>
      </p:sp>
      <p:sp>
        <p:nvSpPr>
          <p:cNvPr id="6" name="code-line-2">
            <a:extLst>
              <a:ext uri="{FF2B5EF4-FFF2-40B4-BE49-F238E27FC236}">
                <a16:creationId xmlns:a16="http://schemas.microsoft.com/office/drawing/2014/main" id="{A55B21F7-D530-4E0B-94EC-C6CE063F24E4}"/>
              </a:ext>
            </a:extLst>
          </p:cNvPr>
          <p:cNvSpPr>
            <a:spLocks noGrp="1"/>
          </p:cNvSpPr>
          <p:nvPr/>
        </p:nvSpPr>
        <p:spPr>
          <a:xfrm>
            <a:off x="790575" y="2460784"/>
            <a:ext cx="3650809"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4D4D4"/>
                </a:solidFill>
                <a:latin typeface="Menlo"/>
                <a:ea typeface="Menlo"/>
                <a:cs typeface="Menlo"/>
              </a:rPr>
              <a:t>    </a:t>
            </a:r>
            <a:r>
              <a:rPr b="0">
                <a:solidFill>
                  <a:srgbClr val="9CDCFE"/>
                </a:solidFill>
                <a:latin typeface="Menlo"/>
                <a:ea typeface="Menlo"/>
                <a:cs typeface="Menlo"/>
              </a:rPr>
              <a:t>input</a:t>
            </a:r>
            <a:r>
              <a:rPr b="0">
                <a:solidFill>
                  <a:srgbClr val="D4D4D4"/>
                </a:solidFill>
                <a:latin typeface="Menlo"/>
                <a:ea typeface="Menlo"/>
                <a:cs typeface="Menlo"/>
              </a:rPr>
              <a:t>=</a:t>
            </a:r>
            <a:r>
              <a:rPr b="0">
                <a:solidFill>
                  <a:srgbClr val="4EC9B0"/>
                </a:solidFill>
                <a:latin typeface="Menlo"/>
                <a:ea typeface="Menlo"/>
                <a:cs typeface="Menlo"/>
              </a:rPr>
              <a:t>json</a:t>
            </a:r>
            <a:r>
              <a:rPr b="0">
                <a:solidFill>
                  <a:srgbClr val="D4D4D4"/>
                </a:solidFill>
                <a:latin typeface="Menlo"/>
                <a:ea typeface="Menlo"/>
                <a:cs typeface="Menlo"/>
              </a:rPr>
              <a:t>.</a:t>
            </a:r>
            <a:r>
              <a:rPr b="0">
                <a:solidFill>
                  <a:srgbClr val="DCDCAA"/>
                </a:solidFill>
                <a:latin typeface="Menlo"/>
                <a:ea typeface="Menlo"/>
                <a:cs typeface="Menlo"/>
              </a:rPr>
              <a:t>dumps</a:t>
            </a:r>
            <a:r>
              <a:rPr b="0">
                <a:solidFill>
                  <a:srgbClr val="D4D4D4"/>
                </a:solidFill>
                <a:latin typeface="Menlo"/>
                <a:ea typeface="Menlo"/>
                <a:cs typeface="Menlo"/>
              </a:rPr>
              <a:t>(</a:t>
            </a:r>
            <a:r>
              <a:rPr b="0">
                <a:solidFill>
                  <a:srgbClr val="9CDCFE"/>
                </a:solidFill>
                <a:latin typeface="Menlo"/>
                <a:ea typeface="Menlo"/>
                <a:cs typeface="Menlo"/>
              </a:rPr>
              <a:t>order_input</a:t>
            </a:r>
            <a:r>
              <a:rPr b="0">
                <a:solidFill>
                  <a:srgbClr val="D4D4D4"/>
                </a:solidFill>
                <a:latin typeface="Menlo"/>
                <a:ea typeface="Menlo"/>
                <a:cs typeface="Menlo"/>
              </a:rPr>
              <a:t>),</a:t>
            </a:r>
          </a:p>
        </p:txBody>
      </p:sp>
      <p:sp>
        <p:nvSpPr>
          <p:cNvPr id="7" name="code-line-3">
            <a:extLst>
              <a:ext uri="{FF2B5EF4-FFF2-40B4-BE49-F238E27FC236}">
                <a16:creationId xmlns:a16="http://schemas.microsoft.com/office/drawing/2014/main" id="{C5D565BF-2A0B-444C-A9E6-996FC0909C91}"/>
              </a:ext>
            </a:extLst>
          </p:cNvPr>
          <p:cNvSpPr>
            <a:spLocks noGrp="1"/>
          </p:cNvSpPr>
          <p:nvPr/>
        </p:nvSpPr>
        <p:spPr>
          <a:xfrm>
            <a:off x="790575" y="2733913"/>
            <a:ext cx="1844454"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4D4D4"/>
                </a:solidFill>
                <a:latin typeface="Menlo"/>
                <a:ea typeface="Menlo"/>
                <a:cs typeface="Menlo"/>
              </a:rPr>
              <a:t>)[</a:t>
            </a:r>
            <a:r>
              <a:rPr b="0">
                <a:solidFill>
                  <a:srgbClr val="CE9178"/>
                </a:solidFill>
                <a:latin typeface="Menlo"/>
                <a:ea typeface="Menlo"/>
                <a:cs typeface="Menlo"/>
              </a:rPr>
              <a:t>"executionArn"</a:t>
            </a:r>
            <a:r>
              <a:rPr b="0">
                <a:solidFill>
                  <a:srgbClr val="D4D4D4"/>
                </a:solidFill>
                <a:latin typeface="Menlo"/>
                <a:ea typeface="Menlo"/>
                <a:cs typeface="Menlo"/>
              </a:rPr>
              <a:t>]</a:t>
            </a:r>
          </a:p>
        </p:txBody>
      </p:sp>
      <p:sp>
        <p:nvSpPr>
          <p:cNvPr id="8" name="code-line-4">
            <a:extLst>
              <a:ext uri="{FF2B5EF4-FFF2-40B4-BE49-F238E27FC236}">
                <a16:creationId xmlns:a16="http://schemas.microsoft.com/office/drawing/2014/main" id="{D6F7C3BE-A60B-46F1-9FEA-F34247EB110E}"/>
              </a:ext>
            </a:extLst>
          </p:cNvPr>
          <p:cNvSpPr>
            <a:spLocks noGrp="1"/>
          </p:cNvSpPr>
          <p:nvPr/>
        </p:nvSpPr>
        <p:spPr>
          <a:xfrm>
            <a:off x="790575" y="3007043"/>
            <a:ext cx="4075833" cy="440362"/>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6A9955"/>
                </a:solidFill>
                <a:latin typeface="Menlo"/>
                <a:ea typeface="Menlo"/>
                <a:cs typeface="Menlo"/>
              </a:rPr>
              <a:t># </a:t>
            </a:r>
            <a:r>
              <a:rPr lang="en-US" b="0" dirty="0">
                <a:solidFill>
                  <a:srgbClr val="6A9955"/>
                </a:solidFill>
                <a:latin typeface="Menlo"/>
                <a:ea typeface="Menlo"/>
                <a:cs typeface="Menlo"/>
              </a:rPr>
              <a:t>Wait Merchant </a:t>
            </a:r>
            <a:r>
              <a:rPr lang="en-US" dirty="0">
                <a:solidFill>
                  <a:srgbClr val="6A9955"/>
                </a:solidFill>
              </a:rPr>
              <a:t>approval</a:t>
            </a:r>
          </a:p>
          <a:p>
            <a:pPr>
              <a:defRPr sz="1388" b="0">
                <a:solidFill>
                  <a:srgbClr val="D4D4D4"/>
                </a:solidFill>
                <a:latin typeface="Menlo"/>
                <a:ea typeface="Menlo"/>
                <a:cs typeface="Menlo"/>
              </a:defRPr>
            </a:pPr>
            <a:r>
              <a:rPr lang="en-US" b="0" dirty="0">
                <a:solidFill>
                  <a:srgbClr val="6A9955"/>
                </a:solidFill>
                <a:latin typeface="Menlo"/>
                <a:ea typeface="Menlo"/>
                <a:cs typeface="Menlo"/>
              </a:rPr>
              <a:t># No any lambda internal state lookup</a:t>
            </a:r>
            <a:endParaRPr b="0" dirty="0">
              <a:solidFill>
                <a:srgbClr val="6A9955"/>
              </a:solidFill>
              <a:latin typeface="Menlo"/>
              <a:ea typeface="Menlo"/>
              <a:cs typeface="Menlo"/>
            </a:endParaRPr>
          </a:p>
        </p:txBody>
      </p:sp>
      <p:sp>
        <p:nvSpPr>
          <p:cNvPr id="9" name="code-line-5">
            <a:extLst>
              <a:ext uri="{FF2B5EF4-FFF2-40B4-BE49-F238E27FC236}">
                <a16:creationId xmlns:a16="http://schemas.microsoft.com/office/drawing/2014/main" id="{B00074BB-6A1C-4478-A520-32C518B5F170}"/>
              </a:ext>
            </a:extLst>
          </p:cNvPr>
          <p:cNvSpPr>
            <a:spLocks noGrp="1"/>
          </p:cNvSpPr>
          <p:nvPr/>
        </p:nvSpPr>
        <p:spPr>
          <a:xfrm>
            <a:off x="790575" y="3445857"/>
            <a:ext cx="4713370"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C586C0"/>
                </a:solidFill>
                <a:latin typeface="Menlo"/>
                <a:ea typeface="Menlo"/>
                <a:cs typeface="Menlo"/>
              </a:rPr>
              <a:t>assert</a:t>
            </a:r>
            <a:r>
              <a:rPr b="0" dirty="0">
                <a:solidFill>
                  <a:srgbClr val="D4D4D4"/>
                </a:solidFill>
                <a:latin typeface="Menlo"/>
                <a:ea typeface="Menlo"/>
                <a:cs typeface="Menlo"/>
              </a:rPr>
              <a:t> </a:t>
            </a:r>
            <a:r>
              <a:rPr b="0" dirty="0">
                <a:solidFill>
                  <a:srgbClr val="9CDCFE"/>
                </a:solidFill>
                <a:latin typeface="Menlo"/>
                <a:ea typeface="Menlo"/>
                <a:cs typeface="Menlo"/>
              </a:rPr>
              <a:t>order</a:t>
            </a:r>
            <a:r>
              <a:rPr b="0" dirty="0">
                <a:solidFill>
                  <a:srgbClr val="D4D4D4"/>
                </a:solidFill>
                <a:latin typeface="Menlo"/>
                <a:ea typeface="Menlo"/>
                <a:cs typeface="Menlo"/>
              </a:rPr>
              <a:t>[</a:t>
            </a:r>
            <a:r>
              <a:rPr b="0" dirty="0">
                <a:solidFill>
                  <a:srgbClr val="CE9178"/>
                </a:solidFill>
                <a:latin typeface="Menlo"/>
                <a:ea typeface="Menlo"/>
                <a:cs typeface="Menlo"/>
              </a:rPr>
              <a:t>"status"</a:t>
            </a:r>
            <a:r>
              <a:rPr b="0" dirty="0">
                <a:solidFill>
                  <a:srgbClr val="D4D4D4"/>
                </a:solidFill>
                <a:latin typeface="Menlo"/>
                <a:ea typeface="Menlo"/>
                <a:cs typeface="Menlo"/>
              </a:rPr>
              <a:t>] == {</a:t>
            </a:r>
            <a:r>
              <a:rPr b="0" dirty="0">
                <a:solidFill>
                  <a:srgbClr val="CE9178"/>
                </a:solidFill>
                <a:latin typeface="Menlo"/>
                <a:ea typeface="Menlo"/>
                <a:cs typeface="Menlo"/>
              </a:rPr>
              <a:t>"S"</a:t>
            </a:r>
            <a:r>
              <a:rPr b="0" dirty="0">
                <a:solidFill>
                  <a:srgbClr val="D4D4D4"/>
                </a:solidFill>
                <a:latin typeface="Menlo"/>
                <a:ea typeface="Menlo"/>
                <a:cs typeface="Menlo"/>
              </a:rPr>
              <a:t>: </a:t>
            </a:r>
            <a:r>
              <a:rPr b="0" dirty="0">
                <a:solidFill>
                  <a:srgbClr val="CE9178"/>
                </a:solidFill>
                <a:latin typeface="Menlo"/>
                <a:ea typeface="Menlo"/>
                <a:cs typeface="Menlo"/>
              </a:rPr>
              <a:t>"CONFIRMED"</a:t>
            </a:r>
            <a:r>
              <a:rPr b="0" dirty="0">
                <a:solidFill>
                  <a:srgbClr val="D4D4D4"/>
                </a:solidFill>
                <a:latin typeface="Menlo"/>
                <a:ea typeface="Menlo"/>
                <a:cs typeface="Menlo"/>
              </a:rPr>
              <a:t>}</a:t>
            </a:r>
          </a:p>
        </p:txBody>
      </p:sp>
      <p:sp>
        <p:nvSpPr>
          <p:cNvPr id="10" name="code-line-6">
            <a:extLst>
              <a:ext uri="{FF2B5EF4-FFF2-40B4-BE49-F238E27FC236}">
                <a16:creationId xmlns:a16="http://schemas.microsoft.com/office/drawing/2014/main" id="{5137F567-E184-480D-A941-32FA4E308CC5}"/>
              </a:ext>
            </a:extLst>
          </p:cNvPr>
          <p:cNvSpPr>
            <a:spLocks noGrp="1"/>
          </p:cNvSpPr>
          <p:nvPr/>
        </p:nvSpPr>
        <p:spPr>
          <a:xfrm>
            <a:off x="790575" y="3718986"/>
            <a:ext cx="5032138"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C586C0"/>
                </a:solidFill>
                <a:latin typeface="Menlo"/>
                <a:ea typeface="Menlo"/>
                <a:cs typeface="Menlo"/>
              </a:rPr>
              <a:t>assert</a:t>
            </a:r>
            <a:r>
              <a:rPr b="0" dirty="0">
                <a:solidFill>
                  <a:srgbClr val="D4D4D4"/>
                </a:solidFill>
                <a:latin typeface="Menlo"/>
                <a:ea typeface="Menlo"/>
                <a:cs typeface="Menlo"/>
              </a:rPr>
              <a:t> </a:t>
            </a:r>
            <a:r>
              <a:rPr b="0" dirty="0">
                <a:solidFill>
                  <a:srgbClr val="9CDCFE"/>
                </a:solidFill>
                <a:latin typeface="Menlo"/>
                <a:ea typeface="Menlo"/>
                <a:cs typeface="Menlo"/>
              </a:rPr>
              <a:t>stock</a:t>
            </a:r>
            <a:r>
              <a:rPr b="0" dirty="0">
                <a:solidFill>
                  <a:srgbClr val="D4D4D4"/>
                </a:solidFill>
                <a:latin typeface="Menlo"/>
                <a:ea typeface="Menlo"/>
                <a:cs typeface="Menlo"/>
              </a:rPr>
              <a:t>[</a:t>
            </a:r>
            <a:r>
              <a:rPr b="0" dirty="0">
                <a:solidFill>
                  <a:srgbClr val="CE9178"/>
                </a:solidFill>
                <a:latin typeface="Menlo"/>
                <a:ea typeface="Menlo"/>
                <a:cs typeface="Menlo"/>
              </a:rPr>
              <a:t>"Item"</a:t>
            </a:r>
            <a:r>
              <a:rPr b="0" dirty="0">
                <a:solidFill>
                  <a:srgbClr val="D4D4D4"/>
                </a:solidFill>
                <a:latin typeface="Menlo"/>
                <a:ea typeface="Menlo"/>
                <a:cs typeface="Menlo"/>
              </a:rPr>
              <a:t>][</a:t>
            </a:r>
            <a:r>
              <a:rPr b="0" dirty="0">
                <a:solidFill>
                  <a:srgbClr val="CE9178"/>
                </a:solidFill>
                <a:latin typeface="Menlo"/>
                <a:ea typeface="Menlo"/>
                <a:cs typeface="Menlo"/>
              </a:rPr>
              <a:t>"available"</a:t>
            </a:r>
            <a:r>
              <a:rPr b="0" dirty="0">
                <a:solidFill>
                  <a:srgbClr val="D4D4D4"/>
                </a:solidFill>
                <a:latin typeface="Menlo"/>
                <a:ea typeface="Menlo"/>
                <a:cs typeface="Menlo"/>
              </a:rPr>
              <a:t>] == {</a:t>
            </a:r>
            <a:r>
              <a:rPr b="0" dirty="0">
                <a:solidFill>
                  <a:srgbClr val="CE9178"/>
                </a:solidFill>
                <a:latin typeface="Menlo"/>
                <a:ea typeface="Menlo"/>
                <a:cs typeface="Menlo"/>
              </a:rPr>
              <a:t>"N"</a:t>
            </a:r>
            <a:r>
              <a:rPr b="0" dirty="0">
                <a:solidFill>
                  <a:srgbClr val="D4D4D4"/>
                </a:solidFill>
                <a:latin typeface="Menlo"/>
                <a:ea typeface="Menlo"/>
                <a:cs typeface="Menlo"/>
              </a:rPr>
              <a:t>: </a:t>
            </a:r>
            <a:r>
              <a:rPr b="0" dirty="0">
                <a:solidFill>
                  <a:srgbClr val="CE9178"/>
                </a:solidFill>
                <a:latin typeface="Menlo"/>
                <a:ea typeface="Menlo"/>
                <a:cs typeface="Menlo"/>
              </a:rPr>
              <a:t>"8"</a:t>
            </a:r>
            <a:r>
              <a:rPr b="0" dirty="0">
                <a:solidFill>
                  <a:srgbClr val="D4D4D4"/>
                </a:solidFill>
                <a:latin typeface="Menlo"/>
                <a:ea typeface="Menlo"/>
                <a:cs typeface="Menlo"/>
              </a:rPr>
              <a:t>}</a:t>
            </a:r>
          </a:p>
        </p:txBody>
      </p:sp>
      <p:sp>
        <p:nvSpPr>
          <p:cNvPr id="11" name="code-line-7">
            <a:extLst>
              <a:ext uri="{FF2B5EF4-FFF2-40B4-BE49-F238E27FC236}">
                <a16:creationId xmlns:a16="http://schemas.microsoft.com/office/drawing/2014/main" id="{AC4F69F9-C60E-4CE3-BBE4-54583B764E3D}"/>
              </a:ext>
            </a:extLst>
          </p:cNvPr>
          <p:cNvSpPr>
            <a:spLocks noGrp="1"/>
          </p:cNvSpPr>
          <p:nvPr/>
        </p:nvSpPr>
        <p:spPr>
          <a:xfrm>
            <a:off x="790575" y="3992116"/>
            <a:ext cx="3650809"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C586C0"/>
                </a:solidFill>
                <a:latin typeface="Menlo"/>
                <a:ea typeface="Menlo"/>
                <a:cs typeface="Menlo"/>
              </a:rPr>
              <a:t>assert</a:t>
            </a:r>
            <a:r>
              <a:rPr b="0" dirty="0">
                <a:solidFill>
                  <a:srgbClr val="D4D4D4"/>
                </a:solidFill>
                <a:latin typeface="Menlo"/>
                <a:ea typeface="Menlo"/>
                <a:cs typeface="Menlo"/>
              </a:rPr>
              <a:t> </a:t>
            </a:r>
            <a:r>
              <a:rPr b="0" dirty="0" err="1">
                <a:solidFill>
                  <a:srgbClr val="DCDCAA"/>
                </a:solidFill>
                <a:latin typeface="Menlo"/>
                <a:ea typeface="Menlo"/>
                <a:cs typeface="Menlo"/>
              </a:rPr>
              <a:t>len</a:t>
            </a:r>
            <a:r>
              <a:rPr b="0" dirty="0">
                <a:solidFill>
                  <a:srgbClr val="D4D4D4"/>
                </a:solidFill>
                <a:latin typeface="Menlo"/>
                <a:ea typeface="Menlo"/>
                <a:cs typeface="Menlo"/>
              </a:rPr>
              <a:t>(</a:t>
            </a:r>
            <a:r>
              <a:rPr b="0" dirty="0">
                <a:solidFill>
                  <a:srgbClr val="9CDCFE"/>
                </a:solidFill>
                <a:latin typeface="Menlo"/>
                <a:ea typeface="Menlo"/>
                <a:cs typeface="Menlo"/>
              </a:rPr>
              <a:t>ledger</a:t>
            </a:r>
            <a:r>
              <a:rPr b="0" dirty="0">
                <a:solidFill>
                  <a:srgbClr val="D4D4D4"/>
                </a:solidFill>
                <a:latin typeface="Menlo"/>
                <a:ea typeface="Menlo"/>
                <a:cs typeface="Menlo"/>
              </a:rPr>
              <a:t>[</a:t>
            </a:r>
            <a:r>
              <a:rPr b="0" dirty="0">
                <a:solidFill>
                  <a:srgbClr val="CE9178"/>
                </a:solidFill>
                <a:latin typeface="Menlo"/>
                <a:ea typeface="Menlo"/>
                <a:cs typeface="Menlo"/>
              </a:rPr>
              <a:t>"charges"</a:t>
            </a:r>
            <a:r>
              <a:rPr b="0" dirty="0">
                <a:solidFill>
                  <a:srgbClr val="D4D4D4"/>
                </a:solidFill>
                <a:latin typeface="Menlo"/>
                <a:ea typeface="Menlo"/>
                <a:cs typeface="Menlo"/>
              </a:rPr>
              <a:t>]) == </a:t>
            </a:r>
            <a:r>
              <a:rPr b="0" dirty="0">
                <a:solidFill>
                  <a:srgbClr val="B5CEA8"/>
                </a:solidFill>
                <a:latin typeface="Menlo"/>
                <a:ea typeface="Menlo"/>
                <a:cs typeface="Menlo"/>
              </a:rPr>
              <a:t>1</a:t>
            </a:r>
          </a:p>
        </p:txBody>
      </p:sp>
      <p:sp>
        <p:nvSpPr>
          <p:cNvPr id="12" name="cue-11-1-focus">
            <a:extLst>
              <a:ext uri="{FF2B5EF4-FFF2-40B4-BE49-F238E27FC236}">
                <a16:creationId xmlns:a16="http://schemas.microsoft.com/office/drawing/2014/main" id="{D21593AB-88E7-4561-B081-4BF0FF1D2AC0}"/>
              </a:ext>
            </a:extLst>
          </p:cNvPr>
          <p:cNvSpPr>
            <a:spLocks noGrp="1"/>
          </p:cNvSpPr>
          <p:nvPr/>
        </p:nvSpPr>
        <p:spPr>
          <a:xfrm>
            <a:off x="3196366" y="1905000"/>
            <a:ext cx="1670042" cy="282654"/>
          </a:xfrm>
          <a:prstGeom prst="rect">
            <a:avLst/>
          </a:prstGeom>
          <a:noFill/>
          <a:ln w="20955">
            <a:solidFill>
              <a:srgbClr val="FF5874"/>
            </a:solidFill>
          </a:ln>
        </p:spPr>
        <p:txBody>
          <a:bodyPr/>
          <a:lstStyle/>
          <a:p>
            <a:endParaRPr lang="en-US"/>
          </a:p>
        </p:txBody>
      </p:sp>
      <p:cxnSp>
        <p:nvCxnSpPr>
          <p:cNvPr id="13" name="cue-11-1-leader-0">
            <a:extLst>
              <a:ext uri="{FF2B5EF4-FFF2-40B4-BE49-F238E27FC236}">
                <a16:creationId xmlns:a16="http://schemas.microsoft.com/office/drawing/2014/main" id="{B1663F9C-0665-4F1B-BB50-D11456B7EA7B}"/>
              </a:ext>
            </a:extLst>
          </p:cNvPr>
          <p:cNvCxnSpPr>
            <a:cxnSpLocks/>
          </p:cNvCxnSpPr>
          <p:nvPr/>
        </p:nvCxnSpPr>
        <p:spPr>
          <a:xfrm>
            <a:off x="4031386" y="1652587"/>
            <a:ext cx="1" cy="214313"/>
          </a:xfrm>
          <a:prstGeom prst="straightConnector1">
            <a:avLst/>
          </a:prstGeom>
          <a:ln w="20955">
            <a:solidFill>
              <a:srgbClr val="FF5874"/>
            </a:solidFill>
            <a:tailEnd type="triangle" w="sm" len="sm"/>
          </a:ln>
        </p:spPr>
      </p:cxnSp>
      <p:sp>
        <p:nvSpPr>
          <p:cNvPr id="14" name="cue-11-1-label">
            <a:extLst>
              <a:ext uri="{FF2B5EF4-FFF2-40B4-BE49-F238E27FC236}">
                <a16:creationId xmlns:a16="http://schemas.microsoft.com/office/drawing/2014/main" id="{D0CA2C95-406F-45C6-A9A4-8D1686651A2A}"/>
              </a:ext>
            </a:extLst>
          </p:cNvPr>
          <p:cNvSpPr>
            <a:spLocks noGrp="1"/>
          </p:cNvSpPr>
          <p:nvPr/>
        </p:nvSpPr>
        <p:spPr>
          <a:xfrm>
            <a:off x="2816948" y="1349454"/>
            <a:ext cx="2428875" cy="266700"/>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b="0" dirty="0">
                <a:latin typeface="Ubuntu Light"/>
                <a:ea typeface="Ubuntu Light"/>
                <a:cs typeface="Ubuntu Light"/>
              </a:rPr>
              <a:t>Start the order workflow</a:t>
            </a:r>
          </a:p>
        </p:txBody>
      </p:sp>
      <p:sp>
        <p:nvSpPr>
          <p:cNvPr id="15" name="cue-11-2-focus">
            <a:extLst>
              <a:ext uri="{FF2B5EF4-FFF2-40B4-BE49-F238E27FC236}">
                <a16:creationId xmlns:a16="http://schemas.microsoft.com/office/drawing/2014/main" id="{52313FCE-DED2-41D5-91E6-ED90908778A8}"/>
              </a:ext>
            </a:extLst>
          </p:cNvPr>
          <p:cNvSpPr>
            <a:spLocks noGrp="1"/>
          </p:cNvSpPr>
          <p:nvPr/>
        </p:nvSpPr>
        <p:spPr>
          <a:xfrm>
            <a:off x="766004" y="3969305"/>
            <a:ext cx="3688909" cy="282654"/>
          </a:xfrm>
          <a:prstGeom prst="rect">
            <a:avLst/>
          </a:prstGeom>
          <a:noFill/>
          <a:ln w="20955">
            <a:solidFill>
              <a:srgbClr val="FF5874"/>
            </a:solidFill>
          </a:ln>
        </p:spPr>
        <p:txBody>
          <a:bodyPr/>
          <a:lstStyle/>
          <a:p>
            <a:endParaRPr lang="en-US"/>
          </a:p>
        </p:txBody>
      </p:sp>
      <p:cxnSp>
        <p:nvCxnSpPr>
          <p:cNvPr id="16" name="cue-11-2-leader-0">
            <a:extLst>
              <a:ext uri="{FF2B5EF4-FFF2-40B4-BE49-F238E27FC236}">
                <a16:creationId xmlns:a16="http://schemas.microsoft.com/office/drawing/2014/main" id="{4404137E-8621-485C-A5F1-45E16AD0D708}"/>
              </a:ext>
            </a:extLst>
          </p:cNvPr>
          <p:cNvCxnSpPr>
            <a:cxnSpLocks/>
            <a:stCxn id="15" idx="2"/>
            <a:endCxn id="17" idx="0"/>
          </p:cNvCxnSpPr>
          <p:nvPr/>
        </p:nvCxnSpPr>
        <p:spPr>
          <a:xfrm>
            <a:off x="2610459" y="4251959"/>
            <a:ext cx="1849616" cy="464786"/>
          </a:xfrm>
          <a:prstGeom prst="straightConnector1">
            <a:avLst/>
          </a:prstGeom>
          <a:ln w="20955">
            <a:solidFill>
              <a:srgbClr val="FF5874"/>
            </a:solidFill>
            <a:headEnd type="triangle" w="sm" len="sm"/>
          </a:ln>
        </p:spPr>
      </p:cxnSp>
      <p:sp>
        <p:nvSpPr>
          <p:cNvPr id="17" name="cue-11-2-label">
            <a:extLst>
              <a:ext uri="{FF2B5EF4-FFF2-40B4-BE49-F238E27FC236}">
                <a16:creationId xmlns:a16="http://schemas.microsoft.com/office/drawing/2014/main" id="{FA53289D-EBA4-4B0D-AB86-6064193BE3A6}"/>
              </a:ext>
            </a:extLst>
          </p:cNvPr>
          <p:cNvSpPr>
            <a:spLocks noGrp="1"/>
          </p:cNvSpPr>
          <p:nvPr/>
        </p:nvSpPr>
        <p:spPr>
          <a:xfrm>
            <a:off x="2704780" y="4716745"/>
            <a:ext cx="3510589" cy="266700"/>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b="0" dirty="0">
                <a:latin typeface="Menlo"/>
                <a:ea typeface="Menlo"/>
                <a:cs typeface="Menlo"/>
              </a:rPr>
              <a:t>ledger</a:t>
            </a:r>
            <a:r>
              <a:rPr b="0" dirty="0">
                <a:latin typeface="Ubuntu Light"/>
                <a:ea typeface="Ubuntu Light"/>
                <a:cs typeface="Ubuntu Light"/>
              </a:rPr>
              <a:t>: </a:t>
            </a:r>
            <a:r>
              <a:rPr lang="en-US" dirty="0"/>
              <a:t>check </a:t>
            </a:r>
            <a:r>
              <a:rPr b="0" dirty="0" err="1">
                <a:latin typeface="Ubuntu Light"/>
                <a:ea typeface="Ubuntu Light"/>
                <a:cs typeface="Ubuntu Light"/>
              </a:rPr>
              <a:t>localstripe</a:t>
            </a:r>
            <a:r>
              <a:rPr b="0" dirty="0">
                <a:latin typeface="Ubuntu Light"/>
                <a:ea typeface="Ubuntu Light"/>
                <a:cs typeface="Ubuntu Light"/>
              </a:rPr>
              <a:t> payment records</a:t>
            </a:r>
          </a:p>
        </p:txBody>
      </p:sp>
      <p:sp>
        <p:nvSpPr>
          <p:cNvPr id="22" name="merchant">
            <a:extLst>
              <a:ext uri="{FF2B5EF4-FFF2-40B4-BE49-F238E27FC236}">
                <a16:creationId xmlns:a16="http://schemas.microsoft.com/office/drawing/2014/main" id="{B95E067C-F5D9-A248-E8DC-7821BB408D4E}"/>
              </a:ext>
            </a:extLst>
          </p:cNvPr>
          <p:cNvSpPr>
            <a:spLocks noGrp="1"/>
          </p:cNvSpPr>
          <p:nvPr/>
        </p:nvSpPr>
        <p:spPr>
          <a:xfrm>
            <a:off x="7319944" y="1722656"/>
            <a:ext cx="1476375" cy="523875"/>
          </a:xfrm>
          <a:prstGeom prst="roundRect">
            <a:avLst>
              <a:gd name="adj" fmla="val 14545"/>
            </a:avLst>
          </a:prstGeom>
          <a:solidFill>
            <a:srgbClr val="FFFFFF"/>
          </a:solidFill>
          <a:ln w="9525">
            <a:solidFill>
              <a:srgbClr val="475569"/>
            </a:solidFill>
          </a:ln>
        </p:spPr>
        <p:txBody>
          <a:bodyPr wrap="none" lIns="28575" tIns="28575" rIns="28575" bIns="28575" anchor="ctr">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Await merchant</a:t>
            </a:r>
          </a:p>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approval</a:t>
            </a:r>
          </a:p>
        </p:txBody>
      </p:sp>
      <p:sp>
        <p:nvSpPr>
          <p:cNvPr id="23" name="reserve">
            <a:extLst>
              <a:ext uri="{FF2B5EF4-FFF2-40B4-BE49-F238E27FC236}">
                <a16:creationId xmlns:a16="http://schemas.microsoft.com/office/drawing/2014/main" id="{ADE59B21-AFF6-5787-B1A7-7B19E453595F}"/>
              </a:ext>
            </a:extLst>
          </p:cNvPr>
          <p:cNvSpPr>
            <a:spLocks noGrp="1"/>
          </p:cNvSpPr>
          <p:nvPr/>
        </p:nvSpPr>
        <p:spPr>
          <a:xfrm>
            <a:off x="7319945" y="2683457"/>
            <a:ext cx="1476375" cy="523875"/>
          </a:xfrm>
          <a:prstGeom prst="roundRect">
            <a:avLst>
              <a:gd name="adj" fmla="val 14545"/>
            </a:avLst>
          </a:prstGeom>
          <a:solidFill>
            <a:srgbClr val="FFFFFF"/>
          </a:solidFill>
          <a:ln w="9525">
            <a:solidFill>
              <a:srgbClr val="475569"/>
            </a:solidFill>
          </a:ln>
        </p:spPr>
        <p:txBody>
          <a:bodyPr wrap="none" lIns="28575" tIns="28575" rIns="28575" bIns="28575" anchor="ctr">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Reserve</a:t>
            </a:r>
          </a:p>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2 units</a:t>
            </a:r>
          </a:p>
        </p:txBody>
      </p:sp>
      <p:sp>
        <p:nvSpPr>
          <p:cNvPr id="24" name="charge">
            <a:extLst>
              <a:ext uri="{FF2B5EF4-FFF2-40B4-BE49-F238E27FC236}">
                <a16:creationId xmlns:a16="http://schemas.microsoft.com/office/drawing/2014/main" id="{86966BA6-A185-FB90-1527-C22BD4781FDE}"/>
              </a:ext>
            </a:extLst>
          </p:cNvPr>
          <p:cNvSpPr>
            <a:spLocks noGrp="1"/>
          </p:cNvSpPr>
          <p:nvPr/>
        </p:nvSpPr>
        <p:spPr>
          <a:xfrm>
            <a:off x="7319945" y="3682067"/>
            <a:ext cx="1476375" cy="523875"/>
          </a:xfrm>
          <a:prstGeom prst="roundRect">
            <a:avLst>
              <a:gd name="adj" fmla="val 14545"/>
            </a:avLst>
          </a:prstGeom>
          <a:solidFill>
            <a:srgbClr val="FFFFFF"/>
          </a:solidFill>
          <a:ln w="9525">
            <a:solidFill>
              <a:srgbClr val="475569"/>
            </a:solidFill>
          </a:ln>
        </p:spPr>
        <p:txBody>
          <a:bodyPr wrap="none" lIns="28575" tIns="28575" rIns="28575" bIns="28575" anchor="ctr">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Charge</a:t>
            </a:r>
          </a:p>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payment</a:t>
            </a:r>
          </a:p>
        </p:txBody>
      </p:sp>
      <p:sp>
        <p:nvSpPr>
          <p:cNvPr id="26" name="approved-label">
            <a:extLst>
              <a:ext uri="{FF2B5EF4-FFF2-40B4-BE49-F238E27FC236}">
                <a16:creationId xmlns:a16="http://schemas.microsoft.com/office/drawing/2014/main" id="{B6B171C6-32EE-EE43-0460-3197EFB6C4AA}"/>
              </a:ext>
            </a:extLst>
          </p:cNvPr>
          <p:cNvSpPr>
            <a:spLocks noGrp="1"/>
          </p:cNvSpPr>
          <p:nvPr/>
        </p:nvSpPr>
        <p:spPr>
          <a:xfrm>
            <a:off x="7143731" y="2338830"/>
            <a:ext cx="914400" cy="228600"/>
          </a:xfrm>
          <a:prstGeom prst="rect">
            <a:avLst/>
          </a:prstGeom>
          <a:noFill/>
          <a:ln w="0">
            <a:noFill/>
          </a:ln>
        </p:spPr>
        <p:txBody>
          <a:bodyPr wrap="none" lIns="0" tIns="0" rIns="0" bIns="0" anchor="t">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rPr b="0" dirty="0">
                <a:latin typeface="Ubuntu Light"/>
                <a:ea typeface="Ubuntu Light"/>
                <a:cs typeface="Ubuntu Light"/>
              </a:rPr>
              <a:t>Approved</a:t>
            </a:r>
          </a:p>
        </p:txBody>
      </p:sp>
      <p:cxnSp>
        <p:nvCxnSpPr>
          <p:cNvPr id="27" name="approved-flow-0">
            <a:extLst>
              <a:ext uri="{FF2B5EF4-FFF2-40B4-BE49-F238E27FC236}">
                <a16:creationId xmlns:a16="http://schemas.microsoft.com/office/drawing/2014/main" id="{0CC4C8F5-BCB5-2D28-3C68-D08D389EB153}"/>
              </a:ext>
            </a:extLst>
          </p:cNvPr>
          <p:cNvCxnSpPr>
            <a:cxnSpLocks/>
            <a:stCxn id="22" idx="2"/>
            <a:endCxn id="23" idx="0"/>
          </p:cNvCxnSpPr>
          <p:nvPr/>
        </p:nvCxnSpPr>
        <p:spPr>
          <a:xfrm>
            <a:off x="8058132" y="2246531"/>
            <a:ext cx="1" cy="436926"/>
          </a:xfrm>
          <a:prstGeom prst="straightConnector1">
            <a:avLst/>
          </a:prstGeom>
          <a:ln w="19050">
            <a:solidFill>
              <a:srgbClr val="202D3E"/>
            </a:solidFill>
            <a:tailEnd type="triangle" w="sm" len="sm"/>
          </a:ln>
        </p:spPr>
      </p:cxnSp>
      <p:cxnSp>
        <p:nvCxnSpPr>
          <p:cNvPr id="30" name="approved-flow-0">
            <a:extLst>
              <a:ext uri="{FF2B5EF4-FFF2-40B4-BE49-F238E27FC236}">
                <a16:creationId xmlns:a16="http://schemas.microsoft.com/office/drawing/2014/main" id="{FFBE3A43-7974-28F0-47D8-3CF89D3248A6}"/>
              </a:ext>
            </a:extLst>
          </p:cNvPr>
          <p:cNvCxnSpPr>
            <a:cxnSpLocks/>
            <a:stCxn id="23" idx="2"/>
            <a:endCxn id="24" idx="0"/>
          </p:cNvCxnSpPr>
          <p:nvPr/>
        </p:nvCxnSpPr>
        <p:spPr>
          <a:xfrm>
            <a:off x="8058133" y="3207332"/>
            <a:ext cx="0" cy="474735"/>
          </a:xfrm>
          <a:prstGeom prst="straightConnector1">
            <a:avLst/>
          </a:prstGeom>
          <a:ln w="19050">
            <a:solidFill>
              <a:srgbClr val="202D3E"/>
            </a:solidFill>
            <a:tailEnd type="triangle" w="sm" len="sm"/>
          </a:ln>
        </p:spPr>
      </p:cxnSp>
      <p:sp>
        <p:nvSpPr>
          <p:cNvPr id="38" name="stock-reserved">
            <a:extLst>
              <a:ext uri="{FF2B5EF4-FFF2-40B4-BE49-F238E27FC236}">
                <a16:creationId xmlns:a16="http://schemas.microsoft.com/office/drawing/2014/main" id="{6AD96E0F-89CD-8526-464D-7CD3834BAAE8}"/>
              </a:ext>
            </a:extLst>
          </p:cNvPr>
          <p:cNvSpPr>
            <a:spLocks noGrp="1"/>
          </p:cNvSpPr>
          <p:nvPr/>
        </p:nvSpPr>
        <p:spPr>
          <a:xfrm>
            <a:off x="6847175" y="3299631"/>
            <a:ext cx="1210956" cy="257175"/>
          </a:xfrm>
          <a:prstGeom prst="rect">
            <a:avLst/>
          </a:prstGeom>
          <a:noFill/>
          <a:ln w="0">
            <a:noFill/>
          </a:ln>
        </p:spPr>
        <p:txBody>
          <a:bodyPr wrap="none" lIns="0" tIns="0" rIns="0" bIns="0" anchor="t">
            <a:noAutofit/>
          </a:bodyPr>
          <a:lstStyle>
            <a:defPPr algn="l">
              <a:defRPr sz="1425" b="0">
                <a:solidFill>
                  <a:srgbClr val="202D3E"/>
                </a:solidFill>
                <a:latin typeface="Ubuntu Light"/>
                <a:ea typeface="Ubuntu Light"/>
                <a:cs typeface="Ubuntu Light"/>
              </a:defRPr>
            </a:defPPr>
            <a:lvl1pPr algn="l">
              <a:defRPr sz="1425" b="0">
                <a:solidFill>
                  <a:srgbClr val="202D3E"/>
                </a:solidFill>
                <a:latin typeface="Ubuntu Light"/>
                <a:ea typeface="Ubuntu Light"/>
                <a:cs typeface="Ubuntu Light"/>
              </a:defRPr>
            </a:lvl1pPr>
            <a:lvl2pPr algn="l">
              <a:defRPr sz="1425" b="0">
                <a:solidFill>
                  <a:srgbClr val="202D3E"/>
                </a:solidFill>
                <a:latin typeface="Ubuntu Light"/>
                <a:ea typeface="Ubuntu Light"/>
                <a:cs typeface="Ubuntu Light"/>
              </a:defRPr>
            </a:lvl2pPr>
            <a:lvl3pPr algn="l">
              <a:defRPr sz="1425" b="0">
                <a:solidFill>
                  <a:srgbClr val="202D3E"/>
                </a:solidFill>
                <a:latin typeface="Ubuntu Light"/>
                <a:ea typeface="Ubuntu Light"/>
                <a:cs typeface="Ubuntu Light"/>
              </a:defRPr>
            </a:lvl3pPr>
            <a:lvl4pPr algn="l">
              <a:defRPr sz="1425" b="0">
                <a:solidFill>
                  <a:srgbClr val="202D3E"/>
                </a:solidFill>
                <a:latin typeface="Ubuntu Light"/>
                <a:ea typeface="Ubuntu Light"/>
                <a:cs typeface="Ubuntu Light"/>
              </a:defRPr>
            </a:lvl4pPr>
            <a:lvl5pPr algn="l">
              <a:defRPr sz="1425" b="0">
                <a:solidFill>
                  <a:srgbClr val="202D3E"/>
                </a:solidFill>
                <a:latin typeface="Ubuntu Light"/>
                <a:ea typeface="Ubuntu Light"/>
                <a:cs typeface="Ubuntu Light"/>
              </a:defRPr>
            </a:lvl5pPr>
            <a:lvl6pPr algn="l">
              <a:defRPr sz="1425" b="0">
                <a:solidFill>
                  <a:srgbClr val="202D3E"/>
                </a:solidFill>
                <a:latin typeface="Ubuntu Light"/>
                <a:ea typeface="Ubuntu Light"/>
                <a:cs typeface="Ubuntu Light"/>
              </a:defRPr>
            </a:lvl6pPr>
            <a:lvl7pPr algn="l">
              <a:defRPr sz="1425" b="0">
                <a:solidFill>
                  <a:srgbClr val="202D3E"/>
                </a:solidFill>
                <a:latin typeface="Ubuntu Light"/>
                <a:ea typeface="Ubuntu Light"/>
                <a:cs typeface="Ubuntu Light"/>
              </a:defRPr>
            </a:lvl7pPr>
            <a:lvl8pPr algn="l">
              <a:defRPr sz="1425" b="0">
                <a:solidFill>
                  <a:srgbClr val="202D3E"/>
                </a:solidFill>
                <a:latin typeface="Ubuntu Light"/>
                <a:ea typeface="Ubuntu Light"/>
                <a:cs typeface="Ubuntu Light"/>
              </a:defRPr>
            </a:lvl8pPr>
            <a:lvl9pPr algn="l">
              <a:defRPr sz="1425" b="0">
                <a:solidFill>
                  <a:srgbClr val="202D3E"/>
                </a:solidFill>
                <a:latin typeface="Ubuntu Light"/>
                <a:ea typeface="Ubuntu Light"/>
                <a:cs typeface="Ubuntu Light"/>
              </a:defRPr>
            </a:lvl9pPr>
          </a:lstStyle>
          <a:p>
            <a:pPr algn="l">
              <a:defRPr sz="1425" b="0">
                <a:solidFill>
                  <a:srgbClr val="202D3E"/>
                </a:solidFill>
                <a:latin typeface="Ubuntu Light"/>
                <a:ea typeface="Ubuntu Light"/>
                <a:cs typeface="Ubuntu Light"/>
              </a:defRPr>
            </a:pPr>
            <a:r>
              <a:rPr b="0" dirty="0">
                <a:latin typeface="Ubuntu Light"/>
                <a:ea typeface="Ubuntu Light"/>
                <a:cs typeface="Ubuntu Light"/>
              </a:rPr>
              <a:t>Stock: </a:t>
            </a:r>
            <a:r>
              <a:rPr b="0" dirty="0">
                <a:latin typeface="Menlo"/>
                <a:ea typeface="Menlo"/>
                <a:cs typeface="Menlo"/>
              </a:rPr>
              <a:t>10</a:t>
            </a:r>
            <a:r>
              <a:rPr b="0" dirty="0">
                <a:latin typeface="Ubuntu Light"/>
                <a:ea typeface="Ubuntu Light"/>
                <a:cs typeface="Ubuntu Light"/>
              </a:rPr>
              <a:t> → </a:t>
            </a:r>
            <a:r>
              <a:rPr b="0" dirty="0">
                <a:latin typeface="Menlo"/>
                <a:ea typeface="Menlo"/>
                <a:cs typeface="Menlo"/>
              </a:rPr>
              <a:t>8</a:t>
            </a:r>
          </a:p>
        </p:txBody>
      </p:sp>
      <p:sp>
        <p:nvSpPr>
          <p:cNvPr id="39" name="create-label">
            <a:extLst>
              <a:ext uri="{FF2B5EF4-FFF2-40B4-BE49-F238E27FC236}">
                <a16:creationId xmlns:a16="http://schemas.microsoft.com/office/drawing/2014/main" id="{8388587A-F04F-B4D7-CE4E-E0DFE223D168}"/>
              </a:ext>
            </a:extLst>
          </p:cNvPr>
          <p:cNvSpPr>
            <a:spLocks noGrp="1"/>
          </p:cNvSpPr>
          <p:nvPr/>
        </p:nvSpPr>
        <p:spPr>
          <a:xfrm>
            <a:off x="7495284" y="1349454"/>
            <a:ext cx="1125694" cy="257175"/>
          </a:xfrm>
          <a:prstGeom prst="rect">
            <a:avLst/>
          </a:prstGeom>
          <a:noFill/>
          <a:ln w="0">
            <a:noFill/>
          </a:ln>
        </p:spPr>
        <p:txBody>
          <a:bodyPr wrap="none" lIns="0" tIns="0" rIns="0" bIns="0" anchor="t">
            <a:noAutofit/>
          </a:bodyPr>
          <a:lstStyle>
            <a:defPPr algn="l">
              <a:defRPr sz="1500" b="0">
                <a:solidFill>
                  <a:srgbClr val="202D3E"/>
                </a:solidFill>
                <a:latin typeface="Ubuntu Light"/>
                <a:ea typeface="Ubuntu Light"/>
                <a:cs typeface="Ubuntu Light"/>
              </a:defRPr>
            </a:defPPr>
            <a:lvl1pPr algn="l">
              <a:defRPr sz="1500" b="0">
                <a:solidFill>
                  <a:srgbClr val="202D3E"/>
                </a:solidFill>
                <a:latin typeface="Ubuntu Light"/>
                <a:ea typeface="Ubuntu Light"/>
                <a:cs typeface="Ubuntu Light"/>
              </a:defRPr>
            </a:lvl1pPr>
            <a:lvl2pPr algn="l">
              <a:defRPr sz="1500" b="0">
                <a:solidFill>
                  <a:srgbClr val="202D3E"/>
                </a:solidFill>
                <a:latin typeface="Ubuntu Light"/>
                <a:ea typeface="Ubuntu Light"/>
                <a:cs typeface="Ubuntu Light"/>
              </a:defRPr>
            </a:lvl2pPr>
            <a:lvl3pPr algn="l">
              <a:defRPr sz="1500" b="0">
                <a:solidFill>
                  <a:srgbClr val="202D3E"/>
                </a:solidFill>
                <a:latin typeface="Ubuntu Light"/>
                <a:ea typeface="Ubuntu Light"/>
                <a:cs typeface="Ubuntu Light"/>
              </a:defRPr>
            </a:lvl3pPr>
            <a:lvl4pPr algn="l">
              <a:defRPr sz="1500" b="0">
                <a:solidFill>
                  <a:srgbClr val="202D3E"/>
                </a:solidFill>
                <a:latin typeface="Ubuntu Light"/>
                <a:ea typeface="Ubuntu Light"/>
                <a:cs typeface="Ubuntu Light"/>
              </a:defRPr>
            </a:lvl4pPr>
            <a:lvl5pPr algn="l">
              <a:defRPr sz="1500" b="0">
                <a:solidFill>
                  <a:srgbClr val="202D3E"/>
                </a:solidFill>
                <a:latin typeface="Ubuntu Light"/>
                <a:ea typeface="Ubuntu Light"/>
                <a:cs typeface="Ubuntu Light"/>
              </a:defRPr>
            </a:lvl5pPr>
            <a:lvl6pPr algn="l">
              <a:defRPr sz="1500" b="0">
                <a:solidFill>
                  <a:srgbClr val="202D3E"/>
                </a:solidFill>
                <a:latin typeface="Ubuntu Light"/>
                <a:ea typeface="Ubuntu Light"/>
                <a:cs typeface="Ubuntu Light"/>
              </a:defRPr>
            </a:lvl6pPr>
            <a:lvl7pPr algn="l">
              <a:defRPr sz="1500" b="0">
                <a:solidFill>
                  <a:srgbClr val="202D3E"/>
                </a:solidFill>
                <a:latin typeface="Ubuntu Light"/>
                <a:ea typeface="Ubuntu Light"/>
                <a:cs typeface="Ubuntu Light"/>
              </a:defRPr>
            </a:lvl7pPr>
            <a:lvl8pPr algn="l">
              <a:defRPr sz="1500" b="0">
                <a:solidFill>
                  <a:srgbClr val="202D3E"/>
                </a:solidFill>
                <a:latin typeface="Ubuntu Light"/>
                <a:ea typeface="Ubuntu Light"/>
                <a:cs typeface="Ubuntu Light"/>
              </a:defRPr>
            </a:lvl8pPr>
            <a:lvl9pPr algn="l">
              <a:defRPr sz="1500" b="0">
                <a:solidFill>
                  <a:srgbClr val="202D3E"/>
                </a:solidFill>
                <a:latin typeface="Ubuntu Light"/>
                <a:ea typeface="Ubuntu Light"/>
                <a:cs typeface="Ubuntu Light"/>
              </a:defRPr>
            </a:lvl9pPr>
          </a:lstStyle>
          <a:p>
            <a:pPr algn="l">
              <a:defRPr sz="1500" b="0">
                <a:solidFill>
                  <a:srgbClr val="202D3E"/>
                </a:solidFill>
                <a:latin typeface="Ubuntu Light"/>
                <a:ea typeface="Ubuntu Light"/>
                <a:cs typeface="Ubuntu Light"/>
              </a:defRPr>
            </a:pPr>
            <a:r>
              <a:rPr b="1" dirty="0">
                <a:solidFill>
                  <a:srgbClr val="00B050"/>
                </a:solidFill>
                <a:latin typeface="Ubuntu Light"/>
                <a:ea typeface="Ubuntu Light"/>
                <a:cs typeface="Ubuntu Light"/>
              </a:rPr>
              <a:t>Create order</a:t>
            </a:r>
          </a:p>
        </p:txBody>
      </p:sp>
      <p:sp>
        <p:nvSpPr>
          <p:cNvPr id="40" name="cue-11-1-focus">
            <a:extLst>
              <a:ext uri="{FF2B5EF4-FFF2-40B4-BE49-F238E27FC236}">
                <a16:creationId xmlns:a16="http://schemas.microsoft.com/office/drawing/2014/main" id="{BC5B6CB3-8BCD-2927-E02E-91B455AC85D8}"/>
              </a:ext>
            </a:extLst>
          </p:cNvPr>
          <p:cNvSpPr>
            <a:spLocks noGrp="1"/>
          </p:cNvSpPr>
          <p:nvPr/>
        </p:nvSpPr>
        <p:spPr>
          <a:xfrm>
            <a:off x="7452653" y="1330285"/>
            <a:ext cx="1168325" cy="266700"/>
          </a:xfrm>
          <a:prstGeom prst="rect">
            <a:avLst/>
          </a:prstGeom>
          <a:noFill/>
          <a:ln w="20955">
            <a:solidFill>
              <a:srgbClr val="FF5874"/>
            </a:solidFill>
          </a:ln>
        </p:spPr>
        <p:txBody>
          <a:bodyPr/>
          <a:lstStyle/>
          <a:p>
            <a:endParaRPr lang="en-US"/>
          </a:p>
        </p:txBody>
      </p:sp>
      <p:cxnSp>
        <p:nvCxnSpPr>
          <p:cNvPr id="41" name="cue-11-1-leader-0">
            <a:extLst>
              <a:ext uri="{FF2B5EF4-FFF2-40B4-BE49-F238E27FC236}">
                <a16:creationId xmlns:a16="http://schemas.microsoft.com/office/drawing/2014/main" id="{6C259906-B073-E961-A3C6-5C010585F6E5}"/>
              </a:ext>
            </a:extLst>
          </p:cNvPr>
          <p:cNvCxnSpPr>
            <a:cxnSpLocks/>
            <a:stCxn id="14" idx="3"/>
            <a:endCxn id="40" idx="1"/>
          </p:cNvCxnSpPr>
          <p:nvPr/>
        </p:nvCxnSpPr>
        <p:spPr>
          <a:xfrm flipV="1">
            <a:off x="5245823" y="1463635"/>
            <a:ext cx="2206830" cy="19169"/>
          </a:xfrm>
          <a:prstGeom prst="straightConnector1">
            <a:avLst/>
          </a:prstGeom>
          <a:ln w="20955">
            <a:solidFill>
              <a:srgbClr val="FF5874"/>
            </a:solidFill>
            <a:tailEnd type="triangle" w="sm" len="sm"/>
          </a:ln>
        </p:spPr>
      </p:cxnSp>
      <p:sp>
        <p:nvSpPr>
          <p:cNvPr id="44" name="cue-11-1-label">
            <a:extLst>
              <a:ext uri="{FF2B5EF4-FFF2-40B4-BE49-F238E27FC236}">
                <a16:creationId xmlns:a16="http://schemas.microsoft.com/office/drawing/2014/main" id="{DA5A97BC-9BBD-FB3E-FF16-53A75D73E34F}"/>
              </a:ext>
            </a:extLst>
          </p:cNvPr>
          <p:cNvSpPr>
            <a:spLocks noGrp="1"/>
          </p:cNvSpPr>
          <p:nvPr/>
        </p:nvSpPr>
        <p:spPr>
          <a:xfrm>
            <a:off x="5609186" y="2627856"/>
            <a:ext cx="1478276" cy="523874"/>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lang="en-US" b="0" dirty="0">
                <a:latin typeface="Ubuntu Light"/>
                <a:ea typeface="Ubuntu Light"/>
                <a:cs typeface="Ubuntu Light"/>
              </a:rPr>
              <a:t>Check new stock</a:t>
            </a:r>
          </a:p>
          <a:p>
            <a:pPr algn="ctr">
              <a:defRPr sz="1350" b="0">
                <a:solidFill>
                  <a:srgbClr val="FFFFFF"/>
                </a:solidFill>
                <a:latin typeface="Ubuntu Light"/>
                <a:ea typeface="Ubuntu Light"/>
                <a:cs typeface="Ubuntu Light"/>
              </a:defRPr>
            </a:pPr>
            <a:r>
              <a:rPr lang="en-US" b="0" dirty="0">
                <a:latin typeface="Ubuntu Light"/>
                <a:ea typeface="Ubuntu Light"/>
                <a:cs typeface="Ubuntu Light"/>
              </a:rPr>
              <a:t>availability</a:t>
            </a:r>
            <a:endParaRPr b="0" dirty="0">
              <a:latin typeface="Ubuntu Light"/>
              <a:ea typeface="Ubuntu Light"/>
              <a:cs typeface="Ubuntu Light"/>
            </a:endParaRPr>
          </a:p>
        </p:txBody>
      </p:sp>
      <p:sp>
        <p:nvSpPr>
          <p:cNvPr id="45" name="cue-11-1-focus">
            <a:extLst>
              <a:ext uri="{FF2B5EF4-FFF2-40B4-BE49-F238E27FC236}">
                <a16:creationId xmlns:a16="http://schemas.microsoft.com/office/drawing/2014/main" id="{B5B22F8B-10F0-C11B-F6B9-9DA8F9015196}"/>
              </a:ext>
            </a:extLst>
          </p:cNvPr>
          <p:cNvSpPr>
            <a:spLocks noGrp="1"/>
          </p:cNvSpPr>
          <p:nvPr/>
        </p:nvSpPr>
        <p:spPr>
          <a:xfrm>
            <a:off x="4701862" y="3663386"/>
            <a:ext cx="1115689" cy="301704"/>
          </a:xfrm>
          <a:prstGeom prst="rect">
            <a:avLst/>
          </a:prstGeom>
          <a:noFill/>
          <a:ln w="20955">
            <a:solidFill>
              <a:srgbClr val="FF5874"/>
            </a:solidFill>
          </a:ln>
        </p:spPr>
        <p:txBody>
          <a:bodyPr/>
          <a:lstStyle/>
          <a:p>
            <a:endParaRPr lang="en-US"/>
          </a:p>
        </p:txBody>
      </p:sp>
      <p:sp>
        <p:nvSpPr>
          <p:cNvPr id="46" name="cue-11-1-focus">
            <a:extLst>
              <a:ext uri="{FF2B5EF4-FFF2-40B4-BE49-F238E27FC236}">
                <a16:creationId xmlns:a16="http://schemas.microsoft.com/office/drawing/2014/main" id="{85A8E82B-72BF-C573-0CEF-AC013326399C}"/>
              </a:ext>
            </a:extLst>
          </p:cNvPr>
          <p:cNvSpPr>
            <a:spLocks noGrp="1"/>
          </p:cNvSpPr>
          <p:nvPr/>
        </p:nvSpPr>
        <p:spPr>
          <a:xfrm>
            <a:off x="7795581" y="3260696"/>
            <a:ext cx="203498" cy="257175"/>
          </a:xfrm>
          <a:prstGeom prst="rect">
            <a:avLst/>
          </a:prstGeom>
          <a:noFill/>
          <a:ln w="20955">
            <a:solidFill>
              <a:srgbClr val="FF5874"/>
            </a:solidFill>
          </a:ln>
        </p:spPr>
        <p:txBody>
          <a:bodyPr/>
          <a:lstStyle/>
          <a:p>
            <a:endParaRPr lang="en-US"/>
          </a:p>
        </p:txBody>
      </p:sp>
      <p:cxnSp>
        <p:nvCxnSpPr>
          <p:cNvPr id="47" name="cue-11-1-leader-0">
            <a:extLst>
              <a:ext uri="{FF2B5EF4-FFF2-40B4-BE49-F238E27FC236}">
                <a16:creationId xmlns:a16="http://schemas.microsoft.com/office/drawing/2014/main" id="{7C5AA5A6-8C56-3513-AA19-A13DA936A663}"/>
              </a:ext>
            </a:extLst>
          </p:cNvPr>
          <p:cNvCxnSpPr>
            <a:cxnSpLocks/>
            <a:stCxn id="44" idx="2"/>
            <a:endCxn id="45" idx="0"/>
          </p:cNvCxnSpPr>
          <p:nvPr/>
        </p:nvCxnSpPr>
        <p:spPr>
          <a:xfrm flipH="1">
            <a:off x="5259707" y="3151730"/>
            <a:ext cx="1088617" cy="511656"/>
          </a:xfrm>
          <a:prstGeom prst="straightConnector1">
            <a:avLst/>
          </a:prstGeom>
          <a:ln w="20955">
            <a:solidFill>
              <a:srgbClr val="FF5874"/>
            </a:solidFill>
            <a:tailEnd type="triangle" w="sm" len="sm"/>
          </a:ln>
        </p:spPr>
      </p:cxnSp>
      <p:cxnSp>
        <p:nvCxnSpPr>
          <p:cNvPr id="50" name="cue-11-1-leader-0">
            <a:extLst>
              <a:ext uri="{FF2B5EF4-FFF2-40B4-BE49-F238E27FC236}">
                <a16:creationId xmlns:a16="http://schemas.microsoft.com/office/drawing/2014/main" id="{5EFF95A4-291E-A97A-5AFB-29C77486C50A}"/>
              </a:ext>
            </a:extLst>
          </p:cNvPr>
          <p:cNvCxnSpPr>
            <a:cxnSpLocks/>
            <a:stCxn id="44" idx="2"/>
            <a:endCxn id="46" idx="1"/>
          </p:cNvCxnSpPr>
          <p:nvPr/>
        </p:nvCxnSpPr>
        <p:spPr>
          <a:xfrm>
            <a:off x="6348324" y="3151730"/>
            <a:ext cx="1447257" cy="237554"/>
          </a:xfrm>
          <a:prstGeom prst="straightConnector1">
            <a:avLst/>
          </a:prstGeom>
          <a:ln w="20955">
            <a:solidFill>
              <a:srgbClr val="FF5874"/>
            </a:solidFill>
            <a:tailEnd type="triangle" w="sm" len="sm"/>
          </a:ln>
        </p:spPr>
      </p:cxnSp>
      <p:cxnSp>
        <p:nvCxnSpPr>
          <p:cNvPr id="59" name="cue-11-2-leader-0">
            <a:extLst>
              <a:ext uri="{FF2B5EF4-FFF2-40B4-BE49-F238E27FC236}">
                <a16:creationId xmlns:a16="http://schemas.microsoft.com/office/drawing/2014/main" id="{0B98F779-E37B-7B8B-89F0-6FC283C8E19D}"/>
              </a:ext>
            </a:extLst>
          </p:cNvPr>
          <p:cNvCxnSpPr>
            <a:cxnSpLocks/>
            <a:stCxn id="64" idx="1"/>
            <a:endCxn id="17" idx="0"/>
          </p:cNvCxnSpPr>
          <p:nvPr/>
        </p:nvCxnSpPr>
        <p:spPr>
          <a:xfrm flipH="1">
            <a:off x="4460075" y="3942397"/>
            <a:ext cx="2794048" cy="774348"/>
          </a:xfrm>
          <a:prstGeom prst="straightConnector1">
            <a:avLst/>
          </a:prstGeom>
          <a:ln w="20955">
            <a:solidFill>
              <a:srgbClr val="FF5874"/>
            </a:solidFill>
            <a:headEnd type="triangle" w="sm" len="sm"/>
          </a:ln>
        </p:spPr>
      </p:cxnSp>
      <p:sp>
        <p:nvSpPr>
          <p:cNvPr id="64" name="cue-11-1-focus">
            <a:extLst>
              <a:ext uri="{FF2B5EF4-FFF2-40B4-BE49-F238E27FC236}">
                <a16:creationId xmlns:a16="http://schemas.microsoft.com/office/drawing/2014/main" id="{AD72FF18-B93C-F302-3EFA-1C47CFA04548}"/>
              </a:ext>
            </a:extLst>
          </p:cNvPr>
          <p:cNvSpPr>
            <a:spLocks noGrp="1"/>
          </p:cNvSpPr>
          <p:nvPr/>
        </p:nvSpPr>
        <p:spPr>
          <a:xfrm>
            <a:off x="7254123" y="3632834"/>
            <a:ext cx="1597879" cy="619125"/>
          </a:xfrm>
          <a:prstGeom prst="rect">
            <a:avLst/>
          </a:prstGeom>
          <a:noFill/>
          <a:ln w="20955">
            <a:solidFill>
              <a:srgbClr val="FF5874"/>
            </a:solidFill>
          </a:ln>
        </p:spPr>
        <p:txBody>
          <a:bodyPr/>
          <a:lstStyle/>
          <a:p>
            <a:endParaRPr lang="en-US"/>
          </a:p>
        </p:txBody>
      </p:sp>
    </p:spTree>
    <p:extLst>
      <p:ext uri="{BB962C8B-B14F-4D97-AF65-F5344CB8AC3E}">
        <p14:creationId xmlns:p14="http://schemas.microsoft.com/office/powerpoint/2010/main" val="127060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40" grpId="0" animBg="1"/>
      <p:bldP spid="41" grpId="0" animBg="1"/>
      <p:bldP spid="44" grpId="0" animBg="1"/>
      <p:bldP spid="45" grpId="0" animBg="1"/>
      <p:bldP spid="46" grpId="0" animBg="1"/>
      <p:bldP spid="47" grpId="0" animBg="1"/>
      <p:bldP spid="50" grpId="0" animBg="1"/>
      <p:bldP spid="59" grpId="0" animBg="1"/>
      <p:bldP spid="6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ction-number">
            <a:extLst>
              <a:ext uri="{FF2B5EF4-FFF2-40B4-BE49-F238E27FC236}">
                <a16:creationId xmlns:a16="http://schemas.microsoft.com/office/drawing/2014/main" id="{B0FB7147-E806-428C-8D16-300E240C26B1}"/>
              </a:ext>
            </a:extLst>
          </p:cNvPr>
          <p:cNvSpPr>
            <a:spLocks noGrp="1"/>
          </p:cNvSpPr>
          <p:nvPr/>
        </p:nvSpPr>
        <p:spPr>
          <a:xfrm>
            <a:off x="619125" y="1190625"/>
            <a:ext cx="7905750" cy="266700"/>
          </a:xfrm>
          <a:prstGeom prst="rect">
            <a:avLst/>
          </a:prstGeom>
          <a:noFill/>
          <a:ln w="0">
            <a:noFill/>
          </a:ln>
        </p:spPr>
        <p:txBody>
          <a:bodyPr wrap="none" lIns="0" tIns="0" rIns="0" bIns="0" anchor="t">
            <a:noAutofit/>
          </a:bodyPr>
          <a:lstStyle>
            <a:defPPr algn="l">
              <a:defRPr sz="1350" b="0">
                <a:solidFill>
                  <a:srgbClr val="B91561"/>
                </a:solidFill>
                <a:latin typeface="Ubuntu Light"/>
                <a:ea typeface="Ubuntu Light"/>
                <a:cs typeface="Ubuntu Light"/>
              </a:defRPr>
            </a:defPPr>
            <a:lvl1pPr algn="l">
              <a:defRPr sz="1350" b="0">
                <a:solidFill>
                  <a:srgbClr val="B91561"/>
                </a:solidFill>
                <a:latin typeface="Ubuntu Light"/>
                <a:ea typeface="Ubuntu Light"/>
                <a:cs typeface="Ubuntu Light"/>
              </a:defRPr>
            </a:lvl1pPr>
            <a:lvl2pPr algn="l">
              <a:defRPr sz="1350" b="0">
                <a:solidFill>
                  <a:srgbClr val="B91561"/>
                </a:solidFill>
                <a:latin typeface="Ubuntu Light"/>
                <a:ea typeface="Ubuntu Light"/>
                <a:cs typeface="Ubuntu Light"/>
              </a:defRPr>
            </a:lvl2pPr>
            <a:lvl3pPr algn="l">
              <a:defRPr sz="1350" b="0">
                <a:solidFill>
                  <a:srgbClr val="B91561"/>
                </a:solidFill>
                <a:latin typeface="Ubuntu Light"/>
                <a:ea typeface="Ubuntu Light"/>
                <a:cs typeface="Ubuntu Light"/>
              </a:defRPr>
            </a:lvl3pPr>
            <a:lvl4pPr algn="l">
              <a:defRPr sz="1350" b="0">
                <a:solidFill>
                  <a:srgbClr val="B91561"/>
                </a:solidFill>
                <a:latin typeface="Ubuntu Light"/>
                <a:ea typeface="Ubuntu Light"/>
                <a:cs typeface="Ubuntu Light"/>
              </a:defRPr>
            </a:lvl4pPr>
            <a:lvl5pPr algn="l">
              <a:defRPr sz="1350" b="0">
                <a:solidFill>
                  <a:srgbClr val="B91561"/>
                </a:solidFill>
                <a:latin typeface="Ubuntu Light"/>
                <a:ea typeface="Ubuntu Light"/>
                <a:cs typeface="Ubuntu Light"/>
              </a:defRPr>
            </a:lvl5pPr>
            <a:lvl6pPr algn="l">
              <a:defRPr sz="1350" b="0">
                <a:solidFill>
                  <a:srgbClr val="B91561"/>
                </a:solidFill>
                <a:latin typeface="Ubuntu Light"/>
                <a:ea typeface="Ubuntu Light"/>
                <a:cs typeface="Ubuntu Light"/>
              </a:defRPr>
            </a:lvl6pPr>
            <a:lvl7pPr algn="l">
              <a:defRPr sz="1350" b="0">
                <a:solidFill>
                  <a:srgbClr val="B91561"/>
                </a:solidFill>
                <a:latin typeface="Ubuntu Light"/>
                <a:ea typeface="Ubuntu Light"/>
                <a:cs typeface="Ubuntu Light"/>
              </a:defRPr>
            </a:lvl7pPr>
            <a:lvl8pPr algn="l">
              <a:defRPr sz="1350" b="0">
                <a:solidFill>
                  <a:srgbClr val="B91561"/>
                </a:solidFill>
                <a:latin typeface="Ubuntu Light"/>
                <a:ea typeface="Ubuntu Light"/>
                <a:cs typeface="Ubuntu Light"/>
              </a:defRPr>
            </a:lvl8pPr>
            <a:lvl9pPr algn="l">
              <a:defRPr sz="1350" b="0">
                <a:solidFill>
                  <a:srgbClr val="B91561"/>
                </a:solidFill>
                <a:latin typeface="Ubuntu Light"/>
                <a:ea typeface="Ubuntu Light"/>
                <a:cs typeface="Ubuntu Light"/>
              </a:defRPr>
            </a:lvl9pPr>
          </a:lstStyle>
          <a:p>
            <a:pPr algn="l">
              <a:defRPr sz="1350" b="0">
                <a:solidFill>
                  <a:srgbClr val="B91561"/>
                </a:solidFill>
                <a:latin typeface="Ubuntu Light"/>
                <a:ea typeface="Ubuntu Light"/>
                <a:cs typeface="Ubuntu Light"/>
              </a:defRPr>
            </a:pPr>
            <a:r>
              <a:rPr sz="1600" b="1" dirty="0">
                <a:latin typeface="Ubuntu Light"/>
                <a:ea typeface="Ubuntu Light"/>
                <a:cs typeface="Ubuntu Light"/>
              </a:rPr>
              <a:t>SECTION 04</a:t>
            </a:r>
          </a:p>
        </p:txBody>
      </p:sp>
      <p:sp>
        <p:nvSpPr>
          <p:cNvPr id="2" name="section-question">
            <a:extLst>
              <a:ext uri="{FF2B5EF4-FFF2-40B4-BE49-F238E27FC236}">
                <a16:creationId xmlns:a16="http://schemas.microsoft.com/office/drawing/2014/main" id="{CCEC41C5-6B3F-4843-95EF-0B4D38BBB2C1}"/>
              </a:ext>
            </a:extLst>
          </p:cNvPr>
          <p:cNvSpPr>
            <a:spLocks noGrp="1"/>
          </p:cNvSpPr>
          <p:nvPr/>
        </p:nvSpPr>
        <p:spPr>
          <a:xfrm>
            <a:off x="619125" y="1857375"/>
            <a:ext cx="7905750" cy="1905000"/>
          </a:xfrm>
          <a:prstGeom prst="rect">
            <a:avLst/>
          </a:prstGeom>
          <a:noFill/>
          <a:ln w="0">
            <a:noFill/>
          </a:ln>
        </p:spPr>
        <p:txBody>
          <a:bodyPr wrap="none" lIns="0" tIns="0" rIns="0" bIns="0" anchor="t">
            <a:noAutofit/>
          </a:bodyPr>
          <a:lstStyle>
            <a:defPPr algn="l">
              <a:defRPr sz="3300" b="0">
                <a:solidFill>
                  <a:srgbClr val="202D3E"/>
                </a:solidFill>
                <a:latin typeface="Ubuntu Light"/>
                <a:ea typeface="Ubuntu Light"/>
                <a:cs typeface="Ubuntu Light"/>
              </a:defRPr>
            </a:defPPr>
            <a:lvl1pPr algn="l">
              <a:defRPr sz="3300" b="0">
                <a:solidFill>
                  <a:srgbClr val="202D3E"/>
                </a:solidFill>
                <a:latin typeface="Ubuntu Light"/>
                <a:ea typeface="Ubuntu Light"/>
                <a:cs typeface="Ubuntu Light"/>
              </a:defRPr>
            </a:lvl1pPr>
            <a:lvl2pPr algn="l">
              <a:defRPr sz="3300" b="0">
                <a:solidFill>
                  <a:srgbClr val="202D3E"/>
                </a:solidFill>
                <a:latin typeface="Ubuntu Light"/>
                <a:ea typeface="Ubuntu Light"/>
                <a:cs typeface="Ubuntu Light"/>
              </a:defRPr>
            </a:lvl2pPr>
            <a:lvl3pPr algn="l">
              <a:defRPr sz="3300" b="0">
                <a:solidFill>
                  <a:srgbClr val="202D3E"/>
                </a:solidFill>
                <a:latin typeface="Ubuntu Light"/>
                <a:ea typeface="Ubuntu Light"/>
                <a:cs typeface="Ubuntu Light"/>
              </a:defRPr>
            </a:lvl3pPr>
            <a:lvl4pPr algn="l">
              <a:defRPr sz="3300" b="0">
                <a:solidFill>
                  <a:srgbClr val="202D3E"/>
                </a:solidFill>
                <a:latin typeface="Ubuntu Light"/>
                <a:ea typeface="Ubuntu Light"/>
                <a:cs typeface="Ubuntu Light"/>
              </a:defRPr>
            </a:lvl4pPr>
            <a:lvl5pPr algn="l">
              <a:defRPr sz="3300" b="0">
                <a:solidFill>
                  <a:srgbClr val="202D3E"/>
                </a:solidFill>
                <a:latin typeface="Ubuntu Light"/>
                <a:ea typeface="Ubuntu Light"/>
                <a:cs typeface="Ubuntu Light"/>
              </a:defRPr>
            </a:lvl5pPr>
            <a:lvl6pPr algn="l">
              <a:defRPr sz="3300" b="0">
                <a:solidFill>
                  <a:srgbClr val="202D3E"/>
                </a:solidFill>
                <a:latin typeface="Ubuntu Light"/>
                <a:ea typeface="Ubuntu Light"/>
                <a:cs typeface="Ubuntu Light"/>
              </a:defRPr>
            </a:lvl6pPr>
            <a:lvl7pPr algn="l">
              <a:defRPr sz="3300" b="0">
                <a:solidFill>
                  <a:srgbClr val="202D3E"/>
                </a:solidFill>
                <a:latin typeface="Ubuntu Light"/>
                <a:ea typeface="Ubuntu Light"/>
                <a:cs typeface="Ubuntu Light"/>
              </a:defRPr>
            </a:lvl7pPr>
            <a:lvl8pPr algn="l">
              <a:defRPr sz="3300" b="0">
                <a:solidFill>
                  <a:srgbClr val="202D3E"/>
                </a:solidFill>
                <a:latin typeface="Ubuntu Light"/>
                <a:ea typeface="Ubuntu Light"/>
                <a:cs typeface="Ubuntu Light"/>
              </a:defRPr>
            </a:lvl8pPr>
            <a:lvl9pPr algn="l">
              <a:defRPr sz="3300" b="0">
                <a:solidFill>
                  <a:srgbClr val="202D3E"/>
                </a:solidFill>
                <a:latin typeface="Ubuntu Light"/>
                <a:ea typeface="Ubuntu Light"/>
                <a:cs typeface="Ubuntu Light"/>
              </a:defRPr>
            </a:lvl9pPr>
          </a:lstStyle>
          <a:p>
            <a:pPr algn="l">
              <a:defRPr sz="3300" b="0">
                <a:solidFill>
                  <a:srgbClr val="202D3E"/>
                </a:solidFill>
                <a:latin typeface="Ubuntu Light"/>
                <a:ea typeface="Ubuntu Light"/>
                <a:cs typeface="Ubuntu Light"/>
              </a:defRPr>
            </a:pPr>
            <a:r>
              <a:rPr lang="en-US" b="0" dirty="0">
                <a:latin typeface="Ubuntu Light"/>
                <a:ea typeface="Ubuntu Light"/>
                <a:cs typeface="Ubuntu Light"/>
              </a:rPr>
              <a:t>What are the roles of</a:t>
            </a:r>
          </a:p>
          <a:p>
            <a:pPr algn="l">
              <a:defRPr sz="3300" b="0">
                <a:solidFill>
                  <a:srgbClr val="202D3E"/>
                </a:solidFill>
                <a:latin typeface="Ubuntu Light"/>
                <a:ea typeface="Ubuntu Light"/>
                <a:cs typeface="Ubuntu Light"/>
              </a:defRPr>
            </a:pPr>
            <a:r>
              <a:rPr lang="en-US" b="1" dirty="0"/>
              <a:t>F</a:t>
            </a:r>
            <a:r>
              <a:rPr lang="en-US" b="1" dirty="0">
                <a:latin typeface="Ubuntu Light"/>
                <a:ea typeface="Ubuntu Light"/>
                <a:cs typeface="Ubuntu Light"/>
              </a:rPr>
              <a:t>loci</a:t>
            </a:r>
            <a:r>
              <a:rPr lang="en-US" b="0" dirty="0">
                <a:latin typeface="Ubuntu Light"/>
                <a:ea typeface="Ubuntu Light"/>
                <a:cs typeface="Ubuntu Light"/>
              </a:rPr>
              <a:t>, </a:t>
            </a:r>
            <a:r>
              <a:rPr lang="en-US" b="1" dirty="0" err="1">
                <a:latin typeface="Ubuntu Light"/>
                <a:ea typeface="Ubuntu Light"/>
                <a:cs typeface="Ubuntu Light"/>
              </a:rPr>
              <a:t>OpenResty</a:t>
            </a:r>
            <a:r>
              <a:rPr lang="en-US" b="0" dirty="0">
                <a:latin typeface="Ubuntu Light"/>
                <a:ea typeface="Ubuntu Light"/>
                <a:cs typeface="Ubuntu Light"/>
              </a:rPr>
              <a:t> and </a:t>
            </a:r>
            <a:r>
              <a:rPr lang="en-US" b="1" dirty="0" err="1">
                <a:latin typeface="Ubuntu Light"/>
                <a:ea typeface="Ubuntu Light"/>
                <a:cs typeface="Ubuntu Light"/>
              </a:rPr>
              <a:t>coverage.py</a:t>
            </a:r>
            <a:endParaRPr lang="en-US" dirty="0"/>
          </a:p>
          <a:p>
            <a:pPr algn="l">
              <a:defRPr sz="3300" b="0">
                <a:solidFill>
                  <a:srgbClr val="202D3E"/>
                </a:solidFill>
                <a:latin typeface="Ubuntu Light"/>
                <a:ea typeface="Ubuntu Light"/>
                <a:cs typeface="Ubuntu Light"/>
              </a:defRPr>
            </a:pPr>
            <a:r>
              <a:rPr lang="en-US" dirty="0"/>
              <a:t>i</a:t>
            </a:r>
            <a:r>
              <a:rPr lang="en-US" b="0" dirty="0">
                <a:latin typeface="Ubuntu Light"/>
                <a:ea typeface="Ubuntu Light"/>
                <a:cs typeface="Ubuntu Light"/>
              </a:rPr>
              <a:t>n our local e2e test</a:t>
            </a:r>
            <a:r>
              <a:rPr b="0" dirty="0">
                <a:latin typeface="Ubuntu Light"/>
                <a:ea typeface="Ubuntu Light"/>
                <a:cs typeface="Ubuntu Light"/>
              </a:rPr>
              <a:t>?</a:t>
            </a:r>
          </a:p>
        </p:txBody>
      </p:sp>
    </p:spTree>
    <p:extLst>
      <p:ext uri="{BB962C8B-B14F-4D97-AF65-F5344CB8AC3E}">
        <p14:creationId xmlns:p14="http://schemas.microsoft.com/office/powerpoint/2010/main" val="813467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F6A9A-D641-57D5-B6C6-70262D41FB5F}"/>
            </a:ext>
          </a:extLst>
        </p:cNvPr>
        <p:cNvGrpSpPr/>
        <p:nvPr/>
      </p:nvGrpSpPr>
      <p:grpSpPr>
        <a:xfrm>
          <a:off x="0" y="0"/>
          <a:ext cx="0" cy="0"/>
          <a:chOff x="0" y="0"/>
          <a:chExt cx="0" cy="0"/>
        </a:xfrm>
      </p:grpSpPr>
      <p:sp>
        <p:nvSpPr>
          <p:cNvPr id="21" name="slide-title">
            <a:extLst>
              <a:ext uri="{FF2B5EF4-FFF2-40B4-BE49-F238E27FC236}">
                <a16:creationId xmlns:a16="http://schemas.microsoft.com/office/drawing/2014/main" id="{2EDEF4B7-E40B-601D-E763-128AEBB386F9}"/>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lang="en-US" b="0" dirty="0">
                <a:latin typeface="Ubuntu Light"/>
                <a:ea typeface="Ubuntu Light"/>
                <a:cs typeface="Ubuntu Light"/>
              </a:rPr>
              <a:t>Recall our requirements…</a:t>
            </a:r>
            <a:endParaRPr b="0" dirty="0">
              <a:latin typeface="Ubuntu Light"/>
              <a:ea typeface="Ubuntu Light"/>
              <a:cs typeface="Ubuntu Light"/>
            </a:endParaRPr>
          </a:p>
        </p:txBody>
      </p:sp>
      <p:cxnSp>
        <p:nvCxnSpPr>
          <p:cNvPr id="4" name="environment-mechanism-0-0">
            <a:extLst>
              <a:ext uri="{FF2B5EF4-FFF2-40B4-BE49-F238E27FC236}">
                <a16:creationId xmlns:a16="http://schemas.microsoft.com/office/drawing/2014/main" id="{CBBA948A-A58A-7D57-BD7B-83E7AFA987A6}"/>
              </a:ext>
            </a:extLst>
          </p:cNvPr>
          <p:cNvCxnSpPr>
            <a:cxnSpLocks/>
          </p:cNvCxnSpPr>
          <p:nvPr/>
        </p:nvCxnSpPr>
        <p:spPr>
          <a:xfrm>
            <a:off x="5598920" y="1894413"/>
            <a:ext cx="1086248" cy="0"/>
          </a:xfrm>
          <a:prstGeom prst="straightConnector1">
            <a:avLst/>
          </a:prstGeom>
          <a:ln w="19050">
            <a:solidFill>
              <a:srgbClr val="202D3E"/>
            </a:solidFill>
            <a:tailEnd type="triangle" w="sm" len="sm"/>
          </a:ln>
        </p:spPr>
      </p:cxnSp>
      <p:cxnSp>
        <p:nvCxnSpPr>
          <p:cNvPr id="7" name="environment-row-rule-0">
            <a:extLst>
              <a:ext uri="{FF2B5EF4-FFF2-40B4-BE49-F238E27FC236}">
                <a16:creationId xmlns:a16="http://schemas.microsoft.com/office/drawing/2014/main" id="{9A4F93E5-5AC0-3DE6-92D9-541654C16726}"/>
              </a:ext>
            </a:extLst>
          </p:cNvPr>
          <p:cNvCxnSpPr/>
          <p:nvPr/>
        </p:nvCxnSpPr>
        <p:spPr>
          <a:xfrm>
            <a:off x="619125" y="2318416"/>
            <a:ext cx="7905750" cy="0"/>
          </a:xfrm>
          <a:prstGeom prst="straightConnector1">
            <a:avLst/>
          </a:prstGeom>
          <a:ln w="9525">
            <a:solidFill>
              <a:srgbClr val="D6DFE9"/>
            </a:solidFill>
          </a:ln>
        </p:spPr>
      </p:cxnSp>
      <p:sp>
        <p:nvSpPr>
          <p:cNvPr id="8" name="environment-need-1">
            <a:extLst>
              <a:ext uri="{FF2B5EF4-FFF2-40B4-BE49-F238E27FC236}">
                <a16:creationId xmlns:a16="http://schemas.microsoft.com/office/drawing/2014/main" id="{F5069868-10D6-9482-60CE-7790821F73C5}"/>
              </a:ext>
            </a:extLst>
          </p:cNvPr>
          <p:cNvSpPr>
            <a:spLocks noGrp="1"/>
          </p:cNvSpPr>
          <p:nvPr/>
        </p:nvSpPr>
        <p:spPr>
          <a:xfrm>
            <a:off x="7008801" y="1733549"/>
            <a:ext cx="2030822" cy="276226"/>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lang="en-US" b="0" dirty="0">
                <a:latin typeface="Ubuntu Light"/>
                <a:ea typeface="Ubuntu Light"/>
                <a:cs typeface="Ubuntu Light"/>
              </a:rPr>
              <a:t>Local End-to-End Test</a:t>
            </a:r>
            <a:endParaRPr b="0" dirty="0">
              <a:latin typeface="Ubuntu Light"/>
              <a:ea typeface="Ubuntu Light"/>
              <a:cs typeface="Ubuntu Light"/>
            </a:endParaRPr>
          </a:p>
        </p:txBody>
      </p:sp>
      <p:cxnSp>
        <p:nvCxnSpPr>
          <p:cNvPr id="9" name="environment-mechanism-1-0">
            <a:extLst>
              <a:ext uri="{FF2B5EF4-FFF2-40B4-BE49-F238E27FC236}">
                <a16:creationId xmlns:a16="http://schemas.microsoft.com/office/drawing/2014/main" id="{54C768EB-51E8-95DE-DBA2-DFB596821886}"/>
              </a:ext>
            </a:extLst>
          </p:cNvPr>
          <p:cNvCxnSpPr>
            <a:cxnSpLocks/>
          </p:cNvCxnSpPr>
          <p:nvPr/>
        </p:nvCxnSpPr>
        <p:spPr>
          <a:xfrm>
            <a:off x="5678501" y="3003417"/>
            <a:ext cx="1114185" cy="0"/>
          </a:xfrm>
          <a:prstGeom prst="straightConnector1">
            <a:avLst/>
          </a:prstGeom>
          <a:ln w="19050">
            <a:solidFill>
              <a:srgbClr val="202D3E"/>
            </a:solidFill>
            <a:tailEnd type="triangle" w="sm" len="sm"/>
          </a:ln>
        </p:spPr>
      </p:cxnSp>
      <p:cxnSp>
        <p:nvCxnSpPr>
          <p:cNvPr id="12" name="environment-row-rule-1">
            <a:extLst>
              <a:ext uri="{FF2B5EF4-FFF2-40B4-BE49-F238E27FC236}">
                <a16:creationId xmlns:a16="http://schemas.microsoft.com/office/drawing/2014/main" id="{5505F90D-CE68-FC03-20C0-FA6A12A9138E}"/>
              </a:ext>
            </a:extLst>
          </p:cNvPr>
          <p:cNvCxnSpPr/>
          <p:nvPr/>
        </p:nvCxnSpPr>
        <p:spPr>
          <a:xfrm>
            <a:off x="619125" y="3550583"/>
            <a:ext cx="7905750" cy="0"/>
          </a:xfrm>
          <a:prstGeom prst="straightConnector1">
            <a:avLst/>
          </a:prstGeom>
          <a:ln w="9525">
            <a:solidFill>
              <a:srgbClr val="D6DFE9"/>
            </a:solidFill>
          </a:ln>
        </p:spPr>
      </p:cxnSp>
      <p:sp>
        <p:nvSpPr>
          <p:cNvPr id="13" name="environment-need-2">
            <a:extLst>
              <a:ext uri="{FF2B5EF4-FFF2-40B4-BE49-F238E27FC236}">
                <a16:creationId xmlns:a16="http://schemas.microsoft.com/office/drawing/2014/main" id="{BBB2FE6A-037E-6458-2289-DA315430828A}"/>
              </a:ext>
            </a:extLst>
          </p:cNvPr>
          <p:cNvSpPr>
            <a:spLocks noGrp="1"/>
          </p:cNvSpPr>
          <p:nvPr/>
        </p:nvSpPr>
        <p:spPr>
          <a:xfrm>
            <a:off x="619125" y="3836333"/>
            <a:ext cx="2143125" cy="542925"/>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endParaRPr b="0" dirty="0">
              <a:latin typeface="Ubuntu Light"/>
              <a:ea typeface="Ubuntu Light"/>
              <a:cs typeface="Ubuntu Light"/>
            </a:endParaRPr>
          </a:p>
        </p:txBody>
      </p:sp>
      <p:cxnSp>
        <p:nvCxnSpPr>
          <p:cNvPr id="14" name="environment-mechanism-2-0">
            <a:extLst>
              <a:ext uri="{FF2B5EF4-FFF2-40B4-BE49-F238E27FC236}">
                <a16:creationId xmlns:a16="http://schemas.microsoft.com/office/drawing/2014/main" id="{B9B53525-4E2A-DBB0-71A4-9303D4791108}"/>
              </a:ext>
            </a:extLst>
          </p:cNvPr>
          <p:cNvCxnSpPr>
            <a:cxnSpLocks/>
          </p:cNvCxnSpPr>
          <p:nvPr/>
        </p:nvCxnSpPr>
        <p:spPr>
          <a:xfrm>
            <a:off x="5693118" y="4278036"/>
            <a:ext cx="1099568" cy="0"/>
          </a:xfrm>
          <a:prstGeom prst="straightConnector1">
            <a:avLst/>
          </a:prstGeom>
          <a:ln w="19050">
            <a:solidFill>
              <a:srgbClr val="202D3E"/>
            </a:solidFill>
            <a:tailEnd type="triangle" w="sm" len="sm"/>
          </a:ln>
        </p:spPr>
      </p:cxnSp>
      <p:sp>
        <p:nvSpPr>
          <p:cNvPr id="15" name="environment-verb-2">
            <a:extLst>
              <a:ext uri="{FF2B5EF4-FFF2-40B4-BE49-F238E27FC236}">
                <a16:creationId xmlns:a16="http://schemas.microsoft.com/office/drawing/2014/main" id="{C0F24F82-3AFF-886D-7B46-D92ECD4DE301}"/>
              </a:ext>
            </a:extLst>
          </p:cNvPr>
          <p:cNvSpPr>
            <a:spLocks noGrp="1"/>
          </p:cNvSpPr>
          <p:nvPr/>
        </p:nvSpPr>
        <p:spPr>
          <a:xfrm>
            <a:off x="5571339" y="3737261"/>
            <a:ext cx="1389058" cy="376205"/>
          </a:xfrm>
          <a:prstGeom prst="rect">
            <a:avLst/>
          </a:prstGeom>
          <a:noFill/>
          <a:ln w="0">
            <a:noFill/>
          </a:ln>
        </p:spPr>
        <p:txBody>
          <a:bodyPr wrap="none" lIns="0" tIns="0" rIns="0" bIns="0" anchor="t">
            <a:noAutofit/>
          </a:bodyPr>
          <a:lstStyle>
            <a:defPPr algn="ctr">
              <a:defRPr sz="1238" b="0">
                <a:solidFill>
                  <a:srgbClr val="475569"/>
                </a:solidFill>
                <a:latin typeface="Ubuntu Light"/>
                <a:ea typeface="Ubuntu Light"/>
                <a:cs typeface="Ubuntu Light"/>
              </a:defRPr>
            </a:defPPr>
            <a:lvl1pPr algn="ctr">
              <a:defRPr sz="1238" b="0">
                <a:solidFill>
                  <a:srgbClr val="475569"/>
                </a:solidFill>
                <a:latin typeface="Ubuntu Light"/>
                <a:ea typeface="Ubuntu Light"/>
                <a:cs typeface="Ubuntu Light"/>
              </a:defRPr>
            </a:lvl1pPr>
            <a:lvl2pPr algn="ctr">
              <a:defRPr sz="1238" b="0">
                <a:solidFill>
                  <a:srgbClr val="475569"/>
                </a:solidFill>
                <a:latin typeface="Ubuntu Light"/>
                <a:ea typeface="Ubuntu Light"/>
                <a:cs typeface="Ubuntu Light"/>
              </a:defRPr>
            </a:lvl2pPr>
            <a:lvl3pPr algn="ctr">
              <a:defRPr sz="1238" b="0">
                <a:solidFill>
                  <a:srgbClr val="475569"/>
                </a:solidFill>
                <a:latin typeface="Ubuntu Light"/>
                <a:ea typeface="Ubuntu Light"/>
                <a:cs typeface="Ubuntu Light"/>
              </a:defRPr>
            </a:lvl3pPr>
            <a:lvl4pPr algn="ctr">
              <a:defRPr sz="1238" b="0">
                <a:solidFill>
                  <a:srgbClr val="475569"/>
                </a:solidFill>
                <a:latin typeface="Ubuntu Light"/>
                <a:ea typeface="Ubuntu Light"/>
                <a:cs typeface="Ubuntu Light"/>
              </a:defRPr>
            </a:lvl4pPr>
            <a:lvl5pPr algn="ctr">
              <a:defRPr sz="1238" b="0">
                <a:solidFill>
                  <a:srgbClr val="475569"/>
                </a:solidFill>
                <a:latin typeface="Ubuntu Light"/>
                <a:ea typeface="Ubuntu Light"/>
                <a:cs typeface="Ubuntu Light"/>
              </a:defRPr>
            </a:lvl5pPr>
            <a:lvl6pPr algn="ctr">
              <a:defRPr sz="1238" b="0">
                <a:solidFill>
                  <a:srgbClr val="475569"/>
                </a:solidFill>
                <a:latin typeface="Ubuntu Light"/>
                <a:ea typeface="Ubuntu Light"/>
                <a:cs typeface="Ubuntu Light"/>
              </a:defRPr>
            </a:lvl6pPr>
            <a:lvl7pPr algn="ctr">
              <a:defRPr sz="1238" b="0">
                <a:solidFill>
                  <a:srgbClr val="475569"/>
                </a:solidFill>
                <a:latin typeface="Ubuntu Light"/>
                <a:ea typeface="Ubuntu Light"/>
                <a:cs typeface="Ubuntu Light"/>
              </a:defRPr>
            </a:lvl7pPr>
            <a:lvl8pPr algn="ctr">
              <a:defRPr sz="1238" b="0">
                <a:solidFill>
                  <a:srgbClr val="475569"/>
                </a:solidFill>
                <a:latin typeface="Ubuntu Light"/>
                <a:ea typeface="Ubuntu Light"/>
                <a:cs typeface="Ubuntu Light"/>
              </a:defRPr>
            </a:lvl8pPr>
            <a:lvl9pPr algn="ctr">
              <a:defRPr sz="1238" b="0">
                <a:solidFill>
                  <a:srgbClr val="475569"/>
                </a:solidFill>
                <a:latin typeface="Ubuntu Light"/>
                <a:ea typeface="Ubuntu Light"/>
                <a:cs typeface="Ubuntu Light"/>
              </a:defRPr>
            </a:lvl9pPr>
          </a:lstStyle>
          <a:p>
            <a:pPr>
              <a:defRPr sz="1500" b="0">
                <a:solidFill>
                  <a:srgbClr val="255DA8"/>
                </a:solidFill>
                <a:latin typeface="Ubuntu Light"/>
                <a:ea typeface="Ubuntu Light"/>
                <a:cs typeface="Ubuntu Light"/>
              </a:defRPr>
            </a:pPr>
            <a:r>
              <a:rPr lang="en-US" sz="1200" dirty="0"/>
              <a:t>Annotate coverage</a:t>
            </a:r>
          </a:p>
          <a:p>
            <a:pPr>
              <a:defRPr sz="1500" b="0">
                <a:solidFill>
                  <a:srgbClr val="255DA8"/>
                </a:solidFill>
                <a:latin typeface="Ubuntu Light"/>
                <a:ea typeface="Ubuntu Light"/>
                <a:cs typeface="Ubuntu Light"/>
              </a:defRPr>
            </a:pPr>
            <a:r>
              <a:rPr lang="en-US" sz="1200" dirty="0"/>
              <a:t>with test name</a:t>
            </a:r>
          </a:p>
        </p:txBody>
      </p:sp>
      <p:sp>
        <p:nvSpPr>
          <p:cNvPr id="19" name="env-dependency-explanation">
            <a:extLst>
              <a:ext uri="{FF2B5EF4-FFF2-40B4-BE49-F238E27FC236}">
                <a16:creationId xmlns:a16="http://schemas.microsoft.com/office/drawing/2014/main" id="{E6E5098B-D383-093B-5194-76E5CDE2F326}"/>
              </a:ext>
            </a:extLst>
          </p:cNvPr>
          <p:cNvSpPr>
            <a:spLocks noGrp="1"/>
          </p:cNvSpPr>
          <p:nvPr/>
        </p:nvSpPr>
        <p:spPr>
          <a:xfrm>
            <a:off x="7439025" y="2481262"/>
            <a:ext cx="1333500" cy="590550"/>
          </a:xfrm>
          <a:prstGeom prst="rect">
            <a:avLst/>
          </a:prstGeom>
          <a:noFill/>
          <a:ln w="0">
            <a:noFill/>
          </a:ln>
        </p:spPr>
        <p:txBody>
          <a:bodyPr wrap="none" lIns="0" tIns="0" rIns="0" bIns="0" anchor="t">
            <a:noAutofit/>
          </a:bodyPr>
          <a:lstStyle>
            <a:defPPr algn="ctr">
              <a:defRPr sz="1200" b="0">
                <a:solidFill>
                  <a:srgbClr val="FFFFFF"/>
                </a:solidFill>
                <a:latin typeface="Ubuntu Light"/>
                <a:ea typeface="Ubuntu Light"/>
                <a:cs typeface="Ubuntu Light"/>
              </a:defRPr>
            </a:defPPr>
            <a:lvl1pPr algn="ctr">
              <a:defRPr sz="1200" b="0">
                <a:solidFill>
                  <a:srgbClr val="FFFFFF"/>
                </a:solidFill>
                <a:latin typeface="Ubuntu Light"/>
                <a:ea typeface="Ubuntu Light"/>
                <a:cs typeface="Ubuntu Light"/>
              </a:defRPr>
            </a:lvl1pPr>
            <a:lvl2pPr algn="ctr">
              <a:defRPr sz="1200" b="0">
                <a:solidFill>
                  <a:srgbClr val="FFFFFF"/>
                </a:solidFill>
                <a:latin typeface="Ubuntu Light"/>
                <a:ea typeface="Ubuntu Light"/>
                <a:cs typeface="Ubuntu Light"/>
              </a:defRPr>
            </a:lvl2pPr>
            <a:lvl3pPr algn="ctr">
              <a:defRPr sz="1200" b="0">
                <a:solidFill>
                  <a:srgbClr val="FFFFFF"/>
                </a:solidFill>
                <a:latin typeface="Ubuntu Light"/>
                <a:ea typeface="Ubuntu Light"/>
                <a:cs typeface="Ubuntu Light"/>
              </a:defRPr>
            </a:lvl3pPr>
            <a:lvl4pPr algn="ctr">
              <a:defRPr sz="1200" b="0">
                <a:solidFill>
                  <a:srgbClr val="FFFFFF"/>
                </a:solidFill>
                <a:latin typeface="Ubuntu Light"/>
                <a:ea typeface="Ubuntu Light"/>
                <a:cs typeface="Ubuntu Light"/>
              </a:defRPr>
            </a:lvl4pPr>
            <a:lvl5pPr algn="ctr">
              <a:defRPr sz="1200" b="0">
                <a:solidFill>
                  <a:srgbClr val="FFFFFF"/>
                </a:solidFill>
                <a:latin typeface="Ubuntu Light"/>
                <a:ea typeface="Ubuntu Light"/>
                <a:cs typeface="Ubuntu Light"/>
              </a:defRPr>
            </a:lvl5pPr>
            <a:lvl6pPr algn="ctr">
              <a:defRPr sz="1200" b="0">
                <a:solidFill>
                  <a:srgbClr val="FFFFFF"/>
                </a:solidFill>
                <a:latin typeface="Ubuntu Light"/>
                <a:ea typeface="Ubuntu Light"/>
                <a:cs typeface="Ubuntu Light"/>
              </a:defRPr>
            </a:lvl6pPr>
            <a:lvl7pPr algn="ctr">
              <a:defRPr sz="1200" b="0">
                <a:solidFill>
                  <a:srgbClr val="FFFFFF"/>
                </a:solidFill>
                <a:latin typeface="Ubuntu Light"/>
                <a:ea typeface="Ubuntu Light"/>
                <a:cs typeface="Ubuntu Light"/>
              </a:defRPr>
            </a:lvl7pPr>
            <a:lvl8pPr algn="ctr">
              <a:defRPr sz="1200" b="0">
                <a:solidFill>
                  <a:srgbClr val="FFFFFF"/>
                </a:solidFill>
                <a:latin typeface="Ubuntu Light"/>
                <a:ea typeface="Ubuntu Light"/>
                <a:cs typeface="Ubuntu Light"/>
              </a:defRPr>
            </a:lvl8pPr>
            <a:lvl9pPr algn="ctr">
              <a:defRPr sz="1200" b="0">
                <a:solidFill>
                  <a:srgbClr val="FFFFFF"/>
                </a:solidFill>
                <a:latin typeface="Ubuntu Light"/>
                <a:ea typeface="Ubuntu Light"/>
                <a:cs typeface="Ubuntu Light"/>
              </a:defRPr>
            </a:lvl9pPr>
          </a:lstStyle>
          <a:p>
            <a:pPr algn="ctr">
              <a:defRPr sz="1200" b="0">
                <a:solidFill>
                  <a:srgbClr val="FFFFFF"/>
                </a:solidFill>
                <a:latin typeface="Ubuntu Light"/>
                <a:ea typeface="Ubuntu Light"/>
                <a:cs typeface="Ubuntu Light"/>
              </a:defRPr>
            </a:pPr>
            <a:r>
              <a:rPr b="0" dirty="0">
                <a:latin typeface="Ubuntu Light"/>
                <a:ea typeface="Ubuntu Light"/>
                <a:cs typeface="Ubuntu Light"/>
              </a:rPr>
              <a:t>Decouple</a:t>
            </a:r>
          </a:p>
          <a:p>
            <a:pPr algn="ctr">
              <a:defRPr sz="1200" b="0">
                <a:solidFill>
                  <a:srgbClr val="FFFFFF"/>
                </a:solidFill>
                <a:latin typeface="Ubuntu Light"/>
                <a:ea typeface="Ubuntu Light"/>
                <a:cs typeface="Ubuntu Light"/>
              </a:defRPr>
            </a:pPr>
            <a:r>
              <a:rPr b="0" dirty="0">
                <a:latin typeface="Ubuntu Light"/>
                <a:ea typeface="Ubuntu Light"/>
                <a:cs typeface="Ubuntu Light"/>
              </a:rPr>
              <a:t>dependencies</a:t>
            </a:r>
          </a:p>
          <a:p>
            <a:pPr algn="ctr">
              <a:defRPr sz="1200" b="0">
                <a:solidFill>
                  <a:srgbClr val="FFFFFF"/>
                </a:solidFill>
                <a:latin typeface="Ubuntu Light"/>
                <a:ea typeface="Ubuntu Light"/>
                <a:cs typeface="Ubuntu Light"/>
              </a:defRPr>
            </a:pPr>
            <a:r>
              <a:rPr b="0" dirty="0">
                <a:latin typeface="Ubuntu Light"/>
                <a:ea typeface="Ubuntu Light"/>
                <a:cs typeface="Ubuntu Light"/>
              </a:rPr>
              <a:t>via env vars</a:t>
            </a:r>
          </a:p>
        </p:txBody>
      </p:sp>
      <p:pic>
        <p:nvPicPr>
          <p:cNvPr id="25" name="Picture 24">
            <a:extLst>
              <a:ext uri="{FF2B5EF4-FFF2-40B4-BE49-F238E27FC236}">
                <a16:creationId xmlns:a16="http://schemas.microsoft.com/office/drawing/2014/main" id="{A913DC59-D657-880B-C5BE-B132B228C1C3}"/>
              </a:ext>
            </a:extLst>
          </p:cNvPr>
          <p:cNvPicPr>
            <a:picLocks noChangeAspect="1"/>
          </p:cNvPicPr>
          <p:nvPr/>
        </p:nvPicPr>
        <p:blipFill>
          <a:blip r:embed="rId3"/>
          <a:stretch/>
        </p:blipFill>
        <p:spPr>
          <a:xfrm>
            <a:off x="3758613" y="1659258"/>
            <a:ext cx="1516674" cy="448152"/>
          </a:xfrm>
          <a:prstGeom prst="rect">
            <a:avLst/>
          </a:prstGeom>
        </p:spPr>
      </p:pic>
      <p:pic>
        <p:nvPicPr>
          <p:cNvPr id="26" name="Picture 25" descr="OpenResty Official Blog">
            <a:extLst>
              <a:ext uri="{FF2B5EF4-FFF2-40B4-BE49-F238E27FC236}">
                <a16:creationId xmlns:a16="http://schemas.microsoft.com/office/drawing/2014/main" id="{900F10DF-D60E-0B49-F439-F432C4031C5D}"/>
              </a:ext>
            </a:extLst>
          </p:cNvPr>
          <p:cNvPicPr>
            <a:picLocks noChangeAspect="1"/>
          </p:cNvPicPr>
          <p:nvPr/>
        </p:nvPicPr>
        <p:blipFill>
          <a:blip r:embed="rId4"/>
          <a:stretch>
            <a:fillRect/>
          </a:stretch>
        </p:blipFill>
        <p:spPr>
          <a:xfrm>
            <a:off x="3758613" y="2460522"/>
            <a:ext cx="1649319" cy="1029838"/>
          </a:xfrm>
          <a:prstGeom prst="rect">
            <a:avLst/>
          </a:prstGeom>
        </p:spPr>
      </p:pic>
      <p:sp>
        <p:nvSpPr>
          <p:cNvPr id="27" name="environment-need-1">
            <a:extLst>
              <a:ext uri="{FF2B5EF4-FFF2-40B4-BE49-F238E27FC236}">
                <a16:creationId xmlns:a16="http://schemas.microsoft.com/office/drawing/2014/main" id="{90093324-21A2-1BC8-25C2-2C435F634D52}"/>
              </a:ext>
            </a:extLst>
          </p:cNvPr>
          <p:cNvSpPr>
            <a:spLocks noGrp="1"/>
          </p:cNvSpPr>
          <p:nvPr/>
        </p:nvSpPr>
        <p:spPr>
          <a:xfrm>
            <a:off x="7167648" y="2719657"/>
            <a:ext cx="1427790" cy="495029"/>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ctr">
              <a:defRPr sz="1575" b="0">
                <a:solidFill>
                  <a:srgbClr val="202D3E"/>
                </a:solidFill>
                <a:latin typeface="Ubuntu Light"/>
                <a:ea typeface="Ubuntu Light"/>
                <a:cs typeface="Ubuntu Light"/>
              </a:defRPr>
            </a:pPr>
            <a:r>
              <a:rPr lang="en-US" b="0" dirty="0">
                <a:latin typeface="Ubuntu Light"/>
                <a:ea typeface="Ubuntu Light"/>
                <a:cs typeface="Ubuntu Light"/>
              </a:rPr>
              <a:t>Enables testing</a:t>
            </a:r>
          </a:p>
          <a:p>
            <a:pPr algn="ctr">
              <a:defRPr sz="1575" b="0">
                <a:solidFill>
                  <a:srgbClr val="202D3E"/>
                </a:solidFill>
                <a:latin typeface="Ubuntu Light"/>
                <a:ea typeface="Ubuntu Light"/>
                <a:cs typeface="Ubuntu Light"/>
              </a:defRPr>
            </a:pPr>
            <a:r>
              <a:rPr lang="en-US" b="0" dirty="0">
                <a:latin typeface="Ubuntu Light"/>
                <a:ea typeface="Ubuntu Light"/>
                <a:cs typeface="Ubuntu Light"/>
              </a:rPr>
              <a:t>unhappy paths</a:t>
            </a:r>
            <a:endParaRPr b="0" dirty="0">
              <a:latin typeface="Ubuntu Light"/>
              <a:ea typeface="Ubuntu Light"/>
              <a:cs typeface="Ubuntu Light"/>
            </a:endParaRPr>
          </a:p>
        </p:txBody>
      </p:sp>
      <p:pic>
        <p:nvPicPr>
          <p:cNvPr id="28" name="Picture 27" descr="GitHub - coveragepy/coveragepy: The code coverage tool for Python · GitHub">
            <a:extLst>
              <a:ext uri="{FF2B5EF4-FFF2-40B4-BE49-F238E27FC236}">
                <a16:creationId xmlns:a16="http://schemas.microsoft.com/office/drawing/2014/main" id="{9E288C39-1194-57D9-067C-C46B4E522574}"/>
              </a:ext>
            </a:extLst>
          </p:cNvPr>
          <p:cNvPicPr>
            <a:picLocks noChangeAspect="1"/>
          </p:cNvPicPr>
          <p:nvPr/>
        </p:nvPicPr>
        <p:blipFill>
          <a:blip r:embed="rId5"/>
          <a:stretch>
            <a:fillRect/>
          </a:stretch>
        </p:blipFill>
        <p:spPr>
          <a:xfrm>
            <a:off x="4245705" y="3648818"/>
            <a:ext cx="1029582" cy="1029582"/>
          </a:xfrm>
          <a:prstGeom prst="rect">
            <a:avLst/>
          </a:prstGeom>
        </p:spPr>
      </p:pic>
      <p:sp>
        <p:nvSpPr>
          <p:cNvPr id="29" name="environment-need-1">
            <a:extLst>
              <a:ext uri="{FF2B5EF4-FFF2-40B4-BE49-F238E27FC236}">
                <a16:creationId xmlns:a16="http://schemas.microsoft.com/office/drawing/2014/main" id="{77E124C4-ACBF-44AE-0B23-1CDBE564CA22}"/>
              </a:ext>
            </a:extLst>
          </p:cNvPr>
          <p:cNvSpPr>
            <a:spLocks noGrp="1"/>
          </p:cNvSpPr>
          <p:nvPr/>
        </p:nvSpPr>
        <p:spPr>
          <a:xfrm>
            <a:off x="4278174" y="4678400"/>
            <a:ext cx="1100498" cy="276226"/>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lang="en-US" dirty="0" err="1"/>
              <a:t>c</a:t>
            </a:r>
            <a:r>
              <a:rPr lang="en-US" b="0" dirty="0" err="1">
                <a:latin typeface="Ubuntu Light"/>
                <a:ea typeface="Ubuntu Light"/>
                <a:cs typeface="Ubuntu Light"/>
              </a:rPr>
              <a:t>overage.py</a:t>
            </a:r>
            <a:endParaRPr b="0" dirty="0">
              <a:latin typeface="Ubuntu Light"/>
              <a:ea typeface="Ubuntu Light"/>
              <a:cs typeface="Ubuntu Light"/>
            </a:endParaRPr>
          </a:p>
        </p:txBody>
      </p:sp>
      <p:sp>
        <p:nvSpPr>
          <p:cNvPr id="31" name="environment-need-1">
            <a:extLst>
              <a:ext uri="{FF2B5EF4-FFF2-40B4-BE49-F238E27FC236}">
                <a16:creationId xmlns:a16="http://schemas.microsoft.com/office/drawing/2014/main" id="{0242E8A7-0043-9028-0670-04FF841559A9}"/>
              </a:ext>
            </a:extLst>
          </p:cNvPr>
          <p:cNvSpPr>
            <a:spLocks noGrp="1"/>
          </p:cNvSpPr>
          <p:nvPr/>
        </p:nvSpPr>
        <p:spPr>
          <a:xfrm>
            <a:off x="7329255" y="3910649"/>
            <a:ext cx="1266183" cy="542913"/>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ctr">
              <a:defRPr sz="1575" b="0">
                <a:solidFill>
                  <a:srgbClr val="202D3E"/>
                </a:solidFill>
                <a:latin typeface="Ubuntu Light"/>
                <a:ea typeface="Ubuntu Light"/>
                <a:cs typeface="Ubuntu Light"/>
              </a:defRPr>
            </a:pPr>
            <a:r>
              <a:rPr lang="en-US" b="0" dirty="0">
                <a:latin typeface="Ubuntu Light"/>
                <a:ea typeface="Ubuntu Light"/>
                <a:cs typeface="Ubuntu Light"/>
              </a:rPr>
              <a:t>Accountability</a:t>
            </a:r>
          </a:p>
          <a:p>
            <a:pPr algn="ctr">
              <a:defRPr sz="1575" b="0">
                <a:solidFill>
                  <a:srgbClr val="202D3E"/>
                </a:solidFill>
                <a:latin typeface="Ubuntu Light"/>
                <a:ea typeface="Ubuntu Light"/>
                <a:cs typeface="Ubuntu Light"/>
              </a:defRPr>
            </a:pPr>
            <a:r>
              <a:rPr lang="en-US" b="0" dirty="0">
                <a:latin typeface="Ubuntu Light"/>
                <a:ea typeface="Ubuntu Light"/>
                <a:cs typeface="Ubuntu Light"/>
              </a:rPr>
              <a:t>of test results</a:t>
            </a:r>
            <a:endParaRPr b="0" dirty="0">
              <a:latin typeface="Ubuntu Light"/>
              <a:ea typeface="Ubuntu Light"/>
              <a:cs typeface="Ubuntu Light"/>
            </a:endParaRPr>
          </a:p>
        </p:txBody>
      </p:sp>
      <p:sp>
        <p:nvSpPr>
          <p:cNvPr id="34" name="environment-need-0">
            <a:extLst>
              <a:ext uri="{FF2B5EF4-FFF2-40B4-BE49-F238E27FC236}">
                <a16:creationId xmlns:a16="http://schemas.microsoft.com/office/drawing/2014/main" id="{2B6908AB-F8C9-6DFD-E5E1-BF9822AAC516}"/>
              </a:ext>
            </a:extLst>
          </p:cNvPr>
          <p:cNvSpPr>
            <a:spLocks noGrp="1"/>
          </p:cNvSpPr>
          <p:nvPr/>
        </p:nvSpPr>
        <p:spPr>
          <a:xfrm>
            <a:off x="619125" y="1622951"/>
            <a:ext cx="1394092" cy="542925"/>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dirty="0">
                <a:latin typeface="Ubuntu Light"/>
                <a:ea typeface="Ubuntu Light"/>
                <a:cs typeface="Ubuntu Light"/>
              </a:rPr>
              <a:t>Use </a:t>
            </a:r>
            <a:r>
              <a:rPr lang="en-US" b="0" dirty="0">
                <a:latin typeface="Ubuntu Light"/>
                <a:ea typeface="Ubuntu Light"/>
                <a:cs typeface="Ubuntu Light"/>
              </a:rPr>
              <a:t>boto3 SDK</a:t>
            </a:r>
            <a:endParaRPr b="0" dirty="0">
              <a:latin typeface="Ubuntu Light"/>
              <a:ea typeface="Ubuntu Light"/>
              <a:cs typeface="Ubuntu Light"/>
            </a:endParaRPr>
          </a:p>
          <a:p>
            <a:pPr algn="l">
              <a:defRPr sz="1575" b="0">
                <a:solidFill>
                  <a:srgbClr val="202D3E"/>
                </a:solidFill>
                <a:latin typeface="Ubuntu Light"/>
                <a:ea typeface="Ubuntu Light"/>
                <a:cs typeface="Ubuntu Light"/>
              </a:defRPr>
            </a:pPr>
            <a:r>
              <a:rPr b="0" dirty="0">
                <a:latin typeface="Ubuntu Light"/>
                <a:ea typeface="Ubuntu Light"/>
                <a:cs typeface="Ubuntu Light"/>
              </a:rPr>
              <a:t>and HTTP calls</a:t>
            </a:r>
          </a:p>
        </p:txBody>
      </p:sp>
      <p:cxnSp>
        <p:nvCxnSpPr>
          <p:cNvPr id="35" name="environment-mechanism-0-0">
            <a:extLst>
              <a:ext uri="{FF2B5EF4-FFF2-40B4-BE49-F238E27FC236}">
                <a16:creationId xmlns:a16="http://schemas.microsoft.com/office/drawing/2014/main" id="{36E90C97-7E7B-3A61-C51B-22A8B6D13BAF}"/>
              </a:ext>
            </a:extLst>
          </p:cNvPr>
          <p:cNvCxnSpPr>
            <a:cxnSpLocks/>
          </p:cNvCxnSpPr>
          <p:nvPr/>
        </p:nvCxnSpPr>
        <p:spPr>
          <a:xfrm>
            <a:off x="2321699" y="1894414"/>
            <a:ext cx="1128432" cy="0"/>
          </a:xfrm>
          <a:prstGeom prst="straightConnector1">
            <a:avLst/>
          </a:prstGeom>
          <a:ln w="19050">
            <a:solidFill>
              <a:srgbClr val="202D3E"/>
            </a:solidFill>
            <a:tailEnd type="triangle" w="sm" len="sm"/>
          </a:ln>
        </p:spPr>
      </p:cxnSp>
      <p:sp>
        <p:nvSpPr>
          <p:cNvPr id="37" name="environment-mechanism-label-0">
            <a:extLst>
              <a:ext uri="{FF2B5EF4-FFF2-40B4-BE49-F238E27FC236}">
                <a16:creationId xmlns:a16="http://schemas.microsoft.com/office/drawing/2014/main" id="{F71049D5-06AC-5C45-14D1-7AE087DACCA2}"/>
              </a:ext>
            </a:extLst>
          </p:cNvPr>
          <p:cNvSpPr>
            <a:spLocks noGrp="1"/>
          </p:cNvSpPr>
          <p:nvPr/>
        </p:nvSpPr>
        <p:spPr>
          <a:xfrm>
            <a:off x="2089196" y="1338262"/>
            <a:ext cx="1565483" cy="406989"/>
          </a:xfrm>
          <a:prstGeom prst="rect">
            <a:avLst/>
          </a:prstGeom>
          <a:noFill/>
          <a:ln w="0">
            <a:noFill/>
          </a:ln>
        </p:spPr>
        <p:txBody>
          <a:bodyPr wrap="none" lIns="0" tIns="0" rIns="0" bIns="0" anchor="t">
            <a:noAutofit/>
          </a:bodyPr>
          <a:lstStyle>
            <a:defPPr algn="l">
              <a:defRPr sz="1500" b="0">
                <a:solidFill>
                  <a:srgbClr val="255DA8"/>
                </a:solidFill>
                <a:latin typeface="Ubuntu Light"/>
                <a:ea typeface="Ubuntu Light"/>
                <a:cs typeface="Ubuntu Light"/>
              </a:defRPr>
            </a:defPPr>
            <a:lvl1pPr algn="l">
              <a:defRPr sz="1500" b="0">
                <a:solidFill>
                  <a:srgbClr val="255DA8"/>
                </a:solidFill>
                <a:latin typeface="Ubuntu Light"/>
                <a:ea typeface="Ubuntu Light"/>
                <a:cs typeface="Ubuntu Light"/>
              </a:defRPr>
            </a:lvl1pPr>
            <a:lvl2pPr algn="l">
              <a:defRPr sz="1500" b="0">
                <a:solidFill>
                  <a:srgbClr val="255DA8"/>
                </a:solidFill>
                <a:latin typeface="Ubuntu Light"/>
                <a:ea typeface="Ubuntu Light"/>
                <a:cs typeface="Ubuntu Light"/>
              </a:defRPr>
            </a:lvl2pPr>
            <a:lvl3pPr algn="l">
              <a:defRPr sz="1500" b="0">
                <a:solidFill>
                  <a:srgbClr val="255DA8"/>
                </a:solidFill>
                <a:latin typeface="Ubuntu Light"/>
                <a:ea typeface="Ubuntu Light"/>
                <a:cs typeface="Ubuntu Light"/>
              </a:defRPr>
            </a:lvl3pPr>
            <a:lvl4pPr algn="l">
              <a:defRPr sz="1500" b="0">
                <a:solidFill>
                  <a:srgbClr val="255DA8"/>
                </a:solidFill>
                <a:latin typeface="Ubuntu Light"/>
                <a:ea typeface="Ubuntu Light"/>
                <a:cs typeface="Ubuntu Light"/>
              </a:defRPr>
            </a:lvl4pPr>
            <a:lvl5pPr algn="l">
              <a:defRPr sz="1500" b="0">
                <a:solidFill>
                  <a:srgbClr val="255DA8"/>
                </a:solidFill>
                <a:latin typeface="Ubuntu Light"/>
                <a:ea typeface="Ubuntu Light"/>
                <a:cs typeface="Ubuntu Light"/>
              </a:defRPr>
            </a:lvl5pPr>
            <a:lvl6pPr algn="l">
              <a:defRPr sz="1500" b="0">
                <a:solidFill>
                  <a:srgbClr val="255DA8"/>
                </a:solidFill>
                <a:latin typeface="Ubuntu Light"/>
                <a:ea typeface="Ubuntu Light"/>
                <a:cs typeface="Ubuntu Light"/>
              </a:defRPr>
            </a:lvl6pPr>
            <a:lvl7pPr algn="l">
              <a:defRPr sz="1500" b="0">
                <a:solidFill>
                  <a:srgbClr val="255DA8"/>
                </a:solidFill>
                <a:latin typeface="Ubuntu Light"/>
                <a:ea typeface="Ubuntu Light"/>
                <a:cs typeface="Ubuntu Light"/>
              </a:defRPr>
            </a:lvl7pPr>
            <a:lvl8pPr algn="l">
              <a:defRPr sz="1500" b="0">
                <a:solidFill>
                  <a:srgbClr val="255DA8"/>
                </a:solidFill>
                <a:latin typeface="Ubuntu Light"/>
                <a:ea typeface="Ubuntu Light"/>
                <a:cs typeface="Ubuntu Light"/>
              </a:defRPr>
            </a:lvl8pPr>
            <a:lvl9pPr algn="l">
              <a:defRPr sz="1500" b="0">
                <a:solidFill>
                  <a:srgbClr val="255DA8"/>
                </a:solidFill>
                <a:latin typeface="Ubuntu Light"/>
                <a:ea typeface="Ubuntu Light"/>
                <a:cs typeface="Ubuntu Light"/>
              </a:defRPr>
            </a:lvl9pPr>
          </a:lstStyle>
          <a:p>
            <a:pPr algn="ctr">
              <a:defRPr sz="1500" b="0">
                <a:solidFill>
                  <a:srgbClr val="255DA8"/>
                </a:solidFill>
                <a:latin typeface="Ubuntu Light"/>
                <a:ea typeface="Ubuntu Light"/>
                <a:cs typeface="Ubuntu Light"/>
              </a:defRPr>
            </a:pPr>
            <a:r>
              <a:rPr lang="en-US" sz="1200" b="0" dirty="0">
                <a:latin typeface="Ubuntu Light"/>
                <a:ea typeface="Ubuntu Light"/>
                <a:cs typeface="Ubuntu Light"/>
              </a:rPr>
              <a:t>Specify boto3</a:t>
            </a:r>
            <a:endParaRPr sz="1200" b="0" dirty="0">
              <a:latin typeface="Ubuntu Light"/>
              <a:ea typeface="Ubuntu Light"/>
              <a:cs typeface="Ubuntu Light"/>
            </a:endParaRPr>
          </a:p>
          <a:p>
            <a:pPr algn="ctr">
              <a:defRPr sz="1500" b="0">
                <a:solidFill>
                  <a:srgbClr val="255DA8"/>
                </a:solidFill>
                <a:latin typeface="Ubuntu Light"/>
                <a:ea typeface="Ubuntu Light"/>
                <a:cs typeface="Ubuntu Light"/>
              </a:defRPr>
            </a:pPr>
            <a:r>
              <a:rPr sz="1200" b="0" dirty="0">
                <a:latin typeface="Menlo"/>
                <a:ea typeface="Menlo"/>
                <a:cs typeface="Menlo"/>
              </a:rPr>
              <a:t>AWS_ENDPOINT_URL</a:t>
            </a:r>
          </a:p>
        </p:txBody>
      </p:sp>
      <p:sp>
        <p:nvSpPr>
          <p:cNvPr id="39" name="environment-mechanism-label-0">
            <a:extLst>
              <a:ext uri="{FF2B5EF4-FFF2-40B4-BE49-F238E27FC236}">
                <a16:creationId xmlns:a16="http://schemas.microsoft.com/office/drawing/2014/main" id="{B3726D08-A325-6222-F923-FFFDB9D80E31}"/>
              </a:ext>
            </a:extLst>
          </p:cNvPr>
          <p:cNvSpPr>
            <a:spLocks noGrp="1"/>
          </p:cNvSpPr>
          <p:nvPr/>
        </p:nvSpPr>
        <p:spPr>
          <a:xfrm>
            <a:off x="5758063" y="1339116"/>
            <a:ext cx="767962" cy="406135"/>
          </a:xfrm>
          <a:prstGeom prst="rect">
            <a:avLst/>
          </a:prstGeom>
          <a:noFill/>
          <a:ln w="0">
            <a:noFill/>
          </a:ln>
        </p:spPr>
        <p:txBody>
          <a:bodyPr wrap="none" lIns="0" tIns="0" rIns="0" bIns="0" anchor="t">
            <a:noAutofit/>
          </a:bodyPr>
          <a:lstStyle>
            <a:defPPr algn="l">
              <a:defRPr sz="1500" b="0">
                <a:solidFill>
                  <a:srgbClr val="255DA8"/>
                </a:solidFill>
                <a:latin typeface="Ubuntu Light"/>
                <a:ea typeface="Ubuntu Light"/>
                <a:cs typeface="Ubuntu Light"/>
              </a:defRPr>
            </a:defPPr>
            <a:lvl1pPr algn="l">
              <a:defRPr sz="1500" b="0">
                <a:solidFill>
                  <a:srgbClr val="255DA8"/>
                </a:solidFill>
                <a:latin typeface="Ubuntu Light"/>
                <a:ea typeface="Ubuntu Light"/>
                <a:cs typeface="Ubuntu Light"/>
              </a:defRPr>
            </a:lvl1pPr>
            <a:lvl2pPr algn="l">
              <a:defRPr sz="1500" b="0">
                <a:solidFill>
                  <a:srgbClr val="255DA8"/>
                </a:solidFill>
                <a:latin typeface="Ubuntu Light"/>
                <a:ea typeface="Ubuntu Light"/>
                <a:cs typeface="Ubuntu Light"/>
              </a:defRPr>
            </a:lvl2pPr>
            <a:lvl3pPr algn="l">
              <a:defRPr sz="1500" b="0">
                <a:solidFill>
                  <a:srgbClr val="255DA8"/>
                </a:solidFill>
                <a:latin typeface="Ubuntu Light"/>
                <a:ea typeface="Ubuntu Light"/>
                <a:cs typeface="Ubuntu Light"/>
              </a:defRPr>
            </a:lvl3pPr>
            <a:lvl4pPr algn="l">
              <a:defRPr sz="1500" b="0">
                <a:solidFill>
                  <a:srgbClr val="255DA8"/>
                </a:solidFill>
                <a:latin typeface="Ubuntu Light"/>
                <a:ea typeface="Ubuntu Light"/>
                <a:cs typeface="Ubuntu Light"/>
              </a:defRPr>
            </a:lvl4pPr>
            <a:lvl5pPr algn="l">
              <a:defRPr sz="1500" b="0">
                <a:solidFill>
                  <a:srgbClr val="255DA8"/>
                </a:solidFill>
                <a:latin typeface="Ubuntu Light"/>
                <a:ea typeface="Ubuntu Light"/>
                <a:cs typeface="Ubuntu Light"/>
              </a:defRPr>
            </a:lvl5pPr>
            <a:lvl6pPr algn="l">
              <a:defRPr sz="1500" b="0">
                <a:solidFill>
                  <a:srgbClr val="255DA8"/>
                </a:solidFill>
                <a:latin typeface="Ubuntu Light"/>
                <a:ea typeface="Ubuntu Light"/>
                <a:cs typeface="Ubuntu Light"/>
              </a:defRPr>
            </a:lvl6pPr>
            <a:lvl7pPr algn="l">
              <a:defRPr sz="1500" b="0">
                <a:solidFill>
                  <a:srgbClr val="255DA8"/>
                </a:solidFill>
                <a:latin typeface="Ubuntu Light"/>
                <a:ea typeface="Ubuntu Light"/>
                <a:cs typeface="Ubuntu Light"/>
              </a:defRPr>
            </a:lvl7pPr>
            <a:lvl8pPr algn="l">
              <a:defRPr sz="1500" b="0">
                <a:solidFill>
                  <a:srgbClr val="255DA8"/>
                </a:solidFill>
                <a:latin typeface="Ubuntu Light"/>
                <a:ea typeface="Ubuntu Light"/>
                <a:cs typeface="Ubuntu Light"/>
              </a:defRPr>
            </a:lvl8pPr>
            <a:lvl9pPr algn="l">
              <a:defRPr sz="1500" b="0">
                <a:solidFill>
                  <a:srgbClr val="255DA8"/>
                </a:solidFill>
                <a:latin typeface="Ubuntu Light"/>
                <a:ea typeface="Ubuntu Light"/>
                <a:cs typeface="Ubuntu Light"/>
              </a:defRPr>
            </a:lvl9pPr>
          </a:lstStyle>
          <a:p>
            <a:pPr algn="ctr">
              <a:defRPr sz="1500" b="0">
                <a:solidFill>
                  <a:srgbClr val="255DA8"/>
                </a:solidFill>
                <a:latin typeface="Ubuntu Light"/>
                <a:ea typeface="Ubuntu Light"/>
                <a:cs typeface="Ubuntu Light"/>
              </a:defRPr>
            </a:pPr>
            <a:r>
              <a:rPr lang="en-US" sz="1200" b="0" dirty="0">
                <a:latin typeface="Ubuntu Light"/>
                <a:ea typeface="Ubuntu Light"/>
                <a:cs typeface="Ubuntu Light"/>
              </a:rPr>
              <a:t>Emulate</a:t>
            </a:r>
          </a:p>
          <a:p>
            <a:pPr algn="ctr">
              <a:defRPr sz="1500" b="0">
                <a:solidFill>
                  <a:srgbClr val="255DA8"/>
                </a:solidFill>
                <a:latin typeface="Ubuntu Light"/>
                <a:ea typeface="Ubuntu Light"/>
                <a:cs typeface="Ubuntu Light"/>
              </a:defRPr>
            </a:pPr>
            <a:r>
              <a:rPr lang="en-US" sz="1200" dirty="0">
                <a:ea typeface="Menlo"/>
                <a:cs typeface="Menlo"/>
              </a:rPr>
              <a:t>AWS API</a:t>
            </a:r>
            <a:endParaRPr sz="1200" b="0" dirty="0">
              <a:latin typeface="Menlo"/>
              <a:ea typeface="Menlo"/>
              <a:cs typeface="Menlo"/>
            </a:endParaRPr>
          </a:p>
        </p:txBody>
      </p:sp>
      <p:sp>
        <p:nvSpPr>
          <p:cNvPr id="40" name="environment-mechanism-label-0">
            <a:extLst>
              <a:ext uri="{FF2B5EF4-FFF2-40B4-BE49-F238E27FC236}">
                <a16:creationId xmlns:a16="http://schemas.microsoft.com/office/drawing/2014/main" id="{057F3403-63BE-9954-CABA-D6BFCCC2A77D}"/>
              </a:ext>
            </a:extLst>
          </p:cNvPr>
          <p:cNvSpPr>
            <a:spLocks noGrp="1"/>
          </p:cNvSpPr>
          <p:nvPr/>
        </p:nvSpPr>
        <p:spPr>
          <a:xfrm>
            <a:off x="5645601" y="2477307"/>
            <a:ext cx="1250258" cy="424002"/>
          </a:xfrm>
          <a:prstGeom prst="rect">
            <a:avLst/>
          </a:prstGeom>
          <a:noFill/>
          <a:ln w="0">
            <a:noFill/>
          </a:ln>
        </p:spPr>
        <p:txBody>
          <a:bodyPr wrap="none" lIns="0" tIns="0" rIns="0" bIns="0" anchor="t">
            <a:noAutofit/>
          </a:bodyPr>
          <a:lstStyle>
            <a:defPPr algn="l">
              <a:defRPr sz="1500" b="0">
                <a:solidFill>
                  <a:srgbClr val="255DA8"/>
                </a:solidFill>
                <a:latin typeface="Ubuntu Light"/>
                <a:ea typeface="Ubuntu Light"/>
                <a:cs typeface="Ubuntu Light"/>
              </a:defRPr>
            </a:defPPr>
            <a:lvl1pPr algn="l">
              <a:defRPr sz="1500" b="0">
                <a:solidFill>
                  <a:srgbClr val="255DA8"/>
                </a:solidFill>
                <a:latin typeface="Ubuntu Light"/>
                <a:ea typeface="Ubuntu Light"/>
                <a:cs typeface="Ubuntu Light"/>
              </a:defRPr>
            </a:lvl1pPr>
            <a:lvl2pPr algn="l">
              <a:defRPr sz="1500" b="0">
                <a:solidFill>
                  <a:srgbClr val="255DA8"/>
                </a:solidFill>
                <a:latin typeface="Ubuntu Light"/>
                <a:ea typeface="Ubuntu Light"/>
                <a:cs typeface="Ubuntu Light"/>
              </a:defRPr>
            </a:lvl2pPr>
            <a:lvl3pPr algn="l">
              <a:defRPr sz="1500" b="0">
                <a:solidFill>
                  <a:srgbClr val="255DA8"/>
                </a:solidFill>
                <a:latin typeface="Ubuntu Light"/>
                <a:ea typeface="Ubuntu Light"/>
                <a:cs typeface="Ubuntu Light"/>
              </a:defRPr>
            </a:lvl3pPr>
            <a:lvl4pPr algn="l">
              <a:defRPr sz="1500" b="0">
                <a:solidFill>
                  <a:srgbClr val="255DA8"/>
                </a:solidFill>
                <a:latin typeface="Ubuntu Light"/>
                <a:ea typeface="Ubuntu Light"/>
                <a:cs typeface="Ubuntu Light"/>
              </a:defRPr>
            </a:lvl4pPr>
            <a:lvl5pPr algn="l">
              <a:defRPr sz="1500" b="0">
                <a:solidFill>
                  <a:srgbClr val="255DA8"/>
                </a:solidFill>
                <a:latin typeface="Ubuntu Light"/>
                <a:ea typeface="Ubuntu Light"/>
                <a:cs typeface="Ubuntu Light"/>
              </a:defRPr>
            </a:lvl5pPr>
            <a:lvl6pPr algn="l">
              <a:defRPr sz="1500" b="0">
                <a:solidFill>
                  <a:srgbClr val="255DA8"/>
                </a:solidFill>
                <a:latin typeface="Ubuntu Light"/>
                <a:ea typeface="Ubuntu Light"/>
                <a:cs typeface="Ubuntu Light"/>
              </a:defRPr>
            </a:lvl6pPr>
            <a:lvl7pPr algn="l">
              <a:defRPr sz="1500" b="0">
                <a:solidFill>
                  <a:srgbClr val="255DA8"/>
                </a:solidFill>
                <a:latin typeface="Ubuntu Light"/>
                <a:ea typeface="Ubuntu Light"/>
                <a:cs typeface="Ubuntu Light"/>
              </a:defRPr>
            </a:lvl7pPr>
            <a:lvl8pPr algn="l">
              <a:defRPr sz="1500" b="0">
                <a:solidFill>
                  <a:srgbClr val="255DA8"/>
                </a:solidFill>
                <a:latin typeface="Ubuntu Light"/>
                <a:ea typeface="Ubuntu Light"/>
                <a:cs typeface="Ubuntu Light"/>
              </a:defRPr>
            </a:lvl8pPr>
            <a:lvl9pPr algn="l">
              <a:defRPr sz="1500" b="0">
                <a:solidFill>
                  <a:srgbClr val="255DA8"/>
                </a:solidFill>
                <a:latin typeface="Ubuntu Light"/>
                <a:ea typeface="Ubuntu Light"/>
                <a:cs typeface="Ubuntu Light"/>
              </a:defRPr>
            </a:lvl9pPr>
          </a:lstStyle>
          <a:p>
            <a:pPr algn="ctr">
              <a:defRPr sz="1500" b="0">
                <a:solidFill>
                  <a:srgbClr val="255DA8"/>
                </a:solidFill>
                <a:latin typeface="Ubuntu Light"/>
                <a:ea typeface="Ubuntu Light"/>
                <a:cs typeface="Ubuntu Light"/>
              </a:defRPr>
            </a:pPr>
            <a:r>
              <a:rPr lang="en-US" sz="1200" b="0" dirty="0">
                <a:latin typeface="Ubuntu Light"/>
                <a:ea typeface="Ubuntu Light"/>
                <a:cs typeface="Ubuntu Light"/>
              </a:rPr>
              <a:t>Inject custom</a:t>
            </a:r>
          </a:p>
          <a:p>
            <a:pPr algn="ctr">
              <a:defRPr sz="1500" b="0">
                <a:solidFill>
                  <a:srgbClr val="255DA8"/>
                </a:solidFill>
                <a:latin typeface="Ubuntu Light"/>
                <a:ea typeface="Ubuntu Light"/>
                <a:cs typeface="Ubuntu Light"/>
              </a:defRPr>
            </a:pPr>
            <a:r>
              <a:rPr lang="en-US" sz="1200" dirty="0"/>
              <a:t>error responses</a:t>
            </a:r>
            <a:endParaRPr lang="en-US" sz="1200" b="0" dirty="0">
              <a:latin typeface="Ubuntu Light"/>
              <a:ea typeface="Ubuntu Light"/>
              <a:cs typeface="Ubuntu Light"/>
            </a:endParaRPr>
          </a:p>
        </p:txBody>
      </p:sp>
      <p:sp>
        <p:nvSpPr>
          <p:cNvPr id="42" name="environment-need-1">
            <a:extLst>
              <a:ext uri="{FF2B5EF4-FFF2-40B4-BE49-F238E27FC236}">
                <a16:creationId xmlns:a16="http://schemas.microsoft.com/office/drawing/2014/main" id="{DF9C5350-F3EC-D1FC-1941-CCA908B6E279}"/>
              </a:ext>
            </a:extLst>
          </p:cNvPr>
          <p:cNvSpPr>
            <a:spLocks noGrp="1"/>
          </p:cNvSpPr>
          <p:nvPr/>
        </p:nvSpPr>
        <p:spPr>
          <a:xfrm>
            <a:off x="619125" y="2758561"/>
            <a:ext cx="1533525" cy="542925"/>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dirty="0">
                <a:latin typeface="Ubuntu Light"/>
                <a:ea typeface="Ubuntu Light"/>
                <a:cs typeface="Ubuntu Light"/>
              </a:rPr>
              <a:t>Reach retry and</a:t>
            </a:r>
          </a:p>
          <a:p>
            <a:pPr algn="l">
              <a:defRPr sz="1575" b="0">
                <a:solidFill>
                  <a:srgbClr val="202D3E"/>
                </a:solidFill>
                <a:latin typeface="Ubuntu Light"/>
                <a:ea typeface="Ubuntu Light"/>
                <a:cs typeface="Ubuntu Light"/>
              </a:defRPr>
            </a:pPr>
            <a:r>
              <a:rPr b="0" dirty="0">
                <a:latin typeface="Ubuntu Light"/>
                <a:ea typeface="Ubuntu Light"/>
                <a:cs typeface="Ubuntu Light"/>
              </a:rPr>
              <a:t>recovery paths</a:t>
            </a:r>
          </a:p>
        </p:txBody>
      </p:sp>
      <p:sp>
        <p:nvSpPr>
          <p:cNvPr id="43" name="environment-mechanism-label-1">
            <a:extLst>
              <a:ext uri="{FF2B5EF4-FFF2-40B4-BE49-F238E27FC236}">
                <a16:creationId xmlns:a16="http://schemas.microsoft.com/office/drawing/2014/main" id="{5F39F4C2-AFC5-A503-BDC4-5AB97AB6B3B5}"/>
              </a:ext>
            </a:extLst>
          </p:cNvPr>
          <p:cNvSpPr>
            <a:spLocks noGrp="1"/>
          </p:cNvSpPr>
          <p:nvPr/>
        </p:nvSpPr>
        <p:spPr>
          <a:xfrm>
            <a:off x="2331119" y="2516950"/>
            <a:ext cx="1081636" cy="405414"/>
          </a:xfrm>
          <a:prstGeom prst="rect">
            <a:avLst/>
          </a:prstGeom>
          <a:noFill/>
          <a:ln w="0">
            <a:noFill/>
          </a:ln>
        </p:spPr>
        <p:txBody>
          <a:bodyPr wrap="none" lIns="0" tIns="0" rIns="0" bIns="0" anchor="t">
            <a:noAutofit/>
          </a:bodyPr>
          <a:lstStyle>
            <a:defPPr algn="l">
              <a:defRPr sz="1500" b="0">
                <a:solidFill>
                  <a:srgbClr val="255DA8"/>
                </a:solidFill>
                <a:latin typeface="Ubuntu Light"/>
                <a:ea typeface="Ubuntu Light"/>
                <a:cs typeface="Ubuntu Light"/>
              </a:defRPr>
            </a:defPPr>
            <a:lvl1pPr algn="l">
              <a:defRPr sz="1500" b="0">
                <a:solidFill>
                  <a:srgbClr val="255DA8"/>
                </a:solidFill>
                <a:latin typeface="Ubuntu Light"/>
                <a:ea typeface="Ubuntu Light"/>
                <a:cs typeface="Ubuntu Light"/>
              </a:defRPr>
            </a:lvl1pPr>
            <a:lvl2pPr algn="l">
              <a:defRPr sz="1500" b="0">
                <a:solidFill>
                  <a:srgbClr val="255DA8"/>
                </a:solidFill>
                <a:latin typeface="Ubuntu Light"/>
                <a:ea typeface="Ubuntu Light"/>
                <a:cs typeface="Ubuntu Light"/>
              </a:defRPr>
            </a:lvl2pPr>
            <a:lvl3pPr algn="l">
              <a:defRPr sz="1500" b="0">
                <a:solidFill>
                  <a:srgbClr val="255DA8"/>
                </a:solidFill>
                <a:latin typeface="Ubuntu Light"/>
                <a:ea typeface="Ubuntu Light"/>
                <a:cs typeface="Ubuntu Light"/>
              </a:defRPr>
            </a:lvl3pPr>
            <a:lvl4pPr algn="l">
              <a:defRPr sz="1500" b="0">
                <a:solidFill>
                  <a:srgbClr val="255DA8"/>
                </a:solidFill>
                <a:latin typeface="Ubuntu Light"/>
                <a:ea typeface="Ubuntu Light"/>
                <a:cs typeface="Ubuntu Light"/>
              </a:defRPr>
            </a:lvl4pPr>
            <a:lvl5pPr algn="l">
              <a:defRPr sz="1500" b="0">
                <a:solidFill>
                  <a:srgbClr val="255DA8"/>
                </a:solidFill>
                <a:latin typeface="Ubuntu Light"/>
                <a:ea typeface="Ubuntu Light"/>
                <a:cs typeface="Ubuntu Light"/>
              </a:defRPr>
            </a:lvl5pPr>
            <a:lvl6pPr algn="l">
              <a:defRPr sz="1500" b="0">
                <a:solidFill>
                  <a:srgbClr val="255DA8"/>
                </a:solidFill>
                <a:latin typeface="Ubuntu Light"/>
                <a:ea typeface="Ubuntu Light"/>
                <a:cs typeface="Ubuntu Light"/>
              </a:defRPr>
            </a:lvl6pPr>
            <a:lvl7pPr algn="l">
              <a:defRPr sz="1500" b="0">
                <a:solidFill>
                  <a:srgbClr val="255DA8"/>
                </a:solidFill>
                <a:latin typeface="Ubuntu Light"/>
                <a:ea typeface="Ubuntu Light"/>
                <a:cs typeface="Ubuntu Light"/>
              </a:defRPr>
            </a:lvl7pPr>
            <a:lvl8pPr algn="l">
              <a:defRPr sz="1500" b="0">
                <a:solidFill>
                  <a:srgbClr val="255DA8"/>
                </a:solidFill>
                <a:latin typeface="Ubuntu Light"/>
                <a:ea typeface="Ubuntu Light"/>
                <a:cs typeface="Ubuntu Light"/>
              </a:defRPr>
            </a:lvl8pPr>
            <a:lvl9pPr algn="l">
              <a:defRPr sz="1500" b="0">
                <a:solidFill>
                  <a:srgbClr val="255DA8"/>
                </a:solidFill>
                <a:latin typeface="Ubuntu Light"/>
                <a:ea typeface="Ubuntu Light"/>
                <a:cs typeface="Ubuntu Light"/>
              </a:defRPr>
            </a:lvl9pPr>
          </a:lstStyle>
          <a:p>
            <a:pPr algn="ctr">
              <a:defRPr sz="1500" b="0">
                <a:solidFill>
                  <a:srgbClr val="255DA8"/>
                </a:solidFill>
                <a:latin typeface="Ubuntu Light"/>
                <a:ea typeface="Ubuntu Light"/>
                <a:cs typeface="Ubuntu Light"/>
              </a:defRPr>
            </a:pPr>
            <a:r>
              <a:rPr lang="en-US" sz="1200" b="0" dirty="0">
                <a:latin typeface="Ubuntu Light"/>
                <a:ea typeface="Ubuntu Light"/>
                <a:cs typeface="Ubuntu Light"/>
              </a:rPr>
              <a:t>Specify</a:t>
            </a:r>
          </a:p>
          <a:p>
            <a:pPr algn="ctr">
              <a:defRPr sz="1500" b="0">
                <a:solidFill>
                  <a:srgbClr val="255DA8"/>
                </a:solidFill>
                <a:latin typeface="Ubuntu Light"/>
                <a:ea typeface="Ubuntu Light"/>
                <a:cs typeface="Ubuntu Light"/>
              </a:defRPr>
            </a:pPr>
            <a:r>
              <a:rPr lang="en-HK" sz="1200" dirty="0">
                <a:latin typeface="Menlo"/>
                <a:ea typeface="Menlo"/>
                <a:cs typeface="Menlo"/>
              </a:rPr>
              <a:t>HTTP_PROXY</a:t>
            </a:r>
          </a:p>
        </p:txBody>
      </p:sp>
      <p:cxnSp>
        <p:nvCxnSpPr>
          <p:cNvPr id="45" name="environment-mechanism-0-0">
            <a:extLst>
              <a:ext uri="{FF2B5EF4-FFF2-40B4-BE49-F238E27FC236}">
                <a16:creationId xmlns:a16="http://schemas.microsoft.com/office/drawing/2014/main" id="{A39E803D-6BD5-2D43-FBE1-5168D6FD4259}"/>
              </a:ext>
            </a:extLst>
          </p:cNvPr>
          <p:cNvCxnSpPr>
            <a:cxnSpLocks/>
          </p:cNvCxnSpPr>
          <p:nvPr/>
        </p:nvCxnSpPr>
        <p:spPr>
          <a:xfrm>
            <a:off x="2347936" y="3071812"/>
            <a:ext cx="1102195" cy="0"/>
          </a:xfrm>
          <a:prstGeom prst="straightConnector1">
            <a:avLst/>
          </a:prstGeom>
          <a:ln w="19050">
            <a:solidFill>
              <a:srgbClr val="202D3E"/>
            </a:solidFill>
            <a:tailEnd type="triangle" w="sm" len="sm"/>
          </a:ln>
        </p:spPr>
      </p:cxnSp>
      <p:cxnSp>
        <p:nvCxnSpPr>
          <p:cNvPr id="51" name="environment-mechanism-2-0">
            <a:extLst>
              <a:ext uri="{FF2B5EF4-FFF2-40B4-BE49-F238E27FC236}">
                <a16:creationId xmlns:a16="http://schemas.microsoft.com/office/drawing/2014/main" id="{23C568EE-8496-B891-65A8-71E1762200FE}"/>
              </a:ext>
            </a:extLst>
          </p:cNvPr>
          <p:cNvCxnSpPr>
            <a:cxnSpLocks/>
          </p:cNvCxnSpPr>
          <p:nvPr/>
        </p:nvCxnSpPr>
        <p:spPr>
          <a:xfrm>
            <a:off x="2321699" y="4291433"/>
            <a:ext cx="1227920" cy="0"/>
          </a:xfrm>
          <a:prstGeom prst="straightConnector1">
            <a:avLst/>
          </a:prstGeom>
          <a:ln w="19050">
            <a:solidFill>
              <a:srgbClr val="202D3E"/>
            </a:solidFill>
            <a:tailEnd type="triangle" w="sm" len="sm"/>
          </a:ln>
        </p:spPr>
      </p:cxnSp>
      <p:sp>
        <p:nvSpPr>
          <p:cNvPr id="54" name="TextBox 53">
            <a:extLst>
              <a:ext uri="{FF2B5EF4-FFF2-40B4-BE49-F238E27FC236}">
                <a16:creationId xmlns:a16="http://schemas.microsoft.com/office/drawing/2014/main" id="{8741701F-E579-0828-10E5-BD7B1B5AF4B8}"/>
              </a:ext>
            </a:extLst>
          </p:cNvPr>
          <p:cNvSpPr txBox="1"/>
          <p:nvPr/>
        </p:nvSpPr>
        <p:spPr>
          <a:xfrm>
            <a:off x="1916333" y="3714627"/>
            <a:ext cx="1960514" cy="461665"/>
          </a:xfrm>
          <a:prstGeom prst="rect">
            <a:avLst/>
          </a:prstGeom>
          <a:noFill/>
        </p:spPr>
        <p:txBody>
          <a:bodyPr wrap="square">
            <a:spAutoFit/>
          </a:bodyPr>
          <a:lstStyle/>
          <a:p>
            <a:pPr algn="ctr">
              <a:defRPr sz="1500" b="0">
                <a:solidFill>
                  <a:srgbClr val="255DA8"/>
                </a:solidFill>
                <a:latin typeface="Ubuntu Light"/>
                <a:ea typeface="Ubuntu Light"/>
                <a:cs typeface="Ubuntu Light"/>
              </a:defRPr>
            </a:pPr>
            <a:r>
              <a:rPr lang="en-HK" sz="1200" b="0" dirty="0">
                <a:latin typeface="Ubuntu Light"/>
                <a:ea typeface="Ubuntu Light"/>
                <a:cs typeface="Ubuntu Light"/>
              </a:rPr>
              <a:t>Set test function name as </a:t>
            </a:r>
          </a:p>
          <a:p>
            <a:pPr algn="ctr">
              <a:defRPr sz="1500" b="0">
                <a:solidFill>
                  <a:srgbClr val="255DA8"/>
                </a:solidFill>
                <a:latin typeface="Ubuntu Light"/>
                <a:ea typeface="Ubuntu Light"/>
                <a:cs typeface="Ubuntu Light"/>
              </a:defRPr>
            </a:pPr>
            <a:r>
              <a:rPr lang="en-HK" sz="1200" dirty="0">
                <a:latin typeface="Menlo"/>
                <a:ea typeface="Menlo"/>
                <a:cs typeface="Menlo"/>
              </a:rPr>
              <a:t>COVERAGE_CONTEXT</a:t>
            </a:r>
          </a:p>
        </p:txBody>
      </p:sp>
      <p:sp>
        <p:nvSpPr>
          <p:cNvPr id="64" name="environment-need-2">
            <a:extLst>
              <a:ext uri="{FF2B5EF4-FFF2-40B4-BE49-F238E27FC236}">
                <a16:creationId xmlns:a16="http://schemas.microsoft.com/office/drawing/2014/main" id="{6EBCA270-2041-6136-93F4-6DFED912B684}"/>
              </a:ext>
            </a:extLst>
          </p:cNvPr>
          <p:cNvSpPr>
            <a:spLocks noGrp="1"/>
          </p:cNvSpPr>
          <p:nvPr/>
        </p:nvSpPr>
        <p:spPr>
          <a:xfrm>
            <a:off x="619126" y="4105275"/>
            <a:ext cx="1702574" cy="542925"/>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dirty="0">
                <a:latin typeface="Ubuntu Light"/>
                <a:ea typeface="Ubuntu Light"/>
                <a:cs typeface="Ubuntu Light"/>
              </a:rPr>
              <a:t>Which test ran</a:t>
            </a:r>
          </a:p>
          <a:p>
            <a:pPr algn="l">
              <a:defRPr sz="1575" b="0">
                <a:solidFill>
                  <a:srgbClr val="202D3E"/>
                </a:solidFill>
                <a:latin typeface="Ubuntu Light"/>
                <a:ea typeface="Ubuntu Light"/>
                <a:cs typeface="Ubuntu Light"/>
              </a:defRPr>
            </a:pPr>
            <a:r>
              <a:rPr b="0" dirty="0">
                <a:latin typeface="Ubuntu Light"/>
                <a:ea typeface="Ubuntu Light"/>
                <a:cs typeface="Ubuntu Light"/>
              </a:rPr>
              <a:t>this Python line?</a:t>
            </a:r>
          </a:p>
        </p:txBody>
      </p:sp>
    </p:spTree>
    <p:extLst>
      <p:ext uri="{BB962C8B-B14F-4D97-AF65-F5344CB8AC3E}">
        <p14:creationId xmlns:p14="http://schemas.microsoft.com/office/powerpoint/2010/main" val="3362216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title">
            <a:extLst>
              <a:ext uri="{FF2B5EF4-FFF2-40B4-BE49-F238E27FC236}">
                <a16:creationId xmlns:a16="http://schemas.microsoft.com/office/drawing/2014/main" id="{A1A36102-FFA4-4A59-84B6-3BD17F1F57F8}"/>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b="0">
                <a:latin typeface="Ubuntu Light"/>
                <a:ea typeface="Ubuntu Light"/>
                <a:cs typeface="Ubuntu Light"/>
              </a:rPr>
              <a:t>Start Floci with a Testcontainers fixture</a:t>
            </a:r>
          </a:p>
        </p:txBody>
      </p:sp>
      <p:sp>
        <p:nvSpPr>
          <p:cNvPr id="2" name="source-label">
            <a:extLst>
              <a:ext uri="{FF2B5EF4-FFF2-40B4-BE49-F238E27FC236}">
                <a16:creationId xmlns:a16="http://schemas.microsoft.com/office/drawing/2014/main" id="{A85A0476-97EA-4ABA-AF84-C6B0756A28A4}"/>
              </a:ext>
            </a:extLst>
          </p:cNvPr>
          <p:cNvSpPr>
            <a:spLocks noGrp="1"/>
          </p:cNvSpPr>
          <p:nvPr/>
        </p:nvSpPr>
        <p:spPr>
          <a:xfrm>
            <a:off x="619125" y="1381125"/>
            <a:ext cx="1666875" cy="219075"/>
          </a:xfrm>
          <a:prstGeom prst="rect">
            <a:avLst/>
          </a:prstGeom>
          <a:noFill/>
          <a:ln w="0">
            <a:noFill/>
          </a:ln>
        </p:spPr>
        <p:txBody>
          <a:bodyPr wrap="none" lIns="0" tIns="0" rIns="0" bIns="0" anchor="t">
            <a:noAutofit/>
          </a:bodyPr>
          <a:lstStyle>
            <a:defPPr algn="l">
              <a:defRPr sz="1200" b="0">
                <a:solidFill>
                  <a:srgbClr val="475569"/>
                </a:solidFill>
                <a:latin typeface="Ubuntu Light"/>
                <a:ea typeface="Ubuntu Light"/>
                <a:cs typeface="Ubuntu Light"/>
              </a:defRPr>
            </a:defPPr>
            <a:lvl1pPr algn="l">
              <a:defRPr sz="1200" b="0">
                <a:solidFill>
                  <a:srgbClr val="475569"/>
                </a:solidFill>
                <a:latin typeface="Ubuntu Light"/>
                <a:ea typeface="Ubuntu Light"/>
                <a:cs typeface="Ubuntu Light"/>
              </a:defRPr>
            </a:lvl1pPr>
            <a:lvl2pPr algn="l">
              <a:defRPr sz="1200" b="0">
                <a:solidFill>
                  <a:srgbClr val="475569"/>
                </a:solidFill>
                <a:latin typeface="Ubuntu Light"/>
                <a:ea typeface="Ubuntu Light"/>
                <a:cs typeface="Ubuntu Light"/>
              </a:defRPr>
            </a:lvl2pPr>
            <a:lvl3pPr algn="l">
              <a:defRPr sz="1200" b="0">
                <a:solidFill>
                  <a:srgbClr val="475569"/>
                </a:solidFill>
                <a:latin typeface="Ubuntu Light"/>
                <a:ea typeface="Ubuntu Light"/>
                <a:cs typeface="Ubuntu Light"/>
              </a:defRPr>
            </a:lvl3pPr>
            <a:lvl4pPr algn="l">
              <a:defRPr sz="1200" b="0">
                <a:solidFill>
                  <a:srgbClr val="475569"/>
                </a:solidFill>
                <a:latin typeface="Ubuntu Light"/>
                <a:ea typeface="Ubuntu Light"/>
                <a:cs typeface="Ubuntu Light"/>
              </a:defRPr>
            </a:lvl4pPr>
            <a:lvl5pPr algn="l">
              <a:defRPr sz="1200" b="0">
                <a:solidFill>
                  <a:srgbClr val="475569"/>
                </a:solidFill>
                <a:latin typeface="Ubuntu Light"/>
                <a:ea typeface="Ubuntu Light"/>
                <a:cs typeface="Ubuntu Light"/>
              </a:defRPr>
            </a:lvl5pPr>
            <a:lvl6pPr algn="l">
              <a:defRPr sz="1200" b="0">
                <a:solidFill>
                  <a:srgbClr val="475569"/>
                </a:solidFill>
                <a:latin typeface="Ubuntu Light"/>
                <a:ea typeface="Ubuntu Light"/>
                <a:cs typeface="Ubuntu Light"/>
              </a:defRPr>
            </a:lvl6pPr>
            <a:lvl7pPr algn="l">
              <a:defRPr sz="1200" b="0">
                <a:solidFill>
                  <a:srgbClr val="475569"/>
                </a:solidFill>
                <a:latin typeface="Ubuntu Light"/>
                <a:ea typeface="Ubuntu Light"/>
                <a:cs typeface="Ubuntu Light"/>
              </a:defRPr>
            </a:lvl7pPr>
            <a:lvl8pPr algn="l">
              <a:defRPr sz="1200" b="0">
                <a:solidFill>
                  <a:srgbClr val="475569"/>
                </a:solidFill>
                <a:latin typeface="Ubuntu Light"/>
                <a:ea typeface="Ubuntu Light"/>
                <a:cs typeface="Ubuntu Light"/>
              </a:defRPr>
            </a:lvl8pPr>
            <a:lvl9pPr algn="l">
              <a:defRPr sz="1200" b="0">
                <a:solidFill>
                  <a:srgbClr val="475569"/>
                </a:solidFill>
                <a:latin typeface="Ubuntu Light"/>
                <a:ea typeface="Ubuntu Light"/>
                <a:cs typeface="Ubuntu Light"/>
              </a:defRPr>
            </a:lvl9pPr>
          </a:lstStyle>
          <a:p>
            <a:pPr algn="l">
              <a:defRPr sz="1200" b="0">
                <a:solidFill>
                  <a:srgbClr val="475569"/>
                </a:solidFill>
                <a:latin typeface="Ubuntu Light"/>
                <a:ea typeface="Ubuntu Light"/>
                <a:cs typeface="Ubuntu Light"/>
              </a:defRPr>
            </a:pPr>
            <a:r>
              <a:rPr b="0">
                <a:latin typeface="Ubuntu Light"/>
                <a:ea typeface="Ubuntu Light"/>
                <a:cs typeface="Ubuntu Light"/>
              </a:rPr>
              <a:t>tests/fixtures/floci.py</a:t>
            </a:r>
          </a:p>
        </p:txBody>
      </p:sp>
      <p:sp>
        <p:nvSpPr>
          <p:cNvPr id="3" name="code-background">
            <a:extLst>
              <a:ext uri="{FF2B5EF4-FFF2-40B4-BE49-F238E27FC236}">
                <a16:creationId xmlns:a16="http://schemas.microsoft.com/office/drawing/2014/main" id="{74164E50-8310-43A9-83EF-1FDF02FB09A2}"/>
              </a:ext>
            </a:extLst>
          </p:cNvPr>
          <p:cNvSpPr>
            <a:spLocks noGrp="1"/>
          </p:cNvSpPr>
          <p:nvPr/>
        </p:nvSpPr>
        <p:spPr>
          <a:xfrm>
            <a:off x="619125" y="1724025"/>
            <a:ext cx="7143750" cy="3192066"/>
          </a:xfrm>
          <a:prstGeom prst="rect">
            <a:avLst/>
          </a:prstGeom>
          <a:solidFill>
            <a:srgbClr val="000000"/>
          </a:solidFill>
          <a:ln w="0">
            <a:noFill/>
          </a:ln>
        </p:spPr>
        <p:txBody>
          <a:bodyPr/>
          <a:lstStyle/>
          <a:p>
            <a:endParaRPr lang="en-US"/>
          </a:p>
        </p:txBody>
      </p:sp>
      <p:sp>
        <p:nvSpPr>
          <p:cNvPr id="4" name="code-line-0">
            <a:extLst>
              <a:ext uri="{FF2B5EF4-FFF2-40B4-BE49-F238E27FC236}">
                <a16:creationId xmlns:a16="http://schemas.microsoft.com/office/drawing/2014/main" id="{BEDE5F43-1EE9-4DF9-9548-D23E75A78F11}"/>
              </a:ext>
            </a:extLst>
          </p:cNvPr>
          <p:cNvSpPr>
            <a:spLocks noGrp="1"/>
          </p:cNvSpPr>
          <p:nvPr/>
        </p:nvSpPr>
        <p:spPr>
          <a:xfrm>
            <a:off x="790575" y="1838325"/>
            <a:ext cx="3254502"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a:solidFill>
                  <a:srgbClr val="DCDCAA"/>
                </a:solidFill>
                <a:latin typeface="Menlo"/>
                <a:ea typeface="Menlo"/>
                <a:cs typeface="Menlo"/>
              </a:rPr>
              <a:t>@</a:t>
            </a:r>
            <a:r>
              <a:rPr b="0">
                <a:solidFill>
                  <a:srgbClr val="4EC9B0"/>
                </a:solidFill>
                <a:latin typeface="Menlo"/>
                <a:ea typeface="Menlo"/>
                <a:cs typeface="Menlo"/>
              </a:rPr>
              <a:t>pytest</a:t>
            </a:r>
            <a:r>
              <a:rPr b="0">
                <a:solidFill>
                  <a:srgbClr val="DCDCAA"/>
                </a:solidFill>
                <a:latin typeface="Menlo"/>
                <a:ea typeface="Menlo"/>
                <a:cs typeface="Menlo"/>
              </a:rPr>
              <a:t>.fixture</a:t>
            </a:r>
            <a:r>
              <a:rPr b="0">
                <a:solidFill>
                  <a:srgbClr val="D4D4D4"/>
                </a:solidFill>
                <a:latin typeface="Menlo"/>
                <a:ea typeface="Menlo"/>
                <a:cs typeface="Menlo"/>
              </a:rPr>
              <a:t>(</a:t>
            </a:r>
            <a:r>
              <a:rPr b="0">
                <a:solidFill>
                  <a:srgbClr val="9CDCFE"/>
                </a:solidFill>
                <a:latin typeface="Menlo"/>
                <a:ea typeface="Menlo"/>
                <a:cs typeface="Menlo"/>
              </a:rPr>
              <a:t>scope</a:t>
            </a:r>
            <a:r>
              <a:rPr b="0">
                <a:solidFill>
                  <a:srgbClr val="D4D4D4"/>
                </a:solidFill>
                <a:latin typeface="Menlo"/>
                <a:ea typeface="Menlo"/>
                <a:cs typeface="Menlo"/>
              </a:rPr>
              <a:t>=</a:t>
            </a:r>
            <a:r>
              <a:rPr b="0">
                <a:solidFill>
                  <a:srgbClr val="CE9178"/>
                </a:solidFill>
                <a:latin typeface="Menlo"/>
                <a:ea typeface="Menlo"/>
                <a:cs typeface="Menlo"/>
              </a:rPr>
              <a:t>"session"</a:t>
            </a:r>
            <a:r>
              <a:rPr b="0">
                <a:solidFill>
                  <a:srgbClr val="D4D4D4"/>
                </a:solidFill>
                <a:latin typeface="Menlo"/>
                <a:ea typeface="Menlo"/>
                <a:cs typeface="Menlo"/>
              </a:rPr>
              <a:t>)</a:t>
            </a:r>
          </a:p>
        </p:txBody>
      </p:sp>
      <p:sp>
        <p:nvSpPr>
          <p:cNvPr id="5" name="code-line-1">
            <a:extLst>
              <a:ext uri="{FF2B5EF4-FFF2-40B4-BE49-F238E27FC236}">
                <a16:creationId xmlns:a16="http://schemas.microsoft.com/office/drawing/2014/main" id="{903AFBD9-455E-48F9-91C7-DB1CFE043A8C}"/>
              </a:ext>
            </a:extLst>
          </p:cNvPr>
          <p:cNvSpPr>
            <a:spLocks noGrp="1"/>
          </p:cNvSpPr>
          <p:nvPr/>
        </p:nvSpPr>
        <p:spPr>
          <a:xfrm>
            <a:off x="790575" y="2063353"/>
            <a:ext cx="2048351"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dirty="0">
                <a:solidFill>
                  <a:srgbClr val="569CD6"/>
                </a:solidFill>
                <a:latin typeface="Menlo"/>
                <a:ea typeface="Menlo"/>
                <a:cs typeface="Menlo"/>
              </a:rPr>
              <a:t>def</a:t>
            </a:r>
            <a:r>
              <a:rPr b="0" dirty="0">
                <a:solidFill>
                  <a:srgbClr val="D4D4D4"/>
                </a:solidFill>
                <a:latin typeface="Menlo"/>
                <a:ea typeface="Menlo"/>
                <a:cs typeface="Menlo"/>
              </a:rPr>
              <a:t> </a:t>
            </a:r>
            <a:r>
              <a:rPr b="0" dirty="0" err="1">
                <a:solidFill>
                  <a:srgbClr val="DCDCAA"/>
                </a:solidFill>
                <a:latin typeface="Menlo"/>
                <a:ea typeface="Menlo"/>
                <a:cs typeface="Menlo"/>
              </a:rPr>
              <a:t>floci_container</a:t>
            </a:r>
            <a:r>
              <a:rPr b="0" dirty="0">
                <a:solidFill>
                  <a:srgbClr val="D4D4D4"/>
                </a:solidFill>
                <a:latin typeface="Menlo"/>
                <a:ea typeface="Menlo"/>
                <a:cs typeface="Menlo"/>
              </a:rPr>
              <a:t>(</a:t>
            </a:r>
          </a:p>
        </p:txBody>
      </p:sp>
      <p:sp>
        <p:nvSpPr>
          <p:cNvPr id="6" name="code-line-2">
            <a:extLst>
              <a:ext uri="{FF2B5EF4-FFF2-40B4-BE49-F238E27FC236}">
                <a16:creationId xmlns:a16="http://schemas.microsoft.com/office/drawing/2014/main" id="{5B5D9D14-7E47-4C32-8202-E5D45B5833A8}"/>
              </a:ext>
            </a:extLst>
          </p:cNvPr>
          <p:cNvSpPr>
            <a:spLocks noGrp="1"/>
          </p:cNvSpPr>
          <p:nvPr/>
        </p:nvSpPr>
        <p:spPr>
          <a:xfrm>
            <a:off x="790575" y="2288381"/>
            <a:ext cx="4460653"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dirty="0">
                <a:solidFill>
                  <a:srgbClr val="D4D4D4"/>
                </a:solidFill>
                <a:latin typeface="Menlo"/>
                <a:ea typeface="Menlo"/>
                <a:cs typeface="Menlo"/>
              </a:rPr>
              <a:t>    </a:t>
            </a:r>
            <a:r>
              <a:rPr b="0" dirty="0" err="1">
                <a:solidFill>
                  <a:srgbClr val="9CDCFE"/>
                </a:solidFill>
                <a:latin typeface="Menlo"/>
                <a:ea typeface="Menlo"/>
                <a:cs typeface="Menlo"/>
              </a:rPr>
              <a:t>docker_network</a:t>
            </a:r>
            <a:r>
              <a:rPr b="0" dirty="0">
                <a:solidFill>
                  <a:srgbClr val="D4D4D4"/>
                </a:solidFill>
                <a:latin typeface="Menlo"/>
                <a:ea typeface="Menlo"/>
                <a:cs typeface="Menlo"/>
              </a:rPr>
              <a:t>: </a:t>
            </a:r>
            <a:r>
              <a:rPr b="0" dirty="0">
                <a:solidFill>
                  <a:srgbClr val="4EC9B0"/>
                </a:solidFill>
                <a:latin typeface="Menlo"/>
                <a:ea typeface="Menlo"/>
                <a:cs typeface="Menlo"/>
              </a:rPr>
              <a:t>Network</a:t>
            </a:r>
            <a:r>
              <a:rPr b="0" dirty="0">
                <a:solidFill>
                  <a:srgbClr val="D4D4D4"/>
                </a:solidFill>
                <a:latin typeface="Menlo"/>
                <a:ea typeface="Menlo"/>
                <a:cs typeface="Menlo"/>
              </a:rPr>
              <a:t>, </a:t>
            </a:r>
            <a:r>
              <a:rPr b="0" dirty="0" err="1">
                <a:solidFill>
                  <a:srgbClr val="9CDCFE"/>
                </a:solidFill>
                <a:latin typeface="Menlo"/>
                <a:ea typeface="Menlo"/>
                <a:cs typeface="Menlo"/>
              </a:rPr>
              <a:t>session_id</a:t>
            </a:r>
            <a:r>
              <a:rPr b="0" dirty="0">
                <a:solidFill>
                  <a:srgbClr val="D4D4D4"/>
                </a:solidFill>
                <a:latin typeface="Menlo"/>
                <a:ea typeface="Menlo"/>
                <a:cs typeface="Menlo"/>
              </a:rPr>
              <a:t>: </a:t>
            </a:r>
            <a:r>
              <a:rPr b="0" dirty="0">
                <a:solidFill>
                  <a:srgbClr val="4EC9B0"/>
                </a:solidFill>
                <a:latin typeface="Menlo"/>
                <a:ea typeface="Menlo"/>
                <a:cs typeface="Menlo"/>
              </a:rPr>
              <a:t>str</a:t>
            </a:r>
          </a:p>
        </p:txBody>
      </p:sp>
      <p:sp>
        <p:nvSpPr>
          <p:cNvPr id="7" name="code-line-3">
            <a:extLst>
              <a:ext uri="{FF2B5EF4-FFF2-40B4-BE49-F238E27FC236}">
                <a16:creationId xmlns:a16="http://schemas.microsoft.com/office/drawing/2014/main" id="{DB1F7B20-D01D-4056-853B-FA6A1598B501}"/>
              </a:ext>
            </a:extLst>
          </p:cNvPr>
          <p:cNvSpPr>
            <a:spLocks noGrp="1"/>
          </p:cNvSpPr>
          <p:nvPr/>
        </p:nvSpPr>
        <p:spPr>
          <a:xfrm>
            <a:off x="790575" y="2513409"/>
            <a:ext cx="3153989"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a:solidFill>
                  <a:srgbClr val="D4D4D4"/>
                </a:solidFill>
                <a:latin typeface="Menlo"/>
                <a:ea typeface="Menlo"/>
                <a:cs typeface="Menlo"/>
              </a:rPr>
              <a:t>) -&gt; </a:t>
            </a:r>
            <a:r>
              <a:rPr b="0">
                <a:solidFill>
                  <a:srgbClr val="4EC9B0"/>
                </a:solidFill>
                <a:latin typeface="Menlo"/>
                <a:ea typeface="Menlo"/>
                <a:cs typeface="Menlo"/>
              </a:rPr>
              <a:t>Iterator</a:t>
            </a:r>
            <a:r>
              <a:rPr b="0">
                <a:solidFill>
                  <a:srgbClr val="D4D4D4"/>
                </a:solidFill>
                <a:latin typeface="Menlo"/>
                <a:ea typeface="Menlo"/>
                <a:cs typeface="Menlo"/>
              </a:rPr>
              <a:t>[</a:t>
            </a:r>
            <a:r>
              <a:rPr b="0">
                <a:solidFill>
                  <a:srgbClr val="4EC9B0"/>
                </a:solidFill>
                <a:latin typeface="Menlo"/>
                <a:ea typeface="Menlo"/>
                <a:cs typeface="Menlo"/>
              </a:rPr>
              <a:t>DockerContainer</a:t>
            </a:r>
            <a:r>
              <a:rPr b="0">
                <a:solidFill>
                  <a:srgbClr val="D4D4D4"/>
                </a:solidFill>
                <a:latin typeface="Menlo"/>
                <a:ea typeface="Menlo"/>
                <a:cs typeface="Menlo"/>
              </a:rPr>
              <a:t>]:</a:t>
            </a:r>
          </a:p>
        </p:txBody>
      </p:sp>
      <p:sp>
        <p:nvSpPr>
          <p:cNvPr id="8" name="code-line-4">
            <a:extLst>
              <a:ext uri="{FF2B5EF4-FFF2-40B4-BE49-F238E27FC236}">
                <a16:creationId xmlns:a16="http://schemas.microsoft.com/office/drawing/2014/main" id="{F7B3794E-ABDD-488C-89F9-AC8D5324D8E7}"/>
              </a:ext>
            </a:extLst>
          </p:cNvPr>
          <p:cNvSpPr>
            <a:spLocks noGrp="1"/>
          </p:cNvSpPr>
          <p:nvPr/>
        </p:nvSpPr>
        <p:spPr>
          <a:xfrm>
            <a:off x="790575" y="2738438"/>
            <a:ext cx="3757065"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9CDCFE"/>
                </a:solidFill>
                <a:latin typeface="Menlo"/>
                <a:ea typeface="Menlo"/>
                <a:cs typeface="Menlo"/>
              </a:rPr>
              <a:t>name</a:t>
            </a:r>
            <a:r>
              <a:rPr b="0" dirty="0">
                <a:solidFill>
                  <a:srgbClr val="D4D4D4"/>
                </a:solidFill>
                <a:latin typeface="Menlo"/>
                <a:ea typeface="Menlo"/>
                <a:cs typeface="Menlo"/>
              </a:rPr>
              <a:t> = </a:t>
            </a:r>
            <a:r>
              <a:rPr b="0" dirty="0" err="1">
                <a:solidFill>
                  <a:srgbClr val="569CD6"/>
                </a:solidFill>
                <a:latin typeface="Menlo"/>
                <a:ea typeface="Menlo"/>
                <a:cs typeface="Menlo"/>
              </a:rPr>
              <a:t>f</a:t>
            </a:r>
            <a:r>
              <a:rPr b="0" dirty="0" err="1">
                <a:solidFill>
                  <a:srgbClr val="CE9178"/>
                </a:solidFill>
                <a:latin typeface="Menlo"/>
                <a:ea typeface="Menlo"/>
                <a:cs typeface="Menlo"/>
              </a:rPr>
              <a:t>"floci</a:t>
            </a:r>
            <a:r>
              <a:rPr b="0" dirty="0">
                <a:solidFill>
                  <a:srgbClr val="CE9178"/>
                </a:solidFill>
                <a:latin typeface="Menlo"/>
                <a:ea typeface="Menlo"/>
                <a:cs typeface="Menlo"/>
              </a:rPr>
              <a:t>-demo-</a:t>
            </a:r>
            <a:r>
              <a:rPr b="0" dirty="0">
                <a:solidFill>
                  <a:srgbClr val="569CD6"/>
                </a:solidFill>
                <a:latin typeface="Menlo"/>
                <a:ea typeface="Menlo"/>
                <a:cs typeface="Menlo"/>
              </a:rPr>
              <a:t>{</a:t>
            </a:r>
            <a:r>
              <a:rPr b="0" dirty="0" err="1">
                <a:solidFill>
                  <a:srgbClr val="9CDCFE"/>
                </a:solidFill>
                <a:latin typeface="Menlo"/>
                <a:ea typeface="Menlo"/>
                <a:cs typeface="Menlo"/>
              </a:rPr>
              <a:t>session_id</a:t>
            </a:r>
            <a:r>
              <a:rPr b="0" dirty="0">
                <a:solidFill>
                  <a:srgbClr val="569CD6"/>
                </a:solidFill>
                <a:latin typeface="Menlo"/>
                <a:ea typeface="Menlo"/>
                <a:cs typeface="Menlo"/>
              </a:rPr>
              <a:t>}</a:t>
            </a:r>
            <a:r>
              <a:rPr b="0" dirty="0">
                <a:solidFill>
                  <a:srgbClr val="CE9178"/>
                </a:solidFill>
                <a:latin typeface="Menlo"/>
                <a:ea typeface="Menlo"/>
                <a:cs typeface="Menlo"/>
              </a:rPr>
              <a:t>"</a:t>
            </a:r>
          </a:p>
        </p:txBody>
      </p:sp>
      <p:sp>
        <p:nvSpPr>
          <p:cNvPr id="9" name="code-line-5">
            <a:extLst>
              <a:ext uri="{FF2B5EF4-FFF2-40B4-BE49-F238E27FC236}">
                <a16:creationId xmlns:a16="http://schemas.microsoft.com/office/drawing/2014/main" id="{6DD3D7AE-790A-4C16-8916-2A4719C7609D}"/>
              </a:ext>
            </a:extLst>
          </p:cNvPr>
          <p:cNvSpPr>
            <a:spLocks noGrp="1"/>
          </p:cNvSpPr>
          <p:nvPr/>
        </p:nvSpPr>
        <p:spPr>
          <a:xfrm>
            <a:off x="790575" y="2963466"/>
            <a:ext cx="1746814"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a:solidFill>
                  <a:srgbClr val="D4D4D4"/>
                </a:solidFill>
                <a:latin typeface="Menlo"/>
                <a:ea typeface="Menlo"/>
                <a:cs typeface="Menlo"/>
              </a:rPr>
              <a:t>    </a:t>
            </a:r>
            <a:r>
              <a:rPr b="0">
                <a:solidFill>
                  <a:srgbClr val="9CDCFE"/>
                </a:solidFill>
                <a:latin typeface="Menlo"/>
                <a:ea typeface="Menlo"/>
                <a:cs typeface="Menlo"/>
              </a:rPr>
              <a:t>container</a:t>
            </a:r>
            <a:r>
              <a:rPr b="0">
                <a:solidFill>
                  <a:srgbClr val="D4D4D4"/>
                </a:solidFill>
                <a:latin typeface="Menlo"/>
                <a:ea typeface="Menlo"/>
                <a:cs typeface="Menlo"/>
              </a:rPr>
              <a:t> = (</a:t>
            </a:r>
          </a:p>
        </p:txBody>
      </p:sp>
      <p:sp>
        <p:nvSpPr>
          <p:cNvPr id="10" name="code-line-6">
            <a:extLst>
              <a:ext uri="{FF2B5EF4-FFF2-40B4-BE49-F238E27FC236}">
                <a16:creationId xmlns:a16="http://schemas.microsoft.com/office/drawing/2014/main" id="{6E8F126A-8C92-4F35-A53A-46892264190F}"/>
              </a:ext>
            </a:extLst>
          </p:cNvPr>
          <p:cNvSpPr>
            <a:spLocks noGrp="1"/>
          </p:cNvSpPr>
          <p:nvPr/>
        </p:nvSpPr>
        <p:spPr>
          <a:xfrm>
            <a:off x="790575" y="3188494"/>
            <a:ext cx="5566291"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dirty="0">
                <a:solidFill>
                  <a:srgbClr val="D4D4D4"/>
                </a:solidFill>
                <a:latin typeface="Menlo"/>
                <a:ea typeface="Menlo"/>
                <a:cs typeface="Menlo"/>
              </a:rPr>
              <a:t>        </a:t>
            </a:r>
            <a:r>
              <a:rPr b="0" dirty="0" err="1">
                <a:solidFill>
                  <a:srgbClr val="4EC9B0"/>
                </a:solidFill>
                <a:latin typeface="Menlo"/>
                <a:ea typeface="Menlo"/>
                <a:cs typeface="Menlo"/>
              </a:rPr>
              <a:t>DockerContainer</a:t>
            </a:r>
            <a:r>
              <a:rPr b="0" dirty="0">
                <a:solidFill>
                  <a:srgbClr val="D4D4D4"/>
                </a:solidFill>
                <a:latin typeface="Menlo"/>
                <a:ea typeface="Menlo"/>
                <a:cs typeface="Menlo"/>
              </a:rPr>
              <a:t>(</a:t>
            </a:r>
            <a:r>
              <a:rPr b="0" dirty="0">
                <a:solidFill>
                  <a:srgbClr val="CE9178"/>
                </a:solidFill>
                <a:latin typeface="Menlo"/>
                <a:ea typeface="Menlo"/>
                <a:cs typeface="Menlo"/>
              </a:rPr>
              <a:t>"</a:t>
            </a:r>
            <a:r>
              <a:rPr b="0" dirty="0" err="1">
                <a:solidFill>
                  <a:srgbClr val="CE9178"/>
                </a:solidFill>
                <a:latin typeface="Menlo"/>
                <a:ea typeface="Menlo"/>
                <a:cs typeface="Menlo"/>
              </a:rPr>
              <a:t>floci</a:t>
            </a:r>
            <a:r>
              <a:rPr b="0" dirty="0">
                <a:solidFill>
                  <a:srgbClr val="CE9178"/>
                </a:solidFill>
                <a:latin typeface="Menlo"/>
                <a:ea typeface="Menlo"/>
                <a:cs typeface="Menlo"/>
              </a:rPr>
              <a:t>/floci:2.3.0@sha256:..."</a:t>
            </a:r>
            <a:r>
              <a:rPr b="0" dirty="0">
                <a:solidFill>
                  <a:srgbClr val="D4D4D4"/>
                </a:solidFill>
                <a:latin typeface="Menlo"/>
                <a:ea typeface="Menlo"/>
                <a:cs typeface="Menlo"/>
              </a:rPr>
              <a:t>)</a:t>
            </a:r>
          </a:p>
        </p:txBody>
      </p:sp>
      <p:sp>
        <p:nvSpPr>
          <p:cNvPr id="11" name="code-line-7">
            <a:extLst>
              <a:ext uri="{FF2B5EF4-FFF2-40B4-BE49-F238E27FC236}">
                <a16:creationId xmlns:a16="http://schemas.microsoft.com/office/drawing/2014/main" id="{8616C341-38CC-43A3-89C7-D4C18C8B7324}"/>
              </a:ext>
            </a:extLst>
          </p:cNvPr>
          <p:cNvSpPr>
            <a:spLocks noGrp="1"/>
          </p:cNvSpPr>
          <p:nvPr/>
        </p:nvSpPr>
        <p:spPr>
          <a:xfrm>
            <a:off x="790575" y="3413522"/>
            <a:ext cx="2450402"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a:solidFill>
                  <a:srgbClr val="D4D4D4"/>
                </a:solidFill>
                <a:latin typeface="Menlo"/>
                <a:ea typeface="Menlo"/>
                <a:cs typeface="Menlo"/>
              </a:rPr>
              <a:t>        .</a:t>
            </a:r>
            <a:r>
              <a:rPr b="0">
                <a:solidFill>
                  <a:srgbClr val="DCDCAA"/>
                </a:solidFill>
                <a:latin typeface="Menlo"/>
                <a:ea typeface="Menlo"/>
                <a:cs typeface="Menlo"/>
              </a:rPr>
              <a:t>with_name</a:t>
            </a:r>
            <a:r>
              <a:rPr b="0">
                <a:solidFill>
                  <a:srgbClr val="D4D4D4"/>
                </a:solidFill>
                <a:latin typeface="Menlo"/>
                <a:ea typeface="Menlo"/>
                <a:cs typeface="Menlo"/>
              </a:rPr>
              <a:t>(</a:t>
            </a:r>
            <a:r>
              <a:rPr b="0">
                <a:solidFill>
                  <a:srgbClr val="9CDCFE"/>
                </a:solidFill>
                <a:latin typeface="Menlo"/>
                <a:ea typeface="Menlo"/>
                <a:cs typeface="Menlo"/>
              </a:rPr>
              <a:t>name</a:t>
            </a:r>
            <a:r>
              <a:rPr b="0">
                <a:solidFill>
                  <a:srgbClr val="D4D4D4"/>
                </a:solidFill>
                <a:latin typeface="Menlo"/>
                <a:ea typeface="Menlo"/>
                <a:cs typeface="Menlo"/>
              </a:rPr>
              <a:t>)</a:t>
            </a:r>
          </a:p>
        </p:txBody>
      </p:sp>
      <p:sp>
        <p:nvSpPr>
          <p:cNvPr id="12" name="code-line-8">
            <a:extLst>
              <a:ext uri="{FF2B5EF4-FFF2-40B4-BE49-F238E27FC236}">
                <a16:creationId xmlns:a16="http://schemas.microsoft.com/office/drawing/2014/main" id="{C49DAF7B-9003-4E19-9615-0B2D69F3ED2E}"/>
              </a:ext>
            </a:extLst>
          </p:cNvPr>
          <p:cNvSpPr>
            <a:spLocks noGrp="1"/>
          </p:cNvSpPr>
          <p:nvPr/>
        </p:nvSpPr>
        <p:spPr>
          <a:xfrm>
            <a:off x="790575" y="3638550"/>
            <a:ext cx="3757065"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a:solidFill>
                  <a:srgbClr val="D4D4D4"/>
                </a:solidFill>
                <a:latin typeface="Menlo"/>
                <a:ea typeface="Menlo"/>
                <a:cs typeface="Menlo"/>
              </a:rPr>
              <a:t>        .</a:t>
            </a:r>
            <a:r>
              <a:rPr b="0">
                <a:solidFill>
                  <a:srgbClr val="DCDCAA"/>
                </a:solidFill>
                <a:latin typeface="Menlo"/>
                <a:ea typeface="Menlo"/>
                <a:cs typeface="Menlo"/>
              </a:rPr>
              <a:t>with_network</a:t>
            </a:r>
            <a:r>
              <a:rPr b="0">
                <a:solidFill>
                  <a:srgbClr val="D4D4D4"/>
                </a:solidFill>
                <a:latin typeface="Menlo"/>
                <a:ea typeface="Menlo"/>
                <a:cs typeface="Menlo"/>
              </a:rPr>
              <a:t>(</a:t>
            </a:r>
            <a:r>
              <a:rPr b="0">
                <a:solidFill>
                  <a:srgbClr val="9CDCFE"/>
                </a:solidFill>
                <a:latin typeface="Menlo"/>
                <a:ea typeface="Menlo"/>
                <a:cs typeface="Menlo"/>
              </a:rPr>
              <a:t>docker_network</a:t>
            </a:r>
            <a:r>
              <a:rPr b="0">
                <a:solidFill>
                  <a:srgbClr val="D4D4D4"/>
                </a:solidFill>
                <a:latin typeface="Menlo"/>
                <a:ea typeface="Menlo"/>
                <a:cs typeface="Menlo"/>
              </a:rPr>
              <a:t>)</a:t>
            </a:r>
          </a:p>
        </p:txBody>
      </p:sp>
      <p:sp>
        <p:nvSpPr>
          <p:cNvPr id="13" name="code-line-9">
            <a:extLst>
              <a:ext uri="{FF2B5EF4-FFF2-40B4-BE49-F238E27FC236}">
                <a16:creationId xmlns:a16="http://schemas.microsoft.com/office/drawing/2014/main" id="{18D50720-6312-4179-915E-732D9B161674}"/>
              </a:ext>
            </a:extLst>
          </p:cNvPr>
          <p:cNvSpPr>
            <a:spLocks noGrp="1"/>
          </p:cNvSpPr>
          <p:nvPr/>
        </p:nvSpPr>
        <p:spPr>
          <a:xfrm>
            <a:off x="790575" y="3863578"/>
            <a:ext cx="1344763"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a:solidFill>
                  <a:srgbClr val="D4D4D4"/>
                </a:solidFill>
                <a:latin typeface="Menlo"/>
                <a:ea typeface="Menlo"/>
                <a:cs typeface="Menlo"/>
              </a:rPr>
              <a:t>        </a:t>
            </a:r>
            <a:r>
              <a:rPr b="0">
                <a:solidFill>
                  <a:srgbClr val="6A9955"/>
                </a:solidFill>
                <a:latin typeface="Menlo"/>
                <a:ea typeface="Menlo"/>
                <a:cs typeface="Menlo"/>
              </a:rPr>
              <a:t># ...</a:t>
            </a:r>
          </a:p>
        </p:txBody>
      </p:sp>
      <p:sp>
        <p:nvSpPr>
          <p:cNvPr id="14" name="code-line-10">
            <a:extLst>
              <a:ext uri="{FF2B5EF4-FFF2-40B4-BE49-F238E27FC236}">
                <a16:creationId xmlns:a16="http://schemas.microsoft.com/office/drawing/2014/main" id="{4BBF20FD-AA36-47C9-B4F2-192A2B030123}"/>
              </a:ext>
            </a:extLst>
          </p:cNvPr>
          <p:cNvSpPr>
            <a:spLocks noGrp="1"/>
          </p:cNvSpPr>
          <p:nvPr/>
        </p:nvSpPr>
        <p:spPr>
          <a:xfrm>
            <a:off x="790575" y="4088606"/>
            <a:ext cx="540663"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a:solidFill>
                  <a:srgbClr val="D4D4D4"/>
                </a:solidFill>
                <a:latin typeface="Menlo"/>
                <a:ea typeface="Menlo"/>
                <a:cs typeface="Menlo"/>
              </a:rPr>
              <a:t>    )</a:t>
            </a:r>
          </a:p>
        </p:txBody>
      </p:sp>
      <p:sp>
        <p:nvSpPr>
          <p:cNvPr id="15" name="code-line-11">
            <a:extLst>
              <a:ext uri="{FF2B5EF4-FFF2-40B4-BE49-F238E27FC236}">
                <a16:creationId xmlns:a16="http://schemas.microsoft.com/office/drawing/2014/main" id="{80CB94A6-5052-432F-8E74-FDCAB61F7392}"/>
              </a:ext>
            </a:extLst>
          </p:cNvPr>
          <p:cNvSpPr>
            <a:spLocks noGrp="1"/>
          </p:cNvSpPr>
          <p:nvPr/>
        </p:nvSpPr>
        <p:spPr>
          <a:xfrm>
            <a:off x="790575" y="4313634"/>
            <a:ext cx="1947839"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C586C0"/>
                </a:solidFill>
                <a:latin typeface="Menlo"/>
                <a:ea typeface="Menlo"/>
                <a:cs typeface="Menlo"/>
              </a:rPr>
              <a:t>with</a:t>
            </a:r>
            <a:r>
              <a:rPr b="0" dirty="0">
                <a:solidFill>
                  <a:srgbClr val="D4D4D4"/>
                </a:solidFill>
                <a:latin typeface="Menlo"/>
                <a:ea typeface="Menlo"/>
                <a:cs typeface="Menlo"/>
              </a:rPr>
              <a:t> </a:t>
            </a:r>
            <a:r>
              <a:rPr b="0" dirty="0">
                <a:solidFill>
                  <a:srgbClr val="9CDCFE"/>
                </a:solidFill>
                <a:latin typeface="Menlo"/>
                <a:ea typeface="Menlo"/>
                <a:cs typeface="Menlo"/>
              </a:rPr>
              <a:t>container</a:t>
            </a:r>
            <a:r>
              <a:rPr b="0" dirty="0">
                <a:solidFill>
                  <a:srgbClr val="D4D4D4"/>
                </a:solidFill>
                <a:latin typeface="Menlo"/>
                <a:ea typeface="Menlo"/>
                <a:cs typeface="Menlo"/>
              </a:rPr>
              <a:t>:</a:t>
            </a:r>
          </a:p>
        </p:txBody>
      </p:sp>
      <p:sp>
        <p:nvSpPr>
          <p:cNvPr id="16" name="code-line-12">
            <a:extLst>
              <a:ext uri="{FF2B5EF4-FFF2-40B4-BE49-F238E27FC236}">
                <a16:creationId xmlns:a16="http://schemas.microsoft.com/office/drawing/2014/main" id="{C557410E-6112-49A5-854C-FE36B1CCC98D}"/>
              </a:ext>
            </a:extLst>
          </p:cNvPr>
          <p:cNvSpPr>
            <a:spLocks noGrp="1"/>
          </p:cNvSpPr>
          <p:nvPr/>
        </p:nvSpPr>
        <p:spPr>
          <a:xfrm>
            <a:off x="790575" y="4538663"/>
            <a:ext cx="2349889"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C586C0"/>
                </a:solidFill>
                <a:latin typeface="Menlo"/>
                <a:ea typeface="Menlo"/>
                <a:cs typeface="Menlo"/>
              </a:rPr>
              <a:t>yield</a:t>
            </a:r>
            <a:r>
              <a:rPr b="0" dirty="0">
                <a:solidFill>
                  <a:srgbClr val="D4D4D4"/>
                </a:solidFill>
                <a:latin typeface="Menlo"/>
                <a:ea typeface="Menlo"/>
                <a:cs typeface="Menlo"/>
              </a:rPr>
              <a:t> </a:t>
            </a:r>
            <a:r>
              <a:rPr b="0" dirty="0">
                <a:solidFill>
                  <a:srgbClr val="9CDCFE"/>
                </a:solidFill>
                <a:latin typeface="Menlo"/>
                <a:ea typeface="Menlo"/>
                <a:cs typeface="Menlo"/>
              </a:rPr>
              <a:t>container</a:t>
            </a:r>
          </a:p>
        </p:txBody>
      </p:sp>
      <p:pic>
        <p:nvPicPr>
          <p:cNvPr id="17" name="Picture 16">
            <a:extLst>
              <a:ext uri="{FF2B5EF4-FFF2-40B4-BE49-F238E27FC236}">
                <a16:creationId xmlns:a16="http://schemas.microsoft.com/office/drawing/2014/main" id="{6CB99636-1B17-41B6-BBD1-243BEB8F7AEF}"/>
              </a:ext>
            </a:extLst>
          </p:cNvPr>
          <p:cNvPicPr>
            <a:picLocks noChangeAspect="1"/>
          </p:cNvPicPr>
          <p:nvPr/>
        </p:nvPicPr>
        <p:blipFill>
          <a:blip r:embed="rId3"/>
          <a:stretch/>
        </p:blipFill>
        <p:spPr>
          <a:xfrm>
            <a:off x="6807899" y="1019175"/>
            <a:ext cx="1450591" cy="428625"/>
          </a:xfrm>
          <a:prstGeom prst="rect">
            <a:avLst/>
          </a:prstGeom>
        </p:spPr>
      </p:pic>
      <p:sp>
        <p:nvSpPr>
          <p:cNvPr id="18" name="cue-14-1-focus">
            <a:extLst>
              <a:ext uri="{FF2B5EF4-FFF2-40B4-BE49-F238E27FC236}">
                <a16:creationId xmlns:a16="http://schemas.microsoft.com/office/drawing/2014/main" id="{CB1B0BAF-579C-4191-8D67-0EE824C8E5EE}"/>
              </a:ext>
            </a:extLst>
          </p:cNvPr>
          <p:cNvSpPr>
            <a:spLocks noGrp="1"/>
          </p:cNvSpPr>
          <p:nvPr/>
        </p:nvSpPr>
        <p:spPr>
          <a:xfrm>
            <a:off x="1154525" y="4304109"/>
            <a:ext cx="1985939" cy="459581"/>
          </a:xfrm>
          <a:prstGeom prst="rect">
            <a:avLst/>
          </a:prstGeom>
          <a:noFill/>
          <a:ln w="20955">
            <a:solidFill>
              <a:srgbClr val="FF5874"/>
            </a:solidFill>
          </a:ln>
        </p:spPr>
        <p:txBody>
          <a:bodyPr/>
          <a:lstStyle/>
          <a:p>
            <a:endParaRPr lang="en-US"/>
          </a:p>
        </p:txBody>
      </p:sp>
      <p:cxnSp>
        <p:nvCxnSpPr>
          <p:cNvPr id="19" name="cue-14-1-leader-0">
            <a:extLst>
              <a:ext uri="{FF2B5EF4-FFF2-40B4-BE49-F238E27FC236}">
                <a16:creationId xmlns:a16="http://schemas.microsoft.com/office/drawing/2014/main" id="{3906C539-9B0C-4BE4-9E82-0ACDF3918131}"/>
              </a:ext>
            </a:extLst>
          </p:cNvPr>
          <p:cNvCxnSpPr/>
          <p:nvPr/>
        </p:nvCxnSpPr>
        <p:spPr>
          <a:xfrm>
            <a:off x="3178564" y="4524375"/>
            <a:ext cx="1250561" cy="0"/>
          </a:xfrm>
          <a:prstGeom prst="straightConnector1">
            <a:avLst/>
          </a:prstGeom>
          <a:ln w="20955">
            <a:solidFill>
              <a:srgbClr val="FF5874"/>
            </a:solidFill>
            <a:headEnd type="triangle" w="sm" len="sm"/>
          </a:ln>
        </p:spPr>
      </p:cxnSp>
      <p:sp>
        <p:nvSpPr>
          <p:cNvPr id="20" name="cue-14-1-label">
            <a:extLst>
              <a:ext uri="{FF2B5EF4-FFF2-40B4-BE49-F238E27FC236}">
                <a16:creationId xmlns:a16="http://schemas.microsoft.com/office/drawing/2014/main" id="{37E10B1D-C10D-40B6-90D6-9C5FFBC3E94C}"/>
              </a:ext>
            </a:extLst>
          </p:cNvPr>
          <p:cNvSpPr>
            <a:spLocks noGrp="1"/>
          </p:cNvSpPr>
          <p:nvPr/>
        </p:nvSpPr>
        <p:spPr>
          <a:xfrm>
            <a:off x="4572000" y="4229100"/>
            <a:ext cx="2812324" cy="590550"/>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b="0" dirty="0" err="1">
                <a:latin typeface="Ubuntu Light"/>
                <a:ea typeface="Ubuntu Light"/>
                <a:cs typeface="Ubuntu Light"/>
              </a:rPr>
              <a:t>Testcontainers</a:t>
            </a:r>
            <a:r>
              <a:rPr b="0" dirty="0">
                <a:latin typeface="Ubuntu Light"/>
                <a:ea typeface="Ubuntu Light"/>
                <a:cs typeface="Ubuntu Light"/>
              </a:rPr>
              <a:t> manages</a:t>
            </a:r>
          </a:p>
          <a:p>
            <a:pPr algn="ctr">
              <a:defRPr sz="1350" b="0">
                <a:solidFill>
                  <a:srgbClr val="FFFFFF"/>
                </a:solidFill>
                <a:latin typeface="Ubuntu Light"/>
                <a:ea typeface="Ubuntu Light"/>
                <a:cs typeface="Ubuntu Light"/>
              </a:defRPr>
            </a:pPr>
            <a:r>
              <a:rPr b="0" dirty="0">
                <a:latin typeface="Ubuntu Light"/>
                <a:ea typeface="Ubuntu Light"/>
                <a:cs typeface="Ubuntu Light"/>
              </a:rPr>
              <a:t>Floci startup and teardown</a:t>
            </a:r>
          </a:p>
        </p:txBody>
      </p:sp>
    </p:spTree>
    <p:extLst>
      <p:ext uri="{BB962C8B-B14F-4D97-AF65-F5344CB8AC3E}">
        <p14:creationId xmlns:p14="http://schemas.microsoft.com/office/powerpoint/2010/main" val="127060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title">
            <a:extLst>
              <a:ext uri="{FF2B5EF4-FFF2-40B4-BE49-F238E27FC236}">
                <a16:creationId xmlns:a16="http://schemas.microsoft.com/office/drawing/2014/main" id="{D456ACCE-0315-45E2-8A0C-64630E1E6F91}"/>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b="0">
                <a:latin typeface="Ubuntu Light"/>
                <a:ea typeface="Ubuntu Light"/>
                <a:cs typeface="Ubuntu Light"/>
              </a:rPr>
              <a:t>Get Floci’s URL from its container</a:t>
            </a:r>
          </a:p>
        </p:txBody>
      </p:sp>
      <p:sp>
        <p:nvSpPr>
          <p:cNvPr id="2" name="dependency-order">
            <a:extLst>
              <a:ext uri="{FF2B5EF4-FFF2-40B4-BE49-F238E27FC236}">
                <a16:creationId xmlns:a16="http://schemas.microsoft.com/office/drawing/2014/main" id="{539EA5A3-928C-47C0-8B4B-1E164ECF58BA}"/>
              </a:ext>
            </a:extLst>
          </p:cNvPr>
          <p:cNvSpPr>
            <a:spLocks noGrp="1"/>
          </p:cNvSpPr>
          <p:nvPr/>
        </p:nvSpPr>
        <p:spPr>
          <a:xfrm>
            <a:off x="619125" y="1381125"/>
            <a:ext cx="7905750" cy="285750"/>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a:latin typeface="Ubuntu Light"/>
                <a:ea typeface="Ubuntu Light"/>
                <a:cs typeface="Ubuntu Light"/>
              </a:rPr>
              <a:t>The Lambda needs Floci’s address on the Docker network.</a:t>
            </a:r>
          </a:p>
        </p:txBody>
      </p:sp>
      <p:sp>
        <p:nvSpPr>
          <p:cNvPr id="3" name="source-label">
            <a:extLst>
              <a:ext uri="{FF2B5EF4-FFF2-40B4-BE49-F238E27FC236}">
                <a16:creationId xmlns:a16="http://schemas.microsoft.com/office/drawing/2014/main" id="{F6787856-2ED6-40CC-A925-751849390F61}"/>
              </a:ext>
            </a:extLst>
          </p:cNvPr>
          <p:cNvSpPr>
            <a:spLocks noGrp="1"/>
          </p:cNvSpPr>
          <p:nvPr/>
        </p:nvSpPr>
        <p:spPr>
          <a:xfrm>
            <a:off x="619125" y="1809750"/>
            <a:ext cx="1666875" cy="219075"/>
          </a:xfrm>
          <a:prstGeom prst="rect">
            <a:avLst/>
          </a:prstGeom>
          <a:noFill/>
          <a:ln w="0">
            <a:noFill/>
          </a:ln>
        </p:spPr>
        <p:txBody>
          <a:bodyPr wrap="none" lIns="0" tIns="0" rIns="0" bIns="0" anchor="t">
            <a:noAutofit/>
          </a:bodyPr>
          <a:lstStyle>
            <a:defPPr algn="l">
              <a:defRPr sz="1200" b="0">
                <a:solidFill>
                  <a:srgbClr val="475569"/>
                </a:solidFill>
                <a:latin typeface="Ubuntu Light"/>
                <a:ea typeface="Ubuntu Light"/>
                <a:cs typeface="Ubuntu Light"/>
              </a:defRPr>
            </a:defPPr>
            <a:lvl1pPr algn="l">
              <a:defRPr sz="1200" b="0">
                <a:solidFill>
                  <a:srgbClr val="475569"/>
                </a:solidFill>
                <a:latin typeface="Ubuntu Light"/>
                <a:ea typeface="Ubuntu Light"/>
                <a:cs typeface="Ubuntu Light"/>
              </a:defRPr>
            </a:lvl1pPr>
            <a:lvl2pPr algn="l">
              <a:defRPr sz="1200" b="0">
                <a:solidFill>
                  <a:srgbClr val="475569"/>
                </a:solidFill>
                <a:latin typeface="Ubuntu Light"/>
                <a:ea typeface="Ubuntu Light"/>
                <a:cs typeface="Ubuntu Light"/>
              </a:defRPr>
            </a:lvl2pPr>
            <a:lvl3pPr algn="l">
              <a:defRPr sz="1200" b="0">
                <a:solidFill>
                  <a:srgbClr val="475569"/>
                </a:solidFill>
                <a:latin typeface="Ubuntu Light"/>
                <a:ea typeface="Ubuntu Light"/>
                <a:cs typeface="Ubuntu Light"/>
              </a:defRPr>
            </a:lvl3pPr>
            <a:lvl4pPr algn="l">
              <a:defRPr sz="1200" b="0">
                <a:solidFill>
                  <a:srgbClr val="475569"/>
                </a:solidFill>
                <a:latin typeface="Ubuntu Light"/>
                <a:ea typeface="Ubuntu Light"/>
                <a:cs typeface="Ubuntu Light"/>
              </a:defRPr>
            </a:lvl4pPr>
            <a:lvl5pPr algn="l">
              <a:defRPr sz="1200" b="0">
                <a:solidFill>
                  <a:srgbClr val="475569"/>
                </a:solidFill>
                <a:latin typeface="Ubuntu Light"/>
                <a:ea typeface="Ubuntu Light"/>
                <a:cs typeface="Ubuntu Light"/>
              </a:defRPr>
            </a:lvl5pPr>
            <a:lvl6pPr algn="l">
              <a:defRPr sz="1200" b="0">
                <a:solidFill>
                  <a:srgbClr val="475569"/>
                </a:solidFill>
                <a:latin typeface="Ubuntu Light"/>
                <a:ea typeface="Ubuntu Light"/>
                <a:cs typeface="Ubuntu Light"/>
              </a:defRPr>
            </a:lvl6pPr>
            <a:lvl7pPr algn="l">
              <a:defRPr sz="1200" b="0">
                <a:solidFill>
                  <a:srgbClr val="475569"/>
                </a:solidFill>
                <a:latin typeface="Ubuntu Light"/>
                <a:ea typeface="Ubuntu Light"/>
                <a:cs typeface="Ubuntu Light"/>
              </a:defRPr>
            </a:lvl7pPr>
            <a:lvl8pPr algn="l">
              <a:defRPr sz="1200" b="0">
                <a:solidFill>
                  <a:srgbClr val="475569"/>
                </a:solidFill>
                <a:latin typeface="Ubuntu Light"/>
                <a:ea typeface="Ubuntu Light"/>
                <a:cs typeface="Ubuntu Light"/>
              </a:defRPr>
            </a:lvl8pPr>
            <a:lvl9pPr algn="l">
              <a:defRPr sz="1200" b="0">
                <a:solidFill>
                  <a:srgbClr val="475569"/>
                </a:solidFill>
                <a:latin typeface="Ubuntu Light"/>
                <a:ea typeface="Ubuntu Light"/>
                <a:cs typeface="Ubuntu Light"/>
              </a:defRPr>
            </a:lvl9pPr>
          </a:lstStyle>
          <a:p>
            <a:pPr algn="l">
              <a:defRPr sz="1200" b="0">
                <a:solidFill>
                  <a:srgbClr val="475569"/>
                </a:solidFill>
                <a:latin typeface="Ubuntu Light"/>
                <a:ea typeface="Ubuntu Light"/>
                <a:cs typeface="Ubuntu Light"/>
              </a:defRPr>
            </a:pPr>
            <a:r>
              <a:rPr b="0">
                <a:latin typeface="Ubuntu Light"/>
                <a:ea typeface="Ubuntu Light"/>
                <a:cs typeface="Ubuntu Light"/>
              </a:rPr>
              <a:t>tests/fixtures/floci.py</a:t>
            </a:r>
          </a:p>
        </p:txBody>
      </p:sp>
      <p:sp>
        <p:nvSpPr>
          <p:cNvPr id="4" name="code-background">
            <a:extLst>
              <a:ext uri="{FF2B5EF4-FFF2-40B4-BE49-F238E27FC236}">
                <a16:creationId xmlns:a16="http://schemas.microsoft.com/office/drawing/2014/main" id="{8968A3B1-8AB1-458C-B978-11C08C282B6F}"/>
              </a:ext>
            </a:extLst>
          </p:cNvPr>
          <p:cNvSpPr>
            <a:spLocks noGrp="1"/>
          </p:cNvSpPr>
          <p:nvPr/>
        </p:nvSpPr>
        <p:spPr>
          <a:xfrm>
            <a:off x="619125" y="2190750"/>
            <a:ext cx="7143750" cy="1905476"/>
          </a:xfrm>
          <a:prstGeom prst="rect">
            <a:avLst/>
          </a:prstGeom>
          <a:solidFill>
            <a:srgbClr val="000000"/>
          </a:solidFill>
          <a:ln w="0">
            <a:noFill/>
          </a:ln>
        </p:spPr>
        <p:txBody>
          <a:bodyPr/>
          <a:lstStyle/>
          <a:p>
            <a:endParaRPr lang="en-US"/>
          </a:p>
        </p:txBody>
      </p:sp>
      <p:sp>
        <p:nvSpPr>
          <p:cNvPr id="5" name="code-line-0">
            <a:extLst>
              <a:ext uri="{FF2B5EF4-FFF2-40B4-BE49-F238E27FC236}">
                <a16:creationId xmlns:a16="http://schemas.microsoft.com/office/drawing/2014/main" id="{2DD073F2-D529-4D09-878C-957852D872F8}"/>
              </a:ext>
            </a:extLst>
          </p:cNvPr>
          <p:cNvSpPr>
            <a:spLocks noGrp="1"/>
          </p:cNvSpPr>
          <p:nvPr/>
        </p:nvSpPr>
        <p:spPr>
          <a:xfrm>
            <a:off x="790575" y="2305050"/>
            <a:ext cx="3438296"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CDCAA"/>
                </a:solidFill>
                <a:latin typeface="Menlo"/>
                <a:ea typeface="Menlo"/>
                <a:cs typeface="Menlo"/>
              </a:rPr>
              <a:t>@</a:t>
            </a:r>
            <a:r>
              <a:rPr b="0">
                <a:solidFill>
                  <a:srgbClr val="4EC9B0"/>
                </a:solidFill>
                <a:latin typeface="Menlo"/>
                <a:ea typeface="Menlo"/>
                <a:cs typeface="Menlo"/>
              </a:rPr>
              <a:t>pytest</a:t>
            </a:r>
            <a:r>
              <a:rPr b="0">
                <a:solidFill>
                  <a:srgbClr val="DCDCAA"/>
                </a:solidFill>
                <a:latin typeface="Menlo"/>
                <a:ea typeface="Menlo"/>
                <a:cs typeface="Menlo"/>
              </a:rPr>
              <a:t>.fixture</a:t>
            </a:r>
            <a:r>
              <a:rPr b="0">
                <a:solidFill>
                  <a:srgbClr val="D4D4D4"/>
                </a:solidFill>
                <a:latin typeface="Menlo"/>
                <a:ea typeface="Menlo"/>
                <a:cs typeface="Menlo"/>
              </a:rPr>
              <a:t>(</a:t>
            </a:r>
            <a:r>
              <a:rPr b="0">
                <a:solidFill>
                  <a:srgbClr val="9CDCFE"/>
                </a:solidFill>
                <a:latin typeface="Menlo"/>
                <a:ea typeface="Menlo"/>
                <a:cs typeface="Menlo"/>
              </a:rPr>
              <a:t>scope</a:t>
            </a:r>
            <a:r>
              <a:rPr b="0">
                <a:solidFill>
                  <a:srgbClr val="D4D4D4"/>
                </a:solidFill>
                <a:latin typeface="Menlo"/>
                <a:ea typeface="Menlo"/>
                <a:cs typeface="Menlo"/>
              </a:rPr>
              <a:t>=</a:t>
            </a:r>
            <a:r>
              <a:rPr b="0">
                <a:solidFill>
                  <a:srgbClr val="CE9178"/>
                </a:solidFill>
                <a:latin typeface="Menlo"/>
                <a:ea typeface="Menlo"/>
                <a:cs typeface="Menlo"/>
              </a:rPr>
              <a:t>"session"</a:t>
            </a:r>
            <a:r>
              <a:rPr b="0">
                <a:solidFill>
                  <a:srgbClr val="D4D4D4"/>
                </a:solidFill>
                <a:latin typeface="Menlo"/>
                <a:ea typeface="Menlo"/>
                <a:cs typeface="Menlo"/>
              </a:rPr>
              <a:t>)</a:t>
            </a:r>
          </a:p>
        </p:txBody>
      </p:sp>
      <p:sp>
        <p:nvSpPr>
          <p:cNvPr id="6" name="code-line-1">
            <a:extLst>
              <a:ext uri="{FF2B5EF4-FFF2-40B4-BE49-F238E27FC236}">
                <a16:creationId xmlns:a16="http://schemas.microsoft.com/office/drawing/2014/main" id="{04BE5034-29A8-4916-9AF4-5F0139C4B69A}"/>
              </a:ext>
            </a:extLst>
          </p:cNvPr>
          <p:cNvSpPr>
            <a:spLocks noGrp="1"/>
          </p:cNvSpPr>
          <p:nvPr/>
        </p:nvSpPr>
        <p:spPr>
          <a:xfrm>
            <a:off x="790575" y="2578179"/>
            <a:ext cx="2481991"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569CD6"/>
                </a:solidFill>
                <a:latin typeface="Menlo"/>
                <a:ea typeface="Menlo"/>
                <a:cs typeface="Menlo"/>
              </a:rPr>
              <a:t>def</a:t>
            </a:r>
            <a:r>
              <a:rPr b="0" dirty="0">
                <a:solidFill>
                  <a:srgbClr val="D4D4D4"/>
                </a:solidFill>
                <a:latin typeface="Menlo"/>
                <a:ea typeface="Menlo"/>
                <a:cs typeface="Menlo"/>
              </a:rPr>
              <a:t> </a:t>
            </a:r>
            <a:r>
              <a:rPr b="0" dirty="0" err="1">
                <a:solidFill>
                  <a:srgbClr val="DCDCAA"/>
                </a:solidFill>
                <a:latin typeface="Menlo"/>
                <a:ea typeface="Menlo"/>
                <a:cs typeface="Menlo"/>
              </a:rPr>
              <a:t>floci_internal_url</a:t>
            </a:r>
            <a:r>
              <a:rPr b="0" dirty="0">
                <a:solidFill>
                  <a:srgbClr val="D4D4D4"/>
                </a:solidFill>
                <a:latin typeface="Menlo"/>
                <a:ea typeface="Menlo"/>
                <a:cs typeface="Menlo"/>
              </a:rPr>
              <a:t>(</a:t>
            </a:r>
          </a:p>
        </p:txBody>
      </p:sp>
      <p:sp>
        <p:nvSpPr>
          <p:cNvPr id="7" name="code-line-2">
            <a:extLst>
              <a:ext uri="{FF2B5EF4-FFF2-40B4-BE49-F238E27FC236}">
                <a16:creationId xmlns:a16="http://schemas.microsoft.com/office/drawing/2014/main" id="{25BACD2A-C628-454E-AA8E-84B09181F2AA}"/>
              </a:ext>
            </a:extLst>
          </p:cNvPr>
          <p:cNvSpPr>
            <a:spLocks noGrp="1"/>
          </p:cNvSpPr>
          <p:nvPr/>
        </p:nvSpPr>
        <p:spPr>
          <a:xfrm>
            <a:off x="790575" y="2851309"/>
            <a:ext cx="3969577"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    </a:t>
            </a:r>
            <a:r>
              <a:rPr b="0" dirty="0" err="1">
                <a:solidFill>
                  <a:srgbClr val="9CDCFE"/>
                </a:solidFill>
                <a:latin typeface="Menlo"/>
                <a:ea typeface="Menlo"/>
                <a:cs typeface="Menlo"/>
              </a:rPr>
              <a:t>floci_container</a:t>
            </a:r>
            <a:r>
              <a:rPr b="0" dirty="0">
                <a:solidFill>
                  <a:srgbClr val="D4D4D4"/>
                </a:solidFill>
                <a:latin typeface="Menlo"/>
                <a:ea typeface="Menlo"/>
                <a:cs typeface="Menlo"/>
              </a:rPr>
              <a:t>: </a:t>
            </a:r>
            <a:r>
              <a:rPr b="0" dirty="0" err="1">
                <a:solidFill>
                  <a:srgbClr val="4EC9B0"/>
                </a:solidFill>
                <a:latin typeface="Menlo"/>
                <a:ea typeface="Menlo"/>
                <a:cs typeface="Menlo"/>
              </a:rPr>
              <a:t>DockerContainer</a:t>
            </a:r>
            <a:r>
              <a:rPr b="0" dirty="0">
                <a:solidFill>
                  <a:srgbClr val="D4D4D4"/>
                </a:solidFill>
                <a:latin typeface="Menlo"/>
                <a:ea typeface="Menlo"/>
                <a:cs typeface="Menlo"/>
              </a:rPr>
              <a:t>,</a:t>
            </a:r>
          </a:p>
        </p:txBody>
      </p:sp>
      <p:sp>
        <p:nvSpPr>
          <p:cNvPr id="8" name="code-line-3">
            <a:extLst>
              <a:ext uri="{FF2B5EF4-FFF2-40B4-BE49-F238E27FC236}">
                <a16:creationId xmlns:a16="http://schemas.microsoft.com/office/drawing/2014/main" id="{832E9A4A-6A4F-4AD0-B543-D088A72806BA}"/>
              </a:ext>
            </a:extLst>
          </p:cNvPr>
          <p:cNvSpPr>
            <a:spLocks noGrp="1"/>
          </p:cNvSpPr>
          <p:nvPr/>
        </p:nvSpPr>
        <p:spPr>
          <a:xfrm>
            <a:off x="790575" y="3124438"/>
            <a:ext cx="994405"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4D4D4"/>
                </a:solidFill>
                <a:latin typeface="Menlo"/>
                <a:ea typeface="Menlo"/>
                <a:cs typeface="Menlo"/>
              </a:rPr>
              <a:t>) -&gt; </a:t>
            </a:r>
            <a:r>
              <a:rPr b="0">
                <a:solidFill>
                  <a:srgbClr val="4EC9B0"/>
                </a:solidFill>
                <a:latin typeface="Menlo"/>
                <a:ea typeface="Menlo"/>
                <a:cs typeface="Menlo"/>
              </a:rPr>
              <a:t>str</a:t>
            </a:r>
            <a:r>
              <a:rPr b="0">
                <a:solidFill>
                  <a:srgbClr val="D4D4D4"/>
                </a:solidFill>
                <a:latin typeface="Menlo"/>
                <a:ea typeface="Menlo"/>
                <a:cs typeface="Menlo"/>
              </a:rPr>
              <a:t>:</a:t>
            </a:r>
          </a:p>
        </p:txBody>
      </p:sp>
      <p:sp>
        <p:nvSpPr>
          <p:cNvPr id="9" name="code-line-4">
            <a:extLst>
              <a:ext uri="{FF2B5EF4-FFF2-40B4-BE49-F238E27FC236}">
                <a16:creationId xmlns:a16="http://schemas.microsoft.com/office/drawing/2014/main" id="{9D4B9034-B4ED-49AE-BB48-FE76A8D1F4AD}"/>
              </a:ext>
            </a:extLst>
          </p:cNvPr>
          <p:cNvSpPr>
            <a:spLocks noGrp="1"/>
          </p:cNvSpPr>
          <p:nvPr/>
        </p:nvSpPr>
        <p:spPr>
          <a:xfrm>
            <a:off x="790575" y="3397568"/>
            <a:ext cx="5882188"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4D4D4"/>
                </a:solidFill>
                <a:latin typeface="Menlo"/>
                <a:ea typeface="Menlo"/>
                <a:cs typeface="Menlo"/>
              </a:rPr>
              <a:t>    </a:t>
            </a:r>
            <a:r>
              <a:rPr b="0">
                <a:solidFill>
                  <a:srgbClr val="9CDCFE"/>
                </a:solidFill>
                <a:latin typeface="Menlo"/>
                <a:ea typeface="Menlo"/>
                <a:cs typeface="Menlo"/>
              </a:rPr>
              <a:t>container</a:t>
            </a:r>
            <a:r>
              <a:rPr b="0">
                <a:solidFill>
                  <a:srgbClr val="D4D4D4"/>
                </a:solidFill>
                <a:latin typeface="Menlo"/>
                <a:ea typeface="Menlo"/>
                <a:cs typeface="Menlo"/>
              </a:rPr>
              <a:t> = </a:t>
            </a:r>
            <a:r>
              <a:rPr b="0">
                <a:solidFill>
                  <a:srgbClr val="9CDCFE"/>
                </a:solidFill>
                <a:latin typeface="Menlo"/>
                <a:ea typeface="Menlo"/>
                <a:cs typeface="Menlo"/>
              </a:rPr>
              <a:t>floci_container</a:t>
            </a:r>
            <a:r>
              <a:rPr b="0">
                <a:solidFill>
                  <a:srgbClr val="D4D4D4"/>
                </a:solidFill>
                <a:latin typeface="Menlo"/>
                <a:ea typeface="Menlo"/>
                <a:cs typeface="Menlo"/>
              </a:rPr>
              <a:t>.</a:t>
            </a:r>
            <a:r>
              <a:rPr b="0">
                <a:solidFill>
                  <a:srgbClr val="DCDCAA"/>
                </a:solidFill>
                <a:latin typeface="Menlo"/>
                <a:ea typeface="Menlo"/>
                <a:cs typeface="Menlo"/>
              </a:rPr>
              <a:t>get_wrapped_container</a:t>
            </a:r>
            <a:r>
              <a:rPr b="0">
                <a:solidFill>
                  <a:srgbClr val="D4D4D4"/>
                </a:solidFill>
                <a:latin typeface="Menlo"/>
                <a:ea typeface="Menlo"/>
                <a:cs typeface="Menlo"/>
              </a:rPr>
              <a:t>()</a:t>
            </a:r>
          </a:p>
        </p:txBody>
      </p:sp>
      <p:sp>
        <p:nvSpPr>
          <p:cNvPr id="10" name="code-line-5">
            <a:extLst>
              <a:ext uri="{FF2B5EF4-FFF2-40B4-BE49-F238E27FC236}">
                <a16:creationId xmlns:a16="http://schemas.microsoft.com/office/drawing/2014/main" id="{3AE3421D-D473-4059-B7A4-FC618C12A0D3}"/>
              </a:ext>
            </a:extLst>
          </p:cNvPr>
          <p:cNvSpPr>
            <a:spLocks noGrp="1"/>
          </p:cNvSpPr>
          <p:nvPr/>
        </p:nvSpPr>
        <p:spPr>
          <a:xfrm>
            <a:off x="790575" y="3670697"/>
            <a:ext cx="4500858"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C586C0"/>
                </a:solidFill>
                <a:latin typeface="Menlo"/>
                <a:ea typeface="Menlo"/>
                <a:cs typeface="Menlo"/>
              </a:rPr>
              <a:t>return</a:t>
            </a:r>
            <a:r>
              <a:rPr b="0" dirty="0">
                <a:solidFill>
                  <a:srgbClr val="D4D4D4"/>
                </a:solidFill>
                <a:latin typeface="Menlo"/>
                <a:ea typeface="Menlo"/>
                <a:cs typeface="Menlo"/>
              </a:rPr>
              <a:t> </a:t>
            </a:r>
            <a:r>
              <a:rPr b="0" dirty="0" err="1">
                <a:solidFill>
                  <a:srgbClr val="569CD6"/>
                </a:solidFill>
                <a:latin typeface="Menlo"/>
                <a:ea typeface="Menlo"/>
                <a:cs typeface="Menlo"/>
              </a:rPr>
              <a:t>f</a:t>
            </a:r>
            <a:r>
              <a:rPr b="0" dirty="0" err="1">
                <a:solidFill>
                  <a:srgbClr val="CE9178"/>
                </a:solidFill>
                <a:latin typeface="Menlo"/>
                <a:ea typeface="Menlo"/>
                <a:cs typeface="Menlo"/>
              </a:rPr>
              <a:t>"http</a:t>
            </a:r>
            <a:r>
              <a:rPr b="0" dirty="0">
                <a:solidFill>
                  <a:srgbClr val="CE9178"/>
                </a:solidFill>
                <a:latin typeface="Menlo"/>
                <a:ea typeface="Menlo"/>
                <a:cs typeface="Menlo"/>
              </a:rPr>
              <a:t>://</a:t>
            </a:r>
            <a:r>
              <a:rPr b="0" dirty="0">
                <a:solidFill>
                  <a:srgbClr val="569CD6"/>
                </a:solidFill>
                <a:latin typeface="Menlo"/>
                <a:ea typeface="Menlo"/>
                <a:cs typeface="Menlo"/>
              </a:rPr>
              <a:t>{</a:t>
            </a:r>
            <a:r>
              <a:rPr b="0" dirty="0" err="1">
                <a:solidFill>
                  <a:srgbClr val="9CDCFE"/>
                </a:solidFill>
                <a:latin typeface="Menlo"/>
                <a:ea typeface="Menlo"/>
                <a:cs typeface="Menlo"/>
              </a:rPr>
              <a:t>container</a:t>
            </a:r>
            <a:r>
              <a:rPr b="0" dirty="0" err="1">
                <a:solidFill>
                  <a:srgbClr val="D4D4D4"/>
                </a:solidFill>
                <a:latin typeface="Menlo"/>
                <a:ea typeface="Menlo"/>
                <a:cs typeface="Menlo"/>
              </a:rPr>
              <a:t>.</a:t>
            </a:r>
            <a:r>
              <a:rPr b="0" dirty="0" err="1">
                <a:solidFill>
                  <a:srgbClr val="9CDCFE"/>
                </a:solidFill>
                <a:latin typeface="Menlo"/>
                <a:ea typeface="Menlo"/>
                <a:cs typeface="Menlo"/>
              </a:rPr>
              <a:t>name</a:t>
            </a:r>
            <a:r>
              <a:rPr b="0" dirty="0">
                <a:solidFill>
                  <a:srgbClr val="569CD6"/>
                </a:solidFill>
                <a:latin typeface="Menlo"/>
                <a:ea typeface="Menlo"/>
                <a:cs typeface="Menlo"/>
              </a:rPr>
              <a:t>}</a:t>
            </a:r>
            <a:r>
              <a:rPr b="0" dirty="0">
                <a:solidFill>
                  <a:srgbClr val="CE9178"/>
                </a:solidFill>
                <a:latin typeface="Menlo"/>
                <a:ea typeface="Menlo"/>
                <a:cs typeface="Menlo"/>
              </a:rPr>
              <a:t>:4566"</a:t>
            </a:r>
          </a:p>
        </p:txBody>
      </p:sp>
      <p:sp>
        <p:nvSpPr>
          <p:cNvPr id="11" name="cue-15-1-focus">
            <a:extLst>
              <a:ext uri="{FF2B5EF4-FFF2-40B4-BE49-F238E27FC236}">
                <a16:creationId xmlns:a16="http://schemas.microsoft.com/office/drawing/2014/main" id="{EBE1CED3-F148-4C97-A12F-1AF7E39EDFD4}"/>
              </a:ext>
            </a:extLst>
          </p:cNvPr>
          <p:cNvSpPr>
            <a:spLocks noGrp="1"/>
          </p:cNvSpPr>
          <p:nvPr/>
        </p:nvSpPr>
        <p:spPr>
          <a:xfrm>
            <a:off x="1177500" y="2841784"/>
            <a:ext cx="3582653" cy="282654"/>
          </a:xfrm>
          <a:prstGeom prst="rect">
            <a:avLst/>
          </a:prstGeom>
          <a:noFill/>
          <a:ln w="20955">
            <a:solidFill>
              <a:srgbClr val="FF5874"/>
            </a:solidFill>
          </a:ln>
        </p:spPr>
        <p:txBody>
          <a:bodyPr/>
          <a:lstStyle/>
          <a:p>
            <a:endParaRPr lang="en-US"/>
          </a:p>
        </p:txBody>
      </p:sp>
      <p:cxnSp>
        <p:nvCxnSpPr>
          <p:cNvPr id="12" name="cue-15-1-leader-0">
            <a:extLst>
              <a:ext uri="{FF2B5EF4-FFF2-40B4-BE49-F238E27FC236}">
                <a16:creationId xmlns:a16="http://schemas.microsoft.com/office/drawing/2014/main" id="{CF9C1DA3-8D1C-44A1-AF29-85D919E3B3BE}"/>
              </a:ext>
            </a:extLst>
          </p:cNvPr>
          <p:cNvCxnSpPr/>
          <p:nvPr/>
        </p:nvCxnSpPr>
        <p:spPr>
          <a:xfrm>
            <a:off x="4788727" y="2983111"/>
            <a:ext cx="354773" cy="0"/>
          </a:xfrm>
          <a:prstGeom prst="straightConnector1">
            <a:avLst/>
          </a:prstGeom>
          <a:ln w="20955">
            <a:solidFill>
              <a:srgbClr val="FF5874"/>
            </a:solidFill>
            <a:headEnd type="triangle" w="sm" len="sm"/>
          </a:ln>
        </p:spPr>
      </p:cxnSp>
      <p:sp>
        <p:nvSpPr>
          <p:cNvPr id="13" name="cue-15-1-label">
            <a:extLst>
              <a:ext uri="{FF2B5EF4-FFF2-40B4-BE49-F238E27FC236}">
                <a16:creationId xmlns:a16="http://schemas.microsoft.com/office/drawing/2014/main" id="{53D55061-7F7B-4C9C-B072-9BBAECFAC3FC}"/>
              </a:ext>
            </a:extLst>
          </p:cNvPr>
          <p:cNvSpPr>
            <a:spLocks noGrp="1"/>
          </p:cNvSpPr>
          <p:nvPr/>
        </p:nvSpPr>
        <p:spPr>
          <a:xfrm>
            <a:off x="5170256" y="2744986"/>
            <a:ext cx="1799167" cy="476250"/>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b="0">
                <a:latin typeface="Ubuntu Light"/>
                <a:ea typeface="Ubuntu Light"/>
                <a:cs typeface="Ubuntu Light"/>
              </a:rPr>
              <a:t>Use this running</a:t>
            </a:r>
          </a:p>
          <a:p>
            <a:pPr algn="ctr">
              <a:defRPr sz="1350" b="0">
                <a:solidFill>
                  <a:srgbClr val="FFFFFF"/>
                </a:solidFill>
                <a:latin typeface="Ubuntu Light"/>
                <a:ea typeface="Ubuntu Light"/>
                <a:cs typeface="Ubuntu Light"/>
              </a:defRPr>
            </a:pPr>
            <a:r>
              <a:rPr b="0">
                <a:latin typeface="Ubuntu Light"/>
                <a:ea typeface="Ubuntu Light"/>
                <a:cs typeface="Ubuntu Light"/>
              </a:rPr>
              <a:t>Floci container</a:t>
            </a:r>
          </a:p>
        </p:txBody>
      </p:sp>
      <p:sp>
        <p:nvSpPr>
          <p:cNvPr id="14" name="cue-15-2-focus">
            <a:extLst>
              <a:ext uri="{FF2B5EF4-FFF2-40B4-BE49-F238E27FC236}">
                <a16:creationId xmlns:a16="http://schemas.microsoft.com/office/drawing/2014/main" id="{35FCA4AF-7F0C-4C32-936F-8380B5B42353}"/>
              </a:ext>
            </a:extLst>
          </p:cNvPr>
          <p:cNvSpPr>
            <a:spLocks noGrp="1"/>
          </p:cNvSpPr>
          <p:nvPr/>
        </p:nvSpPr>
        <p:spPr>
          <a:xfrm>
            <a:off x="2983854" y="3661172"/>
            <a:ext cx="1563786" cy="282654"/>
          </a:xfrm>
          <a:prstGeom prst="rect">
            <a:avLst/>
          </a:prstGeom>
          <a:noFill/>
          <a:ln w="20955">
            <a:solidFill>
              <a:srgbClr val="FF5874"/>
            </a:solidFill>
          </a:ln>
        </p:spPr>
        <p:txBody>
          <a:bodyPr/>
          <a:lstStyle/>
          <a:p>
            <a:endParaRPr lang="en-US"/>
          </a:p>
        </p:txBody>
      </p:sp>
      <p:cxnSp>
        <p:nvCxnSpPr>
          <p:cNvPr id="15" name="cue-15-2-leader-0">
            <a:extLst>
              <a:ext uri="{FF2B5EF4-FFF2-40B4-BE49-F238E27FC236}">
                <a16:creationId xmlns:a16="http://schemas.microsoft.com/office/drawing/2014/main" id="{6063B563-7ABD-4D59-B843-AEEE79D2E7DF}"/>
              </a:ext>
            </a:extLst>
          </p:cNvPr>
          <p:cNvCxnSpPr/>
          <p:nvPr/>
        </p:nvCxnSpPr>
        <p:spPr>
          <a:xfrm>
            <a:off x="3765747" y="3981926"/>
            <a:ext cx="0" cy="390049"/>
          </a:xfrm>
          <a:prstGeom prst="straightConnector1">
            <a:avLst/>
          </a:prstGeom>
          <a:ln w="20955">
            <a:solidFill>
              <a:srgbClr val="FF5874"/>
            </a:solidFill>
            <a:headEnd type="triangle" w="sm" len="sm"/>
          </a:ln>
        </p:spPr>
      </p:cxnSp>
      <p:sp>
        <p:nvSpPr>
          <p:cNvPr id="16" name="cue-15-2-label">
            <a:extLst>
              <a:ext uri="{FF2B5EF4-FFF2-40B4-BE49-F238E27FC236}">
                <a16:creationId xmlns:a16="http://schemas.microsoft.com/office/drawing/2014/main" id="{B8B69588-934C-4665-821D-454199C3138F}"/>
              </a:ext>
            </a:extLst>
          </p:cNvPr>
          <p:cNvSpPr>
            <a:spLocks noGrp="1"/>
          </p:cNvSpPr>
          <p:nvPr/>
        </p:nvSpPr>
        <p:spPr>
          <a:xfrm>
            <a:off x="2575122" y="4400550"/>
            <a:ext cx="2381250" cy="266700"/>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b="0">
                <a:latin typeface="Ubuntu Light"/>
                <a:ea typeface="Ubuntu Light"/>
                <a:cs typeface="Ubuntu Light"/>
              </a:rPr>
              <a:t>Put its name in the URL</a:t>
            </a:r>
          </a:p>
        </p:txBody>
      </p:sp>
    </p:spTree>
    <p:extLst>
      <p:ext uri="{BB962C8B-B14F-4D97-AF65-F5344CB8AC3E}">
        <p14:creationId xmlns:p14="http://schemas.microsoft.com/office/powerpoint/2010/main" val="127060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title">
            <a:extLst>
              <a:ext uri="{FF2B5EF4-FFF2-40B4-BE49-F238E27FC236}">
                <a16:creationId xmlns:a16="http://schemas.microsoft.com/office/drawing/2014/main" id="{FDAE9224-7F12-488B-90C1-00F692D771E3}"/>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b="0">
                <a:latin typeface="Ubuntu Light"/>
                <a:ea typeface="Ubuntu Light"/>
                <a:cs typeface="Ubuntu Light"/>
              </a:rPr>
              <a:t>Connect Lambda to Floci through OpenResty</a:t>
            </a:r>
          </a:p>
        </p:txBody>
      </p:sp>
      <p:sp>
        <p:nvSpPr>
          <p:cNvPr id="2" name="source-label">
            <a:extLst>
              <a:ext uri="{FF2B5EF4-FFF2-40B4-BE49-F238E27FC236}">
                <a16:creationId xmlns:a16="http://schemas.microsoft.com/office/drawing/2014/main" id="{F33E293B-A076-4E38-A274-9CF758F584A0}"/>
              </a:ext>
            </a:extLst>
          </p:cNvPr>
          <p:cNvSpPr>
            <a:spLocks noGrp="1"/>
          </p:cNvSpPr>
          <p:nvPr/>
        </p:nvSpPr>
        <p:spPr>
          <a:xfrm>
            <a:off x="619125" y="1371600"/>
            <a:ext cx="1781175" cy="219075"/>
          </a:xfrm>
          <a:prstGeom prst="rect">
            <a:avLst/>
          </a:prstGeom>
          <a:noFill/>
          <a:ln w="0">
            <a:noFill/>
          </a:ln>
        </p:spPr>
        <p:txBody>
          <a:bodyPr wrap="none" lIns="0" tIns="0" rIns="0" bIns="0" anchor="t">
            <a:noAutofit/>
          </a:bodyPr>
          <a:lstStyle>
            <a:defPPr algn="l">
              <a:defRPr sz="1200" b="0">
                <a:solidFill>
                  <a:srgbClr val="475569"/>
                </a:solidFill>
                <a:latin typeface="Ubuntu Light"/>
                <a:ea typeface="Ubuntu Light"/>
                <a:cs typeface="Ubuntu Light"/>
              </a:defRPr>
            </a:defPPr>
            <a:lvl1pPr algn="l">
              <a:defRPr sz="1200" b="0">
                <a:solidFill>
                  <a:srgbClr val="475569"/>
                </a:solidFill>
                <a:latin typeface="Ubuntu Light"/>
                <a:ea typeface="Ubuntu Light"/>
                <a:cs typeface="Ubuntu Light"/>
              </a:defRPr>
            </a:lvl1pPr>
            <a:lvl2pPr algn="l">
              <a:defRPr sz="1200" b="0">
                <a:solidFill>
                  <a:srgbClr val="475569"/>
                </a:solidFill>
                <a:latin typeface="Ubuntu Light"/>
                <a:ea typeface="Ubuntu Light"/>
                <a:cs typeface="Ubuntu Light"/>
              </a:defRPr>
            </a:lvl2pPr>
            <a:lvl3pPr algn="l">
              <a:defRPr sz="1200" b="0">
                <a:solidFill>
                  <a:srgbClr val="475569"/>
                </a:solidFill>
                <a:latin typeface="Ubuntu Light"/>
                <a:ea typeface="Ubuntu Light"/>
                <a:cs typeface="Ubuntu Light"/>
              </a:defRPr>
            </a:lvl3pPr>
            <a:lvl4pPr algn="l">
              <a:defRPr sz="1200" b="0">
                <a:solidFill>
                  <a:srgbClr val="475569"/>
                </a:solidFill>
                <a:latin typeface="Ubuntu Light"/>
                <a:ea typeface="Ubuntu Light"/>
                <a:cs typeface="Ubuntu Light"/>
              </a:defRPr>
            </a:lvl4pPr>
            <a:lvl5pPr algn="l">
              <a:defRPr sz="1200" b="0">
                <a:solidFill>
                  <a:srgbClr val="475569"/>
                </a:solidFill>
                <a:latin typeface="Ubuntu Light"/>
                <a:ea typeface="Ubuntu Light"/>
                <a:cs typeface="Ubuntu Light"/>
              </a:defRPr>
            </a:lvl5pPr>
            <a:lvl6pPr algn="l">
              <a:defRPr sz="1200" b="0">
                <a:solidFill>
                  <a:srgbClr val="475569"/>
                </a:solidFill>
                <a:latin typeface="Ubuntu Light"/>
                <a:ea typeface="Ubuntu Light"/>
                <a:cs typeface="Ubuntu Light"/>
              </a:defRPr>
            </a:lvl6pPr>
            <a:lvl7pPr algn="l">
              <a:defRPr sz="1200" b="0">
                <a:solidFill>
                  <a:srgbClr val="475569"/>
                </a:solidFill>
                <a:latin typeface="Ubuntu Light"/>
                <a:ea typeface="Ubuntu Light"/>
                <a:cs typeface="Ubuntu Light"/>
              </a:defRPr>
            </a:lvl7pPr>
            <a:lvl8pPr algn="l">
              <a:defRPr sz="1200" b="0">
                <a:solidFill>
                  <a:srgbClr val="475569"/>
                </a:solidFill>
                <a:latin typeface="Ubuntu Light"/>
                <a:ea typeface="Ubuntu Light"/>
                <a:cs typeface="Ubuntu Light"/>
              </a:defRPr>
            </a:lvl8pPr>
            <a:lvl9pPr algn="l">
              <a:defRPr sz="1200" b="0">
                <a:solidFill>
                  <a:srgbClr val="475569"/>
                </a:solidFill>
                <a:latin typeface="Ubuntu Light"/>
                <a:ea typeface="Ubuntu Light"/>
                <a:cs typeface="Ubuntu Light"/>
              </a:defRPr>
            </a:lvl9pPr>
          </a:lstStyle>
          <a:p>
            <a:pPr algn="l">
              <a:defRPr sz="1200" b="0">
                <a:solidFill>
                  <a:srgbClr val="475569"/>
                </a:solidFill>
                <a:latin typeface="Ubuntu Light"/>
                <a:ea typeface="Ubuntu Light"/>
                <a:cs typeface="Ubuntu Light"/>
              </a:defRPr>
            </a:pPr>
            <a:r>
              <a:rPr b="0">
                <a:latin typeface="Ubuntu Light"/>
                <a:ea typeface="Ubuntu Light"/>
                <a:cs typeface="Ubuntu Light"/>
              </a:rPr>
              <a:t>tests/fixtures/lambdas.py</a:t>
            </a:r>
          </a:p>
        </p:txBody>
      </p:sp>
      <p:sp>
        <p:nvSpPr>
          <p:cNvPr id="3" name="code-background">
            <a:extLst>
              <a:ext uri="{FF2B5EF4-FFF2-40B4-BE49-F238E27FC236}">
                <a16:creationId xmlns:a16="http://schemas.microsoft.com/office/drawing/2014/main" id="{BB772682-FF10-4727-8B21-98BD7803844E}"/>
              </a:ext>
            </a:extLst>
          </p:cNvPr>
          <p:cNvSpPr>
            <a:spLocks noGrp="1"/>
          </p:cNvSpPr>
          <p:nvPr/>
        </p:nvSpPr>
        <p:spPr>
          <a:xfrm>
            <a:off x="619125" y="1790700"/>
            <a:ext cx="7143750" cy="2724864"/>
          </a:xfrm>
          <a:prstGeom prst="rect">
            <a:avLst/>
          </a:prstGeom>
          <a:solidFill>
            <a:srgbClr val="000000"/>
          </a:solidFill>
          <a:ln w="0">
            <a:noFill/>
          </a:ln>
        </p:spPr>
        <p:txBody>
          <a:bodyPr/>
          <a:lstStyle/>
          <a:p>
            <a:endParaRPr lang="en-US"/>
          </a:p>
        </p:txBody>
      </p:sp>
      <p:sp>
        <p:nvSpPr>
          <p:cNvPr id="4" name="code-line-0">
            <a:extLst>
              <a:ext uri="{FF2B5EF4-FFF2-40B4-BE49-F238E27FC236}">
                <a16:creationId xmlns:a16="http://schemas.microsoft.com/office/drawing/2014/main" id="{2672A3C7-1064-4492-AD7E-860CBD4A6931}"/>
              </a:ext>
            </a:extLst>
          </p:cNvPr>
          <p:cNvSpPr>
            <a:spLocks noGrp="1"/>
          </p:cNvSpPr>
          <p:nvPr/>
        </p:nvSpPr>
        <p:spPr>
          <a:xfrm>
            <a:off x="790575" y="1905000"/>
            <a:ext cx="3225784"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err="1">
                <a:solidFill>
                  <a:srgbClr val="9CDCFE"/>
                </a:solidFill>
                <a:latin typeface="Menlo"/>
                <a:ea typeface="Menlo"/>
                <a:cs typeface="Menlo"/>
              </a:rPr>
              <a:t>lambda_client</a:t>
            </a:r>
            <a:r>
              <a:rPr b="0" dirty="0" err="1">
                <a:solidFill>
                  <a:srgbClr val="D4D4D4"/>
                </a:solidFill>
                <a:latin typeface="Menlo"/>
                <a:ea typeface="Menlo"/>
                <a:cs typeface="Menlo"/>
              </a:rPr>
              <a:t>.</a:t>
            </a:r>
            <a:r>
              <a:rPr b="0" dirty="0" err="1">
                <a:solidFill>
                  <a:srgbClr val="DCDCAA"/>
                </a:solidFill>
                <a:latin typeface="Menlo"/>
                <a:ea typeface="Menlo"/>
                <a:cs typeface="Menlo"/>
              </a:rPr>
              <a:t>create_function</a:t>
            </a:r>
            <a:r>
              <a:rPr b="0" dirty="0">
                <a:solidFill>
                  <a:srgbClr val="D4D4D4"/>
                </a:solidFill>
                <a:latin typeface="Menlo"/>
                <a:ea typeface="Menlo"/>
                <a:cs typeface="Menlo"/>
              </a:rPr>
              <a:t>(</a:t>
            </a:r>
          </a:p>
        </p:txBody>
      </p:sp>
      <p:sp>
        <p:nvSpPr>
          <p:cNvPr id="5" name="code-line-1">
            <a:extLst>
              <a:ext uri="{FF2B5EF4-FFF2-40B4-BE49-F238E27FC236}">
                <a16:creationId xmlns:a16="http://schemas.microsoft.com/office/drawing/2014/main" id="{A81EC807-8D51-4411-A35B-FDE5CAFDACBF}"/>
              </a:ext>
            </a:extLst>
          </p:cNvPr>
          <p:cNvSpPr>
            <a:spLocks noGrp="1"/>
          </p:cNvSpPr>
          <p:nvPr/>
        </p:nvSpPr>
        <p:spPr>
          <a:xfrm>
            <a:off x="790575" y="2178129"/>
            <a:ext cx="994405"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4D4D4"/>
                </a:solidFill>
                <a:latin typeface="Menlo"/>
                <a:ea typeface="Menlo"/>
                <a:cs typeface="Menlo"/>
              </a:rPr>
              <a:t>    </a:t>
            </a:r>
            <a:r>
              <a:rPr b="0">
                <a:solidFill>
                  <a:srgbClr val="6A9955"/>
                </a:solidFill>
                <a:latin typeface="Menlo"/>
                <a:ea typeface="Menlo"/>
                <a:cs typeface="Menlo"/>
              </a:rPr>
              <a:t># ...</a:t>
            </a:r>
          </a:p>
        </p:txBody>
      </p:sp>
      <p:sp>
        <p:nvSpPr>
          <p:cNvPr id="6" name="code-line-2">
            <a:extLst>
              <a:ext uri="{FF2B5EF4-FFF2-40B4-BE49-F238E27FC236}">
                <a16:creationId xmlns:a16="http://schemas.microsoft.com/office/drawing/2014/main" id="{44DD3BB8-90A9-4389-92B7-A55CF971D9B5}"/>
              </a:ext>
            </a:extLst>
          </p:cNvPr>
          <p:cNvSpPr>
            <a:spLocks noGrp="1"/>
          </p:cNvSpPr>
          <p:nvPr/>
        </p:nvSpPr>
        <p:spPr>
          <a:xfrm>
            <a:off x="790575" y="2451259"/>
            <a:ext cx="3332040"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9CDCFE"/>
                </a:solidFill>
                <a:latin typeface="Menlo"/>
                <a:ea typeface="Menlo"/>
                <a:cs typeface="Menlo"/>
              </a:rPr>
              <a:t>Environment</a:t>
            </a:r>
            <a:r>
              <a:rPr b="0" dirty="0">
                <a:solidFill>
                  <a:srgbClr val="D4D4D4"/>
                </a:solidFill>
                <a:latin typeface="Menlo"/>
                <a:ea typeface="Menlo"/>
                <a:cs typeface="Menlo"/>
              </a:rPr>
              <a:t>={</a:t>
            </a:r>
            <a:r>
              <a:rPr b="0" dirty="0">
                <a:solidFill>
                  <a:srgbClr val="CE9178"/>
                </a:solidFill>
                <a:latin typeface="Menlo"/>
                <a:ea typeface="Menlo"/>
                <a:cs typeface="Menlo"/>
              </a:rPr>
              <a:t>"Variables"</a:t>
            </a:r>
            <a:r>
              <a:rPr b="0" dirty="0">
                <a:solidFill>
                  <a:srgbClr val="D4D4D4"/>
                </a:solidFill>
                <a:latin typeface="Menlo"/>
                <a:ea typeface="Menlo"/>
                <a:cs typeface="Menlo"/>
              </a:rPr>
              <a:t>: {</a:t>
            </a:r>
          </a:p>
        </p:txBody>
      </p:sp>
      <p:sp>
        <p:nvSpPr>
          <p:cNvPr id="7" name="code-line-3">
            <a:extLst>
              <a:ext uri="{FF2B5EF4-FFF2-40B4-BE49-F238E27FC236}">
                <a16:creationId xmlns:a16="http://schemas.microsoft.com/office/drawing/2014/main" id="{2F33583C-D692-4120-ACAC-EE479E28D22B}"/>
              </a:ext>
            </a:extLst>
          </p:cNvPr>
          <p:cNvSpPr>
            <a:spLocks noGrp="1"/>
          </p:cNvSpPr>
          <p:nvPr/>
        </p:nvSpPr>
        <p:spPr>
          <a:xfrm>
            <a:off x="790575" y="2724388"/>
            <a:ext cx="5032138"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CE9178"/>
                </a:solidFill>
                <a:latin typeface="Menlo"/>
                <a:ea typeface="Menlo"/>
                <a:cs typeface="Menlo"/>
              </a:rPr>
              <a:t>"AWS_ENDPOINT_URL"</a:t>
            </a:r>
            <a:r>
              <a:rPr b="0" dirty="0">
                <a:solidFill>
                  <a:srgbClr val="D4D4D4"/>
                </a:solidFill>
                <a:latin typeface="Menlo"/>
                <a:ea typeface="Menlo"/>
                <a:cs typeface="Menlo"/>
              </a:rPr>
              <a:t>: </a:t>
            </a:r>
            <a:r>
              <a:rPr b="0" dirty="0" err="1">
                <a:solidFill>
                  <a:srgbClr val="9CDCFE"/>
                </a:solidFill>
                <a:latin typeface="Menlo"/>
                <a:ea typeface="Menlo"/>
                <a:cs typeface="Menlo"/>
              </a:rPr>
              <a:t>floci_internal_url</a:t>
            </a:r>
            <a:r>
              <a:rPr b="0" dirty="0">
                <a:solidFill>
                  <a:srgbClr val="D4D4D4"/>
                </a:solidFill>
                <a:latin typeface="Menlo"/>
                <a:ea typeface="Menlo"/>
                <a:cs typeface="Menlo"/>
              </a:rPr>
              <a:t>,</a:t>
            </a:r>
          </a:p>
        </p:txBody>
      </p:sp>
      <p:sp>
        <p:nvSpPr>
          <p:cNvPr id="8" name="code-line-4">
            <a:extLst>
              <a:ext uri="{FF2B5EF4-FFF2-40B4-BE49-F238E27FC236}">
                <a16:creationId xmlns:a16="http://schemas.microsoft.com/office/drawing/2014/main" id="{48630666-EE30-457F-8E3C-0D39E493E35B}"/>
              </a:ext>
            </a:extLst>
          </p:cNvPr>
          <p:cNvSpPr>
            <a:spLocks noGrp="1"/>
          </p:cNvSpPr>
          <p:nvPr/>
        </p:nvSpPr>
        <p:spPr>
          <a:xfrm>
            <a:off x="790575" y="2997518"/>
            <a:ext cx="5032138"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CE9178"/>
                </a:solidFill>
                <a:latin typeface="Menlo"/>
                <a:ea typeface="Menlo"/>
                <a:cs typeface="Menlo"/>
              </a:rPr>
              <a:t>"HTTP_PROXY"</a:t>
            </a:r>
            <a:r>
              <a:rPr b="0" dirty="0">
                <a:solidFill>
                  <a:srgbClr val="D4D4D4"/>
                </a:solidFill>
                <a:latin typeface="Menlo"/>
                <a:ea typeface="Menlo"/>
                <a:cs typeface="Menlo"/>
              </a:rPr>
              <a:t>: </a:t>
            </a:r>
            <a:r>
              <a:rPr b="0" dirty="0" err="1">
                <a:solidFill>
                  <a:srgbClr val="9CDCFE"/>
                </a:solidFill>
                <a:latin typeface="Menlo"/>
                <a:ea typeface="Menlo"/>
                <a:cs typeface="Menlo"/>
              </a:rPr>
              <a:t>fault_proxy_internal_url</a:t>
            </a:r>
            <a:r>
              <a:rPr b="0" dirty="0">
                <a:solidFill>
                  <a:srgbClr val="D4D4D4"/>
                </a:solidFill>
                <a:latin typeface="Menlo"/>
                <a:ea typeface="Menlo"/>
                <a:cs typeface="Menlo"/>
              </a:rPr>
              <a:t>,</a:t>
            </a:r>
          </a:p>
        </p:txBody>
      </p:sp>
      <p:sp>
        <p:nvSpPr>
          <p:cNvPr id="9" name="code-line-5">
            <a:extLst>
              <a:ext uri="{FF2B5EF4-FFF2-40B4-BE49-F238E27FC236}">
                <a16:creationId xmlns:a16="http://schemas.microsoft.com/office/drawing/2014/main" id="{2B95648D-D48C-4F0B-8DA6-FAA631BD4443}"/>
              </a:ext>
            </a:extLst>
          </p:cNvPr>
          <p:cNvSpPr>
            <a:spLocks noGrp="1"/>
          </p:cNvSpPr>
          <p:nvPr/>
        </p:nvSpPr>
        <p:spPr>
          <a:xfrm>
            <a:off x="790575" y="3270647"/>
            <a:ext cx="3438296"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4D4D4"/>
                </a:solidFill>
                <a:latin typeface="Menlo"/>
                <a:ea typeface="Menlo"/>
                <a:cs typeface="Menlo"/>
              </a:rPr>
              <a:t>        </a:t>
            </a:r>
            <a:r>
              <a:rPr b="0">
                <a:solidFill>
                  <a:srgbClr val="CE9178"/>
                </a:solidFill>
                <a:latin typeface="Menlo"/>
                <a:ea typeface="Menlo"/>
                <a:cs typeface="Menlo"/>
              </a:rPr>
              <a:t>"AWS_MAX_ATTEMPTS"</a:t>
            </a:r>
            <a:r>
              <a:rPr b="0">
                <a:solidFill>
                  <a:srgbClr val="D4D4D4"/>
                </a:solidFill>
                <a:latin typeface="Menlo"/>
                <a:ea typeface="Menlo"/>
                <a:cs typeface="Menlo"/>
              </a:rPr>
              <a:t>: </a:t>
            </a:r>
            <a:r>
              <a:rPr b="0">
                <a:solidFill>
                  <a:srgbClr val="CE9178"/>
                </a:solidFill>
                <a:latin typeface="Menlo"/>
                <a:ea typeface="Menlo"/>
                <a:cs typeface="Menlo"/>
              </a:rPr>
              <a:t>"1"</a:t>
            </a:r>
            <a:r>
              <a:rPr b="0">
                <a:solidFill>
                  <a:srgbClr val="D4D4D4"/>
                </a:solidFill>
                <a:latin typeface="Menlo"/>
                <a:ea typeface="Menlo"/>
                <a:cs typeface="Menlo"/>
              </a:rPr>
              <a:t>,</a:t>
            </a:r>
          </a:p>
        </p:txBody>
      </p:sp>
      <p:sp>
        <p:nvSpPr>
          <p:cNvPr id="10" name="code-line-6">
            <a:extLst>
              <a:ext uri="{FF2B5EF4-FFF2-40B4-BE49-F238E27FC236}">
                <a16:creationId xmlns:a16="http://schemas.microsoft.com/office/drawing/2014/main" id="{6FFD5B99-47F7-474B-898C-6D5ACFFF8D75}"/>
              </a:ext>
            </a:extLst>
          </p:cNvPr>
          <p:cNvSpPr>
            <a:spLocks noGrp="1"/>
          </p:cNvSpPr>
          <p:nvPr/>
        </p:nvSpPr>
        <p:spPr>
          <a:xfrm>
            <a:off x="790575" y="3543776"/>
            <a:ext cx="1419430"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4D4D4"/>
                </a:solidFill>
                <a:latin typeface="Menlo"/>
                <a:ea typeface="Menlo"/>
                <a:cs typeface="Menlo"/>
              </a:rPr>
              <a:t>        </a:t>
            </a:r>
            <a:r>
              <a:rPr b="0">
                <a:solidFill>
                  <a:srgbClr val="6A9955"/>
                </a:solidFill>
                <a:latin typeface="Menlo"/>
                <a:ea typeface="Menlo"/>
                <a:cs typeface="Menlo"/>
              </a:rPr>
              <a:t># ...</a:t>
            </a:r>
          </a:p>
        </p:txBody>
      </p:sp>
      <p:sp>
        <p:nvSpPr>
          <p:cNvPr id="11" name="code-line-7">
            <a:extLst>
              <a:ext uri="{FF2B5EF4-FFF2-40B4-BE49-F238E27FC236}">
                <a16:creationId xmlns:a16="http://schemas.microsoft.com/office/drawing/2014/main" id="{BA22773C-38F7-4B25-BF65-9BEA335FC58C}"/>
              </a:ext>
            </a:extLst>
          </p:cNvPr>
          <p:cNvSpPr>
            <a:spLocks noGrp="1"/>
          </p:cNvSpPr>
          <p:nvPr/>
        </p:nvSpPr>
        <p:spPr>
          <a:xfrm>
            <a:off x="790575" y="3816906"/>
            <a:ext cx="781893"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4D4D4"/>
                </a:solidFill>
                <a:latin typeface="Menlo"/>
                <a:ea typeface="Menlo"/>
                <a:cs typeface="Menlo"/>
              </a:rPr>
              <a:t>    }},</a:t>
            </a:r>
          </a:p>
        </p:txBody>
      </p:sp>
      <p:sp>
        <p:nvSpPr>
          <p:cNvPr id="12" name="code-line-8">
            <a:extLst>
              <a:ext uri="{FF2B5EF4-FFF2-40B4-BE49-F238E27FC236}">
                <a16:creationId xmlns:a16="http://schemas.microsoft.com/office/drawing/2014/main" id="{ABDF0C98-D525-43D6-BC9F-3965A4252854}"/>
              </a:ext>
            </a:extLst>
          </p:cNvPr>
          <p:cNvSpPr>
            <a:spLocks noGrp="1"/>
          </p:cNvSpPr>
          <p:nvPr/>
        </p:nvSpPr>
        <p:spPr>
          <a:xfrm>
            <a:off x="790575" y="4090035"/>
            <a:ext cx="176213"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4D4D4"/>
                </a:solidFill>
                <a:latin typeface="Menlo"/>
                <a:ea typeface="Menlo"/>
                <a:cs typeface="Menlo"/>
              </a:rPr>
              <a:t>)</a:t>
            </a:r>
          </a:p>
        </p:txBody>
      </p:sp>
      <p:sp>
        <p:nvSpPr>
          <p:cNvPr id="13" name="cue-16-1-focus">
            <a:extLst>
              <a:ext uri="{FF2B5EF4-FFF2-40B4-BE49-F238E27FC236}">
                <a16:creationId xmlns:a16="http://schemas.microsoft.com/office/drawing/2014/main" id="{23B39128-61C0-464E-9112-38EF2AAC0132}"/>
              </a:ext>
            </a:extLst>
          </p:cNvPr>
          <p:cNvSpPr>
            <a:spLocks noGrp="1"/>
          </p:cNvSpPr>
          <p:nvPr/>
        </p:nvSpPr>
        <p:spPr>
          <a:xfrm>
            <a:off x="3744397" y="2676525"/>
            <a:ext cx="1988810" cy="269445"/>
          </a:xfrm>
          <a:prstGeom prst="rect">
            <a:avLst/>
          </a:prstGeom>
          <a:noFill/>
          <a:ln w="20955">
            <a:solidFill>
              <a:srgbClr val="FF5874"/>
            </a:solidFill>
          </a:ln>
        </p:spPr>
        <p:txBody>
          <a:bodyPr/>
          <a:lstStyle/>
          <a:p>
            <a:endParaRPr lang="en-US"/>
          </a:p>
        </p:txBody>
      </p:sp>
      <p:cxnSp>
        <p:nvCxnSpPr>
          <p:cNvPr id="14" name="cue-16-1-leader-0">
            <a:extLst>
              <a:ext uri="{FF2B5EF4-FFF2-40B4-BE49-F238E27FC236}">
                <a16:creationId xmlns:a16="http://schemas.microsoft.com/office/drawing/2014/main" id="{83B3C958-3245-4EBF-BA1C-191C3C4A531D}"/>
              </a:ext>
            </a:extLst>
          </p:cNvPr>
          <p:cNvCxnSpPr/>
          <p:nvPr/>
        </p:nvCxnSpPr>
        <p:spPr>
          <a:xfrm>
            <a:off x="5517576" y="2495550"/>
            <a:ext cx="0" cy="181213"/>
          </a:xfrm>
          <a:prstGeom prst="straightConnector1">
            <a:avLst/>
          </a:prstGeom>
          <a:ln w="20955">
            <a:solidFill>
              <a:srgbClr val="FF5874"/>
            </a:solidFill>
            <a:tailEnd type="triangle" w="sm" len="sm"/>
          </a:ln>
        </p:spPr>
      </p:cxnSp>
      <p:sp>
        <p:nvSpPr>
          <p:cNvPr id="15" name="cue-16-1-label">
            <a:extLst>
              <a:ext uri="{FF2B5EF4-FFF2-40B4-BE49-F238E27FC236}">
                <a16:creationId xmlns:a16="http://schemas.microsoft.com/office/drawing/2014/main" id="{92D9CA92-42B5-4DCA-B25A-5028D84B1CA9}"/>
              </a:ext>
            </a:extLst>
          </p:cNvPr>
          <p:cNvSpPr>
            <a:spLocks noGrp="1"/>
          </p:cNvSpPr>
          <p:nvPr/>
        </p:nvSpPr>
        <p:spPr>
          <a:xfrm>
            <a:off x="4184076" y="2200275"/>
            <a:ext cx="2667000" cy="266700"/>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b="0">
                <a:latin typeface="Menlo"/>
                <a:ea typeface="Menlo"/>
                <a:cs typeface="Menlo"/>
              </a:rPr>
              <a:t>boto3</a:t>
            </a:r>
            <a:r>
              <a:rPr b="0">
                <a:latin typeface="Ubuntu Light"/>
                <a:ea typeface="Ubuntu Light"/>
                <a:cs typeface="Ubuntu Light"/>
              </a:rPr>
              <a:t> sends requests to Floci</a:t>
            </a:r>
          </a:p>
        </p:txBody>
      </p:sp>
      <p:sp>
        <p:nvSpPr>
          <p:cNvPr id="16" name="cue-16-2-focus">
            <a:extLst>
              <a:ext uri="{FF2B5EF4-FFF2-40B4-BE49-F238E27FC236}">
                <a16:creationId xmlns:a16="http://schemas.microsoft.com/office/drawing/2014/main" id="{3AAD78E1-4C54-46EB-BE8D-CE30D227C960}"/>
              </a:ext>
            </a:extLst>
          </p:cNvPr>
          <p:cNvSpPr>
            <a:spLocks noGrp="1"/>
          </p:cNvSpPr>
          <p:nvPr/>
        </p:nvSpPr>
        <p:spPr>
          <a:xfrm>
            <a:off x="3090110" y="2987993"/>
            <a:ext cx="2732603" cy="282654"/>
          </a:xfrm>
          <a:prstGeom prst="rect">
            <a:avLst/>
          </a:prstGeom>
          <a:noFill/>
          <a:ln w="20955">
            <a:solidFill>
              <a:srgbClr val="FF5874"/>
            </a:solidFill>
          </a:ln>
        </p:spPr>
        <p:txBody>
          <a:bodyPr/>
          <a:lstStyle/>
          <a:p>
            <a:endParaRPr lang="en-US"/>
          </a:p>
        </p:txBody>
      </p:sp>
      <p:cxnSp>
        <p:nvCxnSpPr>
          <p:cNvPr id="17" name="cue-16-2-leader-0">
            <a:extLst>
              <a:ext uri="{FF2B5EF4-FFF2-40B4-BE49-F238E27FC236}">
                <a16:creationId xmlns:a16="http://schemas.microsoft.com/office/drawing/2014/main" id="{73D5ECB1-087D-48FA-8A0F-317EF5326632}"/>
              </a:ext>
            </a:extLst>
          </p:cNvPr>
          <p:cNvCxnSpPr>
            <a:cxnSpLocks/>
            <a:endCxn id="18" idx="1"/>
          </p:cNvCxnSpPr>
          <p:nvPr/>
        </p:nvCxnSpPr>
        <p:spPr>
          <a:xfrm>
            <a:off x="5851288" y="3129320"/>
            <a:ext cx="539987" cy="327183"/>
          </a:xfrm>
          <a:prstGeom prst="straightConnector1">
            <a:avLst/>
          </a:prstGeom>
          <a:ln w="20955">
            <a:solidFill>
              <a:srgbClr val="FF5874"/>
            </a:solidFill>
            <a:headEnd type="triangle" w="sm" len="sm"/>
          </a:ln>
        </p:spPr>
      </p:cxnSp>
      <p:sp>
        <p:nvSpPr>
          <p:cNvPr id="18" name="cue-16-2-label">
            <a:extLst>
              <a:ext uri="{FF2B5EF4-FFF2-40B4-BE49-F238E27FC236}">
                <a16:creationId xmlns:a16="http://schemas.microsoft.com/office/drawing/2014/main" id="{C3D54E9B-D04D-4CEC-A27A-B07EBCCA1A62}"/>
              </a:ext>
            </a:extLst>
          </p:cNvPr>
          <p:cNvSpPr>
            <a:spLocks noGrp="1"/>
          </p:cNvSpPr>
          <p:nvPr/>
        </p:nvSpPr>
        <p:spPr>
          <a:xfrm>
            <a:off x="6391275" y="3218378"/>
            <a:ext cx="2000250" cy="476250"/>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b="0" dirty="0" err="1">
                <a:latin typeface="Ubuntu Light"/>
                <a:ea typeface="Ubuntu Light"/>
                <a:cs typeface="Ubuntu Light"/>
              </a:rPr>
              <a:t>OpenResty</a:t>
            </a:r>
            <a:r>
              <a:rPr b="0" dirty="0">
                <a:latin typeface="Ubuntu Light"/>
                <a:ea typeface="Ubuntu Light"/>
                <a:cs typeface="Ubuntu Light"/>
              </a:rPr>
              <a:t> can</a:t>
            </a:r>
          </a:p>
          <a:p>
            <a:pPr algn="ctr">
              <a:defRPr sz="1350" b="0">
                <a:solidFill>
                  <a:srgbClr val="FFFFFF"/>
                </a:solidFill>
                <a:latin typeface="Ubuntu Light"/>
                <a:ea typeface="Ubuntu Light"/>
                <a:cs typeface="Ubuntu Light"/>
              </a:defRPr>
            </a:pPr>
            <a:r>
              <a:rPr b="0" dirty="0">
                <a:latin typeface="Ubuntu Light"/>
                <a:ea typeface="Ubuntu Light"/>
                <a:cs typeface="Ubuntu Light"/>
              </a:rPr>
              <a:t>inject failures</a:t>
            </a:r>
          </a:p>
        </p:txBody>
      </p:sp>
    </p:spTree>
    <p:extLst>
      <p:ext uri="{BB962C8B-B14F-4D97-AF65-F5344CB8AC3E}">
        <p14:creationId xmlns:p14="http://schemas.microsoft.com/office/powerpoint/2010/main" val="127060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emo-title">
            <a:extLst>
              <a:ext uri="{FF2B5EF4-FFF2-40B4-BE49-F238E27FC236}">
                <a16:creationId xmlns:a16="http://schemas.microsoft.com/office/drawing/2014/main" id="{605F6283-E3C1-4C72-904B-BFF753BD03E7}"/>
              </a:ext>
            </a:extLst>
          </p:cNvPr>
          <p:cNvSpPr>
            <a:spLocks noGrp="1"/>
          </p:cNvSpPr>
          <p:nvPr/>
        </p:nvSpPr>
        <p:spPr>
          <a:xfrm>
            <a:off x="619125" y="952500"/>
            <a:ext cx="7905750" cy="1571625"/>
          </a:xfrm>
          <a:prstGeom prst="rect">
            <a:avLst/>
          </a:prstGeom>
          <a:noFill/>
          <a:ln w="0">
            <a:noFill/>
          </a:ln>
        </p:spPr>
        <p:txBody>
          <a:bodyPr wrap="none" lIns="0" tIns="0" rIns="0" bIns="0" anchor="ctr">
            <a:noAutofit/>
          </a:bodyPr>
          <a:lstStyle>
            <a:defPPr algn="ctr">
              <a:defRPr sz="5100" b="0">
                <a:solidFill>
                  <a:srgbClr val="202D3E"/>
                </a:solidFill>
                <a:latin typeface="Ubuntu Light"/>
                <a:ea typeface="Ubuntu Light"/>
                <a:cs typeface="Ubuntu Light"/>
              </a:defRPr>
            </a:defPPr>
            <a:lvl1pPr algn="ctr">
              <a:buNone/>
              <a:defRPr sz="5100" b="0">
                <a:solidFill>
                  <a:srgbClr val="202D3E"/>
                </a:solidFill>
                <a:latin typeface="Ubuntu Light"/>
                <a:ea typeface="Ubuntu Light"/>
                <a:cs typeface="Ubuntu Light"/>
              </a:defRPr>
            </a:lvl1pPr>
            <a:lvl2pPr algn="ctr">
              <a:buNone/>
              <a:defRPr sz="5100" b="0">
                <a:solidFill>
                  <a:srgbClr val="202D3E"/>
                </a:solidFill>
                <a:latin typeface="Ubuntu Light"/>
                <a:ea typeface="Ubuntu Light"/>
                <a:cs typeface="Ubuntu Light"/>
              </a:defRPr>
            </a:lvl2pPr>
            <a:lvl3pPr algn="ctr">
              <a:buNone/>
              <a:defRPr sz="5100" b="0">
                <a:solidFill>
                  <a:srgbClr val="202D3E"/>
                </a:solidFill>
                <a:latin typeface="Ubuntu Light"/>
                <a:ea typeface="Ubuntu Light"/>
                <a:cs typeface="Ubuntu Light"/>
              </a:defRPr>
            </a:lvl3pPr>
            <a:lvl4pPr algn="ctr">
              <a:buNone/>
              <a:defRPr sz="5100" b="0">
                <a:solidFill>
                  <a:srgbClr val="202D3E"/>
                </a:solidFill>
                <a:latin typeface="Ubuntu Light"/>
                <a:ea typeface="Ubuntu Light"/>
                <a:cs typeface="Ubuntu Light"/>
              </a:defRPr>
            </a:lvl4pPr>
            <a:lvl5pPr algn="ctr">
              <a:buNone/>
              <a:defRPr sz="5100" b="0">
                <a:solidFill>
                  <a:srgbClr val="202D3E"/>
                </a:solidFill>
                <a:latin typeface="Ubuntu Light"/>
                <a:ea typeface="Ubuntu Light"/>
                <a:cs typeface="Ubuntu Light"/>
              </a:defRPr>
            </a:lvl5pPr>
            <a:lvl6pPr algn="ctr">
              <a:buNone/>
              <a:defRPr sz="5100" b="0">
                <a:solidFill>
                  <a:srgbClr val="202D3E"/>
                </a:solidFill>
                <a:latin typeface="Ubuntu Light"/>
                <a:ea typeface="Ubuntu Light"/>
                <a:cs typeface="Ubuntu Light"/>
              </a:defRPr>
            </a:lvl6pPr>
            <a:lvl7pPr algn="ctr">
              <a:buNone/>
              <a:defRPr sz="5100" b="0">
                <a:solidFill>
                  <a:srgbClr val="202D3E"/>
                </a:solidFill>
                <a:latin typeface="Ubuntu Light"/>
                <a:ea typeface="Ubuntu Light"/>
                <a:cs typeface="Ubuntu Light"/>
              </a:defRPr>
            </a:lvl7pPr>
            <a:lvl8pPr algn="ctr">
              <a:buNone/>
              <a:defRPr sz="5100" b="0">
                <a:solidFill>
                  <a:srgbClr val="202D3E"/>
                </a:solidFill>
                <a:latin typeface="Ubuntu Light"/>
                <a:ea typeface="Ubuntu Light"/>
                <a:cs typeface="Ubuntu Light"/>
              </a:defRPr>
            </a:lvl8pPr>
            <a:lvl9pPr algn="ctr">
              <a:buNone/>
              <a:defRPr sz="5100" b="0">
                <a:solidFill>
                  <a:srgbClr val="202D3E"/>
                </a:solidFill>
                <a:latin typeface="Ubuntu Light"/>
                <a:ea typeface="Ubuntu Light"/>
                <a:cs typeface="Ubuntu Light"/>
              </a:defRPr>
            </a:lvl9pPr>
          </a:lstStyle>
          <a:p>
            <a:pPr algn="ctr">
              <a:buNone/>
              <a:defRPr sz="5100" b="0">
                <a:solidFill>
                  <a:srgbClr val="202D3E"/>
                </a:solidFill>
                <a:latin typeface="Ubuntu Light"/>
                <a:ea typeface="Ubuntu Light"/>
                <a:cs typeface="Ubuntu Light"/>
              </a:defRPr>
            </a:pPr>
            <a:r>
              <a:rPr b="0">
                <a:latin typeface="Ubuntu Light"/>
                <a:ea typeface="Ubuntu Light"/>
                <a:cs typeface="Ubuntu Light"/>
              </a:rPr>
              <a:t>Demo</a:t>
            </a:r>
          </a:p>
        </p:txBody>
      </p:sp>
      <p:sp>
        <p:nvSpPr>
          <p:cNvPr id="2" name="demo-topic">
            <a:extLst>
              <a:ext uri="{FF2B5EF4-FFF2-40B4-BE49-F238E27FC236}">
                <a16:creationId xmlns:a16="http://schemas.microsoft.com/office/drawing/2014/main" id="{9FD877AC-D9E5-4AD8-B85A-03807C73402A}"/>
              </a:ext>
            </a:extLst>
          </p:cNvPr>
          <p:cNvSpPr>
            <a:spLocks noGrp="1"/>
          </p:cNvSpPr>
          <p:nvPr/>
        </p:nvSpPr>
        <p:spPr>
          <a:xfrm>
            <a:off x="619125" y="2619375"/>
            <a:ext cx="7905750" cy="428625"/>
          </a:xfrm>
          <a:prstGeom prst="rect">
            <a:avLst/>
          </a:prstGeom>
          <a:noFill/>
          <a:ln w="0">
            <a:noFill/>
          </a:ln>
        </p:spPr>
        <p:txBody>
          <a:bodyPr wrap="none" lIns="0" tIns="0" rIns="0" bIns="0" anchor="t">
            <a:noAutofit/>
          </a:bodyPr>
          <a:lstStyle>
            <a:defPPr algn="ctr">
              <a:defRPr sz="1950" b="0">
                <a:solidFill>
                  <a:srgbClr val="475569"/>
                </a:solidFill>
                <a:latin typeface="Ubuntu Light"/>
                <a:ea typeface="Ubuntu Light"/>
                <a:cs typeface="Ubuntu Light"/>
              </a:defRPr>
            </a:defPPr>
            <a:lvl1pPr algn="ctr">
              <a:buNone/>
              <a:defRPr sz="1950" b="0">
                <a:solidFill>
                  <a:srgbClr val="475569"/>
                </a:solidFill>
                <a:latin typeface="Ubuntu Light"/>
                <a:ea typeface="Ubuntu Light"/>
                <a:cs typeface="Ubuntu Light"/>
              </a:defRPr>
            </a:lvl1pPr>
            <a:lvl2pPr algn="ctr">
              <a:buNone/>
              <a:defRPr sz="1950" b="0">
                <a:solidFill>
                  <a:srgbClr val="475569"/>
                </a:solidFill>
                <a:latin typeface="Ubuntu Light"/>
                <a:ea typeface="Ubuntu Light"/>
                <a:cs typeface="Ubuntu Light"/>
              </a:defRPr>
            </a:lvl2pPr>
            <a:lvl3pPr algn="ctr">
              <a:buNone/>
              <a:defRPr sz="1950" b="0">
                <a:solidFill>
                  <a:srgbClr val="475569"/>
                </a:solidFill>
                <a:latin typeface="Ubuntu Light"/>
                <a:ea typeface="Ubuntu Light"/>
                <a:cs typeface="Ubuntu Light"/>
              </a:defRPr>
            </a:lvl3pPr>
            <a:lvl4pPr algn="ctr">
              <a:buNone/>
              <a:defRPr sz="1950" b="0">
                <a:solidFill>
                  <a:srgbClr val="475569"/>
                </a:solidFill>
                <a:latin typeface="Ubuntu Light"/>
                <a:ea typeface="Ubuntu Light"/>
                <a:cs typeface="Ubuntu Light"/>
              </a:defRPr>
            </a:lvl4pPr>
            <a:lvl5pPr algn="ctr">
              <a:buNone/>
              <a:defRPr sz="1950" b="0">
                <a:solidFill>
                  <a:srgbClr val="475569"/>
                </a:solidFill>
                <a:latin typeface="Ubuntu Light"/>
                <a:ea typeface="Ubuntu Light"/>
                <a:cs typeface="Ubuntu Light"/>
              </a:defRPr>
            </a:lvl5pPr>
            <a:lvl6pPr algn="ctr">
              <a:buNone/>
              <a:defRPr sz="1950" b="0">
                <a:solidFill>
                  <a:srgbClr val="475569"/>
                </a:solidFill>
                <a:latin typeface="Ubuntu Light"/>
                <a:ea typeface="Ubuntu Light"/>
                <a:cs typeface="Ubuntu Light"/>
              </a:defRPr>
            </a:lvl6pPr>
            <a:lvl7pPr algn="ctr">
              <a:buNone/>
              <a:defRPr sz="1950" b="0">
                <a:solidFill>
                  <a:srgbClr val="475569"/>
                </a:solidFill>
                <a:latin typeface="Ubuntu Light"/>
                <a:ea typeface="Ubuntu Light"/>
                <a:cs typeface="Ubuntu Light"/>
              </a:defRPr>
            </a:lvl7pPr>
            <a:lvl8pPr algn="ctr">
              <a:buNone/>
              <a:defRPr sz="1950" b="0">
                <a:solidFill>
                  <a:srgbClr val="475569"/>
                </a:solidFill>
                <a:latin typeface="Ubuntu Light"/>
                <a:ea typeface="Ubuntu Light"/>
                <a:cs typeface="Ubuntu Light"/>
              </a:defRPr>
            </a:lvl8pPr>
            <a:lvl9pPr algn="ctr">
              <a:buNone/>
              <a:defRPr sz="1950" b="0">
                <a:solidFill>
                  <a:srgbClr val="475569"/>
                </a:solidFill>
                <a:latin typeface="Ubuntu Light"/>
                <a:ea typeface="Ubuntu Light"/>
                <a:cs typeface="Ubuntu Light"/>
              </a:defRPr>
            </a:lvl9pPr>
          </a:lstStyle>
          <a:p>
            <a:pPr algn="ctr">
              <a:buNone/>
              <a:defRPr sz="1950" b="0">
                <a:solidFill>
                  <a:srgbClr val="475569"/>
                </a:solidFill>
                <a:latin typeface="Ubuntu Light"/>
                <a:ea typeface="Ubuntu Light"/>
                <a:cs typeface="Ubuntu Light"/>
              </a:defRPr>
            </a:pPr>
            <a:r>
              <a:rPr b="0" dirty="0">
                <a:latin typeface="Ubuntu Light"/>
                <a:ea typeface="Ubuntu Light"/>
                <a:cs typeface="Ubuntu Light"/>
              </a:rPr>
              <a:t>Floci fixtures and Lambda environment variables</a:t>
            </a:r>
          </a:p>
        </p:txBody>
      </p:sp>
      <p:sp>
        <p:nvSpPr>
          <p:cNvPr id="5" name="demo-command">
            <a:extLst>
              <a:ext uri="{FF2B5EF4-FFF2-40B4-BE49-F238E27FC236}">
                <a16:creationId xmlns:a16="http://schemas.microsoft.com/office/drawing/2014/main" id="{55C97D19-C87F-421E-ACCA-49E180888BF2}"/>
              </a:ext>
            </a:extLst>
          </p:cNvPr>
          <p:cNvSpPr>
            <a:spLocks noGrp="1"/>
          </p:cNvSpPr>
          <p:nvPr/>
        </p:nvSpPr>
        <p:spPr>
          <a:xfrm>
            <a:off x="857250" y="3262842"/>
            <a:ext cx="7429500" cy="1066800"/>
          </a:xfrm>
          <a:prstGeom prst="rect">
            <a:avLst/>
          </a:prstGeom>
          <a:solidFill>
            <a:srgbClr val="000000"/>
          </a:solidFill>
          <a:ln w="0">
            <a:noFill/>
          </a:ln>
        </p:spPr>
        <p:txBody>
          <a:bodyPr wrap="none" lIns="171450" tIns="133350" rIns="171450" bIns="114300">
            <a:noAutofit/>
          </a:bodyPr>
          <a:lstStyle>
            <a:defPPr>
              <a:defRPr sz="1350" b="0">
                <a:solidFill>
                  <a:srgbClr val="D4D4D4"/>
                </a:solidFill>
                <a:latin typeface="Menlo"/>
                <a:ea typeface="Menlo"/>
                <a:cs typeface="Menlo"/>
              </a:defRPr>
            </a:defPPr>
            <a:lvl1pPr>
              <a:defRPr sz="1350" b="0">
                <a:solidFill>
                  <a:srgbClr val="D4D4D4"/>
                </a:solidFill>
                <a:latin typeface="Menlo"/>
                <a:ea typeface="Menlo"/>
                <a:cs typeface="Menlo"/>
              </a:defRPr>
            </a:lvl1pPr>
            <a:lvl2pPr>
              <a:defRPr sz="1350" b="0">
                <a:solidFill>
                  <a:srgbClr val="D4D4D4"/>
                </a:solidFill>
                <a:latin typeface="Menlo"/>
                <a:ea typeface="Menlo"/>
                <a:cs typeface="Menlo"/>
              </a:defRPr>
            </a:lvl2pPr>
            <a:lvl3pPr>
              <a:defRPr sz="1350" b="0">
                <a:solidFill>
                  <a:srgbClr val="D4D4D4"/>
                </a:solidFill>
                <a:latin typeface="Menlo"/>
                <a:ea typeface="Menlo"/>
                <a:cs typeface="Menlo"/>
              </a:defRPr>
            </a:lvl3pPr>
            <a:lvl4pPr>
              <a:defRPr sz="1350" b="0">
                <a:solidFill>
                  <a:srgbClr val="D4D4D4"/>
                </a:solidFill>
                <a:latin typeface="Menlo"/>
                <a:ea typeface="Menlo"/>
                <a:cs typeface="Menlo"/>
              </a:defRPr>
            </a:lvl4pPr>
            <a:lvl5pPr>
              <a:defRPr sz="1350" b="0">
                <a:solidFill>
                  <a:srgbClr val="D4D4D4"/>
                </a:solidFill>
                <a:latin typeface="Menlo"/>
                <a:ea typeface="Menlo"/>
                <a:cs typeface="Menlo"/>
              </a:defRPr>
            </a:lvl5pPr>
            <a:lvl6pPr>
              <a:defRPr sz="1350" b="0">
                <a:solidFill>
                  <a:srgbClr val="D4D4D4"/>
                </a:solidFill>
                <a:latin typeface="Menlo"/>
                <a:ea typeface="Menlo"/>
                <a:cs typeface="Menlo"/>
              </a:defRPr>
            </a:lvl6pPr>
            <a:lvl7pPr>
              <a:defRPr sz="1350" b="0">
                <a:solidFill>
                  <a:srgbClr val="D4D4D4"/>
                </a:solidFill>
                <a:latin typeface="Menlo"/>
                <a:ea typeface="Menlo"/>
                <a:cs typeface="Menlo"/>
              </a:defRPr>
            </a:lvl7pPr>
            <a:lvl8pPr>
              <a:defRPr sz="1350" b="0">
                <a:solidFill>
                  <a:srgbClr val="D4D4D4"/>
                </a:solidFill>
                <a:latin typeface="Menlo"/>
                <a:ea typeface="Menlo"/>
                <a:cs typeface="Menlo"/>
              </a:defRPr>
            </a:lvl8pPr>
            <a:lvl9pPr>
              <a:defRPr sz="1350" b="0">
                <a:solidFill>
                  <a:srgbClr val="D4D4D4"/>
                </a:solidFill>
                <a:latin typeface="Menlo"/>
                <a:ea typeface="Menlo"/>
                <a:cs typeface="Menlo"/>
              </a:defRPr>
            </a:lvl9pPr>
          </a:lstStyle>
          <a:p>
            <a:pPr>
              <a:lnSpc>
                <a:spcPct val="145000"/>
              </a:lnSpc>
              <a:buNone/>
              <a:defRPr sz="1350" b="0">
                <a:solidFill>
                  <a:srgbClr val="D4D4D4"/>
                </a:solidFill>
                <a:latin typeface="Menlo"/>
                <a:ea typeface="Menlo"/>
                <a:cs typeface="Menlo"/>
              </a:defRPr>
            </a:pPr>
            <a:r>
              <a:rPr sz="1350" b="0" dirty="0">
                <a:solidFill>
                  <a:srgbClr val="D4D4D4"/>
                </a:solidFill>
                <a:latin typeface="Menlo"/>
                <a:ea typeface="Menlo"/>
                <a:cs typeface="Menlo"/>
              </a:rPr>
              <a:t>open -a Zed \</a:t>
            </a:r>
          </a:p>
          <a:p>
            <a:pPr>
              <a:lnSpc>
                <a:spcPct val="145000"/>
              </a:lnSpc>
              <a:buNone/>
              <a:defRPr sz="1350" b="0">
                <a:solidFill>
                  <a:srgbClr val="D4D4D4"/>
                </a:solidFill>
                <a:latin typeface="Menlo"/>
                <a:ea typeface="Menlo"/>
                <a:cs typeface="Menlo"/>
              </a:defRPr>
            </a:pPr>
            <a:r>
              <a:rPr sz="1350" b="0" dirty="0">
                <a:solidFill>
                  <a:srgbClr val="D4D4D4"/>
                </a:solidFill>
                <a:latin typeface="Menlo"/>
                <a:ea typeface="Menlo"/>
                <a:cs typeface="Menlo"/>
              </a:rPr>
              <a:t>  tests/fixtures/</a:t>
            </a:r>
            <a:r>
              <a:rPr sz="1350" b="0" dirty="0" err="1">
                <a:solidFill>
                  <a:srgbClr val="D4D4D4"/>
                </a:solidFill>
                <a:latin typeface="Menlo"/>
                <a:ea typeface="Menlo"/>
                <a:cs typeface="Menlo"/>
              </a:rPr>
              <a:t>floci.py</a:t>
            </a:r>
            <a:r>
              <a:rPr sz="1350" b="0" dirty="0">
                <a:solidFill>
                  <a:srgbClr val="D4D4D4"/>
                </a:solidFill>
                <a:latin typeface="Menlo"/>
                <a:ea typeface="Menlo"/>
                <a:cs typeface="Menlo"/>
              </a:rPr>
              <a:t> \</a:t>
            </a:r>
            <a:endParaRPr lang="en-HK" sz="1350" b="0" dirty="0">
              <a:solidFill>
                <a:srgbClr val="D4D4D4"/>
              </a:solidFill>
              <a:latin typeface="Menlo"/>
              <a:ea typeface="Menlo"/>
              <a:cs typeface="Menlo"/>
            </a:endParaRPr>
          </a:p>
          <a:p>
            <a:pPr>
              <a:lnSpc>
                <a:spcPct val="145000"/>
              </a:lnSpc>
              <a:buNone/>
              <a:defRPr sz="1350" b="0">
                <a:solidFill>
                  <a:srgbClr val="D4D4D4"/>
                </a:solidFill>
                <a:latin typeface="Menlo"/>
                <a:ea typeface="Menlo"/>
                <a:cs typeface="Menlo"/>
              </a:defRPr>
            </a:pPr>
            <a:r>
              <a:rPr lang="en-HK" sz="1350" b="0" dirty="0">
                <a:solidFill>
                  <a:srgbClr val="D4D4D4"/>
                </a:solidFill>
                <a:latin typeface="Menlo"/>
                <a:ea typeface="Menlo"/>
                <a:cs typeface="Menlo"/>
              </a:rPr>
              <a:t>  tests/fixtures/</a:t>
            </a:r>
            <a:r>
              <a:rPr lang="en-HK" sz="1350" b="0" dirty="0" err="1">
                <a:solidFill>
                  <a:srgbClr val="D4D4D4"/>
                </a:solidFill>
                <a:latin typeface="Menlo"/>
                <a:ea typeface="Menlo"/>
                <a:cs typeface="Menlo"/>
              </a:rPr>
              <a:t>lambdas.py</a:t>
            </a:r>
            <a:endParaRPr lang="en-HK" sz="1350" b="0" dirty="0">
              <a:solidFill>
                <a:srgbClr val="D4D4D4"/>
              </a:solidFill>
              <a:latin typeface="Menlo"/>
              <a:ea typeface="Menlo"/>
              <a:cs typeface="Menlo"/>
            </a:endParaRPr>
          </a:p>
        </p:txBody>
      </p:sp>
    </p:spTree>
    <p:extLst>
      <p:ext uri="{BB962C8B-B14F-4D97-AF65-F5344CB8AC3E}">
        <p14:creationId xmlns:p14="http://schemas.microsoft.com/office/powerpoint/2010/main" val="12706008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title">
            <a:extLst>
              <a:ext uri="{FF2B5EF4-FFF2-40B4-BE49-F238E27FC236}">
                <a16:creationId xmlns:a16="http://schemas.microsoft.com/office/drawing/2014/main" id="{43E74CFF-E708-4B57-B0BE-F75CCE88E6E6}"/>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lang="en-US" b="0" dirty="0">
                <a:latin typeface="Ubuntu Light"/>
                <a:ea typeface="Ubuntu Light"/>
                <a:cs typeface="Ubuntu Light"/>
              </a:rPr>
              <a:t>Not a simple command…</a:t>
            </a:r>
            <a:endParaRPr b="0" dirty="0">
              <a:latin typeface="Ubuntu Light"/>
              <a:ea typeface="Ubuntu Light"/>
              <a:cs typeface="Ubuntu Light"/>
            </a:endParaRPr>
          </a:p>
        </p:txBody>
      </p:sp>
      <p:sp>
        <p:nvSpPr>
          <p:cNvPr id="2" name="process-boundary">
            <a:extLst>
              <a:ext uri="{FF2B5EF4-FFF2-40B4-BE49-F238E27FC236}">
                <a16:creationId xmlns:a16="http://schemas.microsoft.com/office/drawing/2014/main" id="{B81B96B1-9D74-4815-A65A-55939EB45429}"/>
              </a:ext>
            </a:extLst>
          </p:cNvPr>
          <p:cNvSpPr>
            <a:spLocks noGrp="1"/>
          </p:cNvSpPr>
          <p:nvPr/>
        </p:nvSpPr>
        <p:spPr>
          <a:xfrm>
            <a:off x="619125" y="1342705"/>
            <a:ext cx="7905750" cy="285750"/>
          </a:xfrm>
          <a:prstGeom prst="rect">
            <a:avLst/>
          </a:prstGeom>
          <a:noFill/>
          <a:ln w="0">
            <a:noFill/>
          </a:ln>
        </p:spPr>
        <p:txBody>
          <a:bodyPr wrap="none" lIns="0" tIns="0" rIns="0" bIns="0" anchor="t">
            <a:noAutofit/>
          </a:bodyPr>
          <a:lstStyle>
            <a:defPPr algn="l">
              <a:defRPr sz="1500" b="0">
                <a:solidFill>
                  <a:srgbClr val="202D3E"/>
                </a:solidFill>
                <a:latin typeface="Ubuntu Light"/>
                <a:ea typeface="Ubuntu Light"/>
                <a:cs typeface="Ubuntu Light"/>
              </a:defRPr>
            </a:defPPr>
            <a:lvl1pPr algn="l">
              <a:defRPr sz="1500" b="0">
                <a:solidFill>
                  <a:srgbClr val="202D3E"/>
                </a:solidFill>
                <a:latin typeface="Ubuntu Light"/>
                <a:ea typeface="Ubuntu Light"/>
                <a:cs typeface="Ubuntu Light"/>
              </a:defRPr>
            </a:lvl1pPr>
            <a:lvl2pPr algn="l">
              <a:defRPr sz="1500" b="0">
                <a:solidFill>
                  <a:srgbClr val="202D3E"/>
                </a:solidFill>
                <a:latin typeface="Ubuntu Light"/>
                <a:ea typeface="Ubuntu Light"/>
                <a:cs typeface="Ubuntu Light"/>
              </a:defRPr>
            </a:lvl2pPr>
            <a:lvl3pPr algn="l">
              <a:defRPr sz="1500" b="0">
                <a:solidFill>
                  <a:srgbClr val="202D3E"/>
                </a:solidFill>
                <a:latin typeface="Ubuntu Light"/>
                <a:ea typeface="Ubuntu Light"/>
                <a:cs typeface="Ubuntu Light"/>
              </a:defRPr>
            </a:lvl3pPr>
            <a:lvl4pPr algn="l">
              <a:defRPr sz="1500" b="0">
                <a:solidFill>
                  <a:srgbClr val="202D3E"/>
                </a:solidFill>
                <a:latin typeface="Ubuntu Light"/>
                <a:ea typeface="Ubuntu Light"/>
                <a:cs typeface="Ubuntu Light"/>
              </a:defRPr>
            </a:lvl4pPr>
            <a:lvl5pPr algn="l">
              <a:defRPr sz="1500" b="0">
                <a:solidFill>
                  <a:srgbClr val="202D3E"/>
                </a:solidFill>
                <a:latin typeface="Ubuntu Light"/>
                <a:ea typeface="Ubuntu Light"/>
                <a:cs typeface="Ubuntu Light"/>
              </a:defRPr>
            </a:lvl5pPr>
            <a:lvl6pPr algn="l">
              <a:defRPr sz="1500" b="0">
                <a:solidFill>
                  <a:srgbClr val="202D3E"/>
                </a:solidFill>
                <a:latin typeface="Ubuntu Light"/>
                <a:ea typeface="Ubuntu Light"/>
                <a:cs typeface="Ubuntu Light"/>
              </a:defRPr>
            </a:lvl6pPr>
            <a:lvl7pPr algn="l">
              <a:defRPr sz="1500" b="0">
                <a:solidFill>
                  <a:srgbClr val="202D3E"/>
                </a:solidFill>
                <a:latin typeface="Ubuntu Light"/>
                <a:ea typeface="Ubuntu Light"/>
                <a:cs typeface="Ubuntu Light"/>
              </a:defRPr>
            </a:lvl7pPr>
            <a:lvl8pPr algn="l">
              <a:defRPr sz="1500" b="0">
                <a:solidFill>
                  <a:srgbClr val="202D3E"/>
                </a:solidFill>
                <a:latin typeface="Ubuntu Light"/>
                <a:ea typeface="Ubuntu Light"/>
                <a:cs typeface="Ubuntu Light"/>
              </a:defRPr>
            </a:lvl8pPr>
            <a:lvl9pPr algn="l">
              <a:defRPr sz="1500" b="0">
                <a:solidFill>
                  <a:srgbClr val="202D3E"/>
                </a:solidFill>
                <a:latin typeface="Ubuntu Light"/>
                <a:ea typeface="Ubuntu Light"/>
                <a:cs typeface="Ubuntu Light"/>
              </a:defRPr>
            </a:lvl9pPr>
          </a:lstStyle>
          <a:p>
            <a:pPr algn="l">
              <a:defRPr sz="1500" b="0">
                <a:solidFill>
                  <a:srgbClr val="202D3E"/>
                </a:solidFill>
                <a:latin typeface="Ubuntu Light"/>
                <a:ea typeface="Ubuntu Light"/>
                <a:cs typeface="Ubuntu Light"/>
              </a:defRPr>
            </a:pPr>
            <a:r>
              <a:rPr lang="en-HK" sz="1800" b="1" dirty="0">
                <a:solidFill>
                  <a:srgbClr val="C00000"/>
                </a:solidFill>
                <a:latin typeface="Ubuntu Light"/>
                <a:ea typeface="Ubuntu Light"/>
                <a:cs typeface="Ubuntu Light"/>
              </a:rPr>
              <a:t>Coverage</a:t>
            </a:r>
            <a:r>
              <a:rPr lang="en-HK" sz="1800" b="1" dirty="0">
                <a:solidFill>
                  <a:srgbClr val="C00000"/>
                </a:solidFill>
              </a:rPr>
              <a:t> via </a:t>
            </a:r>
            <a:r>
              <a:rPr lang="en-HK" sz="1800" b="1" dirty="0" err="1">
                <a:solidFill>
                  <a:srgbClr val="C00000"/>
                </a:solidFill>
              </a:rPr>
              <a:t>pytest</a:t>
            </a:r>
            <a:r>
              <a:rPr lang="en-HK" sz="1800" b="1" dirty="0">
                <a:solidFill>
                  <a:srgbClr val="C00000"/>
                </a:solidFill>
              </a:rPr>
              <a:t> </a:t>
            </a:r>
            <a:r>
              <a:rPr sz="1800" b="1" dirty="0">
                <a:solidFill>
                  <a:srgbClr val="C00000"/>
                </a:solidFill>
                <a:latin typeface="Ubuntu Light"/>
                <a:ea typeface="Ubuntu Light"/>
                <a:cs typeface="Ubuntu Light"/>
              </a:rPr>
              <a:t>cannot trace the Lambda Python </a:t>
            </a:r>
            <a:r>
              <a:rPr lang="en-US" sz="1800" b="1" dirty="0">
                <a:solidFill>
                  <a:srgbClr val="C00000"/>
                </a:solidFill>
                <a:latin typeface="Ubuntu Light"/>
                <a:ea typeface="Ubuntu Light"/>
                <a:cs typeface="Ubuntu Light"/>
              </a:rPr>
              <a:t>in Floci</a:t>
            </a:r>
            <a:r>
              <a:rPr sz="1800" b="0" dirty="0">
                <a:solidFill>
                  <a:srgbClr val="C00000"/>
                </a:solidFill>
                <a:latin typeface="Ubuntu Light"/>
                <a:ea typeface="Ubuntu Light"/>
                <a:cs typeface="Ubuntu Light"/>
              </a:rPr>
              <a:t>.</a:t>
            </a:r>
          </a:p>
        </p:txBody>
      </p:sp>
      <p:sp>
        <p:nvSpPr>
          <p:cNvPr id="3" name="runtime-lambda-boundary">
            <a:extLst>
              <a:ext uri="{FF2B5EF4-FFF2-40B4-BE49-F238E27FC236}">
                <a16:creationId xmlns:a16="http://schemas.microsoft.com/office/drawing/2014/main" id="{2B5F7C5C-A27E-4B91-9EFF-0EF0E75E418A}"/>
              </a:ext>
            </a:extLst>
          </p:cNvPr>
          <p:cNvSpPr>
            <a:spLocks noGrp="1"/>
          </p:cNvSpPr>
          <p:nvPr/>
        </p:nvSpPr>
        <p:spPr>
          <a:xfrm>
            <a:off x="4129708" y="1828800"/>
            <a:ext cx="4395167" cy="3183255"/>
          </a:xfrm>
          <a:prstGeom prst="rect">
            <a:avLst/>
          </a:prstGeom>
          <a:solidFill>
            <a:srgbClr val="F5F7FB"/>
          </a:solidFill>
          <a:ln w="9525">
            <a:solidFill>
              <a:srgbClr val="AAB9C9"/>
            </a:solidFill>
          </a:ln>
        </p:spPr>
        <p:txBody>
          <a:bodyPr/>
          <a:lstStyle/>
          <a:p>
            <a:endParaRPr lang="en-US"/>
          </a:p>
        </p:txBody>
      </p:sp>
      <p:sp>
        <p:nvSpPr>
          <p:cNvPr id="4" name="runtime-lambda-process">
            <a:extLst>
              <a:ext uri="{FF2B5EF4-FFF2-40B4-BE49-F238E27FC236}">
                <a16:creationId xmlns:a16="http://schemas.microsoft.com/office/drawing/2014/main" id="{0CBA9272-C3F6-4FCD-8F83-A3EBA6826FF5}"/>
              </a:ext>
            </a:extLst>
          </p:cNvPr>
          <p:cNvSpPr>
            <a:spLocks noGrp="1"/>
          </p:cNvSpPr>
          <p:nvPr/>
        </p:nvSpPr>
        <p:spPr>
          <a:xfrm>
            <a:off x="4429125" y="1924050"/>
            <a:ext cx="3857625" cy="257175"/>
          </a:xfrm>
          <a:prstGeom prst="rect">
            <a:avLst/>
          </a:prstGeom>
          <a:noFill/>
          <a:ln w="0">
            <a:noFill/>
          </a:ln>
        </p:spPr>
        <p:txBody>
          <a:bodyPr wrap="none" lIns="0" tIns="0" rIns="0" bIns="0" anchor="t">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defRPr sz="1500" b="0">
                <a:solidFill>
                  <a:srgbClr val="202D3E"/>
                </a:solidFill>
                <a:latin typeface="Ubuntu Light"/>
                <a:ea typeface="Ubuntu Light"/>
                <a:cs typeface="Ubuntu Light"/>
              </a:defRPr>
            </a:pPr>
            <a:r>
              <a:rPr b="0" dirty="0">
                <a:latin typeface="Ubuntu Light"/>
                <a:ea typeface="Ubuntu Light"/>
                <a:cs typeface="Ubuntu Light"/>
              </a:rPr>
              <a:t>Lambda Python process</a:t>
            </a:r>
          </a:p>
        </p:txBody>
      </p:sp>
      <p:sp>
        <p:nvSpPr>
          <p:cNvPr id="5" name="runtime-api-owner">
            <a:extLst>
              <a:ext uri="{FF2B5EF4-FFF2-40B4-BE49-F238E27FC236}">
                <a16:creationId xmlns:a16="http://schemas.microsoft.com/office/drawing/2014/main" id="{9B7864BF-CDB0-4B93-8B8B-B4E723073639}"/>
              </a:ext>
            </a:extLst>
          </p:cNvPr>
          <p:cNvSpPr>
            <a:spLocks noGrp="1"/>
          </p:cNvSpPr>
          <p:nvPr/>
        </p:nvSpPr>
        <p:spPr>
          <a:xfrm>
            <a:off x="952500" y="2124075"/>
            <a:ext cx="1714500" cy="219075"/>
          </a:xfrm>
          <a:prstGeom prst="rect">
            <a:avLst/>
          </a:prstGeom>
          <a:noFill/>
          <a:ln w="0">
            <a:noFill/>
          </a:ln>
        </p:spPr>
        <p:txBody>
          <a:bodyPr wrap="none" lIns="0" tIns="0" rIns="0" bIns="0" anchor="t">
            <a:noAutofit/>
          </a:bodyPr>
          <a:lstStyle>
            <a:defPPr algn="ctr">
              <a:defRPr sz="1275" b="0">
                <a:solidFill>
                  <a:srgbClr val="475569"/>
                </a:solidFill>
                <a:latin typeface="Ubuntu Light"/>
                <a:ea typeface="Ubuntu Light"/>
                <a:cs typeface="Ubuntu Light"/>
              </a:defRPr>
            </a:defPPr>
            <a:lvl1pPr algn="ctr">
              <a:defRPr sz="1275" b="0">
                <a:solidFill>
                  <a:srgbClr val="475569"/>
                </a:solidFill>
                <a:latin typeface="Ubuntu Light"/>
                <a:ea typeface="Ubuntu Light"/>
                <a:cs typeface="Ubuntu Light"/>
              </a:defRPr>
            </a:lvl1pPr>
            <a:lvl2pPr algn="ctr">
              <a:defRPr sz="1275" b="0">
                <a:solidFill>
                  <a:srgbClr val="475569"/>
                </a:solidFill>
                <a:latin typeface="Ubuntu Light"/>
                <a:ea typeface="Ubuntu Light"/>
                <a:cs typeface="Ubuntu Light"/>
              </a:defRPr>
            </a:lvl2pPr>
            <a:lvl3pPr algn="ctr">
              <a:defRPr sz="1275" b="0">
                <a:solidFill>
                  <a:srgbClr val="475569"/>
                </a:solidFill>
                <a:latin typeface="Ubuntu Light"/>
                <a:ea typeface="Ubuntu Light"/>
                <a:cs typeface="Ubuntu Light"/>
              </a:defRPr>
            </a:lvl3pPr>
            <a:lvl4pPr algn="ctr">
              <a:defRPr sz="1275" b="0">
                <a:solidFill>
                  <a:srgbClr val="475569"/>
                </a:solidFill>
                <a:latin typeface="Ubuntu Light"/>
                <a:ea typeface="Ubuntu Light"/>
                <a:cs typeface="Ubuntu Light"/>
              </a:defRPr>
            </a:lvl4pPr>
            <a:lvl5pPr algn="ctr">
              <a:defRPr sz="1275" b="0">
                <a:solidFill>
                  <a:srgbClr val="475569"/>
                </a:solidFill>
                <a:latin typeface="Ubuntu Light"/>
                <a:ea typeface="Ubuntu Light"/>
                <a:cs typeface="Ubuntu Light"/>
              </a:defRPr>
            </a:lvl5pPr>
            <a:lvl6pPr algn="ctr">
              <a:defRPr sz="1275" b="0">
                <a:solidFill>
                  <a:srgbClr val="475569"/>
                </a:solidFill>
                <a:latin typeface="Ubuntu Light"/>
                <a:ea typeface="Ubuntu Light"/>
                <a:cs typeface="Ubuntu Light"/>
              </a:defRPr>
            </a:lvl6pPr>
            <a:lvl7pPr algn="ctr">
              <a:defRPr sz="1275" b="0">
                <a:solidFill>
                  <a:srgbClr val="475569"/>
                </a:solidFill>
                <a:latin typeface="Ubuntu Light"/>
                <a:ea typeface="Ubuntu Light"/>
                <a:cs typeface="Ubuntu Light"/>
              </a:defRPr>
            </a:lvl7pPr>
            <a:lvl8pPr algn="ctr">
              <a:defRPr sz="1275" b="0">
                <a:solidFill>
                  <a:srgbClr val="475569"/>
                </a:solidFill>
                <a:latin typeface="Ubuntu Light"/>
                <a:ea typeface="Ubuntu Light"/>
                <a:cs typeface="Ubuntu Light"/>
              </a:defRPr>
            </a:lvl8pPr>
            <a:lvl9pPr algn="ctr">
              <a:defRPr sz="1275" b="0">
                <a:solidFill>
                  <a:srgbClr val="475569"/>
                </a:solidFill>
                <a:latin typeface="Ubuntu Light"/>
                <a:ea typeface="Ubuntu Light"/>
                <a:cs typeface="Ubuntu Light"/>
              </a:defRPr>
            </a:lvl9pPr>
          </a:lstStyle>
          <a:p>
            <a:pPr algn="ctr">
              <a:defRPr sz="1275" b="0">
                <a:solidFill>
                  <a:srgbClr val="475569"/>
                </a:solidFill>
                <a:latin typeface="Ubuntu Light"/>
                <a:ea typeface="Ubuntu Light"/>
                <a:cs typeface="Ubuntu Light"/>
              </a:defRPr>
            </a:pPr>
            <a:r>
              <a:rPr b="0">
                <a:latin typeface="Ubuntu Light"/>
                <a:ea typeface="Ubuntu Light"/>
                <a:cs typeface="Ubuntu Light"/>
              </a:rPr>
              <a:t>Floci</a:t>
            </a:r>
          </a:p>
        </p:txBody>
      </p:sp>
      <p:sp>
        <p:nvSpPr>
          <p:cNvPr id="6" name="runtime-api">
            <a:extLst>
              <a:ext uri="{FF2B5EF4-FFF2-40B4-BE49-F238E27FC236}">
                <a16:creationId xmlns:a16="http://schemas.microsoft.com/office/drawing/2014/main" id="{BE60F951-0010-42E6-A98B-713E67CCF100}"/>
              </a:ext>
            </a:extLst>
          </p:cNvPr>
          <p:cNvSpPr>
            <a:spLocks noGrp="1"/>
          </p:cNvSpPr>
          <p:nvPr/>
        </p:nvSpPr>
        <p:spPr>
          <a:xfrm>
            <a:off x="952500" y="2371725"/>
            <a:ext cx="1714500" cy="247650"/>
          </a:xfrm>
          <a:prstGeom prst="rect">
            <a:avLst/>
          </a:prstGeom>
          <a:noFill/>
          <a:ln w="0">
            <a:noFill/>
          </a:ln>
        </p:spPr>
        <p:txBody>
          <a:bodyPr wrap="none" lIns="0" tIns="0" rIns="0" bIns="0" anchor="t">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defRPr sz="1500" b="0">
                <a:solidFill>
                  <a:srgbClr val="202D3E"/>
                </a:solidFill>
                <a:latin typeface="Ubuntu Light"/>
                <a:ea typeface="Ubuntu Light"/>
                <a:cs typeface="Ubuntu Light"/>
              </a:defRPr>
            </a:pPr>
            <a:r>
              <a:rPr b="0">
                <a:latin typeface="Ubuntu Light"/>
                <a:ea typeface="Ubuntu Light"/>
                <a:cs typeface="Ubuntu Light"/>
              </a:rPr>
              <a:t>Runtime API</a:t>
            </a:r>
          </a:p>
        </p:txBody>
      </p:sp>
      <p:sp>
        <p:nvSpPr>
          <p:cNvPr id="7" name="runtime-client">
            <a:extLst>
              <a:ext uri="{FF2B5EF4-FFF2-40B4-BE49-F238E27FC236}">
                <a16:creationId xmlns:a16="http://schemas.microsoft.com/office/drawing/2014/main" id="{B1152080-772E-4744-B056-88848BF6B677}"/>
              </a:ext>
            </a:extLst>
          </p:cNvPr>
          <p:cNvSpPr>
            <a:spLocks noGrp="1"/>
          </p:cNvSpPr>
          <p:nvPr/>
        </p:nvSpPr>
        <p:spPr>
          <a:xfrm>
            <a:off x="4229134" y="2268516"/>
            <a:ext cx="1828720" cy="238125"/>
          </a:xfrm>
          <a:prstGeom prst="rect">
            <a:avLst/>
          </a:prstGeom>
          <a:noFill/>
          <a:ln w="0">
            <a:noFill/>
          </a:ln>
        </p:spPr>
        <p:txBody>
          <a:bodyPr wrap="none" lIns="0" tIns="0" rIns="0" bIns="0" anchor="t">
            <a:noAutofit/>
          </a:bodyPr>
          <a:lstStyle>
            <a:defPPr algn="ctr">
              <a:defRPr sz="1350" b="0">
                <a:solidFill>
                  <a:srgbClr val="202D3E"/>
                </a:solidFill>
                <a:latin typeface="Ubuntu Light"/>
                <a:ea typeface="Ubuntu Light"/>
                <a:cs typeface="Ubuntu Light"/>
              </a:defRPr>
            </a:defPPr>
            <a:lvl1pPr algn="ctr">
              <a:defRPr sz="1350" b="0">
                <a:solidFill>
                  <a:srgbClr val="202D3E"/>
                </a:solidFill>
                <a:latin typeface="Ubuntu Light"/>
                <a:ea typeface="Ubuntu Light"/>
                <a:cs typeface="Ubuntu Light"/>
              </a:defRPr>
            </a:lvl1pPr>
            <a:lvl2pPr algn="ctr">
              <a:defRPr sz="1350" b="0">
                <a:solidFill>
                  <a:srgbClr val="202D3E"/>
                </a:solidFill>
                <a:latin typeface="Ubuntu Light"/>
                <a:ea typeface="Ubuntu Light"/>
                <a:cs typeface="Ubuntu Light"/>
              </a:defRPr>
            </a:lvl2pPr>
            <a:lvl3pPr algn="ctr">
              <a:defRPr sz="1350" b="0">
                <a:solidFill>
                  <a:srgbClr val="202D3E"/>
                </a:solidFill>
                <a:latin typeface="Ubuntu Light"/>
                <a:ea typeface="Ubuntu Light"/>
                <a:cs typeface="Ubuntu Light"/>
              </a:defRPr>
            </a:lvl3pPr>
            <a:lvl4pPr algn="ctr">
              <a:defRPr sz="1350" b="0">
                <a:solidFill>
                  <a:srgbClr val="202D3E"/>
                </a:solidFill>
                <a:latin typeface="Ubuntu Light"/>
                <a:ea typeface="Ubuntu Light"/>
                <a:cs typeface="Ubuntu Light"/>
              </a:defRPr>
            </a:lvl4pPr>
            <a:lvl5pPr algn="ctr">
              <a:defRPr sz="1350" b="0">
                <a:solidFill>
                  <a:srgbClr val="202D3E"/>
                </a:solidFill>
                <a:latin typeface="Ubuntu Light"/>
                <a:ea typeface="Ubuntu Light"/>
                <a:cs typeface="Ubuntu Light"/>
              </a:defRPr>
            </a:lvl5pPr>
            <a:lvl6pPr algn="ctr">
              <a:defRPr sz="1350" b="0">
                <a:solidFill>
                  <a:srgbClr val="202D3E"/>
                </a:solidFill>
                <a:latin typeface="Ubuntu Light"/>
                <a:ea typeface="Ubuntu Light"/>
                <a:cs typeface="Ubuntu Light"/>
              </a:defRPr>
            </a:lvl6pPr>
            <a:lvl7pPr algn="ctr">
              <a:defRPr sz="1350" b="0">
                <a:solidFill>
                  <a:srgbClr val="202D3E"/>
                </a:solidFill>
                <a:latin typeface="Ubuntu Light"/>
                <a:ea typeface="Ubuntu Light"/>
                <a:cs typeface="Ubuntu Light"/>
              </a:defRPr>
            </a:lvl7pPr>
            <a:lvl8pPr algn="ctr">
              <a:defRPr sz="1350" b="0">
                <a:solidFill>
                  <a:srgbClr val="202D3E"/>
                </a:solidFill>
                <a:latin typeface="Ubuntu Light"/>
                <a:ea typeface="Ubuntu Light"/>
                <a:cs typeface="Ubuntu Light"/>
              </a:defRPr>
            </a:lvl8pPr>
            <a:lvl9pPr algn="ctr">
              <a:defRPr sz="1350" b="0">
                <a:solidFill>
                  <a:srgbClr val="202D3E"/>
                </a:solidFill>
                <a:latin typeface="Ubuntu Light"/>
                <a:ea typeface="Ubuntu Light"/>
                <a:cs typeface="Ubuntu Light"/>
              </a:defRPr>
            </a:lvl9pPr>
          </a:lstStyle>
          <a:p>
            <a:pPr algn="ctr">
              <a:defRPr sz="1350" b="0">
                <a:solidFill>
                  <a:srgbClr val="202D3E"/>
                </a:solidFill>
                <a:latin typeface="Ubuntu Light"/>
                <a:ea typeface="Ubuntu Light"/>
                <a:cs typeface="Ubuntu Light"/>
              </a:defRPr>
            </a:pPr>
            <a:r>
              <a:rPr b="0" dirty="0">
                <a:latin typeface="Ubuntu Light"/>
                <a:ea typeface="Ubuntu Light"/>
                <a:cs typeface="Ubuntu Light"/>
              </a:rPr>
              <a:t>Runtime client</a:t>
            </a:r>
            <a:r>
              <a:rPr lang="en-US" b="0" dirty="0">
                <a:latin typeface="Ubuntu Light"/>
                <a:ea typeface="Ubuntu Light"/>
                <a:cs typeface="Ubuntu Light"/>
              </a:rPr>
              <a:t> package</a:t>
            </a:r>
            <a:endParaRPr b="0" dirty="0">
              <a:latin typeface="Ubuntu Light"/>
              <a:ea typeface="Ubuntu Light"/>
              <a:cs typeface="Ubuntu Light"/>
            </a:endParaRPr>
          </a:p>
        </p:txBody>
      </p:sp>
      <p:sp>
        <p:nvSpPr>
          <p:cNvPr id="8" name="runtime-client-module">
            <a:extLst>
              <a:ext uri="{FF2B5EF4-FFF2-40B4-BE49-F238E27FC236}">
                <a16:creationId xmlns:a16="http://schemas.microsoft.com/office/drawing/2014/main" id="{4A08EC30-8594-4171-9654-D70A0FE4A80B}"/>
              </a:ext>
            </a:extLst>
          </p:cNvPr>
          <p:cNvSpPr>
            <a:spLocks noGrp="1"/>
          </p:cNvSpPr>
          <p:nvPr/>
        </p:nvSpPr>
        <p:spPr>
          <a:xfrm>
            <a:off x="4333875" y="2514600"/>
            <a:ext cx="1619250" cy="209550"/>
          </a:xfrm>
          <a:prstGeom prst="rect">
            <a:avLst/>
          </a:prstGeom>
          <a:noFill/>
          <a:ln w="0">
            <a:noFill/>
          </a:ln>
        </p:spPr>
        <p:txBody>
          <a:bodyPr wrap="none" lIns="0" tIns="0" rIns="0" bIns="0" anchor="t">
            <a:noAutofit/>
          </a:bodyPr>
          <a:lstStyle>
            <a:defPPr algn="ctr">
              <a:defRPr sz="1200" b="0">
                <a:solidFill>
                  <a:srgbClr val="202D3E"/>
                </a:solidFill>
                <a:latin typeface="Ubuntu Light"/>
                <a:ea typeface="Ubuntu Light"/>
                <a:cs typeface="Ubuntu Light"/>
              </a:defRPr>
            </a:defPPr>
            <a:lvl1pPr algn="ctr">
              <a:defRPr sz="1200" b="0">
                <a:solidFill>
                  <a:srgbClr val="202D3E"/>
                </a:solidFill>
                <a:latin typeface="Ubuntu Light"/>
                <a:ea typeface="Ubuntu Light"/>
                <a:cs typeface="Ubuntu Light"/>
              </a:defRPr>
            </a:lvl1pPr>
            <a:lvl2pPr algn="ctr">
              <a:defRPr sz="1200" b="0">
                <a:solidFill>
                  <a:srgbClr val="202D3E"/>
                </a:solidFill>
                <a:latin typeface="Ubuntu Light"/>
                <a:ea typeface="Ubuntu Light"/>
                <a:cs typeface="Ubuntu Light"/>
              </a:defRPr>
            </a:lvl2pPr>
            <a:lvl3pPr algn="ctr">
              <a:defRPr sz="1200" b="0">
                <a:solidFill>
                  <a:srgbClr val="202D3E"/>
                </a:solidFill>
                <a:latin typeface="Ubuntu Light"/>
                <a:ea typeface="Ubuntu Light"/>
                <a:cs typeface="Ubuntu Light"/>
              </a:defRPr>
            </a:lvl3pPr>
            <a:lvl4pPr algn="ctr">
              <a:defRPr sz="1200" b="0">
                <a:solidFill>
                  <a:srgbClr val="202D3E"/>
                </a:solidFill>
                <a:latin typeface="Ubuntu Light"/>
                <a:ea typeface="Ubuntu Light"/>
                <a:cs typeface="Ubuntu Light"/>
              </a:defRPr>
            </a:lvl4pPr>
            <a:lvl5pPr algn="ctr">
              <a:defRPr sz="1200" b="0">
                <a:solidFill>
                  <a:srgbClr val="202D3E"/>
                </a:solidFill>
                <a:latin typeface="Ubuntu Light"/>
                <a:ea typeface="Ubuntu Light"/>
                <a:cs typeface="Ubuntu Light"/>
              </a:defRPr>
            </a:lvl5pPr>
            <a:lvl6pPr algn="ctr">
              <a:defRPr sz="1200" b="0">
                <a:solidFill>
                  <a:srgbClr val="202D3E"/>
                </a:solidFill>
                <a:latin typeface="Ubuntu Light"/>
                <a:ea typeface="Ubuntu Light"/>
                <a:cs typeface="Ubuntu Light"/>
              </a:defRPr>
            </a:lvl6pPr>
            <a:lvl7pPr algn="ctr">
              <a:defRPr sz="1200" b="0">
                <a:solidFill>
                  <a:srgbClr val="202D3E"/>
                </a:solidFill>
                <a:latin typeface="Ubuntu Light"/>
                <a:ea typeface="Ubuntu Light"/>
                <a:cs typeface="Ubuntu Light"/>
              </a:defRPr>
            </a:lvl7pPr>
            <a:lvl8pPr algn="ctr">
              <a:defRPr sz="1200" b="0">
                <a:solidFill>
                  <a:srgbClr val="202D3E"/>
                </a:solidFill>
                <a:latin typeface="Ubuntu Light"/>
                <a:ea typeface="Ubuntu Light"/>
                <a:cs typeface="Ubuntu Light"/>
              </a:defRPr>
            </a:lvl8pPr>
            <a:lvl9pPr algn="ctr">
              <a:defRPr sz="1200" b="0">
                <a:solidFill>
                  <a:srgbClr val="202D3E"/>
                </a:solidFill>
                <a:latin typeface="Ubuntu Light"/>
                <a:ea typeface="Ubuntu Light"/>
                <a:cs typeface="Ubuntu Light"/>
              </a:defRPr>
            </a:lvl9pPr>
          </a:lstStyle>
          <a:p>
            <a:pPr algn="ctr">
              <a:defRPr sz="1200" b="0">
                <a:solidFill>
                  <a:srgbClr val="202D3E"/>
                </a:solidFill>
                <a:latin typeface="Ubuntu Light"/>
                <a:ea typeface="Ubuntu Light"/>
                <a:cs typeface="Ubuntu Light"/>
              </a:defRPr>
            </a:pPr>
            <a:r>
              <a:rPr b="0" dirty="0" err="1">
                <a:latin typeface="Menlo"/>
                <a:ea typeface="Menlo"/>
                <a:cs typeface="Menlo"/>
              </a:rPr>
              <a:t>awslambdaric</a:t>
            </a:r>
            <a:endParaRPr b="0" dirty="0">
              <a:latin typeface="Menlo"/>
              <a:ea typeface="Menlo"/>
              <a:cs typeface="Menlo"/>
            </a:endParaRPr>
          </a:p>
        </p:txBody>
      </p:sp>
      <p:sp>
        <p:nvSpPr>
          <p:cNvPr id="9" name="runtime-handler">
            <a:extLst>
              <a:ext uri="{FF2B5EF4-FFF2-40B4-BE49-F238E27FC236}">
                <a16:creationId xmlns:a16="http://schemas.microsoft.com/office/drawing/2014/main" id="{F7D591A6-49A5-4581-8782-67FE383CB9B4}"/>
              </a:ext>
            </a:extLst>
          </p:cNvPr>
          <p:cNvSpPr>
            <a:spLocks noGrp="1"/>
          </p:cNvSpPr>
          <p:nvPr/>
        </p:nvSpPr>
        <p:spPr>
          <a:xfrm>
            <a:off x="6905625" y="2390775"/>
            <a:ext cx="1238250" cy="247650"/>
          </a:xfrm>
          <a:prstGeom prst="rect">
            <a:avLst/>
          </a:prstGeom>
          <a:noFill/>
          <a:ln w="0">
            <a:noFill/>
          </a:ln>
        </p:spPr>
        <p:txBody>
          <a:bodyPr wrap="none" lIns="0" tIns="0" rIns="0" bIns="0" anchor="t">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defRPr sz="1500" b="0">
                <a:solidFill>
                  <a:srgbClr val="202D3E"/>
                </a:solidFill>
                <a:latin typeface="Ubuntu Light"/>
                <a:ea typeface="Ubuntu Light"/>
                <a:cs typeface="Ubuntu Light"/>
              </a:defRPr>
            </a:pPr>
            <a:r>
              <a:rPr b="0">
                <a:latin typeface="Ubuntu Light"/>
                <a:ea typeface="Ubuntu Light"/>
                <a:cs typeface="Ubuntu Light"/>
              </a:rPr>
              <a:t>Handler</a:t>
            </a:r>
          </a:p>
        </p:txBody>
      </p:sp>
      <p:cxnSp>
        <p:nvCxnSpPr>
          <p:cNvPr id="10" name="runtime-api-lifeline">
            <a:extLst>
              <a:ext uri="{FF2B5EF4-FFF2-40B4-BE49-F238E27FC236}">
                <a16:creationId xmlns:a16="http://schemas.microsoft.com/office/drawing/2014/main" id="{AB2A9AD3-AFF5-45D9-BC7F-B0F144157AC3}"/>
              </a:ext>
            </a:extLst>
          </p:cNvPr>
          <p:cNvCxnSpPr>
            <a:cxnSpLocks/>
          </p:cNvCxnSpPr>
          <p:nvPr/>
        </p:nvCxnSpPr>
        <p:spPr>
          <a:xfrm>
            <a:off x="1809750" y="2752725"/>
            <a:ext cx="0" cy="2230755"/>
          </a:xfrm>
          <a:prstGeom prst="straightConnector1">
            <a:avLst/>
          </a:prstGeom>
          <a:ln w="9525">
            <a:solidFill>
              <a:srgbClr val="B8C4D1"/>
            </a:solidFill>
          </a:ln>
        </p:spPr>
      </p:cxnSp>
      <p:cxnSp>
        <p:nvCxnSpPr>
          <p:cNvPr id="11" name="runtime-client-lifeline">
            <a:extLst>
              <a:ext uri="{FF2B5EF4-FFF2-40B4-BE49-F238E27FC236}">
                <a16:creationId xmlns:a16="http://schemas.microsoft.com/office/drawing/2014/main" id="{A37553F8-7F59-467C-9CDC-70ECF0571FA1}"/>
              </a:ext>
            </a:extLst>
          </p:cNvPr>
          <p:cNvCxnSpPr>
            <a:cxnSpLocks/>
          </p:cNvCxnSpPr>
          <p:nvPr/>
        </p:nvCxnSpPr>
        <p:spPr>
          <a:xfrm>
            <a:off x="5143500" y="2752725"/>
            <a:ext cx="0" cy="2230755"/>
          </a:xfrm>
          <a:prstGeom prst="straightConnector1">
            <a:avLst/>
          </a:prstGeom>
          <a:ln w="9525">
            <a:solidFill>
              <a:srgbClr val="B8C4D1"/>
            </a:solidFill>
          </a:ln>
        </p:spPr>
      </p:cxnSp>
      <p:cxnSp>
        <p:nvCxnSpPr>
          <p:cNvPr id="12" name="runtime-handler-lifeline">
            <a:extLst>
              <a:ext uri="{FF2B5EF4-FFF2-40B4-BE49-F238E27FC236}">
                <a16:creationId xmlns:a16="http://schemas.microsoft.com/office/drawing/2014/main" id="{ABF380AA-F33E-45C3-8BB8-2CC5B328A021}"/>
              </a:ext>
            </a:extLst>
          </p:cNvPr>
          <p:cNvCxnSpPr>
            <a:cxnSpLocks/>
          </p:cNvCxnSpPr>
          <p:nvPr/>
        </p:nvCxnSpPr>
        <p:spPr>
          <a:xfrm>
            <a:off x="7524750" y="2752725"/>
            <a:ext cx="0" cy="2171700"/>
          </a:xfrm>
          <a:prstGeom prst="straightConnector1">
            <a:avLst/>
          </a:prstGeom>
          <a:ln w="9525">
            <a:solidFill>
              <a:srgbClr val="B8C4D1"/>
            </a:solidFill>
          </a:ln>
        </p:spPr>
      </p:cxnSp>
      <p:sp>
        <p:nvSpPr>
          <p:cNvPr id="13" name="runtime-handler-active">
            <a:extLst>
              <a:ext uri="{FF2B5EF4-FFF2-40B4-BE49-F238E27FC236}">
                <a16:creationId xmlns:a16="http://schemas.microsoft.com/office/drawing/2014/main" id="{AFFA9B42-3DB9-44F3-8BF3-47EC86F0F3F6}"/>
              </a:ext>
            </a:extLst>
          </p:cNvPr>
          <p:cNvSpPr>
            <a:spLocks noGrp="1"/>
          </p:cNvSpPr>
          <p:nvPr/>
        </p:nvSpPr>
        <p:spPr>
          <a:xfrm>
            <a:off x="7467600" y="3619500"/>
            <a:ext cx="114300" cy="381000"/>
          </a:xfrm>
          <a:prstGeom prst="rect">
            <a:avLst/>
          </a:prstGeom>
          <a:solidFill>
            <a:srgbClr val="DDE6EF"/>
          </a:solidFill>
          <a:ln w="9525">
            <a:solidFill>
              <a:srgbClr val="8299B0"/>
            </a:solidFill>
          </a:ln>
        </p:spPr>
        <p:txBody>
          <a:bodyPr/>
          <a:lstStyle/>
          <a:p>
            <a:endParaRPr lang="en-US"/>
          </a:p>
        </p:txBody>
      </p:sp>
      <p:cxnSp>
        <p:nvCxnSpPr>
          <p:cNvPr id="14" name="runtime-poll">
            <a:extLst>
              <a:ext uri="{FF2B5EF4-FFF2-40B4-BE49-F238E27FC236}">
                <a16:creationId xmlns:a16="http://schemas.microsoft.com/office/drawing/2014/main" id="{92A95C4E-24E2-4A1A-81B3-8D0FDD7245C0}"/>
              </a:ext>
            </a:extLst>
          </p:cNvPr>
          <p:cNvCxnSpPr>
            <a:cxnSpLocks/>
          </p:cNvCxnSpPr>
          <p:nvPr/>
        </p:nvCxnSpPr>
        <p:spPr>
          <a:xfrm>
            <a:off x="1910985" y="2931242"/>
            <a:ext cx="3175365" cy="0"/>
          </a:xfrm>
          <a:prstGeom prst="straightConnector1">
            <a:avLst/>
          </a:prstGeom>
          <a:ln w="16193">
            <a:solidFill>
              <a:srgbClr val="202D3E"/>
            </a:solidFill>
            <a:headEnd type="triangle" w="sm" len="sm"/>
          </a:ln>
        </p:spPr>
      </p:cxnSp>
      <p:sp>
        <p:nvSpPr>
          <p:cNvPr id="15" name="runtime-poll-label">
            <a:extLst>
              <a:ext uri="{FF2B5EF4-FFF2-40B4-BE49-F238E27FC236}">
                <a16:creationId xmlns:a16="http://schemas.microsoft.com/office/drawing/2014/main" id="{9C5AED01-FBC2-4773-BB60-F0093B747B11}"/>
              </a:ext>
            </a:extLst>
          </p:cNvPr>
          <p:cNvSpPr>
            <a:spLocks noGrp="1"/>
          </p:cNvSpPr>
          <p:nvPr/>
        </p:nvSpPr>
        <p:spPr>
          <a:xfrm>
            <a:off x="2055557" y="2693117"/>
            <a:ext cx="2095500" cy="209550"/>
          </a:xfrm>
          <a:prstGeom prst="rect">
            <a:avLst/>
          </a:prstGeom>
          <a:noFill/>
          <a:ln w="0">
            <a:noFill/>
          </a:ln>
        </p:spPr>
        <p:txBody>
          <a:bodyPr wrap="none" lIns="0" tIns="0" rIns="0" bIns="0" anchor="t">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rPr b="0" dirty="0">
                <a:latin typeface="Ubuntu Light"/>
                <a:ea typeface="Ubuntu Light"/>
                <a:cs typeface="Ubuntu Light"/>
              </a:rPr>
              <a:t>1  Poll for event</a:t>
            </a:r>
          </a:p>
        </p:txBody>
      </p:sp>
      <p:cxnSp>
        <p:nvCxnSpPr>
          <p:cNvPr id="16" name="runtime-event">
            <a:extLst>
              <a:ext uri="{FF2B5EF4-FFF2-40B4-BE49-F238E27FC236}">
                <a16:creationId xmlns:a16="http://schemas.microsoft.com/office/drawing/2014/main" id="{05FDF8A3-0C0E-4F62-A3E7-C575B3A8786A}"/>
              </a:ext>
            </a:extLst>
          </p:cNvPr>
          <p:cNvCxnSpPr>
            <a:cxnSpLocks/>
          </p:cNvCxnSpPr>
          <p:nvPr/>
        </p:nvCxnSpPr>
        <p:spPr>
          <a:xfrm>
            <a:off x="1871042" y="3238500"/>
            <a:ext cx="3215308" cy="0"/>
          </a:xfrm>
          <a:prstGeom prst="straightConnector1">
            <a:avLst/>
          </a:prstGeom>
          <a:ln w="16193">
            <a:solidFill>
              <a:srgbClr val="202D3E"/>
            </a:solidFill>
            <a:tailEnd type="triangle" w="sm" len="sm"/>
          </a:ln>
        </p:spPr>
      </p:cxnSp>
      <p:sp>
        <p:nvSpPr>
          <p:cNvPr id="17" name="runtime-event-label">
            <a:extLst>
              <a:ext uri="{FF2B5EF4-FFF2-40B4-BE49-F238E27FC236}">
                <a16:creationId xmlns:a16="http://schemas.microsoft.com/office/drawing/2014/main" id="{FE77BD05-F9D0-4452-BD2B-0694302F9989}"/>
              </a:ext>
            </a:extLst>
          </p:cNvPr>
          <p:cNvSpPr>
            <a:spLocks noGrp="1"/>
          </p:cNvSpPr>
          <p:nvPr/>
        </p:nvSpPr>
        <p:spPr>
          <a:xfrm>
            <a:off x="1952625" y="3019425"/>
            <a:ext cx="2095500" cy="209550"/>
          </a:xfrm>
          <a:prstGeom prst="rect">
            <a:avLst/>
          </a:prstGeom>
          <a:noFill/>
          <a:ln w="0">
            <a:noFill/>
          </a:ln>
        </p:spPr>
        <p:txBody>
          <a:bodyPr wrap="none" lIns="0" tIns="0" rIns="0" bIns="0" anchor="t">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rPr b="0">
                <a:latin typeface="Ubuntu Light"/>
                <a:ea typeface="Ubuntu Light"/>
                <a:cs typeface="Ubuntu Light"/>
              </a:rPr>
              <a:t>2  Event</a:t>
            </a:r>
          </a:p>
        </p:txBody>
      </p:sp>
      <p:cxnSp>
        <p:nvCxnSpPr>
          <p:cNvPr id="18" name="runtime-call">
            <a:extLst>
              <a:ext uri="{FF2B5EF4-FFF2-40B4-BE49-F238E27FC236}">
                <a16:creationId xmlns:a16="http://schemas.microsoft.com/office/drawing/2014/main" id="{68E13B50-7040-4717-A889-D1C12BEE40B6}"/>
              </a:ext>
            </a:extLst>
          </p:cNvPr>
          <p:cNvCxnSpPr>
            <a:cxnSpLocks/>
          </p:cNvCxnSpPr>
          <p:nvPr/>
        </p:nvCxnSpPr>
        <p:spPr>
          <a:xfrm>
            <a:off x="5200638" y="3619500"/>
            <a:ext cx="2266962" cy="0"/>
          </a:xfrm>
          <a:prstGeom prst="straightConnector1">
            <a:avLst/>
          </a:prstGeom>
          <a:ln w="16193">
            <a:solidFill>
              <a:srgbClr val="202D3E"/>
            </a:solidFill>
            <a:tailEnd type="triangle" w="sm" len="sm"/>
          </a:ln>
        </p:spPr>
      </p:cxnSp>
      <p:sp>
        <p:nvSpPr>
          <p:cNvPr id="19" name="runtime-call-label">
            <a:extLst>
              <a:ext uri="{FF2B5EF4-FFF2-40B4-BE49-F238E27FC236}">
                <a16:creationId xmlns:a16="http://schemas.microsoft.com/office/drawing/2014/main" id="{1632E23B-6C90-4D15-B752-FD3DA9AE6C41}"/>
              </a:ext>
            </a:extLst>
          </p:cNvPr>
          <p:cNvSpPr>
            <a:spLocks noGrp="1"/>
          </p:cNvSpPr>
          <p:nvPr/>
        </p:nvSpPr>
        <p:spPr>
          <a:xfrm>
            <a:off x="5334000" y="3400425"/>
            <a:ext cx="1952625" cy="209550"/>
          </a:xfrm>
          <a:prstGeom prst="rect">
            <a:avLst/>
          </a:prstGeom>
          <a:noFill/>
          <a:ln w="0">
            <a:noFill/>
          </a:ln>
        </p:spPr>
        <p:txBody>
          <a:bodyPr wrap="none" lIns="0" tIns="0" rIns="0" bIns="0" anchor="t">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rPr b="0">
                <a:latin typeface="Ubuntu Light"/>
                <a:ea typeface="Ubuntu Light"/>
                <a:cs typeface="Ubuntu Light"/>
              </a:rPr>
              <a:t>3  Call handler</a:t>
            </a:r>
          </a:p>
        </p:txBody>
      </p:sp>
      <p:cxnSp>
        <p:nvCxnSpPr>
          <p:cNvPr id="20" name="runtime-return">
            <a:extLst>
              <a:ext uri="{FF2B5EF4-FFF2-40B4-BE49-F238E27FC236}">
                <a16:creationId xmlns:a16="http://schemas.microsoft.com/office/drawing/2014/main" id="{CAF48ABA-317F-4185-9750-4111A43441C0}"/>
              </a:ext>
            </a:extLst>
          </p:cNvPr>
          <p:cNvCxnSpPr>
            <a:cxnSpLocks/>
          </p:cNvCxnSpPr>
          <p:nvPr/>
        </p:nvCxnSpPr>
        <p:spPr>
          <a:xfrm>
            <a:off x="5200638" y="4000500"/>
            <a:ext cx="2266962" cy="0"/>
          </a:xfrm>
          <a:prstGeom prst="straightConnector1">
            <a:avLst/>
          </a:prstGeom>
          <a:ln w="16193">
            <a:solidFill>
              <a:srgbClr val="202D3E"/>
            </a:solidFill>
            <a:headEnd type="triangle" w="sm" len="sm"/>
          </a:ln>
        </p:spPr>
      </p:cxnSp>
      <p:sp>
        <p:nvSpPr>
          <p:cNvPr id="21" name="runtime-return-label">
            <a:extLst>
              <a:ext uri="{FF2B5EF4-FFF2-40B4-BE49-F238E27FC236}">
                <a16:creationId xmlns:a16="http://schemas.microsoft.com/office/drawing/2014/main" id="{FC027E96-021F-46CA-95BA-0CC28D71C86F}"/>
              </a:ext>
            </a:extLst>
          </p:cNvPr>
          <p:cNvSpPr>
            <a:spLocks noGrp="1"/>
          </p:cNvSpPr>
          <p:nvPr/>
        </p:nvSpPr>
        <p:spPr>
          <a:xfrm>
            <a:off x="5334000" y="3781425"/>
            <a:ext cx="1952625" cy="209550"/>
          </a:xfrm>
          <a:prstGeom prst="rect">
            <a:avLst/>
          </a:prstGeom>
          <a:noFill/>
          <a:ln w="0">
            <a:noFill/>
          </a:ln>
        </p:spPr>
        <p:txBody>
          <a:bodyPr wrap="none" lIns="0" tIns="0" rIns="0" bIns="0" anchor="t">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rPr b="0">
                <a:latin typeface="Ubuntu Light"/>
                <a:ea typeface="Ubuntu Light"/>
                <a:cs typeface="Ubuntu Light"/>
              </a:rPr>
              <a:t>4  Return / raise</a:t>
            </a:r>
          </a:p>
        </p:txBody>
      </p:sp>
      <p:cxnSp>
        <p:nvCxnSpPr>
          <p:cNvPr id="22" name="runtime-result">
            <a:extLst>
              <a:ext uri="{FF2B5EF4-FFF2-40B4-BE49-F238E27FC236}">
                <a16:creationId xmlns:a16="http://schemas.microsoft.com/office/drawing/2014/main" id="{A6954B9A-E835-451F-805D-269F2CF2C447}"/>
              </a:ext>
            </a:extLst>
          </p:cNvPr>
          <p:cNvCxnSpPr>
            <a:cxnSpLocks/>
          </p:cNvCxnSpPr>
          <p:nvPr/>
        </p:nvCxnSpPr>
        <p:spPr>
          <a:xfrm>
            <a:off x="1871042" y="4381500"/>
            <a:ext cx="3215308" cy="0"/>
          </a:xfrm>
          <a:prstGeom prst="straightConnector1">
            <a:avLst/>
          </a:prstGeom>
          <a:ln w="16193">
            <a:solidFill>
              <a:srgbClr val="202D3E"/>
            </a:solidFill>
            <a:headEnd type="triangle" w="sm" len="sm"/>
          </a:ln>
        </p:spPr>
      </p:cxnSp>
      <p:sp>
        <p:nvSpPr>
          <p:cNvPr id="23" name="runtime-result-label">
            <a:extLst>
              <a:ext uri="{FF2B5EF4-FFF2-40B4-BE49-F238E27FC236}">
                <a16:creationId xmlns:a16="http://schemas.microsoft.com/office/drawing/2014/main" id="{12C5A4CB-0D1C-4FE2-8464-2812C311DEA6}"/>
              </a:ext>
            </a:extLst>
          </p:cNvPr>
          <p:cNvSpPr>
            <a:spLocks noGrp="1"/>
          </p:cNvSpPr>
          <p:nvPr/>
        </p:nvSpPr>
        <p:spPr>
          <a:xfrm>
            <a:off x="1952625" y="4162425"/>
            <a:ext cx="2095500" cy="209550"/>
          </a:xfrm>
          <a:prstGeom prst="rect">
            <a:avLst/>
          </a:prstGeom>
          <a:noFill/>
          <a:ln w="0">
            <a:noFill/>
          </a:ln>
        </p:spPr>
        <p:txBody>
          <a:bodyPr wrap="none" lIns="0" tIns="0" rIns="0" bIns="0" anchor="t">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rPr b="0">
                <a:latin typeface="Ubuntu Light"/>
                <a:ea typeface="Ubuntu Light"/>
                <a:cs typeface="Ubuntu Light"/>
              </a:rPr>
              <a:t>5  Post result / error</a:t>
            </a:r>
          </a:p>
        </p:txBody>
      </p:sp>
      <p:cxnSp>
        <p:nvCxnSpPr>
          <p:cNvPr id="24" name="runtime-poll-again">
            <a:extLst>
              <a:ext uri="{FF2B5EF4-FFF2-40B4-BE49-F238E27FC236}">
                <a16:creationId xmlns:a16="http://schemas.microsoft.com/office/drawing/2014/main" id="{FDF206BB-9A9E-4798-AAAE-ABD086F14163}"/>
              </a:ext>
            </a:extLst>
          </p:cNvPr>
          <p:cNvCxnSpPr>
            <a:cxnSpLocks/>
          </p:cNvCxnSpPr>
          <p:nvPr/>
        </p:nvCxnSpPr>
        <p:spPr>
          <a:xfrm flipV="1">
            <a:off x="1910985" y="4752975"/>
            <a:ext cx="3175365" cy="9522"/>
          </a:xfrm>
          <a:prstGeom prst="straightConnector1">
            <a:avLst/>
          </a:prstGeom>
          <a:ln w="16193">
            <a:solidFill>
              <a:srgbClr val="255DA8"/>
            </a:solidFill>
            <a:headEnd type="triangle" w="sm" len="sm"/>
          </a:ln>
        </p:spPr>
      </p:cxnSp>
      <p:sp>
        <p:nvSpPr>
          <p:cNvPr id="25" name="runtime-poll-again-label">
            <a:extLst>
              <a:ext uri="{FF2B5EF4-FFF2-40B4-BE49-F238E27FC236}">
                <a16:creationId xmlns:a16="http://schemas.microsoft.com/office/drawing/2014/main" id="{CC8C2642-1F42-4516-BFAF-2824FCE7A612}"/>
              </a:ext>
            </a:extLst>
          </p:cNvPr>
          <p:cNvSpPr>
            <a:spLocks noGrp="1"/>
          </p:cNvSpPr>
          <p:nvPr/>
        </p:nvSpPr>
        <p:spPr>
          <a:xfrm>
            <a:off x="1952625" y="4543425"/>
            <a:ext cx="2095500" cy="209550"/>
          </a:xfrm>
          <a:prstGeom prst="rect">
            <a:avLst/>
          </a:prstGeom>
          <a:noFill/>
          <a:ln w="0">
            <a:noFill/>
          </a:ln>
        </p:spPr>
        <p:txBody>
          <a:bodyPr wrap="none" lIns="0" tIns="0" rIns="0" bIns="0" anchor="t">
            <a:noAutofit/>
          </a:bodyPr>
          <a:lstStyle>
            <a:defPPr algn="ctr">
              <a:defRPr sz="1275" b="0">
                <a:solidFill>
                  <a:srgbClr val="255DA8"/>
                </a:solidFill>
                <a:latin typeface="Ubuntu Light"/>
                <a:ea typeface="Ubuntu Light"/>
                <a:cs typeface="Ubuntu Light"/>
              </a:defRPr>
            </a:defPPr>
            <a:lvl1pPr algn="ctr">
              <a:defRPr sz="1275" b="0">
                <a:solidFill>
                  <a:srgbClr val="255DA8"/>
                </a:solidFill>
                <a:latin typeface="Ubuntu Light"/>
                <a:ea typeface="Ubuntu Light"/>
                <a:cs typeface="Ubuntu Light"/>
              </a:defRPr>
            </a:lvl1pPr>
            <a:lvl2pPr algn="ctr">
              <a:defRPr sz="1275" b="0">
                <a:solidFill>
                  <a:srgbClr val="255DA8"/>
                </a:solidFill>
                <a:latin typeface="Ubuntu Light"/>
                <a:ea typeface="Ubuntu Light"/>
                <a:cs typeface="Ubuntu Light"/>
              </a:defRPr>
            </a:lvl2pPr>
            <a:lvl3pPr algn="ctr">
              <a:defRPr sz="1275" b="0">
                <a:solidFill>
                  <a:srgbClr val="255DA8"/>
                </a:solidFill>
                <a:latin typeface="Ubuntu Light"/>
                <a:ea typeface="Ubuntu Light"/>
                <a:cs typeface="Ubuntu Light"/>
              </a:defRPr>
            </a:lvl3pPr>
            <a:lvl4pPr algn="ctr">
              <a:defRPr sz="1275" b="0">
                <a:solidFill>
                  <a:srgbClr val="255DA8"/>
                </a:solidFill>
                <a:latin typeface="Ubuntu Light"/>
                <a:ea typeface="Ubuntu Light"/>
                <a:cs typeface="Ubuntu Light"/>
              </a:defRPr>
            </a:lvl4pPr>
            <a:lvl5pPr algn="ctr">
              <a:defRPr sz="1275" b="0">
                <a:solidFill>
                  <a:srgbClr val="255DA8"/>
                </a:solidFill>
                <a:latin typeface="Ubuntu Light"/>
                <a:ea typeface="Ubuntu Light"/>
                <a:cs typeface="Ubuntu Light"/>
              </a:defRPr>
            </a:lvl5pPr>
            <a:lvl6pPr algn="ctr">
              <a:defRPr sz="1275" b="0">
                <a:solidFill>
                  <a:srgbClr val="255DA8"/>
                </a:solidFill>
                <a:latin typeface="Ubuntu Light"/>
                <a:ea typeface="Ubuntu Light"/>
                <a:cs typeface="Ubuntu Light"/>
              </a:defRPr>
            </a:lvl6pPr>
            <a:lvl7pPr algn="ctr">
              <a:defRPr sz="1275" b="0">
                <a:solidFill>
                  <a:srgbClr val="255DA8"/>
                </a:solidFill>
                <a:latin typeface="Ubuntu Light"/>
                <a:ea typeface="Ubuntu Light"/>
                <a:cs typeface="Ubuntu Light"/>
              </a:defRPr>
            </a:lvl7pPr>
            <a:lvl8pPr algn="ctr">
              <a:defRPr sz="1275" b="0">
                <a:solidFill>
                  <a:srgbClr val="255DA8"/>
                </a:solidFill>
                <a:latin typeface="Ubuntu Light"/>
                <a:ea typeface="Ubuntu Light"/>
                <a:cs typeface="Ubuntu Light"/>
              </a:defRPr>
            </a:lvl8pPr>
            <a:lvl9pPr algn="ctr">
              <a:defRPr sz="1275" b="0">
                <a:solidFill>
                  <a:srgbClr val="255DA8"/>
                </a:solidFill>
                <a:latin typeface="Ubuntu Light"/>
                <a:ea typeface="Ubuntu Light"/>
                <a:cs typeface="Ubuntu Light"/>
              </a:defRPr>
            </a:lvl9pPr>
          </a:lstStyle>
          <a:p>
            <a:pPr algn="ctr">
              <a:defRPr sz="1275" b="0">
                <a:solidFill>
                  <a:srgbClr val="255DA8"/>
                </a:solidFill>
                <a:latin typeface="Ubuntu Light"/>
                <a:ea typeface="Ubuntu Light"/>
                <a:cs typeface="Ubuntu Light"/>
              </a:defRPr>
            </a:pPr>
            <a:r>
              <a:rPr b="0">
                <a:latin typeface="Ubuntu Light"/>
                <a:ea typeface="Ubuntu Light"/>
                <a:cs typeface="Ubuntu Light"/>
              </a:rPr>
              <a:t>6  Poll again</a:t>
            </a:r>
          </a:p>
        </p:txBody>
      </p:sp>
      <p:sp>
        <p:nvSpPr>
          <p:cNvPr id="26" name="runtime-waiting">
            <a:extLst>
              <a:ext uri="{FF2B5EF4-FFF2-40B4-BE49-F238E27FC236}">
                <a16:creationId xmlns:a16="http://schemas.microsoft.com/office/drawing/2014/main" id="{3CC91384-8ACF-4064-87FE-3EEC05664E79}"/>
              </a:ext>
            </a:extLst>
          </p:cNvPr>
          <p:cNvSpPr>
            <a:spLocks noGrp="1"/>
          </p:cNvSpPr>
          <p:nvPr/>
        </p:nvSpPr>
        <p:spPr>
          <a:xfrm>
            <a:off x="5381625" y="4581525"/>
            <a:ext cx="2905125" cy="238125"/>
          </a:xfrm>
          <a:prstGeom prst="rect">
            <a:avLst/>
          </a:prstGeom>
          <a:noFill/>
          <a:ln w="0">
            <a:noFill/>
          </a:ln>
        </p:spPr>
        <p:txBody>
          <a:bodyPr wrap="none" lIns="0" tIns="0" rIns="0" bIns="0" anchor="t">
            <a:noAutofit/>
          </a:bodyPr>
          <a:lstStyle>
            <a:defPPr algn="l">
              <a:defRPr sz="1313" b="0">
                <a:solidFill>
                  <a:srgbClr val="255DA8"/>
                </a:solidFill>
                <a:latin typeface="Ubuntu Light"/>
                <a:ea typeface="Ubuntu Light"/>
                <a:cs typeface="Ubuntu Light"/>
              </a:defRPr>
            </a:defPPr>
            <a:lvl1pPr algn="l">
              <a:defRPr sz="1313" b="0">
                <a:solidFill>
                  <a:srgbClr val="255DA8"/>
                </a:solidFill>
                <a:latin typeface="Ubuntu Light"/>
                <a:ea typeface="Ubuntu Light"/>
                <a:cs typeface="Ubuntu Light"/>
              </a:defRPr>
            </a:lvl1pPr>
            <a:lvl2pPr algn="l">
              <a:defRPr sz="1313" b="0">
                <a:solidFill>
                  <a:srgbClr val="255DA8"/>
                </a:solidFill>
                <a:latin typeface="Ubuntu Light"/>
                <a:ea typeface="Ubuntu Light"/>
                <a:cs typeface="Ubuntu Light"/>
              </a:defRPr>
            </a:lvl2pPr>
            <a:lvl3pPr algn="l">
              <a:defRPr sz="1313" b="0">
                <a:solidFill>
                  <a:srgbClr val="255DA8"/>
                </a:solidFill>
                <a:latin typeface="Ubuntu Light"/>
                <a:ea typeface="Ubuntu Light"/>
                <a:cs typeface="Ubuntu Light"/>
              </a:defRPr>
            </a:lvl3pPr>
            <a:lvl4pPr algn="l">
              <a:defRPr sz="1313" b="0">
                <a:solidFill>
                  <a:srgbClr val="255DA8"/>
                </a:solidFill>
                <a:latin typeface="Ubuntu Light"/>
                <a:ea typeface="Ubuntu Light"/>
                <a:cs typeface="Ubuntu Light"/>
              </a:defRPr>
            </a:lvl4pPr>
            <a:lvl5pPr algn="l">
              <a:defRPr sz="1313" b="0">
                <a:solidFill>
                  <a:srgbClr val="255DA8"/>
                </a:solidFill>
                <a:latin typeface="Ubuntu Light"/>
                <a:ea typeface="Ubuntu Light"/>
                <a:cs typeface="Ubuntu Light"/>
              </a:defRPr>
            </a:lvl5pPr>
            <a:lvl6pPr algn="l">
              <a:defRPr sz="1313" b="0">
                <a:solidFill>
                  <a:srgbClr val="255DA8"/>
                </a:solidFill>
                <a:latin typeface="Ubuntu Light"/>
                <a:ea typeface="Ubuntu Light"/>
                <a:cs typeface="Ubuntu Light"/>
              </a:defRPr>
            </a:lvl6pPr>
            <a:lvl7pPr algn="l">
              <a:defRPr sz="1313" b="0">
                <a:solidFill>
                  <a:srgbClr val="255DA8"/>
                </a:solidFill>
                <a:latin typeface="Ubuntu Light"/>
                <a:ea typeface="Ubuntu Light"/>
                <a:cs typeface="Ubuntu Light"/>
              </a:defRPr>
            </a:lvl7pPr>
            <a:lvl8pPr algn="l">
              <a:defRPr sz="1313" b="0">
                <a:solidFill>
                  <a:srgbClr val="255DA8"/>
                </a:solidFill>
                <a:latin typeface="Ubuntu Light"/>
                <a:ea typeface="Ubuntu Light"/>
                <a:cs typeface="Ubuntu Light"/>
              </a:defRPr>
            </a:lvl8pPr>
            <a:lvl9pPr algn="l">
              <a:defRPr sz="1313" b="0">
                <a:solidFill>
                  <a:srgbClr val="255DA8"/>
                </a:solidFill>
                <a:latin typeface="Ubuntu Light"/>
                <a:ea typeface="Ubuntu Light"/>
                <a:cs typeface="Ubuntu Light"/>
              </a:defRPr>
            </a:lvl9pPr>
          </a:lstStyle>
          <a:p>
            <a:pPr algn="l">
              <a:defRPr sz="1313" b="0">
                <a:solidFill>
                  <a:srgbClr val="255DA8"/>
                </a:solidFill>
                <a:latin typeface="Ubuntu Light"/>
                <a:ea typeface="Ubuntu Light"/>
                <a:cs typeface="Ubuntu Light"/>
              </a:defRPr>
            </a:pPr>
            <a:r>
              <a:rPr b="0">
                <a:latin typeface="Ubuntu Light"/>
                <a:ea typeface="Ubuntu Light"/>
                <a:cs typeface="Ubuntu Light"/>
              </a:rPr>
              <a:t>Waiting for the next event</a:t>
            </a:r>
          </a:p>
        </p:txBody>
      </p:sp>
      <p:sp>
        <p:nvSpPr>
          <p:cNvPr id="29" name="runtime-handler-active">
            <a:extLst>
              <a:ext uri="{FF2B5EF4-FFF2-40B4-BE49-F238E27FC236}">
                <a16:creationId xmlns:a16="http://schemas.microsoft.com/office/drawing/2014/main" id="{2378A79D-98B4-F1B5-F08F-95B50EB872BB}"/>
              </a:ext>
            </a:extLst>
          </p:cNvPr>
          <p:cNvSpPr>
            <a:spLocks noGrp="1"/>
          </p:cNvSpPr>
          <p:nvPr/>
        </p:nvSpPr>
        <p:spPr>
          <a:xfrm>
            <a:off x="5086350" y="2808632"/>
            <a:ext cx="114288" cy="2047827"/>
          </a:xfrm>
          <a:prstGeom prst="rect">
            <a:avLst/>
          </a:prstGeom>
          <a:solidFill>
            <a:srgbClr val="DDE6EF"/>
          </a:solidFill>
          <a:ln w="9525">
            <a:solidFill>
              <a:srgbClr val="8299B0"/>
            </a:solidFill>
          </a:ln>
        </p:spPr>
        <p:txBody>
          <a:bodyPr/>
          <a:lstStyle/>
          <a:p>
            <a:endParaRPr lang="en-US"/>
          </a:p>
        </p:txBody>
      </p:sp>
      <p:sp>
        <p:nvSpPr>
          <p:cNvPr id="39" name="runtime-handler-active">
            <a:extLst>
              <a:ext uri="{FF2B5EF4-FFF2-40B4-BE49-F238E27FC236}">
                <a16:creationId xmlns:a16="http://schemas.microsoft.com/office/drawing/2014/main" id="{13AEAC2E-C62E-BDE5-E7B0-A0BABC6510CA}"/>
              </a:ext>
            </a:extLst>
          </p:cNvPr>
          <p:cNvSpPr>
            <a:spLocks noGrp="1"/>
          </p:cNvSpPr>
          <p:nvPr/>
        </p:nvSpPr>
        <p:spPr>
          <a:xfrm>
            <a:off x="1756749" y="2931242"/>
            <a:ext cx="114293" cy="1831256"/>
          </a:xfrm>
          <a:prstGeom prst="rect">
            <a:avLst/>
          </a:prstGeom>
          <a:solidFill>
            <a:srgbClr val="DDE6EF"/>
          </a:solidFill>
          <a:ln w="9525">
            <a:solidFill>
              <a:srgbClr val="8299B0"/>
            </a:solidFill>
          </a:ln>
        </p:spPr>
        <p:txBody>
          <a:bodyPr/>
          <a:lstStyle/>
          <a:p>
            <a:endParaRPr lang="en-US"/>
          </a:p>
        </p:txBody>
      </p:sp>
    </p:spTree>
    <p:extLst>
      <p:ext uri="{BB962C8B-B14F-4D97-AF65-F5344CB8AC3E}">
        <p14:creationId xmlns:p14="http://schemas.microsoft.com/office/powerpoint/2010/main" val="1270600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title">
            <a:extLst>
              <a:ext uri="{FF2B5EF4-FFF2-40B4-BE49-F238E27FC236}">
                <a16:creationId xmlns:a16="http://schemas.microsoft.com/office/drawing/2014/main" id="{68181152-FFC9-4F6F-8711-59DDEEEBD814}"/>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b="0">
                <a:latin typeface="Ubuntu Light"/>
                <a:ea typeface="Ubuntu Light"/>
                <a:cs typeface="Ubuntu Light"/>
              </a:rPr>
              <a:t>Run the Lambda runtime client under coverage.py</a:t>
            </a:r>
          </a:p>
        </p:txBody>
      </p:sp>
      <p:sp>
        <p:nvSpPr>
          <p:cNvPr id="2" name="base-image">
            <a:extLst>
              <a:ext uri="{FF2B5EF4-FFF2-40B4-BE49-F238E27FC236}">
                <a16:creationId xmlns:a16="http://schemas.microsoft.com/office/drawing/2014/main" id="{E38A6D11-0DF4-4AC5-AD43-B4BF9C2832EF}"/>
              </a:ext>
            </a:extLst>
          </p:cNvPr>
          <p:cNvSpPr>
            <a:spLocks noGrp="1"/>
          </p:cNvSpPr>
          <p:nvPr/>
        </p:nvSpPr>
        <p:spPr>
          <a:xfrm>
            <a:off x="619125" y="1381125"/>
            <a:ext cx="7905750" cy="285750"/>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lang="en-US" b="0" dirty="0">
                <a:latin typeface="Ubuntu Light"/>
                <a:ea typeface="Ubuntu Light"/>
                <a:cs typeface="Ubuntu Light"/>
              </a:rPr>
              <a:t>Modify </a:t>
            </a:r>
            <a:r>
              <a:rPr b="0" dirty="0">
                <a:latin typeface="Ubuntu Light"/>
                <a:ea typeface="Ubuntu Light"/>
                <a:cs typeface="Ubuntu Light"/>
              </a:rPr>
              <a:t>AWS Python </a:t>
            </a:r>
            <a:r>
              <a:rPr lang="en-US" b="0" dirty="0">
                <a:latin typeface="Ubuntu Light"/>
                <a:ea typeface="Ubuntu Light"/>
                <a:cs typeface="Ubuntu Light"/>
              </a:rPr>
              <a:t>Lambda</a:t>
            </a:r>
            <a:r>
              <a:rPr b="0" dirty="0">
                <a:latin typeface="Ubuntu Light"/>
                <a:ea typeface="Ubuntu Light"/>
                <a:cs typeface="Ubuntu Light"/>
              </a:rPr>
              <a:t> image from public ECR</a:t>
            </a:r>
          </a:p>
        </p:txBody>
      </p:sp>
      <p:sp>
        <p:nvSpPr>
          <p:cNvPr id="3" name="source-label">
            <a:extLst>
              <a:ext uri="{FF2B5EF4-FFF2-40B4-BE49-F238E27FC236}">
                <a16:creationId xmlns:a16="http://schemas.microsoft.com/office/drawing/2014/main" id="{F0284AB4-BD0D-4522-83AB-AEB388A83B25}"/>
              </a:ext>
            </a:extLst>
          </p:cNvPr>
          <p:cNvSpPr>
            <a:spLocks noGrp="1"/>
          </p:cNvSpPr>
          <p:nvPr/>
        </p:nvSpPr>
        <p:spPr>
          <a:xfrm>
            <a:off x="619125" y="1790700"/>
            <a:ext cx="1781175" cy="219075"/>
          </a:xfrm>
          <a:prstGeom prst="rect">
            <a:avLst/>
          </a:prstGeom>
          <a:noFill/>
          <a:ln w="0">
            <a:noFill/>
          </a:ln>
        </p:spPr>
        <p:txBody>
          <a:bodyPr wrap="none" lIns="0" tIns="0" rIns="0" bIns="0" anchor="t">
            <a:noAutofit/>
          </a:bodyPr>
          <a:lstStyle>
            <a:defPPr algn="l">
              <a:defRPr sz="1200" b="0">
                <a:solidFill>
                  <a:srgbClr val="475569"/>
                </a:solidFill>
                <a:latin typeface="Ubuntu Light"/>
                <a:ea typeface="Ubuntu Light"/>
                <a:cs typeface="Ubuntu Light"/>
              </a:defRPr>
            </a:defPPr>
            <a:lvl1pPr algn="l">
              <a:defRPr sz="1200" b="0">
                <a:solidFill>
                  <a:srgbClr val="475569"/>
                </a:solidFill>
                <a:latin typeface="Ubuntu Light"/>
                <a:ea typeface="Ubuntu Light"/>
                <a:cs typeface="Ubuntu Light"/>
              </a:defRPr>
            </a:lvl1pPr>
            <a:lvl2pPr algn="l">
              <a:defRPr sz="1200" b="0">
                <a:solidFill>
                  <a:srgbClr val="475569"/>
                </a:solidFill>
                <a:latin typeface="Ubuntu Light"/>
                <a:ea typeface="Ubuntu Light"/>
                <a:cs typeface="Ubuntu Light"/>
              </a:defRPr>
            </a:lvl2pPr>
            <a:lvl3pPr algn="l">
              <a:defRPr sz="1200" b="0">
                <a:solidFill>
                  <a:srgbClr val="475569"/>
                </a:solidFill>
                <a:latin typeface="Ubuntu Light"/>
                <a:ea typeface="Ubuntu Light"/>
                <a:cs typeface="Ubuntu Light"/>
              </a:defRPr>
            </a:lvl3pPr>
            <a:lvl4pPr algn="l">
              <a:defRPr sz="1200" b="0">
                <a:solidFill>
                  <a:srgbClr val="475569"/>
                </a:solidFill>
                <a:latin typeface="Ubuntu Light"/>
                <a:ea typeface="Ubuntu Light"/>
                <a:cs typeface="Ubuntu Light"/>
              </a:defRPr>
            </a:lvl4pPr>
            <a:lvl5pPr algn="l">
              <a:defRPr sz="1200" b="0">
                <a:solidFill>
                  <a:srgbClr val="475569"/>
                </a:solidFill>
                <a:latin typeface="Ubuntu Light"/>
                <a:ea typeface="Ubuntu Light"/>
                <a:cs typeface="Ubuntu Light"/>
              </a:defRPr>
            </a:lvl5pPr>
            <a:lvl6pPr algn="l">
              <a:defRPr sz="1200" b="0">
                <a:solidFill>
                  <a:srgbClr val="475569"/>
                </a:solidFill>
                <a:latin typeface="Ubuntu Light"/>
                <a:ea typeface="Ubuntu Light"/>
                <a:cs typeface="Ubuntu Light"/>
              </a:defRPr>
            </a:lvl6pPr>
            <a:lvl7pPr algn="l">
              <a:defRPr sz="1200" b="0">
                <a:solidFill>
                  <a:srgbClr val="475569"/>
                </a:solidFill>
                <a:latin typeface="Ubuntu Light"/>
                <a:ea typeface="Ubuntu Light"/>
                <a:cs typeface="Ubuntu Light"/>
              </a:defRPr>
            </a:lvl7pPr>
            <a:lvl8pPr algn="l">
              <a:defRPr sz="1200" b="0">
                <a:solidFill>
                  <a:srgbClr val="475569"/>
                </a:solidFill>
                <a:latin typeface="Ubuntu Light"/>
                <a:ea typeface="Ubuntu Light"/>
                <a:cs typeface="Ubuntu Light"/>
              </a:defRPr>
            </a:lvl8pPr>
            <a:lvl9pPr algn="l">
              <a:defRPr sz="1200" b="0">
                <a:solidFill>
                  <a:srgbClr val="475569"/>
                </a:solidFill>
                <a:latin typeface="Ubuntu Light"/>
                <a:ea typeface="Ubuntu Light"/>
                <a:cs typeface="Ubuntu Light"/>
              </a:defRPr>
            </a:lvl9pPr>
          </a:lstStyle>
          <a:p>
            <a:pPr algn="l">
              <a:defRPr sz="1200" b="0">
                <a:solidFill>
                  <a:srgbClr val="475569"/>
                </a:solidFill>
                <a:latin typeface="Ubuntu Light"/>
                <a:ea typeface="Ubuntu Light"/>
                <a:cs typeface="Ubuntu Light"/>
              </a:defRPr>
            </a:pPr>
            <a:r>
              <a:rPr b="0" dirty="0">
                <a:latin typeface="Ubuntu Light"/>
                <a:ea typeface="Ubuntu Light"/>
                <a:cs typeface="Ubuntu Light"/>
              </a:rPr>
              <a:t>tests/fixtures/</a:t>
            </a:r>
            <a:r>
              <a:rPr b="0" dirty="0" err="1">
                <a:latin typeface="Ubuntu Light"/>
                <a:ea typeface="Ubuntu Light"/>
                <a:cs typeface="Ubuntu Light"/>
              </a:rPr>
              <a:t>lambdas.py</a:t>
            </a:r>
            <a:endParaRPr b="0" dirty="0">
              <a:latin typeface="Ubuntu Light"/>
              <a:ea typeface="Ubuntu Light"/>
              <a:cs typeface="Ubuntu Light"/>
            </a:endParaRPr>
          </a:p>
        </p:txBody>
      </p:sp>
      <p:sp>
        <p:nvSpPr>
          <p:cNvPr id="4" name="code-background">
            <a:extLst>
              <a:ext uri="{FF2B5EF4-FFF2-40B4-BE49-F238E27FC236}">
                <a16:creationId xmlns:a16="http://schemas.microsoft.com/office/drawing/2014/main" id="{7C7BE2B3-3774-42AE-B620-76A6C71F3739}"/>
              </a:ext>
            </a:extLst>
          </p:cNvPr>
          <p:cNvSpPr>
            <a:spLocks noGrp="1"/>
          </p:cNvSpPr>
          <p:nvPr/>
        </p:nvSpPr>
        <p:spPr>
          <a:xfrm>
            <a:off x="619125" y="2104064"/>
            <a:ext cx="7143750" cy="1153724"/>
          </a:xfrm>
          <a:prstGeom prst="rect">
            <a:avLst/>
          </a:prstGeom>
          <a:solidFill>
            <a:srgbClr val="000000"/>
          </a:solidFill>
          <a:ln w="0">
            <a:noFill/>
          </a:ln>
        </p:spPr>
        <p:txBody>
          <a:bodyPr/>
          <a:lstStyle/>
          <a:p>
            <a:endParaRPr lang="en-US"/>
          </a:p>
        </p:txBody>
      </p:sp>
      <p:sp>
        <p:nvSpPr>
          <p:cNvPr id="5" name="code-line-0">
            <a:extLst>
              <a:ext uri="{FF2B5EF4-FFF2-40B4-BE49-F238E27FC236}">
                <a16:creationId xmlns:a16="http://schemas.microsoft.com/office/drawing/2014/main" id="{B89BA317-8362-4052-AF2C-94AE9F4AC2D8}"/>
              </a:ext>
            </a:extLst>
          </p:cNvPr>
          <p:cNvSpPr>
            <a:spLocks noGrp="1"/>
          </p:cNvSpPr>
          <p:nvPr/>
        </p:nvSpPr>
        <p:spPr>
          <a:xfrm>
            <a:off x="790575" y="2286000"/>
            <a:ext cx="6625981"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569CD6"/>
                </a:solidFill>
                <a:latin typeface="Menlo"/>
                <a:ea typeface="Menlo"/>
                <a:cs typeface="Menlo"/>
              </a:rPr>
              <a:t>ENTRYPOINT</a:t>
            </a:r>
            <a:r>
              <a:rPr b="0" dirty="0">
                <a:solidFill>
                  <a:srgbClr val="D4D4D4"/>
                </a:solidFill>
                <a:latin typeface="Menlo"/>
                <a:ea typeface="Menlo"/>
                <a:cs typeface="Menlo"/>
              </a:rPr>
              <a:t> [</a:t>
            </a:r>
            <a:r>
              <a:rPr b="0" dirty="0">
                <a:solidFill>
                  <a:srgbClr val="CE9178"/>
                </a:solidFill>
                <a:latin typeface="Menlo"/>
                <a:ea typeface="Menlo"/>
                <a:cs typeface="Menlo"/>
              </a:rPr>
              <a:t>"/var/lang/bin/python3"</a:t>
            </a:r>
            <a:r>
              <a:rPr b="0" dirty="0">
                <a:solidFill>
                  <a:srgbClr val="D4D4D4"/>
                </a:solidFill>
                <a:latin typeface="Menlo"/>
                <a:ea typeface="Menlo"/>
                <a:cs typeface="Menlo"/>
              </a:rPr>
              <a:t>, </a:t>
            </a:r>
            <a:r>
              <a:rPr b="0" dirty="0">
                <a:solidFill>
                  <a:srgbClr val="CE9178"/>
                </a:solidFill>
                <a:latin typeface="Menlo"/>
                <a:ea typeface="Menlo"/>
                <a:cs typeface="Menlo"/>
              </a:rPr>
              <a:t>"-m"</a:t>
            </a:r>
            <a:r>
              <a:rPr b="0" dirty="0">
                <a:solidFill>
                  <a:srgbClr val="D4D4D4"/>
                </a:solidFill>
                <a:latin typeface="Menlo"/>
                <a:ea typeface="Menlo"/>
                <a:cs typeface="Menlo"/>
              </a:rPr>
              <a:t>, </a:t>
            </a:r>
            <a:r>
              <a:rPr b="0" dirty="0">
                <a:solidFill>
                  <a:srgbClr val="CE9178"/>
                </a:solidFill>
                <a:latin typeface="Menlo"/>
                <a:ea typeface="Menlo"/>
                <a:cs typeface="Menlo"/>
              </a:rPr>
              <a:t>"coverage"</a:t>
            </a:r>
            <a:r>
              <a:rPr b="0" dirty="0">
                <a:solidFill>
                  <a:srgbClr val="D4D4D4"/>
                </a:solidFill>
                <a:latin typeface="Menlo"/>
                <a:ea typeface="Menlo"/>
                <a:cs typeface="Menlo"/>
              </a:rPr>
              <a:t>, </a:t>
            </a:r>
            <a:r>
              <a:rPr b="0" dirty="0">
                <a:solidFill>
                  <a:srgbClr val="CE9178"/>
                </a:solidFill>
                <a:latin typeface="Menlo"/>
                <a:ea typeface="Menlo"/>
                <a:cs typeface="Menlo"/>
              </a:rPr>
              <a:t>"run"</a:t>
            </a:r>
            <a:r>
              <a:rPr b="0" dirty="0">
                <a:solidFill>
                  <a:srgbClr val="D4D4D4"/>
                </a:solidFill>
                <a:latin typeface="Menlo"/>
                <a:ea typeface="Menlo"/>
                <a:cs typeface="Menlo"/>
              </a:rPr>
              <a:t>, </a:t>
            </a:r>
          </a:p>
        </p:txBody>
      </p:sp>
      <p:sp>
        <p:nvSpPr>
          <p:cNvPr id="6" name="code-line-1">
            <a:extLst>
              <a:ext uri="{FF2B5EF4-FFF2-40B4-BE49-F238E27FC236}">
                <a16:creationId xmlns:a16="http://schemas.microsoft.com/office/drawing/2014/main" id="{C167F6DE-244B-4491-90E8-36654C775D9A}"/>
              </a:ext>
            </a:extLst>
          </p:cNvPr>
          <p:cNvSpPr>
            <a:spLocks noGrp="1"/>
          </p:cNvSpPr>
          <p:nvPr/>
        </p:nvSpPr>
        <p:spPr>
          <a:xfrm>
            <a:off x="790575" y="2559129"/>
            <a:ext cx="6625981"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CE9178"/>
                </a:solidFill>
                <a:latin typeface="Menlo"/>
                <a:ea typeface="Menlo"/>
                <a:cs typeface="Menlo"/>
              </a:rPr>
              <a:t>"--</a:t>
            </a:r>
            <a:r>
              <a:rPr b="0" dirty="0" err="1">
                <a:solidFill>
                  <a:srgbClr val="CE9178"/>
                </a:solidFill>
                <a:latin typeface="Menlo"/>
                <a:ea typeface="Menlo"/>
                <a:cs typeface="Menlo"/>
              </a:rPr>
              <a:t>rcfile</a:t>
            </a:r>
            <a:r>
              <a:rPr b="0" dirty="0">
                <a:solidFill>
                  <a:srgbClr val="CE9178"/>
                </a:solidFill>
                <a:latin typeface="Menlo"/>
                <a:ea typeface="Menlo"/>
                <a:cs typeface="Menlo"/>
              </a:rPr>
              <a:t>=/build/</a:t>
            </a:r>
            <a:r>
              <a:rPr b="0" dirty="0" err="1">
                <a:solidFill>
                  <a:srgbClr val="CE9178"/>
                </a:solidFill>
                <a:latin typeface="Menlo"/>
                <a:ea typeface="Menlo"/>
                <a:cs typeface="Menlo"/>
              </a:rPr>
              <a:t>pyproject.toml</a:t>
            </a:r>
            <a:r>
              <a:rPr b="0" dirty="0">
                <a:solidFill>
                  <a:srgbClr val="CE9178"/>
                </a:solidFill>
                <a:latin typeface="Menlo"/>
                <a:ea typeface="Menlo"/>
                <a:cs typeface="Menlo"/>
              </a:rPr>
              <a:t>"</a:t>
            </a:r>
            <a:r>
              <a:rPr b="0" dirty="0">
                <a:solidFill>
                  <a:srgbClr val="D4D4D4"/>
                </a:solidFill>
                <a:latin typeface="Menlo"/>
                <a:ea typeface="Menlo"/>
                <a:cs typeface="Menlo"/>
              </a:rPr>
              <a:t>, </a:t>
            </a:r>
            <a:r>
              <a:rPr b="0" dirty="0">
                <a:solidFill>
                  <a:srgbClr val="CE9178"/>
                </a:solidFill>
                <a:latin typeface="Menlo"/>
                <a:ea typeface="Menlo"/>
                <a:cs typeface="Menlo"/>
              </a:rPr>
              <a:t>"--save-signal=USR1"</a:t>
            </a:r>
            <a:r>
              <a:rPr b="0" dirty="0">
                <a:solidFill>
                  <a:srgbClr val="D4D4D4"/>
                </a:solidFill>
                <a:latin typeface="Menlo"/>
                <a:ea typeface="Menlo"/>
                <a:cs typeface="Menlo"/>
              </a:rPr>
              <a:t>, </a:t>
            </a:r>
            <a:r>
              <a:rPr b="0" dirty="0">
                <a:solidFill>
                  <a:srgbClr val="CE9178"/>
                </a:solidFill>
                <a:latin typeface="Menlo"/>
                <a:ea typeface="Menlo"/>
                <a:cs typeface="Menlo"/>
              </a:rPr>
              <a:t>"-m"</a:t>
            </a:r>
            <a:r>
              <a:rPr b="0" dirty="0">
                <a:solidFill>
                  <a:srgbClr val="D4D4D4"/>
                </a:solidFill>
                <a:latin typeface="Menlo"/>
                <a:ea typeface="Menlo"/>
                <a:cs typeface="Menlo"/>
              </a:rPr>
              <a:t>, </a:t>
            </a:r>
          </a:p>
        </p:txBody>
      </p:sp>
      <p:sp>
        <p:nvSpPr>
          <p:cNvPr id="7" name="code-line-2">
            <a:extLst>
              <a:ext uri="{FF2B5EF4-FFF2-40B4-BE49-F238E27FC236}">
                <a16:creationId xmlns:a16="http://schemas.microsoft.com/office/drawing/2014/main" id="{90BB8E8F-17BC-4D54-87F6-C8842EF45C0A}"/>
              </a:ext>
            </a:extLst>
          </p:cNvPr>
          <p:cNvSpPr>
            <a:spLocks noGrp="1"/>
          </p:cNvSpPr>
          <p:nvPr/>
        </p:nvSpPr>
        <p:spPr>
          <a:xfrm>
            <a:off x="790575" y="2832259"/>
            <a:ext cx="1631942"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CE9178"/>
                </a:solidFill>
                <a:latin typeface="Menlo"/>
                <a:ea typeface="Menlo"/>
                <a:cs typeface="Menlo"/>
              </a:rPr>
              <a:t>"</a:t>
            </a:r>
            <a:r>
              <a:rPr b="0" dirty="0" err="1">
                <a:solidFill>
                  <a:srgbClr val="CE9178"/>
                </a:solidFill>
                <a:latin typeface="Menlo"/>
                <a:ea typeface="Menlo"/>
                <a:cs typeface="Menlo"/>
              </a:rPr>
              <a:t>awslambdaric</a:t>
            </a:r>
            <a:r>
              <a:rPr b="0" dirty="0">
                <a:solidFill>
                  <a:srgbClr val="CE9178"/>
                </a:solidFill>
                <a:latin typeface="Menlo"/>
                <a:ea typeface="Menlo"/>
                <a:cs typeface="Menlo"/>
              </a:rPr>
              <a:t>"</a:t>
            </a:r>
            <a:r>
              <a:rPr b="0" dirty="0">
                <a:solidFill>
                  <a:srgbClr val="D4D4D4"/>
                </a:solidFill>
                <a:latin typeface="Menlo"/>
                <a:ea typeface="Menlo"/>
                <a:cs typeface="Menlo"/>
              </a:rPr>
              <a:t>]</a:t>
            </a:r>
          </a:p>
        </p:txBody>
      </p:sp>
      <p:sp>
        <p:nvSpPr>
          <p:cNvPr id="8" name="code-background">
            <a:extLst>
              <a:ext uri="{FF2B5EF4-FFF2-40B4-BE49-F238E27FC236}">
                <a16:creationId xmlns:a16="http://schemas.microsoft.com/office/drawing/2014/main" id="{928A6515-297F-4900-8BAD-C654D1105436}"/>
              </a:ext>
            </a:extLst>
          </p:cNvPr>
          <p:cNvSpPr>
            <a:spLocks noGrp="1"/>
          </p:cNvSpPr>
          <p:nvPr/>
        </p:nvSpPr>
        <p:spPr>
          <a:xfrm>
            <a:off x="619125" y="4171950"/>
            <a:ext cx="5429250" cy="539829"/>
          </a:xfrm>
          <a:prstGeom prst="rect">
            <a:avLst/>
          </a:prstGeom>
          <a:solidFill>
            <a:srgbClr val="000000"/>
          </a:solidFill>
          <a:ln w="0">
            <a:noFill/>
          </a:ln>
        </p:spPr>
        <p:txBody>
          <a:bodyPr/>
          <a:lstStyle/>
          <a:p>
            <a:endParaRPr lang="en-US"/>
          </a:p>
        </p:txBody>
      </p:sp>
      <p:sp>
        <p:nvSpPr>
          <p:cNvPr id="9" name="code-line-0">
            <a:extLst>
              <a:ext uri="{FF2B5EF4-FFF2-40B4-BE49-F238E27FC236}">
                <a16:creationId xmlns:a16="http://schemas.microsoft.com/office/drawing/2014/main" id="{87BE0C8D-C195-4263-9379-A52FE1D080E2}"/>
              </a:ext>
            </a:extLst>
          </p:cNvPr>
          <p:cNvSpPr>
            <a:spLocks noGrp="1"/>
          </p:cNvSpPr>
          <p:nvPr/>
        </p:nvSpPr>
        <p:spPr>
          <a:xfrm>
            <a:off x="790575" y="4286250"/>
            <a:ext cx="4394602"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569CD6"/>
                </a:solidFill>
                <a:latin typeface="Menlo"/>
                <a:ea typeface="Menlo"/>
                <a:cs typeface="Menlo"/>
              </a:rPr>
              <a:t>CMD</a:t>
            </a:r>
            <a:r>
              <a:rPr b="0" dirty="0">
                <a:solidFill>
                  <a:srgbClr val="D4D4D4"/>
                </a:solidFill>
                <a:latin typeface="Menlo"/>
                <a:ea typeface="Menlo"/>
                <a:cs typeface="Menlo"/>
              </a:rPr>
              <a:t> [</a:t>
            </a:r>
            <a:r>
              <a:rPr b="0" dirty="0">
                <a:solidFill>
                  <a:srgbClr val="CE9178"/>
                </a:solidFill>
                <a:latin typeface="Menlo"/>
                <a:ea typeface="Menlo"/>
                <a:cs typeface="Menlo"/>
              </a:rPr>
              <a:t>"</a:t>
            </a:r>
            <a:r>
              <a:rPr b="0" dirty="0" err="1">
                <a:solidFill>
                  <a:srgbClr val="CE9178"/>
                </a:solidFill>
                <a:latin typeface="Menlo"/>
                <a:ea typeface="Menlo"/>
                <a:cs typeface="Menlo"/>
              </a:rPr>
              <a:t>src.lambdas.orders.handler.handle</a:t>
            </a:r>
            <a:r>
              <a:rPr b="0" dirty="0">
                <a:solidFill>
                  <a:srgbClr val="CE9178"/>
                </a:solidFill>
                <a:latin typeface="Menlo"/>
                <a:ea typeface="Menlo"/>
                <a:cs typeface="Menlo"/>
              </a:rPr>
              <a:t>"</a:t>
            </a:r>
            <a:r>
              <a:rPr b="0" dirty="0">
                <a:solidFill>
                  <a:srgbClr val="D4D4D4"/>
                </a:solidFill>
                <a:latin typeface="Menlo"/>
                <a:ea typeface="Menlo"/>
                <a:cs typeface="Menlo"/>
              </a:rPr>
              <a:t>]</a:t>
            </a:r>
          </a:p>
        </p:txBody>
      </p:sp>
      <p:sp>
        <p:nvSpPr>
          <p:cNvPr id="10" name="cue-20-1-focus">
            <a:extLst>
              <a:ext uri="{FF2B5EF4-FFF2-40B4-BE49-F238E27FC236}">
                <a16:creationId xmlns:a16="http://schemas.microsoft.com/office/drawing/2014/main" id="{9AB64961-4785-4975-825C-1084596DE142}"/>
              </a:ext>
            </a:extLst>
          </p:cNvPr>
          <p:cNvSpPr>
            <a:spLocks noGrp="1"/>
          </p:cNvSpPr>
          <p:nvPr/>
        </p:nvSpPr>
        <p:spPr>
          <a:xfrm>
            <a:off x="4471440" y="2549604"/>
            <a:ext cx="1988810" cy="282654"/>
          </a:xfrm>
          <a:prstGeom prst="rect">
            <a:avLst/>
          </a:prstGeom>
          <a:noFill/>
          <a:ln w="20955">
            <a:solidFill>
              <a:srgbClr val="FF5874"/>
            </a:solidFill>
          </a:ln>
        </p:spPr>
        <p:txBody>
          <a:bodyPr/>
          <a:lstStyle/>
          <a:p>
            <a:endParaRPr lang="en-US"/>
          </a:p>
        </p:txBody>
      </p:sp>
      <p:cxnSp>
        <p:nvCxnSpPr>
          <p:cNvPr id="11" name="cue-20-1-leader-0">
            <a:extLst>
              <a:ext uri="{FF2B5EF4-FFF2-40B4-BE49-F238E27FC236}">
                <a16:creationId xmlns:a16="http://schemas.microsoft.com/office/drawing/2014/main" id="{5521842F-49C7-4CB9-B2E0-703A0E77ABFD}"/>
              </a:ext>
            </a:extLst>
          </p:cNvPr>
          <p:cNvCxnSpPr/>
          <p:nvPr/>
        </p:nvCxnSpPr>
        <p:spPr>
          <a:xfrm>
            <a:off x="5465845" y="2870359"/>
            <a:ext cx="0" cy="482441"/>
          </a:xfrm>
          <a:prstGeom prst="straightConnector1">
            <a:avLst/>
          </a:prstGeom>
          <a:ln w="20955">
            <a:solidFill>
              <a:srgbClr val="FF5874"/>
            </a:solidFill>
            <a:headEnd type="triangle" w="sm" len="sm"/>
          </a:ln>
        </p:spPr>
      </p:cxnSp>
      <p:sp>
        <p:nvSpPr>
          <p:cNvPr id="12" name="cue-20-1-label">
            <a:extLst>
              <a:ext uri="{FF2B5EF4-FFF2-40B4-BE49-F238E27FC236}">
                <a16:creationId xmlns:a16="http://schemas.microsoft.com/office/drawing/2014/main" id="{FEADA26C-D7FE-4E03-ADA6-C59B0FCBCCAA}"/>
              </a:ext>
            </a:extLst>
          </p:cNvPr>
          <p:cNvSpPr>
            <a:spLocks noGrp="1"/>
          </p:cNvSpPr>
          <p:nvPr/>
        </p:nvSpPr>
        <p:spPr>
          <a:xfrm>
            <a:off x="4060908" y="3381375"/>
            <a:ext cx="2809875" cy="266700"/>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b="0" dirty="0">
                <a:latin typeface="Ubuntu Light"/>
                <a:ea typeface="Ubuntu Light"/>
                <a:cs typeface="Ubuntu Light"/>
              </a:rPr>
              <a:t>Save coverage without exiting</a:t>
            </a:r>
          </a:p>
        </p:txBody>
      </p:sp>
      <p:sp>
        <p:nvSpPr>
          <p:cNvPr id="13" name="cue-20-2-focus">
            <a:extLst>
              <a:ext uri="{FF2B5EF4-FFF2-40B4-BE49-F238E27FC236}">
                <a16:creationId xmlns:a16="http://schemas.microsoft.com/office/drawing/2014/main" id="{D92B8CC7-9646-42E3-919D-0AED91FB33F7}"/>
              </a:ext>
            </a:extLst>
          </p:cNvPr>
          <p:cNvSpPr>
            <a:spLocks noGrp="1"/>
          </p:cNvSpPr>
          <p:nvPr/>
        </p:nvSpPr>
        <p:spPr>
          <a:xfrm>
            <a:off x="1390012" y="4276725"/>
            <a:ext cx="3582653" cy="282654"/>
          </a:xfrm>
          <a:prstGeom prst="rect">
            <a:avLst/>
          </a:prstGeom>
          <a:noFill/>
          <a:ln w="20955">
            <a:solidFill>
              <a:srgbClr val="FF5874"/>
            </a:solidFill>
          </a:ln>
        </p:spPr>
        <p:txBody>
          <a:bodyPr/>
          <a:lstStyle/>
          <a:p>
            <a:endParaRPr lang="en-US"/>
          </a:p>
        </p:txBody>
      </p:sp>
      <p:cxnSp>
        <p:nvCxnSpPr>
          <p:cNvPr id="14" name="cue-20-2-leader-0">
            <a:extLst>
              <a:ext uri="{FF2B5EF4-FFF2-40B4-BE49-F238E27FC236}">
                <a16:creationId xmlns:a16="http://schemas.microsoft.com/office/drawing/2014/main" id="{3B248884-1CE1-4EE5-A421-890A2C08E8F2}"/>
              </a:ext>
            </a:extLst>
          </p:cNvPr>
          <p:cNvCxnSpPr>
            <a:cxnSpLocks/>
          </p:cNvCxnSpPr>
          <p:nvPr/>
        </p:nvCxnSpPr>
        <p:spPr>
          <a:xfrm>
            <a:off x="3181338" y="4092558"/>
            <a:ext cx="0" cy="146067"/>
          </a:xfrm>
          <a:prstGeom prst="straightConnector1">
            <a:avLst/>
          </a:prstGeom>
          <a:ln w="20955">
            <a:solidFill>
              <a:srgbClr val="FF5874"/>
            </a:solidFill>
            <a:tailEnd type="triangle" w="sm" len="sm"/>
          </a:ln>
        </p:spPr>
      </p:cxnSp>
      <p:sp>
        <p:nvSpPr>
          <p:cNvPr id="15" name="cue-20-2-label">
            <a:extLst>
              <a:ext uri="{FF2B5EF4-FFF2-40B4-BE49-F238E27FC236}">
                <a16:creationId xmlns:a16="http://schemas.microsoft.com/office/drawing/2014/main" id="{EC29718B-4197-44E2-8CED-FFE67153386F}"/>
              </a:ext>
            </a:extLst>
          </p:cNvPr>
          <p:cNvSpPr>
            <a:spLocks noGrp="1"/>
          </p:cNvSpPr>
          <p:nvPr/>
        </p:nvSpPr>
        <p:spPr>
          <a:xfrm>
            <a:off x="1990713" y="3781663"/>
            <a:ext cx="2381250" cy="266700"/>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b="0" dirty="0">
                <a:latin typeface="Ubuntu Light"/>
                <a:ea typeface="Ubuntu Light"/>
                <a:cs typeface="Ubuntu Light"/>
              </a:rPr>
              <a:t>Load this Lambda handler</a:t>
            </a:r>
          </a:p>
        </p:txBody>
      </p:sp>
      <p:sp>
        <p:nvSpPr>
          <p:cNvPr id="18" name="cue-20-1-focus">
            <a:extLst>
              <a:ext uri="{FF2B5EF4-FFF2-40B4-BE49-F238E27FC236}">
                <a16:creationId xmlns:a16="http://schemas.microsoft.com/office/drawing/2014/main" id="{A324E846-C2E3-543E-5E63-9DF92AEC66BB}"/>
              </a:ext>
            </a:extLst>
          </p:cNvPr>
          <p:cNvSpPr>
            <a:spLocks noGrp="1"/>
          </p:cNvSpPr>
          <p:nvPr/>
        </p:nvSpPr>
        <p:spPr>
          <a:xfrm>
            <a:off x="5427746" y="2257425"/>
            <a:ext cx="1895138" cy="263604"/>
          </a:xfrm>
          <a:prstGeom prst="rect">
            <a:avLst/>
          </a:prstGeom>
          <a:noFill/>
          <a:ln w="20955">
            <a:solidFill>
              <a:srgbClr val="FF5874"/>
            </a:solidFill>
          </a:ln>
        </p:spPr>
        <p:txBody>
          <a:bodyPr/>
          <a:lstStyle/>
          <a:p>
            <a:endParaRPr lang="en-US"/>
          </a:p>
        </p:txBody>
      </p:sp>
      <p:sp>
        <p:nvSpPr>
          <p:cNvPr id="19" name="cue-20-1-label">
            <a:extLst>
              <a:ext uri="{FF2B5EF4-FFF2-40B4-BE49-F238E27FC236}">
                <a16:creationId xmlns:a16="http://schemas.microsoft.com/office/drawing/2014/main" id="{7653AEB9-66EE-5C31-B925-C40821F72232}"/>
              </a:ext>
            </a:extLst>
          </p:cNvPr>
          <p:cNvSpPr>
            <a:spLocks noGrp="1"/>
          </p:cNvSpPr>
          <p:nvPr/>
        </p:nvSpPr>
        <p:spPr>
          <a:xfrm>
            <a:off x="5625953" y="1257538"/>
            <a:ext cx="2809875" cy="675076"/>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lang="en-US" b="0" dirty="0">
                <a:latin typeface="Ubuntu Light"/>
                <a:ea typeface="Ubuntu Light"/>
                <a:cs typeface="Ubuntu Light"/>
              </a:rPr>
              <a:t>Use </a:t>
            </a:r>
            <a:r>
              <a:rPr lang="en-US" b="0" dirty="0" err="1">
                <a:latin typeface="Ubuntu Light"/>
                <a:ea typeface="Ubuntu Light"/>
                <a:cs typeface="Ubuntu Light"/>
              </a:rPr>
              <a:t>coverage.py</a:t>
            </a:r>
            <a:r>
              <a:rPr lang="en-US" b="0" dirty="0">
                <a:latin typeface="Ubuntu Light"/>
                <a:ea typeface="Ubuntu Light"/>
                <a:cs typeface="Ubuntu Light"/>
              </a:rPr>
              <a:t> to start</a:t>
            </a:r>
          </a:p>
          <a:p>
            <a:pPr algn="ctr">
              <a:defRPr sz="1350" b="0">
                <a:solidFill>
                  <a:srgbClr val="FFFFFF"/>
                </a:solidFill>
                <a:latin typeface="Ubuntu Light"/>
                <a:ea typeface="Ubuntu Light"/>
                <a:cs typeface="Ubuntu Light"/>
              </a:defRPr>
            </a:pPr>
            <a:r>
              <a:rPr lang="en-US" dirty="0" err="1"/>
              <a:t>awslambdaric</a:t>
            </a:r>
            <a:r>
              <a:rPr lang="en-US" dirty="0"/>
              <a:t> so the code executes</a:t>
            </a:r>
          </a:p>
          <a:p>
            <a:pPr algn="ctr">
              <a:defRPr sz="1350" b="0">
                <a:solidFill>
                  <a:srgbClr val="FFFFFF"/>
                </a:solidFill>
                <a:latin typeface="Ubuntu Light"/>
                <a:ea typeface="Ubuntu Light"/>
                <a:cs typeface="Ubuntu Light"/>
              </a:defRPr>
            </a:pPr>
            <a:r>
              <a:rPr lang="en-US" dirty="0"/>
              <a:t>g</a:t>
            </a:r>
            <a:r>
              <a:rPr lang="en-US" b="0" dirty="0">
                <a:latin typeface="Ubuntu Light"/>
                <a:ea typeface="Ubuntu Light"/>
                <a:cs typeface="Ubuntu Light"/>
              </a:rPr>
              <a:t>et </a:t>
            </a:r>
            <a:r>
              <a:rPr lang="en-US" b="0" dirty="0" err="1">
                <a:latin typeface="Ubuntu Light"/>
                <a:ea typeface="Ubuntu Light"/>
                <a:cs typeface="Ubuntu Light"/>
              </a:rPr>
              <a:t>mesasured</a:t>
            </a:r>
            <a:endParaRPr b="0" dirty="0">
              <a:latin typeface="Ubuntu Light"/>
              <a:ea typeface="Ubuntu Light"/>
              <a:cs typeface="Ubuntu Light"/>
            </a:endParaRPr>
          </a:p>
        </p:txBody>
      </p:sp>
      <p:cxnSp>
        <p:nvCxnSpPr>
          <p:cNvPr id="20" name="cue-20-1-leader-0">
            <a:extLst>
              <a:ext uri="{FF2B5EF4-FFF2-40B4-BE49-F238E27FC236}">
                <a16:creationId xmlns:a16="http://schemas.microsoft.com/office/drawing/2014/main" id="{54F599B1-BBF2-37B1-5BF4-D312E4916E63}"/>
              </a:ext>
            </a:extLst>
          </p:cNvPr>
          <p:cNvCxnSpPr>
            <a:cxnSpLocks/>
          </p:cNvCxnSpPr>
          <p:nvPr/>
        </p:nvCxnSpPr>
        <p:spPr>
          <a:xfrm flipV="1">
            <a:off x="6375315" y="1980477"/>
            <a:ext cx="578735" cy="210511"/>
          </a:xfrm>
          <a:prstGeom prst="straightConnector1">
            <a:avLst/>
          </a:prstGeom>
          <a:ln w="20955">
            <a:solidFill>
              <a:srgbClr val="FF5874"/>
            </a:solidFill>
            <a:headEnd type="triangle" w="sm" len="sm"/>
          </a:ln>
        </p:spPr>
      </p:cxnSp>
    </p:spTree>
    <p:extLst>
      <p:ext uri="{BB962C8B-B14F-4D97-AF65-F5344CB8AC3E}">
        <p14:creationId xmlns:p14="http://schemas.microsoft.com/office/powerpoint/2010/main" val="127060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8" grpId="0" animBg="1"/>
      <p:bldP spid="19" grpId="0" animBg="1"/>
      <p:bldP spid="2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lide-title">
            <a:extLst>
              <a:ext uri="{FF2B5EF4-FFF2-40B4-BE49-F238E27FC236}">
                <a16:creationId xmlns:a16="http://schemas.microsoft.com/office/drawing/2014/main" id="{FA86EBB8-DD00-4993-8F66-899B44D25AF3}"/>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b="0">
                <a:latin typeface="Ubuntu Light"/>
                <a:ea typeface="Ubuntu Light"/>
                <a:cs typeface="Ubuntu Light"/>
              </a:rPr>
              <a:t>Pytest saves coverage before deleting Lambda functions</a:t>
            </a:r>
          </a:p>
        </p:txBody>
      </p:sp>
      <p:sp>
        <p:nvSpPr>
          <p:cNvPr id="2" name="collection-lambda-label">
            <a:extLst>
              <a:ext uri="{FF2B5EF4-FFF2-40B4-BE49-F238E27FC236}">
                <a16:creationId xmlns:a16="http://schemas.microsoft.com/office/drawing/2014/main" id="{9ACD1496-1FA0-4DC3-9886-F17198A519CA}"/>
              </a:ext>
            </a:extLst>
          </p:cNvPr>
          <p:cNvSpPr>
            <a:spLocks noGrp="1"/>
          </p:cNvSpPr>
          <p:nvPr/>
        </p:nvSpPr>
        <p:spPr>
          <a:xfrm>
            <a:off x="619125" y="1381125"/>
            <a:ext cx="2857500" cy="285750"/>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a:latin typeface="Ubuntu Light"/>
                <a:ea typeface="Ubuntu Light"/>
                <a:cs typeface="Ubuntu Light"/>
              </a:rPr>
              <a:t>Each Lambda container</a:t>
            </a:r>
          </a:p>
        </p:txBody>
      </p:sp>
      <p:sp>
        <p:nvSpPr>
          <p:cNvPr id="3" name="collection-host-label">
            <a:extLst>
              <a:ext uri="{FF2B5EF4-FFF2-40B4-BE49-F238E27FC236}">
                <a16:creationId xmlns:a16="http://schemas.microsoft.com/office/drawing/2014/main" id="{85C2D66D-4A34-4ADE-8492-5BC4CE617870}"/>
              </a:ext>
            </a:extLst>
          </p:cNvPr>
          <p:cNvSpPr>
            <a:spLocks noGrp="1"/>
          </p:cNvSpPr>
          <p:nvPr/>
        </p:nvSpPr>
        <p:spPr>
          <a:xfrm>
            <a:off x="6191250" y="1381125"/>
            <a:ext cx="2333625" cy="285750"/>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a:latin typeface="Ubuntu Light"/>
                <a:ea typeface="Ubuntu Light"/>
                <a:cs typeface="Ubuntu Light"/>
              </a:rPr>
              <a:t>Host running pytest</a:t>
            </a:r>
          </a:p>
        </p:txBody>
      </p:sp>
      <p:sp>
        <p:nvSpPr>
          <p:cNvPr id="4" name="collection-lambda-boundary">
            <a:extLst>
              <a:ext uri="{FF2B5EF4-FFF2-40B4-BE49-F238E27FC236}">
                <a16:creationId xmlns:a16="http://schemas.microsoft.com/office/drawing/2014/main" id="{50BC893A-0394-40B9-87BF-30D0E1B4FA7B}"/>
              </a:ext>
            </a:extLst>
          </p:cNvPr>
          <p:cNvSpPr>
            <a:spLocks noGrp="1"/>
          </p:cNvSpPr>
          <p:nvPr/>
        </p:nvSpPr>
        <p:spPr>
          <a:xfrm>
            <a:off x="619125" y="1685925"/>
            <a:ext cx="2667000" cy="2533650"/>
          </a:xfrm>
          <a:prstGeom prst="rect">
            <a:avLst/>
          </a:prstGeom>
          <a:solidFill>
            <a:srgbClr val="F5F7FB"/>
          </a:solidFill>
          <a:ln w="9525">
            <a:solidFill>
              <a:srgbClr val="AAB9C9"/>
            </a:solidFill>
          </a:ln>
        </p:spPr>
        <p:txBody>
          <a:bodyPr/>
          <a:lstStyle/>
          <a:p>
            <a:endParaRPr lang="en-US"/>
          </a:p>
        </p:txBody>
      </p:sp>
      <p:pic>
        <p:nvPicPr>
          <p:cNvPr id="5" name="Picture 4">
            <a:extLst>
              <a:ext uri="{FF2B5EF4-FFF2-40B4-BE49-F238E27FC236}">
                <a16:creationId xmlns:a16="http://schemas.microsoft.com/office/drawing/2014/main" id="{C40393A2-A297-4DA8-9A3C-369A5E2FEDA6}"/>
              </a:ext>
            </a:extLst>
          </p:cNvPr>
          <p:cNvPicPr>
            <a:picLocks noChangeAspect="1"/>
          </p:cNvPicPr>
          <p:nvPr/>
        </p:nvPicPr>
        <p:blipFill>
          <a:blip r:embed="rId3"/>
          <a:stretch/>
        </p:blipFill>
        <p:spPr>
          <a:xfrm>
            <a:off x="1190625" y="1809750"/>
            <a:ext cx="609600" cy="609600"/>
          </a:xfrm>
          <a:prstGeom prst="rect">
            <a:avLst/>
          </a:prstGeom>
        </p:spPr>
      </p:pic>
      <p:pic>
        <p:nvPicPr>
          <p:cNvPr id="6" name="Picture 5">
            <a:extLst>
              <a:ext uri="{FF2B5EF4-FFF2-40B4-BE49-F238E27FC236}">
                <a16:creationId xmlns:a16="http://schemas.microsoft.com/office/drawing/2014/main" id="{DC64B967-D65C-4FCA-B29E-FFB27E82B823}"/>
              </a:ext>
            </a:extLst>
          </p:cNvPr>
          <p:cNvPicPr>
            <a:picLocks noChangeAspect="1"/>
          </p:cNvPicPr>
          <p:nvPr/>
        </p:nvPicPr>
        <p:blipFill>
          <a:blip r:embed="rId4"/>
          <a:stretch/>
        </p:blipFill>
        <p:spPr>
          <a:xfrm>
            <a:off x="6953250" y="1809750"/>
            <a:ext cx="685800" cy="685800"/>
          </a:xfrm>
          <a:prstGeom prst="rect">
            <a:avLst/>
          </a:prstGeom>
        </p:spPr>
      </p:pic>
      <p:pic>
        <p:nvPicPr>
          <p:cNvPr id="7" name="Picture 6">
            <a:extLst>
              <a:ext uri="{FF2B5EF4-FFF2-40B4-BE49-F238E27FC236}">
                <a16:creationId xmlns:a16="http://schemas.microsoft.com/office/drawing/2014/main" id="{26909C72-E43D-409A-A8F9-805E789FE07D}"/>
              </a:ext>
            </a:extLst>
          </p:cNvPr>
          <p:cNvPicPr>
            <a:picLocks noChangeAspect="1"/>
          </p:cNvPicPr>
          <p:nvPr/>
        </p:nvPicPr>
        <p:blipFill>
          <a:blip r:embed="rId5"/>
          <a:stretch/>
        </p:blipFill>
        <p:spPr>
          <a:xfrm>
            <a:off x="7153275" y="1914525"/>
            <a:ext cx="276225" cy="276225"/>
          </a:xfrm>
          <a:prstGeom prst="rect">
            <a:avLst/>
          </a:prstGeom>
        </p:spPr>
      </p:pic>
      <p:pic>
        <p:nvPicPr>
          <p:cNvPr id="8" name="Picture 7">
            <a:extLst>
              <a:ext uri="{FF2B5EF4-FFF2-40B4-BE49-F238E27FC236}">
                <a16:creationId xmlns:a16="http://schemas.microsoft.com/office/drawing/2014/main" id="{7DC12BCA-1D2B-4283-9E05-C16D265B79D2}"/>
              </a:ext>
            </a:extLst>
          </p:cNvPr>
          <p:cNvPicPr>
            <a:picLocks noChangeAspect="1"/>
          </p:cNvPicPr>
          <p:nvPr/>
        </p:nvPicPr>
        <p:blipFill>
          <a:blip r:embed="rId6"/>
          <a:stretch/>
        </p:blipFill>
        <p:spPr>
          <a:xfrm>
            <a:off x="6238875" y="1819275"/>
            <a:ext cx="342900" cy="342900"/>
          </a:xfrm>
          <a:prstGeom prst="rect">
            <a:avLst/>
          </a:prstGeom>
        </p:spPr>
      </p:pic>
      <p:cxnSp>
        <p:nvCxnSpPr>
          <p:cNvPr id="9" name="collection-signal-0">
            <a:extLst>
              <a:ext uri="{FF2B5EF4-FFF2-40B4-BE49-F238E27FC236}">
                <a16:creationId xmlns:a16="http://schemas.microsoft.com/office/drawing/2014/main" id="{DA416003-0DC0-47FA-A48C-7CD9781A94AE}"/>
              </a:ext>
            </a:extLst>
          </p:cNvPr>
          <p:cNvCxnSpPr/>
          <p:nvPr/>
        </p:nvCxnSpPr>
        <p:spPr>
          <a:xfrm>
            <a:off x="1952625" y="2219325"/>
            <a:ext cx="4810125" cy="0"/>
          </a:xfrm>
          <a:prstGeom prst="straightConnector1">
            <a:avLst/>
          </a:prstGeom>
          <a:ln w="19050">
            <a:solidFill>
              <a:srgbClr val="202D3E"/>
            </a:solidFill>
            <a:headEnd type="triangle" w="sm" len="sm"/>
          </a:ln>
        </p:spPr>
      </p:cxnSp>
      <p:sp>
        <p:nvSpPr>
          <p:cNvPr id="10" name="collection-signal-label">
            <a:extLst>
              <a:ext uri="{FF2B5EF4-FFF2-40B4-BE49-F238E27FC236}">
                <a16:creationId xmlns:a16="http://schemas.microsoft.com/office/drawing/2014/main" id="{067A4139-664A-4913-8989-ABAEA904EF6B}"/>
              </a:ext>
            </a:extLst>
          </p:cNvPr>
          <p:cNvSpPr>
            <a:spLocks noGrp="1"/>
          </p:cNvSpPr>
          <p:nvPr/>
        </p:nvSpPr>
        <p:spPr>
          <a:xfrm>
            <a:off x="3476625" y="1895475"/>
            <a:ext cx="2571750" cy="266700"/>
          </a:xfrm>
          <a:prstGeom prst="rect">
            <a:avLst/>
          </a:prstGeom>
          <a:noFill/>
          <a:ln w="0">
            <a:noFill/>
          </a:ln>
        </p:spPr>
        <p:txBody>
          <a:bodyPr wrap="none" lIns="0" tIns="0" rIns="0" bIns="0" anchor="t">
            <a:noAutofit/>
          </a:bodyPr>
          <a:lstStyle>
            <a:defPPr algn="ctr">
              <a:defRPr sz="1575" b="0">
                <a:solidFill>
                  <a:srgbClr val="255DA8"/>
                </a:solidFill>
                <a:latin typeface="Ubuntu Light"/>
                <a:ea typeface="Ubuntu Light"/>
                <a:cs typeface="Ubuntu Light"/>
              </a:defRPr>
            </a:defPPr>
            <a:lvl1pPr algn="ctr">
              <a:defRPr sz="1575" b="0">
                <a:solidFill>
                  <a:srgbClr val="255DA8"/>
                </a:solidFill>
                <a:latin typeface="Ubuntu Light"/>
                <a:ea typeface="Ubuntu Light"/>
                <a:cs typeface="Ubuntu Light"/>
              </a:defRPr>
            </a:lvl1pPr>
            <a:lvl2pPr algn="ctr">
              <a:defRPr sz="1575" b="0">
                <a:solidFill>
                  <a:srgbClr val="255DA8"/>
                </a:solidFill>
                <a:latin typeface="Ubuntu Light"/>
                <a:ea typeface="Ubuntu Light"/>
                <a:cs typeface="Ubuntu Light"/>
              </a:defRPr>
            </a:lvl2pPr>
            <a:lvl3pPr algn="ctr">
              <a:defRPr sz="1575" b="0">
                <a:solidFill>
                  <a:srgbClr val="255DA8"/>
                </a:solidFill>
                <a:latin typeface="Ubuntu Light"/>
                <a:ea typeface="Ubuntu Light"/>
                <a:cs typeface="Ubuntu Light"/>
              </a:defRPr>
            </a:lvl3pPr>
            <a:lvl4pPr algn="ctr">
              <a:defRPr sz="1575" b="0">
                <a:solidFill>
                  <a:srgbClr val="255DA8"/>
                </a:solidFill>
                <a:latin typeface="Ubuntu Light"/>
                <a:ea typeface="Ubuntu Light"/>
                <a:cs typeface="Ubuntu Light"/>
              </a:defRPr>
            </a:lvl4pPr>
            <a:lvl5pPr algn="ctr">
              <a:defRPr sz="1575" b="0">
                <a:solidFill>
                  <a:srgbClr val="255DA8"/>
                </a:solidFill>
                <a:latin typeface="Ubuntu Light"/>
                <a:ea typeface="Ubuntu Light"/>
                <a:cs typeface="Ubuntu Light"/>
              </a:defRPr>
            </a:lvl5pPr>
            <a:lvl6pPr algn="ctr">
              <a:defRPr sz="1575" b="0">
                <a:solidFill>
                  <a:srgbClr val="255DA8"/>
                </a:solidFill>
                <a:latin typeface="Ubuntu Light"/>
                <a:ea typeface="Ubuntu Light"/>
                <a:cs typeface="Ubuntu Light"/>
              </a:defRPr>
            </a:lvl6pPr>
            <a:lvl7pPr algn="ctr">
              <a:defRPr sz="1575" b="0">
                <a:solidFill>
                  <a:srgbClr val="255DA8"/>
                </a:solidFill>
                <a:latin typeface="Ubuntu Light"/>
                <a:ea typeface="Ubuntu Light"/>
                <a:cs typeface="Ubuntu Light"/>
              </a:defRPr>
            </a:lvl7pPr>
            <a:lvl8pPr algn="ctr">
              <a:defRPr sz="1575" b="0">
                <a:solidFill>
                  <a:srgbClr val="255DA8"/>
                </a:solidFill>
                <a:latin typeface="Ubuntu Light"/>
                <a:ea typeface="Ubuntu Light"/>
                <a:cs typeface="Ubuntu Light"/>
              </a:defRPr>
            </a:lvl8pPr>
            <a:lvl9pPr algn="ctr">
              <a:defRPr sz="1575" b="0">
                <a:solidFill>
                  <a:srgbClr val="255DA8"/>
                </a:solidFill>
                <a:latin typeface="Ubuntu Light"/>
                <a:ea typeface="Ubuntu Light"/>
                <a:cs typeface="Ubuntu Light"/>
              </a:defRPr>
            </a:lvl9pPr>
          </a:lstStyle>
          <a:p>
            <a:pPr algn="ctr">
              <a:defRPr sz="1575" b="0">
                <a:solidFill>
                  <a:srgbClr val="255DA8"/>
                </a:solidFill>
                <a:latin typeface="Ubuntu Light"/>
                <a:ea typeface="Ubuntu Light"/>
                <a:cs typeface="Ubuntu Light"/>
              </a:defRPr>
            </a:pPr>
            <a:r>
              <a:rPr b="0" dirty="0">
                <a:latin typeface="Ubuntu Light"/>
                <a:ea typeface="Ubuntu Light"/>
                <a:cs typeface="Ubuntu Light"/>
              </a:rPr>
              <a:t>1  Send </a:t>
            </a:r>
            <a:r>
              <a:rPr b="0" dirty="0">
                <a:latin typeface="Menlo"/>
                <a:ea typeface="Menlo"/>
                <a:cs typeface="Menlo"/>
              </a:rPr>
              <a:t>SIGUSR1</a:t>
            </a:r>
          </a:p>
        </p:txBody>
      </p:sp>
      <p:cxnSp>
        <p:nvCxnSpPr>
          <p:cNvPr id="11" name="collection-save-0">
            <a:extLst>
              <a:ext uri="{FF2B5EF4-FFF2-40B4-BE49-F238E27FC236}">
                <a16:creationId xmlns:a16="http://schemas.microsoft.com/office/drawing/2014/main" id="{16765690-9F6D-411E-AC9E-7B8E9D03A1BA}"/>
              </a:ext>
            </a:extLst>
          </p:cNvPr>
          <p:cNvCxnSpPr/>
          <p:nvPr/>
        </p:nvCxnSpPr>
        <p:spPr>
          <a:xfrm>
            <a:off x="1495425" y="2543175"/>
            <a:ext cx="0" cy="514350"/>
          </a:xfrm>
          <a:prstGeom prst="straightConnector1">
            <a:avLst/>
          </a:prstGeom>
          <a:ln w="19050">
            <a:solidFill>
              <a:srgbClr val="202D3E"/>
            </a:solidFill>
            <a:tailEnd type="triangle" w="sm" len="sm"/>
          </a:ln>
        </p:spPr>
      </p:cxnSp>
      <p:sp>
        <p:nvSpPr>
          <p:cNvPr id="12" name="collection-save">
            <a:extLst>
              <a:ext uri="{FF2B5EF4-FFF2-40B4-BE49-F238E27FC236}">
                <a16:creationId xmlns:a16="http://schemas.microsoft.com/office/drawing/2014/main" id="{5A93E129-9C40-4CD1-B7A5-16687949E92E}"/>
              </a:ext>
            </a:extLst>
          </p:cNvPr>
          <p:cNvSpPr>
            <a:spLocks noGrp="1"/>
          </p:cNvSpPr>
          <p:nvPr/>
        </p:nvSpPr>
        <p:spPr>
          <a:xfrm>
            <a:off x="1857375" y="2676525"/>
            <a:ext cx="1238250" cy="266700"/>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a:latin typeface="Ubuntu Light"/>
                <a:ea typeface="Ubuntu Light"/>
                <a:cs typeface="Ubuntu Light"/>
              </a:rPr>
              <a:t>2  Save data</a:t>
            </a:r>
          </a:p>
        </p:txBody>
      </p:sp>
      <p:sp>
        <p:nvSpPr>
          <p:cNvPr id="13" name="collection-save-owner">
            <a:extLst>
              <a:ext uri="{FF2B5EF4-FFF2-40B4-BE49-F238E27FC236}">
                <a16:creationId xmlns:a16="http://schemas.microsoft.com/office/drawing/2014/main" id="{DD5203C7-AC77-4A36-8D6C-65CF796D61F8}"/>
              </a:ext>
            </a:extLst>
          </p:cNvPr>
          <p:cNvSpPr>
            <a:spLocks noGrp="1"/>
          </p:cNvSpPr>
          <p:nvPr/>
        </p:nvSpPr>
        <p:spPr>
          <a:xfrm>
            <a:off x="1857375" y="2962275"/>
            <a:ext cx="1381125" cy="238125"/>
          </a:xfrm>
          <a:prstGeom prst="rect">
            <a:avLst/>
          </a:prstGeom>
          <a:noFill/>
          <a:ln w="0">
            <a:noFill/>
          </a:ln>
        </p:spPr>
        <p:txBody>
          <a:bodyPr wrap="none" lIns="0" tIns="0" rIns="0" bIns="0" anchor="t">
            <a:noAutofit/>
          </a:bodyPr>
          <a:lstStyle>
            <a:defPPr algn="l">
              <a:defRPr sz="1238" b="0">
                <a:solidFill>
                  <a:srgbClr val="255DA8"/>
                </a:solidFill>
                <a:latin typeface="Ubuntu Light"/>
                <a:ea typeface="Ubuntu Light"/>
                <a:cs typeface="Ubuntu Light"/>
              </a:defRPr>
            </a:defPPr>
            <a:lvl1pPr algn="l">
              <a:defRPr sz="1238" b="0">
                <a:solidFill>
                  <a:srgbClr val="255DA8"/>
                </a:solidFill>
                <a:latin typeface="Ubuntu Light"/>
                <a:ea typeface="Ubuntu Light"/>
                <a:cs typeface="Ubuntu Light"/>
              </a:defRPr>
            </a:lvl1pPr>
            <a:lvl2pPr algn="l">
              <a:defRPr sz="1238" b="0">
                <a:solidFill>
                  <a:srgbClr val="255DA8"/>
                </a:solidFill>
                <a:latin typeface="Ubuntu Light"/>
                <a:ea typeface="Ubuntu Light"/>
                <a:cs typeface="Ubuntu Light"/>
              </a:defRPr>
            </a:lvl2pPr>
            <a:lvl3pPr algn="l">
              <a:defRPr sz="1238" b="0">
                <a:solidFill>
                  <a:srgbClr val="255DA8"/>
                </a:solidFill>
                <a:latin typeface="Ubuntu Light"/>
                <a:ea typeface="Ubuntu Light"/>
                <a:cs typeface="Ubuntu Light"/>
              </a:defRPr>
            </a:lvl3pPr>
            <a:lvl4pPr algn="l">
              <a:defRPr sz="1238" b="0">
                <a:solidFill>
                  <a:srgbClr val="255DA8"/>
                </a:solidFill>
                <a:latin typeface="Ubuntu Light"/>
                <a:ea typeface="Ubuntu Light"/>
                <a:cs typeface="Ubuntu Light"/>
              </a:defRPr>
            </a:lvl4pPr>
            <a:lvl5pPr algn="l">
              <a:defRPr sz="1238" b="0">
                <a:solidFill>
                  <a:srgbClr val="255DA8"/>
                </a:solidFill>
                <a:latin typeface="Ubuntu Light"/>
                <a:ea typeface="Ubuntu Light"/>
                <a:cs typeface="Ubuntu Light"/>
              </a:defRPr>
            </a:lvl5pPr>
            <a:lvl6pPr algn="l">
              <a:defRPr sz="1238" b="0">
                <a:solidFill>
                  <a:srgbClr val="255DA8"/>
                </a:solidFill>
                <a:latin typeface="Ubuntu Light"/>
                <a:ea typeface="Ubuntu Light"/>
                <a:cs typeface="Ubuntu Light"/>
              </a:defRPr>
            </a:lvl6pPr>
            <a:lvl7pPr algn="l">
              <a:defRPr sz="1238" b="0">
                <a:solidFill>
                  <a:srgbClr val="255DA8"/>
                </a:solidFill>
                <a:latin typeface="Ubuntu Light"/>
                <a:ea typeface="Ubuntu Light"/>
                <a:cs typeface="Ubuntu Light"/>
              </a:defRPr>
            </a:lvl7pPr>
            <a:lvl8pPr algn="l">
              <a:defRPr sz="1238" b="0">
                <a:solidFill>
                  <a:srgbClr val="255DA8"/>
                </a:solidFill>
                <a:latin typeface="Ubuntu Light"/>
                <a:ea typeface="Ubuntu Light"/>
                <a:cs typeface="Ubuntu Light"/>
              </a:defRPr>
            </a:lvl8pPr>
            <a:lvl9pPr algn="l">
              <a:defRPr sz="1238" b="0">
                <a:solidFill>
                  <a:srgbClr val="255DA8"/>
                </a:solidFill>
                <a:latin typeface="Ubuntu Light"/>
                <a:ea typeface="Ubuntu Light"/>
                <a:cs typeface="Ubuntu Light"/>
              </a:defRPr>
            </a:lvl9pPr>
          </a:lstStyle>
          <a:p>
            <a:pPr algn="l">
              <a:defRPr sz="1238" b="0">
                <a:solidFill>
                  <a:srgbClr val="255DA8"/>
                </a:solidFill>
                <a:latin typeface="Ubuntu Light"/>
                <a:ea typeface="Ubuntu Light"/>
                <a:cs typeface="Ubuntu Light"/>
              </a:defRPr>
            </a:pPr>
            <a:r>
              <a:rPr b="0">
                <a:latin typeface="Menlo"/>
                <a:ea typeface="Menlo"/>
                <a:cs typeface="Menlo"/>
              </a:rPr>
              <a:t>coverage.py</a:t>
            </a:r>
          </a:p>
        </p:txBody>
      </p:sp>
      <p:sp>
        <p:nvSpPr>
          <p:cNvPr id="14" name="collection-save-no-exit">
            <a:extLst>
              <a:ext uri="{FF2B5EF4-FFF2-40B4-BE49-F238E27FC236}">
                <a16:creationId xmlns:a16="http://schemas.microsoft.com/office/drawing/2014/main" id="{DD7C1D67-F675-4FC7-8913-264A92BFA80F}"/>
              </a:ext>
            </a:extLst>
          </p:cNvPr>
          <p:cNvSpPr>
            <a:spLocks noGrp="1"/>
          </p:cNvSpPr>
          <p:nvPr/>
        </p:nvSpPr>
        <p:spPr>
          <a:xfrm>
            <a:off x="1857375" y="3238500"/>
            <a:ext cx="1333500" cy="200025"/>
          </a:xfrm>
          <a:prstGeom prst="rect">
            <a:avLst/>
          </a:prstGeom>
          <a:noFill/>
          <a:ln w="0">
            <a:noFill/>
          </a:ln>
        </p:spPr>
        <p:txBody>
          <a:bodyPr wrap="none" lIns="0" tIns="0" rIns="0" bIns="0" anchor="t">
            <a:noAutofit/>
          </a:bodyPr>
          <a:lstStyle>
            <a:defPPr algn="l">
              <a:defRPr sz="1163" b="0">
                <a:solidFill>
                  <a:srgbClr val="475569"/>
                </a:solidFill>
                <a:latin typeface="Ubuntu Light"/>
                <a:ea typeface="Ubuntu Light"/>
                <a:cs typeface="Ubuntu Light"/>
              </a:defRPr>
            </a:defPPr>
            <a:lvl1pPr algn="l">
              <a:defRPr sz="1163" b="0">
                <a:solidFill>
                  <a:srgbClr val="475569"/>
                </a:solidFill>
                <a:latin typeface="Ubuntu Light"/>
                <a:ea typeface="Ubuntu Light"/>
                <a:cs typeface="Ubuntu Light"/>
              </a:defRPr>
            </a:lvl1pPr>
            <a:lvl2pPr algn="l">
              <a:defRPr sz="1163" b="0">
                <a:solidFill>
                  <a:srgbClr val="475569"/>
                </a:solidFill>
                <a:latin typeface="Ubuntu Light"/>
                <a:ea typeface="Ubuntu Light"/>
                <a:cs typeface="Ubuntu Light"/>
              </a:defRPr>
            </a:lvl2pPr>
            <a:lvl3pPr algn="l">
              <a:defRPr sz="1163" b="0">
                <a:solidFill>
                  <a:srgbClr val="475569"/>
                </a:solidFill>
                <a:latin typeface="Ubuntu Light"/>
                <a:ea typeface="Ubuntu Light"/>
                <a:cs typeface="Ubuntu Light"/>
              </a:defRPr>
            </a:lvl3pPr>
            <a:lvl4pPr algn="l">
              <a:defRPr sz="1163" b="0">
                <a:solidFill>
                  <a:srgbClr val="475569"/>
                </a:solidFill>
                <a:latin typeface="Ubuntu Light"/>
                <a:ea typeface="Ubuntu Light"/>
                <a:cs typeface="Ubuntu Light"/>
              </a:defRPr>
            </a:lvl4pPr>
            <a:lvl5pPr algn="l">
              <a:defRPr sz="1163" b="0">
                <a:solidFill>
                  <a:srgbClr val="475569"/>
                </a:solidFill>
                <a:latin typeface="Ubuntu Light"/>
                <a:ea typeface="Ubuntu Light"/>
                <a:cs typeface="Ubuntu Light"/>
              </a:defRPr>
            </a:lvl5pPr>
            <a:lvl6pPr algn="l">
              <a:defRPr sz="1163" b="0">
                <a:solidFill>
                  <a:srgbClr val="475569"/>
                </a:solidFill>
                <a:latin typeface="Ubuntu Light"/>
                <a:ea typeface="Ubuntu Light"/>
                <a:cs typeface="Ubuntu Light"/>
              </a:defRPr>
            </a:lvl6pPr>
            <a:lvl7pPr algn="l">
              <a:defRPr sz="1163" b="0">
                <a:solidFill>
                  <a:srgbClr val="475569"/>
                </a:solidFill>
                <a:latin typeface="Ubuntu Light"/>
                <a:ea typeface="Ubuntu Light"/>
                <a:cs typeface="Ubuntu Light"/>
              </a:defRPr>
            </a:lvl7pPr>
            <a:lvl8pPr algn="l">
              <a:defRPr sz="1163" b="0">
                <a:solidFill>
                  <a:srgbClr val="475569"/>
                </a:solidFill>
                <a:latin typeface="Ubuntu Light"/>
                <a:ea typeface="Ubuntu Light"/>
                <a:cs typeface="Ubuntu Light"/>
              </a:defRPr>
            </a:lvl8pPr>
            <a:lvl9pPr algn="l">
              <a:defRPr sz="1163" b="0">
                <a:solidFill>
                  <a:srgbClr val="475569"/>
                </a:solidFill>
                <a:latin typeface="Ubuntu Light"/>
                <a:ea typeface="Ubuntu Light"/>
                <a:cs typeface="Ubuntu Light"/>
              </a:defRPr>
            </a:lvl9pPr>
          </a:lstStyle>
          <a:p>
            <a:pPr algn="l">
              <a:defRPr sz="1163" b="0">
                <a:solidFill>
                  <a:srgbClr val="475569"/>
                </a:solidFill>
                <a:latin typeface="Ubuntu Light"/>
                <a:ea typeface="Ubuntu Light"/>
                <a:cs typeface="Ubuntu Light"/>
              </a:defRPr>
            </a:pPr>
            <a:r>
              <a:rPr b="1" dirty="0">
                <a:latin typeface="Ubuntu Light"/>
                <a:ea typeface="Ubuntu Light"/>
                <a:cs typeface="Ubuntu Light"/>
              </a:rPr>
              <a:t>without exiting</a:t>
            </a:r>
          </a:p>
        </p:txBody>
      </p:sp>
      <p:pic>
        <p:nvPicPr>
          <p:cNvPr id="15" name="Picture 14">
            <a:extLst>
              <a:ext uri="{FF2B5EF4-FFF2-40B4-BE49-F238E27FC236}">
                <a16:creationId xmlns:a16="http://schemas.microsoft.com/office/drawing/2014/main" id="{D4E20DF4-090C-4956-A688-970A989C3D42}"/>
              </a:ext>
            </a:extLst>
          </p:cNvPr>
          <p:cNvPicPr>
            <a:picLocks noChangeAspect="1"/>
          </p:cNvPicPr>
          <p:nvPr/>
        </p:nvPicPr>
        <p:blipFill>
          <a:blip r:embed="rId7"/>
          <a:stretch/>
        </p:blipFill>
        <p:spPr>
          <a:xfrm>
            <a:off x="1190625" y="3209925"/>
            <a:ext cx="609600" cy="609600"/>
          </a:xfrm>
          <a:prstGeom prst="rect">
            <a:avLst/>
          </a:prstGeom>
        </p:spPr>
      </p:pic>
      <p:sp>
        <p:nvSpPr>
          <p:cNvPr id="16" name="collection-saved-file">
            <a:extLst>
              <a:ext uri="{FF2B5EF4-FFF2-40B4-BE49-F238E27FC236}">
                <a16:creationId xmlns:a16="http://schemas.microsoft.com/office/drawing/2014/main" id="{3E6100B6-CEE4-49A1-965D-C2029E5C0344}"/>
              </a:ext>
            </a:extLst>
          </p:cNvPr>
          <p:cNvSpPr>
            <a:spLocks noGrp="1"/>
          </p:cNvSpPr>
          <p:nvPr/>
        </p:nvSpPr>
        <p:spPr>
          <a:xfrm>
            <a:off x="857250" y="3886200"/>
            <a:ext cx="2143125" cy="247650"/>
          </a:xfrm>
          <a:prstGeom prst="rect">
            <a:avLst/>
          </a:prstGeom>
          <a:noFill/>
          <a:ln w="0">
            <a:noFill/>
          </a:ln>
        </p:spPr>
        <p:txBody>
          <a:bodyPr wrap="none" lIns="0" tIns="0" rIns="0" bIns="0" anchor="t">
            <a:noAutofit/>
          </a:bodyPr>
          <a:lstStyle>
            <a:defPPr algn="ctr">
              <a:defRPr sz="1350" b="0">
                <a:solidFill>
                  <a:srgbClr val="255DA8"/>
                </a:solidFill>
                <a:latin typeface="Ubuntu Light"/>
                <a:ea typeface="Ubuntu Light"/>
                <a:cs typeface="Ubuntu Light"/>
              </a:defRPr>
            </a:defPPr>
            <a:lvl1pPr algn="ctr">
              <a:defRPr sz="1350" b="0">
                <a:solidFill>
                  <a:srgbClr val="255DA8"/>
                </a:solidFill>
                <a:latin typeface="Ubuntu Light"/>
                <a:ea typeface="Ubuntu Light"/>
                <a:cs typeface="Ubuntu Light"/>
              </a:defRPr>
            </a:lvl1pPr>
            <a:lvl2pPr algn="ctr">
              <a:defRPr sz="1350" b="0">
                <a:solidFill>
                  <a:srgbClr val="255DA8"/>
                </a:solidFill>
                <a:latin typeface="Ubuntu Light"/>
                <a:ea typeface="Ubuntu Light"/>
                <a:cs typeface="Ubuntu Light"/>
              </a:defRPr>
            </a:lvl2pPr>
            <a:lvl3pPr algn="ctr">
              <a:defRPr sz="1350" b="0">
                <a:solidFill>
                  <a:srgbClr val="255DA8"/>
                </a:solidFill>
                <a:latin typeface="Ubuntu Light"/>
                <a:ea typeface="Ubuntu Light"/>
                <a:cs typeface="Ubuntu Light"/>
              </a:defRPr>
            </a:lvl3pPr>
            <a:lvl4pPr algn="ctr">
              <a:defRPr sz="1350" b="0">
                <a:solidFill>
                  <a:srgbClr val="255DA8"/>
                </a:solidFill>
                <a:latin typeface="Ubuntu Light"/>
                <a:ea typeface="Ubuntu Light"/>
                <a:cs typeface="Ubuntu Light"/>
              </a:defRPr>
            </a:lvl4pPr>
            <a:lvl5pPr algn="ctr">
              <a:defRPr sz="1350" b="0">
                <a:solidFill>
                  <a:srgbClr val="255DA8"/>
                </a:solidFill>
                <a:latin typeface="Ubuntu Light"/>
                <a:ea typeface="Ubuntu Light"/>
                <a:cs typeface="Ubuntu Light"/>
              </a:defRPr>
            </a:lvl5pPr>
            <a:lvl6pPr algn="ctr">
              <a:defRPr sz="1350" b="0">
                <a:solidFill>
                  <a:srgbClr val="255DA8"/>
                </a:solidFill>
                <a:latin typeface="Ubuntu Light"/>
                <a:ea typeface="Ubuntu Light"/>
                <a:cs typeface="Ubuntu Light"/>
              </a:defRPr>
            </a:lvl6pPr>
            <a:lvl7pPr algn="ctr">
              <a:defRPr sz="1350" b="0">
                <a:solidFill>
                  <a:srgbClr val="255DA8"/>
                </a:solidFill>
                <a:latin typeface="Ubuntu Light"/>
                <a:ea typeface="Ubuntu Light"/>
                <a:cs typeface="Ubuntu Light"/>
              </a:defRPr>
            </a:lvl7pPr>
            <a:lvl8pPr algn="ctr">
              <a:defRPr sz="1350" b="0">
                <a:solidFill>
                  <a:srgbClr val="255DA8"/>
                </a:solidFill>
                <a:latin typeface="Ubuntu Light"/>
                <a:ea typeface="Ubuntu Light"/>
                <a:cs typeface="Ubuntu Light"/>
              </a:defRPr>
            </a:lvl8pPr>
            <a:lvl9pPr algn="ctr">
              <a:defRPr sz="1350" b="0">
                <a:solidFill>
                  <a:srgbClr val="255DA8"/>
                </a:solidFill>
                <a:latin typeface="Ubuntu Light"/>
                <a:ea typeface="Ubuntu Light"/>
                <a:cs typeface="Ubuntu Light"/>
              </a:defRPr>
            </a:lvl9pPr>
          </a:lstStyle>
          <a:p>
            <a:pPr algn="ctr">
              <a:defRPr sz="1350" b="0">
                <a:solidFill>
                  <a:srgbClr val="255DA8"/>
                </a:solidFill>
                <a:latin typeface="Ubuntu Light"/>
                <a:ea typeface="Ubuntu Light"/>
                <a:cs typeface="Ubuntu Light"/>
              </a:defRPr>
            </a:pPr>
            <a:r>
              <a:rPr b="0">
                <a:latin typeface="Menlo"/>
                <a:ea typeface="Menlo"/>
                <a:cs typeface="Menlo"/>
              </a:rPr>
              <a:t>.coverage.…</a:t>
            </a:r>
          </a:p>
        </p:txBody>
      </p:sp>
      <p:cxnSp>
        <p:nvCxnSpPr>
          <p:cNvPr id="17" name="collection-copy-first-leg">
            <a:extLst>
              <a:ext uri="{FF2B5EF4-FFF2-40B4-BE49-F238E27FC236}">
                <a16:creationId xmlns:a16="http://schemas.microsoft.com/office/drawing/2014/main" id="{10DB71E3-9AF1-4847-A452-F46C4995CF22}"/>
              </a:ext>
            </a:extLst>
          </p:cNvPr>
          <p:cNvCxnSpPr/>
          <p:nvPr/>
        </p:nvCxnSpPr>
        <p:spPr>
          <a:xfrm>
            <a:off x="1952625" y="3514725"/>
            <a:ext cx="2362200" cy="0"/>
          </a:xfrm>
          <a:prstGeom prst="straightConnector1">
            <a:avLst/>
          </a:prstGeom>
          <a:ln w="19050">
            <a:solidFill>
              <a:srgbClr val="202D3E"/>
            </a:solidFill>
          </a:ln>
        </p:spPr>
      </p:cxnSp>
      <p:pic>
        <p:nvPicPr>
          <p:cNvPr id="18" name="Picture 17">
            <a:extLst>
              <a:ext uri="{FF2B5EF4-FFF2-40B4-BE49-F238E27FC236}">
                <a16:creationId xmlns:a16="http://schemas.microsoft.com/office/drawing/2014/main" id="{136AD770-B336-4E86-8F33-7BD86E0AF5BB}"/>
              </a:ext>
            </a:extLst>
          </p:cNvPr>
          <p:cNvPicPr>
            <a:picLocks noChangeAspect="1"/>
          </p:cNvPicPr>
          <p:nvPr/>
        </p:nvPicPr>
        <p:blipFill>
          <a:blip r:embed="rId7"/>
          <a:stretch/>
        </p:blipFill>
        <p:spPr>
          <a:xfrm>
            <a:off x="4429125" y="3305175"/>
            <a:ext cx="419100" cy="419100"/>
          </a:xfrm>
          <a:prstGeom prst="rect">
            <a:avLst/>
          </a:prstGeom>
        </p:spPr>
      </p:pic>
      <p:cxnSp>
        <p:nvCxnSpPr>
          <p:cNvPr id="19" name="collection-copy-last-leg-0">
            <a:extLst>
              <a:ext uri="{FF2B5EF4-FFF2-40B4-BE49-F238E27FC236}">
                <a16:creationId xmlns:a16="http://schemas.microsoft.com/office/drawing/2014/main" id="{1AE50324-EFA5-46AB-8412-51FDB70539B0}"/>
              </a:ext>
            </a:extLst>
          </p:cNvPr>
          <p:cNvCxnSpPr/>
          <p:nvPr/>
        </p:nvCxnSpPr>
        <p:spPr>
          <a:xfrm>
            <a:off x="4962525" y="3514725"/>
            <a:ext cx="1790700" cy="0"/>
          </a:xfrm>
          <a:prstGeom prst="straightConnector1">
            <a:avLst/>
          </a:prstGeom>
          <a:ln w="19050">
            <a:solidFill>
              <a:srgbClr val="202D3E"/>
            </a:solidFill>
            <a:tailEnd type="triangle" w="sm" len="sm"/>
          </a:ln>
        </p:spPr>
      </p:cxnSp>
      <p:sp>
        <p:nvSpPr>
          <p:cNvPr id="20" name="collection-copy-label">
            <a:extLst>
              <a:ext uri="{FF2B5EF4-FFF2-40B4-BE49-F238E27FC236}">
                <a16:creationId xmlns:a16="http://schemas.microsoft.com/office/drawing/2014/main" id="{D175217D-F476-4D14-90BC-1ED51154A482}"/>
              </a:ext>
            </a:extLst>
          </p:cNvPr>
          <p:cNvSpPr>
            <a:spLocks noGrp="1"/>
          </p:cNvSpPr>
          <p:nvPr/>
        </p:nvSpPr>
        <p:spPr>
          <a:xfrm>
            <a:off x="3476625" y="3019425"/>
            <a:ext cx="2857500" cy="266700"/>
          </a:xfrm>
          <a:prstGeom prst="rect">
            <a:avLst/>
          </a:prstGeom>
          <a:noFill/>
          <a:ln w="0">
            <a:noFill/>
          </a:ln>
        </p:spPr>
        <p:txBody>
          <a:bodyPr wrap="none" lIns="0" tIns="0" rIns="0" bIns="0" anchor="t">
            <a:noAutofit/>
          </a:bodyPr>
          <a:lstStyle>
            <a:defPPr algn="ctr">
              <a:defRPr sz="1575" b="0">
                <a:solidFill>
                  <a:srgbClr val="202D3E"/>
                </a:solidFill>
                <a:latin typeface="Ubuntu Light"/>
                <a:ea typeface="Ubuntu Light"/>
                <a:cs typeface="Ubuntu Light"/>
              </a:defRPr>
            </a:defPPr>
            <a:lvl1pPr algn="ctr">
              <a:defRPr sz="1575" b="0">
                <a:solidFill>
                  <a:srgbClr val="202D3E"/>
                </a:solidFill>
                <a:latin typeface="Ubuntu Light"/>
                <a:ea typeface="Ubuntu Light"/>
                <a:cs typeface="Ubuntu Light"/>
              </a:defRPr>
            </a:lvl1pPr>
            <a:lvl2pPr algn="ctr">
              <a:defRPr sz="1575" b="0">
                <a:solidFill>
                  <a:srgbClr val="202D3E"/>
                </a:solidFill>
                <a:latin typeface="Ubuntu Light"/>
                <a:ea typeface="Ubuntu Light"/>
                <a:cs typeface="Ubuntu Light"/>
              </a:defRPr>
            </a:lvl2pPr>
            <a:lvl3pPr algn="ctr">
              <a:defRPr sz="1575" b="0">
                <a:solidFill>
                  <a:srgbClr val="202D3E"/>
                </a:solidFill>
                <a:latin typeface="Ubuntu Light"/>
                <a:ea typeface="Ubuntu Light"/>
                <a:cs typeface="Ubuntu Light"/>
              </a:defRPr>
            </a:lvl3pPr>
            <a:lvl4pPr algn="ctr">
              <a:defRPr sz="1575" b="0">
                <a:solidFill>
                  <a:srgbClr val="202D3E"/>
                </a:solidFill>
                <a:latin typeface="Ubuntu Light"/>
                <a:ea typeface="Ubuntu Light"/>
                <a:cs typeface="Ubuntu Light"/>
              </a:defRPr>
            </a:lvl4pPr>
            <a:lvl5pPr algn="ctr">
              <a:defRPr sz="1575" b="0">
                <a:solidFill>
                  <a:srgbClr val="202D3E"/>
                </a:solidFill>
                <a:latin typeface="Ubuntu Light"/>
                <a:ea typeface="Ubuntu Light"/>
                <a:cs typeface="Ubuntu Light"/>
              </a:defRPr>
            </a:lvl5pPr>
            <a:lvl6pPr algn="ctr">
              <a:defRPr sz="1575" b="0">
                <a:solidFill>
                  <a:srgbClr val="202D3E"/>
                </a:solidFill>
                <a:latin typeface="Ubuntu Light"/>
                <a:ea typeface="Ubuntu Light"/>
                <a:cs typeface="Ubuntu Light"/>
              </a:defRPr>
            </a:lvl6pPr>
            <a:lvl7pPr algn="ctr">
              <a:defRPr sz="1575" b="0">
                <a:solidFill>
                  <a:srgbClr val="202D3E"/>
                </a:solidFill>
                <a:latin typeface="Ubuntu Light"/>
                <a:ea typeface="Ubuntu Light"/>
                <a:cs typeface="Ubuntu Light"/>
              </a:defRPr>
            </a:lvl7pPr>
            <a:lvl8pPr algn="ctr">
              <a:defRPr sz="1575" b="0">
                <a:solidFill>
                  <a:srgbClr val="202D3E"/>
                </a:solidFill>
                <a:latin typeface="Ubuntu Light"/>
                <a:ea typeface="Ubuntu Light"/>
                <a:cs typeface="Ubuntu Light"/>
              </a:defRPr>
            </a:lvl8pPr>
            <a:lvl9pPr algn="ctr">
              <a:defRPr sz="1575" b="0">
                <a:solidFill>
                  <a:srgbClr val="202D3E"/>
                </a:solidFill>
                <a:latin typeface="Ubuntu Light"/>
                <a:ea typeface="Ubuntu Light"/>
                <a:cs typeface="Ubuntu Light"/>
              </a:defRPr>
            </a:lvl9pPr>
          </a:lstStyle>
          <a:p>
            <a:pPr algn="ctr">
              <a:defRPr sz="1575" b="0">
                <a:solidFill>
                  <a:srgbClr val="202D3E"/>
                </a:solidFill>
                <a:latin typeface="Ubuntu Light"/>
                <a:ea typeface="Ubuntu Light"/>
                <a:cs typeface="Ubuntu Light"/>
              </a:defRPr>
            </a:pPr>
            <a:r>
              <a:rPr b="0">
                <a:latin typeface="Ubuntu Light"/>
                <a:ea typeface="Ubuntu Light"/>
                <a:cs typeface="Ubuntu Light"/>
              </a:rPr>
              <a:t>3  Copy with Docker</a:t>
            </a:r>
          </a:p>
        </p:txBody>
      </p:sp>
      <p:pic>
        <p:nvPicPr>
          <p:cNvPr id="21" name="Picture 20">
            <a:extLst>
              <a:ext uri="{FF2B5EF4-FFF2-40B4-BE49-F238E27FC236}">
                <a16:creationId xmlns:a16="http://schemas.microsoft.com/office/drawing/2014/main" id="{4F9EA660-AE15-42EC-BACE-02CB249B9E51}"/>
              </a:ext>
            </a:extLst>
          </p:cNvPr>
          <p:cNvPicPr>
            <a:picLocks noChangeAspect="1"/>
          </p:cNvPicPr>
          <p:nvPr/>
        </p:nvPicPr>
        <p:blipFill>
          <a:blip r:embed="rId8"/>
          <a:stretch/>
        </p:blipFill>
        <p:spPr>
          <a:xfrm>
            <a:off x="6991350" y="3209925"/>
            <a:ext cx="609600" cy="609600"/>
          </a:xfrm>
          <a:prstGeom prst="rect">
            <a:avLst/>
          </a:prstGeom>
        </p:spPr>
      </p:pic>
      <p:sp>
        <p:nvSpPr>
          <p:cNvPr id="22" name="collection-host-folder">
            <a:extLst>
              <a:ext uri="{FF2B5EF4-FFF2-40B4-BE49-F238E27FC236}">
                <a16:creationId xmlns:a16="http://schemas.microsoft.com/office/drawing/2014/main" id="{E76AF4B7-232F-493E-8FFC-C2E8B87B345E}"/>
              </a:ext>
            </a:extLst>
          </p:cNvPr>
          <p:cNvSpPr>
            <a:spLocks noGrp="1"/>
          </p:cNvSpPr>
          <p:nvPr/>
        </p:nvSpPr>
        <p:spPr>
          <a:xfrm>
            <a:off x="6191250" y="3886200"/>
            <a:ext cx="2333625" cy="247650"/>
          </a:xfrm>
          <a:prstGeom prst="rect">
            <a:avLst/>
          </a:prstGeom>
          <a:noFill/>
          <a:ln w="0">
            <a:noFill/>
          </a:ln>
        </p:spPr>
        <p:txBody>
          <a:bodyPr wrap="none" lIns="0" tIns="0" rIns="0" bIns="0" anchor="t">
            <a:noAutofit/>
          </a:bodyPr>
          <a:lstStyle>
            <a:defPPr algn="ctr">
              <a:defRPr sz="1313" b="0">
                <a:solidFill>
                  <a:srgbClr val="255DA8"/>
                </a:solidFill>
                <a:latin typeface="Ubuntu Light"/>
                <a:ea typeface="Ubuntu Light"/>
                <a:cs typeface="Ubuntu Light"/>
              </a:defRPr>
            </a:defPPr>
            <a:lvl1pPr algn="ctr">
              <a:defRPr sz="1313" b="0">
                <a:solidFill>
                  <a:srgbClr val="255DA8"/>
                </a:solidFill>
                <a:latin typeface="Ubuntu Light"/>
                <a:ea typeface="Ubuntu Light"/>
                <a:cs typeface="Ubuntu Light"/>
              </a:defRPr>
            </a:lvl1pPr>
            <a:lvl2pPr algn="ctr">
              <a:defRPr sz="1313" b="0">
                <a:solidFill>
                  <a:srgbClr val="255DA8"/>
                </a:solidFill>
                <a:latin typeface="Ubuntu Light"/>
                <a:ea typeface="Ubuntu Light"/>
                <a:cs typeface="Ubuntu Light"/>
              </a:defRPr>
            </a:lvl2pPr>
            <a:lvl3pPr algn="ctr">
              <a:defRPr sz="1313" b="0">
                <a:solidFill>
                  <a:srgbClr val="255DA8"/>
                </a:solidFill>
                <a:latin typeface="Ubuntu Light"/>
                <a:ea typeface="Ubuntu Light"/>
                <a:cs typeface="Ubuntu Light"/>
              </a:defRPr>
            </a:lvl3pPr>
            <a:lvl4pPr algn="ctr">
              <a:defRPr sz="1313" b="0">
                <a:solidFill>
                  <a:srgbClr val="255DA8"/>
                </a:solidFill>
                <a:latin typeface="Ubuntu Light"/>
                <a:ea typeface="Ubuntu Light"/>
                <a:cs typeface="Ubuntu Light"/>
              </a:defRPr>
            </a:lvl4pPr>
            <a:lvl5pPr algn="ctr">
              <a:defRPr sz="1313" b="0">
                <a:solidFill>
                  <a:srgbClr val="255DA8"/>
                </a:solidFill>
                <a:latin typeface="Ubuntu Light"/>
                <a:ea typeface="Ubuntu Light"/>
                <a:cs typeface="Ubuntu Light"/>
              </a:defRPr>
            </a:lvl5pPr>
            <a:lvl6pPr algn="ctr">
              <a:defRPr sz="1313" b="0">
                <a:solidFill>
                  <a:srgbClr val="255DA8"/>
                </a:solidFill>
                <a:latin typeface="Ubuntu Light"/>
                <a:ea typeface="Ubuntu Light"/>
                <a:cs typeface="Ubuntu Light"/>
              </a:defRPr>
            </a:lvl6pPr>
            <a:lvl7pPr algn="ctr">
              <a:defRPr sz="1313" b="0">
                <a:solidFill>
                  <a:srgbClr val="255DA8"/>
                </a:solidFill>
                <a:latin typeface="Ubuntu Light"/>
                <a:ea typeface="Ubuntu Light"/>
                <a:cs typeface="Ubuntu Light"/>
              </a:defRPr>
            </a:lvl7pPr>
            <a:lvl8pPr algn="ctr">
              <a:defRPr sz="1313" b="0">
                <a:solidFill>
                  <a:srgbClr val="255DA8"/>
                </a:solidFill>
                <a:latin typeface="Ubuntu Light"/>
                <a:ea typeface="Ubuntu Light"/>
                <a:cs typeface="Ubuntu Light"/>
              </a:defRPr>
            </a:lvl8pPr>
            <a:lvl9pPr algn="ctr">
              <a:defRPr sz="1313" b="0">
                <a:solidFill>
                  <a:srgbClr val="255DA8"/>
                </a:solidFill>
                <a:latin typeface="Ubuntu Light"/>
                <a:ea typeface="Ubuntu Light"/>
                <a:cs typeface="Ubuntu Light"/>
              </a:defRPr>
            </a:lvl9pPr>
          </a:lstStyle>
          <a:p>
            <a:pPr algn="ctr">
              <a:defRPr sz="1313" b="0">
                <a:solidFill>
                  <a:srgbClr val="255DA8"/>
                </a:solidFill>
                <a:latin typeface="Ubuntu Light"/>
                <a:ea typeface="Ubuntu Light"/>
                <a:cs typeface="Ubuntu Light"/>
              </a:defRPr>
            </a:pPr>
            <a:r>
              <a:rPr b="0" dirty="0">
                <a:latin typeface="Menlo"/>
                <a:ea typeface="Menlo"/>
                <a:cs typeface="Menlo"/>
              </a:rPr>
              <a:t>output/coverage/</a:t>
            </a:r>
          </a:p>
        </p:txBody>
      </p:sp>
      <p:cxnSp>
        <p:nvCxnSpPr>
          <p:cNvPr id="23" name="collection-delete-0">
            <a:extLst>
              <a:ext uri="{FF2B5EF4-FFF2-40B4-BE49-F238E27FC236}">
                <a16:creationId xmlns:a16="http://schemas.microsoft.com/office/drawing/2014/main" id="{1B677BF3-ACB8-48F3-BF09-B3BEA9CDCCC1}"/>
              </a:ext>
            </a:extLst>
          </p:cNvPr>
          <p:cNvCxnSpPr/>
          <p:nvPr/>
        </p:nvCxnSpPr>
        <p:spPr>
          <a:xfrm>
            <a:off x="7296150" y="4181475"/>
            <a:ext cx="0" cy="390525"/>
          </a:xfrm>
          <a:prstGeom prst="straightConnector1">
            <a:avLst/>
          </a:prstGeom>
          <a:ln w="19050">
            <a:solidFill>
              <a:srgbClr val="202D3E"/>
            </a:solidFill>
          </a:ln>
        </p:spPr>
      </p:cxnSp>
      <p:cxnSp>
        <p:nvCxnSpPr>
          <p:cNvPr id="24" name="collection-delete-1">
            <a:extLst>
              <a:ext uri="{FF2B5EF4-FFF2-40B4-BE49-F238E27FC236}">
                <a16:creationId xmlns:a16="http://schemas.microsoft.com/office/drawing/2014/main" id="{A33559E0-02A2-4D6F-8636-D6A0D003A2A2}"/>
              </a:ext>
            </a:extLst>
          </p:cNvPr>
          <p:cNvCxnSpPr/>
          <p:nvPr/>
        </p:nvCxnSpPr>
        <p:spPr>
          <a:xfrm>
            <a:off x="1952625" y="4572000"/>
            <a:ext cx="5343525" cy="0"/>
          </a:xfrm>
          <a:prstGeom prst="straightConnector1">
            <a:avLst/>
          </a:prstGeom>
          <a:ln w="19050">
            <a:solidFill>
              <a:srgbClr val="202D3E"/>
            </a:solidFill>
            <a:headEnd type="triangle" w="sm" len="sm"/>
          </a:ln>
        </p:spPr>
      </p:cxnSp>
      <p:sp>
        <p:nvSpPr>
          <p:cNvPr id="25" name="collection-delete-label">
            <a:extLst>
              <a:ext uri="{FF2B5EF4-FFF2-40B4-BE49-F238E27FC236}">
                <a16:creationId xmlns:a16="http://schemas.microsoft.com/office/drawing/2014/main" id="{E098E0DC-A2C5-420A-BD12-31BEC9F477C9}"/>
              </a:ext>
            </a:extLst>
          </p:cNvPr>
          <p:cNvSpPr>
            <a:spLocks noGrp="1"/>
          </p:cNvSpPr>
          <p:nvPr/>
        </p:nvSpPr>
        <p:spPr>
          <a:xfrm>
            <a:off x="3333750" y="4248150"/>
            <a:ext cx="3238500" cy="276225"/>
          </a:xfrm>
          <a:prstGeom prst="rect">
            <a:avLst/>
          </a:prstGeom>
          <a:noFill/>
          <a:ln w="0">
            <a:noFill/>
          </a:ln>
        </p:spPr>
        <p:txBody>
          <a:bodyPr wrap="none" lIns="0" tIns="0" rIns="0" bIns="0" anchor="t">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defRPr sz="1500" b="0">
                <a:solidFill>
                  <a:srgbClr val="202D3E"/>
                </a:solidFill>
                <a:latin typeface="Ubuntu Light"/>
                <a:ea typeface="Ubuntu Light"/>
                <a:cs typeface="Ubuntu Light"/>
              </a:defRPr>
            </a:pPr>
            <a:r>
              <a:rPr b="0">
                <a:latin typeface="Ubuntu Light"/>
                <a:ea typeface="Ubuntu Light"/>
                <a:cs typeface="Ubuntu Light"/>
              </a:rPr>
              <a:t>4  Delete Lambda functions</a:t>
            </a:r>
          </a:p>
        </p:txBody>
      </p:sp>
      <p:pic>
        <p:nvPicPr>
          <p:cNvPr id="26" name="Picture 25">
            <a:extLst>
              <a:ext uri="{FF2B5EF4-FFF2-40B4-BE49-F238E27FC236}">
                <a16:creationId xmlns:a16="http://schemas.microsoft.com/office/drawing/2014/main" id="{8BA6972A-1D7A-4065-8A25-0AA58CE4C92A}"/>
              </a:ext>
            </a:extLst>
          </p:cNvPr>
          <p:cNvPicPr>
            <a:picLocks noChangeAspect="1"/>
          </p:cNvPicPr>
          <p:nvPr/>
        </p:nvPicPr>
        <p:blipFill>
          <a:blip r:embed="rId9"/>
          <a:stretch/>
        </p:blipFill>
        <p:spPr>
          <a:xfrm>
            <a:off x="1247775" y="4324350"/>
            <a:ext cx="495300" cy="495300"/>
          </a:xfrm>
          <a:prstGeom prst="rect">
            <a:avLst/>
          </a:prstGeom>
        </p:spPr>
      </p:pic>
      <p:sp>
        <p:nvSpPr>
          <p:cNvPr id="27" name="collection-suite-end">
            <a:extLst>
              <a:ext uri="{FF2B5EF4-FFF2-40B4-BE49-F238E27FC236}">
                <a16:creationId xmlns:a16="http://schemas.microsoft.com/office/drawing/2014/main" id="{C49E5219-7E26-4DA8-A507-065E9C036EC3}"/>
              </a:ext>
            </a:extLst>
          </p:cNvPr>
          <p:cNvSpPr>
            <a:spLocks noGrp="1"/>
          </p:cNvSpPr>
          <p:nvPr/>
        </p:nvSpPr>
        <p:spPr>
          <a:xfrm>
            <a:off x="619125" y="4867275"/>
            <a:ext cx="7905750" cy="228600"/>
          </a:xfrm>
          <a:prstGeom prst="rect">
            <a:avLst/>
          </a:prstGeom>
          <a:noFill/>
          <a:ln w="0">
            <a:noFill/>
          </a:ln>
        </p:spPr>
        <p:txBody>
          <a:bodyPr wrap="none" lIns="0" tIns="0" rIns="0" bIns="0" anchor="t">
            <a:noAutofit/>
          </a:bodyPr>
          <a:lstStyle>
            <a:defPPr algn="l">
              <a:defRPr sz="1313" b="0">
                <a:solidFill>
                  <a:srgbClr val="475569"/>
                </a:solidFill>
                <a:latin typeface="Ubuntu Light"/>
                <a:ea typeface="Ubuntu Light"/>
                <a:cs typeface="Ubuntu Light"/>
              </a:defRPr>
            </a:defPPr>
            <a:lvl1pPr algn="l">
              <a:defRPr sz="1313" b="0">
                <a:solidFill>
                  <a:srgbClr val="475569"/>
                </a:solidFill>
                <a:latin typeface="Ubuntu Light"/>
                <a:ea typeface="Ubuntu Light"/>
                <a:cs typeface="Ubuntu Light"/>
              </a:defRPr>
            </a:lvl1pPr>
            <a:lvl2pPr algn="l">
              <a:defRPr sz="1313" b="0">
                <a:solidFill>
                  <a:srgbClr val="475569"/>
                </a:solidFill>
                <a:latin typeface="Ubuntu Light"/>
                <a:ea typeface="Ubuntu Light"/>
                <a:cs typeface="Ubuntu Light"/>
              </a:defRPr>
            </a:lvl2pPr>
            <a:lvl3pPr algn="l">
              <a:defRPr sz="1313" b="0">
                <a:solidFill>
                  <a:srgbClr val="475569"/>
                </a:solidFill>
                <a:latin typeface="Ubuntu Light"/>
                <a:ea typeface="Ubuntu Light"/>
                <a:cs typeface="Ubuntu Light"/>
              </a:defRPr>
            </a:lvl3pPr>
            <a:lvl4pPr algn="l">
              <a:defRPr sz="1313" b="0">
                <a:solidFill>
                  <a:srgbClr val="475569"/>
                </a:solidFill>
                <a:latin typeface="Ubuntu Light"/>
                <a:ea typeface="Ubuntu Light"/>
                <a:cs typeface="Ubuntu Light"/>
              </a:defRPr>
            </a:lvl4pPr>
            <a:lvl5pPr algn="l">
              <a:defRPr sz="1313" b="0">
                <a:solidFill>
                  <a:srgbClr val="475569"/>
                </a:solidFill>
                <a:latin typeface="Ubuntu Light"/>
                <a:ea typeface="Ubuntu Light"/>
                <a:cs typeface="Ubuntu Light"/>
              </a:defRPr>
            </a:lvl5pPr>
            <a:lvl6pPr algn="l">
              <a:defRPr sz="1313" b="0">
                <a:solidFill>
                  <a:srgbClr val="475569"/>
                </a:solidFill>
                <a:latin typeface="Ubuntu Light"/>
                <a:ea typeface="Ubuntu Light"/>
                <a:cs typeface="Ubuntu Light"/>
              </a:defRPr>
            </a:lvl6pPr>
            <a:lvl7pPr algn="l">
              <a:defRPr sz="1313" b="0">
                <a:solidFill>
                  <a:srgbClr val="475569"/>
                </a:solidFill>
                <a:latin typeface="Ubuntu Light"/>
                <a:ea typeface="Ubuntu Light"/>
                <a:cs typeface="Ubuntu Light"/>
              </a:defRPr>
            </a:lvl7pPr>
            <a:lvl8pPr algn="l">
              <a:defRPr sz="1313" b="0">
                <a:solidFill>
                  <a:srgbClr val="475569"/>
                </a:solidFill>
                <a:latin typeface="Ubuntu Light"/>
                <a:ea typeface="Ubuntu Light"/>
                <a:cs typeface="Ubuntu Light"/>
              </a:defRPr>
            </a:lvl8pPr>
            <a:lvl9pPr algn="l">
              <a:defRPr sz="1313" b="0">
                <a:solidFill>
                  <a:srgbClr val="475569"/>
                </a:solidFill>
                <a:latin typeface="Ubuntu Light"/>
                <a:ea typeface="Ubuntu Light"/>
                <a:cs typeface="Ubuntu Light"/>
              </a:defRPr>
            </a:lvl9pPr>
          </a:lstStyle>
          <a:p>
            <a:pPr algn="l">
              <a:defRPr sz="1313" b="0">
                <a:solidFill>
                  <a:srgbClr val="475569"/>
                </a:solidFill>
                <a:latin typeface="Ubuntu Light"/>
                <a:ea typeface="Ubuntu Light"/>
                <a:cs typeface="Ubuntu Light"/>
              </a:defRPr>
            </a:pPr>
            <a:r>
              <a:rPr b="0" dirty="0">
                <a:latin typeface="Ubuntu Light"/>
                <a:ea typeface="Ubuntu Light"/>
                <a:cs typeface="Ubuntu Light"/>
              </a:rPr>
              <a:t>After all tests: </a:t>
            </a:r>
            <a:r>
              <a:rPr b="0" dirty="0">
                <a:latin typeface="Menlo"/>
                <a:ea typeface="Menlo"/>
                <a:cs typeface="Menlo"/>
              </a:rPr>
              <a:t>coverage combine</a:t>
            </a:r>
            <a:r>
              <a:rPr b="0" dirty="0">
                <a:latin typeface="Ubuntu Light"/>
                <a:ea typeface="Ubuntu Light"/>
                <a:cs typeface="Ubuntu Light"/>
              </a:rPr>
              <a:t>, then </a:t>
            </a:r>
            <a:r>
              <a:rPr lang="en-US" b="0" dirty="0">
                <a:latin typeface="Ubuntu Light"/>
                <a:ea typeface="Ubuntu Light"/>
                <a:cs typeface="Ubuntu Light"/>
              </a:rPr>
              <a:t>export </a:t>
            </a:r>
            <a:r>
              <a:rPr b="0" dirty="0">
                <a:latin typeface="Ubuntu Light"/>
                <a:ea typeface="Ubuntu Light"/>
                <a:cs typeface="Ubuntu Light"/>
              </a:rPr>
              <a:t>HTML report.</a:t>
            </a:r>
          </a:p>
        </p:txBody>
      </p:sp>
    </p:spTree>
    <p:extLst>
      <p:ext uri="{BB962C8B-B14F-4D97-AF65-F5344CB8AC3E}">
        <p14:creationId xmlns:p14="http://schemas.microsoft.com/office/powerpoint/2010/main" val="12706008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49CCC-A643-085F-9004-BD962F6A4651}"/>
            </a:ext>
          </a:extLst>
        </p:cNvPr>
        <p:cNvGrpSpPr/>
        <p:nvPr/>
      </p:nvGrpSpPr>
      <p:grpSpPr>
        <a:xfrm>
          <a:off x="0" y="0"/>
          <a:ext cx="0" cy="0"/>
          <a:chOff x="0" y="0"/>
          <a:chExt cx="0" cy="0"/>
        </a:xfrm>
      </p:grpSpPr>
      <p:sp>
        <p:nvSpPr>
          <p:cNvPr id="2" name="source-label">
            <a:extLst>
              <a:ext uri="{FF2B5EF4-FFF2-40B4-BE49-F238E27FC236}">
                <a16:creationId xmlns:a16="http://schemas.microsoft.com/office/drawing/2014/main" id="{53148E8A-4CD7-9CE4-B61A-6012D2070FAE}"/>
              </a:ext>
            </a:extLst>
          </p:cNvPr>
          <p:cNvSpPr>
            <a:spLocks noGrp="1"/>
          </p:cNvSpPr>
          <p:nvPr/>
        </p:nvSpPr>
        <p:spPr>
          <a:xfrm>
            <a:off x="619125" y="1371600"/>
            <a:ext cx="1781175" cy="219075"/>
          </a:xfrm>
          <a:prstGeom prst="rect">
            <a:avLst/>
          </a:prstGeom>
          <a:noFill/>
          <a:ln w="0">
            <a:noFill/>
          </a:ln>
        </p:spPr>
        <p:txBody>
          <a:bodyPr wrap="none" lIns="0" tIns="0" rIns="0" bIns="0" anchor="t">
            <a:noAutofit/>
          </a:bodyPr>
          <a:lstStyle>
            <a:defPPr algn="l">
              <a:defRPr sz="1200" b="0">
                <a:solidFill>
                  <a:srgbClr val="475569"/>
                </a:solidFill>
                <a:latin typeface="Ubuntu Light"/>
                <a:ea typeface="Ubuntu Light"/>
                <a:cs typeface="Ubuntu Light"/>
              </a:defRPr>
            </a:defPPr>
            <a:lvl1pPr algn="l">
              <a:defRPr sz="1200" b="0">
                <a:solidFill>
                  <a:srgbClr val="475569"/>
                </a:solidFill>
                <a:latin typeface="Ubuntu Light"/>
                <a:ea typeface="Ubuntu Light"/>
                <a:cs typeface="Ubuntu Light"/>
              </a:defRPr>
            </a:lvl1pPr>
            <a:lvl2pPr algn="l">
              <a:defRPr sz="1200" b="0">
                <a:solidFill>
                  <a:srgbClr val="475569"/>
                </a:solidFill>
                <a:latin typeface="Ubuntu Light"/>
                <a:ea typeface="Ubuntu Light"/>
                <a:cs typeface="Ubuntu Light"/>
              </a:defRPr>
            </a:lvl2pPr>
            <a:lvl3pPr algn="l">
              <a:defRPr sz="1200" b="0">
                <a:solidFill>
                  <a:srgbClr val="475569"/>
                </a:solidFill>
                <a:latin typeface="Ubuntu Light"/>
                <a:ea typeface="Ubuntu Light"/>
                <a:cs typeface="Ubuntu Light"/>
              </a:defRPr>
            </a:lvl3pPr>
            <a:lvl4pPr algn="l">
              <a:defRPr sz="1200" b="0">
                <a:solidFill>
                  <a:srgbClr val="475569"/>
                </a:solidFill>
                <a:latin typeface="Ubuntu Light"/>
                <a:ea typeface="Ubuntu Light"/>
                <a:cs typeface="Ubuntu Light"/>
              </a:defRPr>
            </a:lvl4pPr>
            <a:lvl5pPr algn="l">
              <a:defRPr sz="1200" b="0">
                <a:solidFill>
                  <a:srgbClr val="475569"/>
                </a:solidFill>
                <a:latin typeface="Ubuntu Light"/>
                <a:ea typeface="Ubuntu Light"/>
                <a:cs typeface="Ubuntu Light"/>
              </a:defRPr>
            </a:lvl5pPr>
            <a:lvl6pPr algn="l">
              <a:defRPr sz="1200" b="0">
                <a:solidFill>
                  <a:srgbClr val="475569"/>
                </a:solidFill>
                <a:latin typeface="Ubuntu Light"/>
                <a:ea typeface="Ubuntu Light"/>
                <a:cs typeface="Ubuntu Light"/>
              </a:defRPr>
            </a:lvl6pPr>
            <a:lvl7pPr algn="l">
              <a:defRPr sz="1200" b="0">
                <a:solidFill>
                  <a:srgbClr val="475569"/>
                </a:solidFill>
                <a:latin typeface="Ubuntu Light"/>
                <a:ea typeface="Ubuntu Light"/>
                <a:cs typeface="Ubuntu Light"/>
              </a:defRPr>
            </a:lvl7pPr>
            <a:lvl8pPr algn="l">
              <a:defRPr sz="1200" b="0">
                <a:solidFill>
                  <a:srgbClr val="475569"/>
                </a:solidFill>
                <a:latin typeface="Ubuntu Light"/>
                <a:ea typeface="Ubuntu Light"/>
                <a:cs typeface="Ubuntu Light"/>
              </a:defRPr>
            </a:lvl8pPr>
            <a:lvl9pPr algn="l">
              <a:defRPr sz="1200" b="0">
                <a:solidFill>
                  <a:srgbClr val="475569"/>
                </a:solidFill>
                <a:latin typeface="Ubuntu Light"/>
                <a:ea typeface="Ubuntu Light"/>
                <a:cs typeface="Ubuntu Light"/>
              </a:defRPr>
            </a:lvl9pPr>
          </a:lstStyle>
          <a:p>
            <a:pPr algn="l">
              <a:defRPr sz="1200" b="0">
                <a:solidFill>
                  <a:srgbClr val="475569"/>
                </a:solidFill>
                <a:latin typeface="Ubuntu Light"/>
                <a:ea typeface="Ubuntu Light"/>
                <a:cs typeface="Ubuntu Light"/>
              </a:defRPr>
            </a:pPr>
            <a:r>
              <a:rPr b="0">
                <a:latin typeface="Ubuntu Light"/>
                <a:ea typeface="Ubuntu Light"/>
                <a:cs typeface="Ubuntu Light"/>
              </a:rPr>
              <a:t>tests/fixtures/lambdas.py</a:t>
            </a:r>
          </a:p>
        </p:txBody>
      </p:sp>
      <p:sp>
        <p:nvSpPr>
          <p:cNvPr id="3" name="code-background">
            <a:extLst>
              <a:ext uri="{FF2B5EF4-FFF2-40B4-BE49-F238E27FC236}">
                <a16:creationId xmlns:a16="http://schemas.microsoft.com/office/drawing/2014/main" id="{8ADDCDCE-BE42-3523-7F04-8E3311AE3AB5}"/>
              </a:ext>
            </a:extLst>
          </p:cNvPr>
          <p:cNvSpPr>
            <a:spLocks noGrp="1"/>
          </p:cNvSpPr>
          <p:nvPr/>
        </p:nvSpPr>
        <p:spPr>
          <a:xfrm>
            <a:off x="619125" y="1790700"/>
            <a:ext cx="7143750" cy="2724864"/>
          </a:xfrm>
          <a:prstGeom prst="rect">
            <a:avLst/>
          </a:prstGeom>
          <a:solidFill>
            <a:srgbClr val="000000"/>
          </a:solidFill>
          <a:ln w="0">
            <a:noFill/>
          </a:ln>
        </p:spPr>
        <p:txBody>
          <a:bodyPr/>
          <a:lstStyle/>
          <a:p>
            <a:endParaRPr lang="en-US"/>
          </a:p>
        </p:txBody>
      </p:sp>
      <p:sp>
        <p:nvSpPr>
          <p:cNvPr id="4" name="code-line-0">
            <a:extLst>
              <a:ext uri="{FF2B5EF4-FFF2-40B4-BE49-F238E27FC236}">
                <a16:creationId xmlns:a16="http://schemas.microsoft.com/office/drawing/2014/main" id="{74EC9D2B-F18F-454B-298C-7C7D0266FD2C}"/>
              </a:ext>
            </a:extLst>
          </p:cNvPr>
          <p:cNvSpPr>
            <a:spLocks noGrp="1"/>
          </p:cNvSpPr>
          <p:nvPr/>
        </p:nvSpPr>
        <p:spPr>
          <a:xfrm>
            <a:off x="790575" y="1905000"/>
            <a:ext cx="3225784"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err="1">
                <a:solidFill>
                  <a:srgbClr val="9CDCFE"/>
                </a:solidFill>
                <a:latin typeface="Menlo"/>
                <a:ea typeface="Menlo"/>
                <a:cs typeface="Menlo"/>
              </a:rPr>
              <a:t>lambda_client</a:t>
            </a:r>
            <a:r>
              <a:rPr b="0" dirty="0" err="1">
                <a:solidFill>
                  <a:srgbClr val="D4D4D4"/>
                </a:solidFill>
                <a:latin typeface="Menlo"/>
                <a:ea typeface="Menlo"/>
                <a:cs typeface="Menlo"/>
              </a:rPr>
              <a:t>.</a:t>
            </a:r>
            <a:r>
              <a:rPr b="0" dirty="0" err="1">
                <a:solidFill>
                  <a:srgbClr val="DCDCAA"/>
                </a:solidFill>
                <a:latin typeface="Menlo"/>
                <a:ea typeface="Menlo"/>
                <a:cs typeface="Menlo"/>
              </a:rPr>
              <a:t>create_function</a:t>
            </a:r>
            <a:r>
              <a:rPr b="0" dirty="0">
                <a:solidFill>
                  <a:srgbClr val="D4D4D4"/>
                </a:solidFill>
                <a:latin typeface="Menlo"/>
                <a:ea typeface="Menlo"/>
                <a:cs typeface="Menlo"/>
              </a:rPr>
              <a:t>(</a:t>
            </a:r>
          </a:p>
        </p:txBody>
      </p:sp>
      <p:sp>
        <p:nvSpPr>
          <p:cNvPr id="5" name="code-line-1">
            <a:extLst>
              <a:ext uri="{FF2B5EF4-FFF2-40B4-BE49-F238E27FC236}">
                <a16:creationId xmlns:a16="http://schemas.microsoft.com/office/drawing/2014/main" id="{20675DF6-BE0D-AB78-A0A0-A584392DFA40}"/>
              </a:ext>
            </a:extLst>
          </p:cNvPr>
          <p:cNvSpPr>
            <a:spLocks noGrp="1"/>
          </p:cNvSpPr>
          <p:nvPr/>
        </p:nvSpPr>
        <p:spPr>
          <a:xfrm>
            <a:off x="790575" y="2178129"/>
            <a:ext cx="994405"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4D4D4"/>
                </a:solidFill>
                <a:latin typeface="Menlo"/>
                <a:ea typeface="Menlo"/>
                <a:cs typeface="Menlo"/>
              </a:rPr>
              <a:t>    </a:t>
            </a:r>
            <a:r>
              <a:rPr b="0">
                <a:solidFill>
                  <a:srgbClr val="6A9955"/>
                </a:solidFill>
                <a:latin typeface="Menlo"/>
                <a:ea typeface="Menlo"/>
                <a:cs typeface="Menlo"/>
              </a:rPr>
              <a:t># ...</a:t>
            </a:r>
          </a:p>
        </p:txBody>
      </p:sp>
      <p:sp>
        <p:nvSpPr>
          <p:cNvPr id="6" name="code-line-2">
            <a:extLst>
              <a:ext uri="{FF2B5EF4-FFF2-40B4-BE49-F238E27FC236}">
                <a16:creationId xmlns:a16="http://schemas.microsoft.com/office/drawing/2014/main" id="{BAB854B1-EA0C-30B9-FAF6-F4BC9B6ED14D}"/>
              </a:ext>
            </a:extLst>
          </p:cNvPr>
          <p:cNvSpPr>
            <a:spLocks noGrp="1"/>
          </p:cNvSpPr>
          <p:nvPr/>
        </p:nvSpPr>
        <p:spPr>
          <a:xfrm>
            <a:off x="790575" y="2451259"/>
            <a:ext cx="3332040"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9CDCFE"/>
                </a:solidFill>
                <a:latin typeface="Menlo"/>
                <a:ea typeface="Menlo"/>
                <a:cs typeface="Menlo"/>
              </a:rPr>
              <a:t>Environment</a:t>
            </a:r>
            <a:r>
              <a:rPr b="0" dirty="0">
                <a:solidFill>
                  <a:srgbClr val="D4D4D4"/>
                </a:solidFill>
                <a:latin typeface="Menlo"/>
                <a:ea typeface="Menlo"/>
                <a:cs typeface="Menlo"/>
              </a:rPr>
              <a:t>={</a:t>
            </a:r>
            <a:r>
              <a:rPr b="0" dirty="0">
                <a:solidFill>
                  <a:srgbClr val="CE9178"/>
                </a:solidFill>
                <a:latin typeface="Menlo"/>
                <a:ea typeface="Menlo"/>
                <a:cs typeface="Menlo"/>
              </a:rPr>
              <a:t>"Variables"</a:t>
            </a:r>
            <a:r>
              <a:rPr b="0" dirty="0">
                <a:solidFill>
                  <a:srgbClr val="D4D4D4"/>
                </a:solidFill>
                <a:latin typeface="Menlo"/>
                <a:ea typeface="Menlo"/>
                <a:cs typeface="Menlo"/>
              </a:rPr>
              <a:t>: {</a:t>
            </a:r>
          </a:p>
        </p:txBody>
      </p:sp>
      <p:sp>
        <p:nvSpPr>
          <p:cNvPr id="7" name="code-line-3">
            <a:extLst>
              <a:ext uri="{FF2B5EF4-FFF2-40B4-BE49-F238E27FC236}">
                <a16:creationId xmlns:a16="http://schemas.microsoft.com/office/drawing/2014/main" id="{07CAF8F3-BD14-DD22-AD32-2DE7D7ADC87D}"/>
              </a:ext>
            </a:extLst>
          </p:cNvPr>
          <p:cNvSpPr>
            <a:spLocks noGrp="1"/>
          </p:cNvSpPr>
          <p:nvPr/>
        </p:nvSpPr>
        <p:spPr>
          <a:xfrm>
            <a:off x="790575" y="2724388"/>
            <a:ext cx="5032138"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        </a:t>
            </a:r>
          </a:p>
        </p:txBody>
      </p:sp>
      <p:sp>
        <p:nvSpPr>
          <p:cNvPr id="9" name="code-line-5">
            <a:extLst>
              <a:ext uri="{FF2B5EF4-FFF2-40B4-BE49-F238E27FC236}">
                <a16:creationId xmlns:a16="http://schemas.microsoft.com/office/drawing/2014/main" id="{735A268E-B5F5-0653-1A7C-A3957E1E52AB}"/>
              </a:ext>
            </a:extLst>
          </p:cNvPr>
          <p:cNvSpPr>
            <a:spLocks noGrp="1"/>
          </p:cNvSpPr>
          <p:nvPr/>
        </p:nvSpPr>
        <p:spPr>
          <a:xfrm>
            <a:off x="790575" y="2997517"/>
            <a:ext cx="3438296"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CE9178"/>
                </a:solidFill>
                <a:latin typeface="Menlo"/>
                <a:ea typeface="Menlo"/>
                <a:cs typeface="Menlo"/>
              </a:rPr>
              <a:t>"</a:t>
            </a:r>
            <a:r>
              <a:rPr lang="en-HK" dirty="0">
                <a:solidFill>
                  <a:srgbClr val="CE9178"/>
                </a:solidFill>
              </a:rPr>
              <a:t>COVERAGE_CONTEXT</a:t>
            </a:r>
            <a:r>
              <a:rPr b="0" dirty="0">
                <a:solidFill>
                  <a:srgbClr val="CE9178"/>
                </a:solidFill>
                <a:latin typeface="Menlo"/>
                <a:ea typeface="Menlo"/>
                <a:cs typeface="Menlo"/>
              </a:rPr>
              <a:t>"</a:t>
            </a:r>
            <a:r>
              <a:rPr b="0" dirty="0">
                <a:solidFill>
                  <a:srgbClr val="D4D4D4"/>
                </a:solidFill>
                <a:latin typeface="Menlo"/>
                <a:ea typeface="Menlo"/>
                <a:cs typeface="Menlo"/>
              </a:rPr>
              <a:t>: </a:t>
            </a:r>
            <a:r>
              <a:rPr lang="en-HK" dirty="0" err="1">
                <a:solidFill>
                  <a:srgbClr val="9CDCFE"/>
                </a:solidFill>
              </a:rPr>
              <a:t>test_function_name</a:t>
            </a:r>
            <a:r>
              <a:rPr b="0" dirty="0">
                <a:solidFill>
                  <a:srgbClr val="D4D4D4"/>
                </a:solidFill>
                <a:latin typeface="Menlo"/>
                <a:ea typeface="Menlo"/>
                <a:cs typeface="Menlo"/>
              </a:rPr>
              <a:t>,</a:t>
            </a:r>
          </a:p>
        </p:txBody>
      </p:sp>
      <p:sp>
        <p:nvSpPr>
          <p:cNvPr id="10" name="code-line-6">
            <a:extLst>
              <a:ext uri="{FF2B5EF4-FFF2-40B4-BE49-F238E27FC236}">
                <a16:creationId xmlns:a16="http://schemas.microsoft.com/office/drawing/2014/main" id="{231F611E-1B78-0796-9EB4-FFD4FBC21D4B}"/>
              </a:ext>
            </a:extLst>
          </p:cNvPr>
          <p:cNvSpPr>
            <a:spLocks noGrp="1"/>
          </p:cNvSpPr>
          <p:nvPr/>
        </p:nvSpPr>
        <p:spPr>
          <a:xfrm>
            <a:off x="790575" y="3242071"/>
            <a:ext cx="1419430"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6A9955"/>
                </a:solidFill>
                <a:latin typeface="Menlo"/>
                <a:ea typeface="Menlo"/>
                <a:cs typeface="Menlo"/>
              </a:rPr>
              <a:t># ...</a:t>
            </a:r>
          </a:p>
        </p:txBody>
      </p:sp>
      <p:sp>
        <p:nvSpPr>
          <p:cNvPr id="11" name="code-line-7">
            <a:extLst>
              <a:ext uri="{FF2B5EF4-FFF2-40B4-BE49-F238E27FC236}">
                <a16:creationId xmlns:a16="http://schemas.microsoft.com/office/drawing/2014/main" id="{5E253B25-269F-EE01-C4C1-2730D4B5D946}"/>
              </a:ext>
            </a:extLst>
          </p:cNvPr>
          <p:cNvSpPr>
            <a:spLocks noGrp="1"/>
          </p:cNvSpPr>
          <p:nvPr/>
        </p:nvSpPr>
        <p:spPr>
          <a:xfrm>
            <a:off x="790575" y="3537467"/>
            <a:ext cx="781893"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    }},</a:t>
            </a:r>
          </a:p>
        </p:txBody>
      </p:sp>
      <p:sp>
        <p:nvSpPr>
          <p:cNvPr id="12" name="code-line-8">
            <a:extLst>
              <a:ext uri="{FF2B5EF4-FFF2-40B4-BE49-F238E27FC236}">
                <a16:creationId xmlns:a16="http://schemas.microsoft.com/office/drawing/2014/main" id="{244137F0-3669-297E-B7C2-4B486B63167C}"/>
              </a:ext>
            </a:extLst>
          </p:cNvPr>
          <p:cNvSpPr>
            <a:spLocks noGrp="1"/>
          </p:cNvSpPr>
          <p:nvPr/>
        </p:nvSpPr>
        <p:spPr>
          <a:xfrm>
            <a:off x="790575" y="3808928"/>
            <a:ext cx="176213"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a:t>
            </a:r>
          </a:p>
        </p:txBody>
      </p:sp>
      <p:cxnSp>
        <p:nvCxnSpPr>
          <p:cNvPr id="14" name="cue-16-1-leader-0">
            <a:extLst>
              <a:ext uri="{FF2B5EF4-FFF2-40B4-BE49-F238E27FC236}">
                <a16:creationId xmlns:a16="http://schemas.microsoft.com/office/drawing/2014/main" id="{A985DEF9-04B4-2EC1-533A-57CCBDA7E81C}"/>
              </a:ext>
            </a:extLst>
          </p:cNvPr>
          <p:cNvCxnSpPr>
            <a:cxnSpLocks/>
          </p:cNvCxnSpPr>
          <p:nvPr/>
        </p:nvCxnSpPr>
        <p:spPr>
          <a:xfrm flipV="1">
            <a:off x="4657086" y="3294339"/>
            <a:ext cx="0" cy="177879"/>
          </a:xfrm>
          <a:prstGeom prst="straightConnector1">
            <a:avLst/>
          </a:prstGeom>
          <a:ln w="20955">
            <a:solidFill>
              <a:srgbClr val="FF5874"/>
            </a:solidFill>
            <a:tailEnd type="triangle" w="sm" len="sm"/>
          </a:ln>
        </p:spPr>
      </p:cxnSp>
      <p:sp>
        <p:nvSpPr>
          <p:cNvPr id="20" name="code-line-6">
            <a:extLst>
              <a:ext uri="{FF2B5EF4-FFF2-40B4-BE49-F238E27FC236}">
                <a16:creationId xmlns:a16="http://schemas.microsoft.com/office/drawing/2014/main" id="{88C139DD-03F3-A514-067A-61E8035F4CAE}"/>
              </a:ext>
            </a:extLst>
          </p:cNvPr>
          <p:cNvSpPr>
            <a:spLocks noGrp="1"/>
          </p:cNvSpPr>
          <p:nvPr/>
        </p:nvSpPr>
        <p:spPr>
          <a:xfrm>
            <a:off x="790575" y="2716411"/>
            <a:ext cx="1419430"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6A9955"/>
                </a:solidFill>
                <a:latin typeface="Menlo"/>
                <a:ea typeface="Menlo"/>
                <a:cs typeface="Menlo"/>
              </a:rPr>
              <a:t># ...</a:t>
            </a:r>
          </a:p>
        </p:txBody>
      </p:sp>
      <p:sp>
        <p:nvSpPr>
          <p:cNvPr id="21" name="slide-title">
            <a:extLst>
              <a:ext uri="{FF2B5EF4-FFF2-40B4-BE49-F238E27FC236}">
                <a16:creationId xmlns:a16="http://schemas.microsoft.com/office/drawing/2014/main" id="{C402C0B6-8D68-F742-6B38-882867288DFC}"/>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b="0" dirty="0">
                <a:latin typeface="Ubuntu Light"/>
                <a:ea typeface="Ubuntu Light"/>
                <a:cs typeface="Ubuntu Light"/>
              </a:rPr>
              <a:t>Show which test executed each line</a:t>
            </a:r>
            <a:r>
              <a:rPr lang="en-US" b="0" dirty="0">
                <a:latin typeface="Ubuntu Light"/>
                <a:ea typeface="Ubuntu Light"/>
                <a:cs typeface="Ubuntu Light"/>
              </a:rPr>
              <a:t> (1)</a:t>
            </a:r>
            <a:endParaRPr b="0" dirty="0">
              <a:latin typeface="Ubuntu Light"/>
              <a:ea typeface="Ubuntu Light"/>
              <a:cs typeface="Ubuntu Light"/>
            </a:endParaRPr>
          </a:p>
        </p:txBody>
      </p:sp>
      <p:sp>
        <p:nvSpPr>
          <p:cNvPr id="22" name="cue-23-1-focus">
            <a:extLst>
              <a:ext uri="{FF2B5EF4-FFF2-40B4-BE49-F238E27FC236}">
                <a16:creationId xmlns:a16="http://schemas.microsoft.com/office/drawing/2014/main" id="{87B9751B-58ED-9AB8-3EB4-23D347B23AC5}"/>
              </a:ext>
            </a:extLst>
          </p:cNvPr>
          <p:cNvSpPr>
            <a:spLocks noGrp="1"/>
          </p:cNvSpPr>
          <p:nvPr/>
        </p:nvSpPr>
        <p:spPr>
          <a:xfrm>
            <a:off x="3723203" y="2959417"/>
            <a:ext cx="1976139" cy="282654"/>
          </a:xfrm>
          <a:prstGeom prst="rect">
            <a:avLst/>
          </a:prstGeom>
          <a:noFill/>
          <a:ln w="20955">
            <a:solidFill>
              <a:srgbClr val="FF5874"/>
            </a:solidFill>
          </a:ln>
        </p:spPr>
        <p:txBody>
          <a:bodyPr/>
          <a:lstStyle/>
          <a:p>
            <a:endParaRPr lang="en-US"/>
          </a:p>
        </p:txBody>
      </p:sp>
      <p:sp>
        <p:nvSpPr>
          <p:cNvPr id="23" name="cue-23-1-label">
            <a:extLst>
              <a:ext uri="{FF2B5EF4-FFF2-40B4-BE49-F238E27FC236}">
                <a16:creationId xmlns:a16="http://schemas.microsoft.com/office/drawing/2014/main" id="{E72322E5-E93E-ECB2-FF78-2FB3D5C08333}"/>
              </a:ext>
            </a:extLst>
          </p:cNvPr>
          <p:cNvSpPr>
            <a:spLocks noGrp="1"/>
          </p:cNvSpPr>
          <p:nvPr/>
        </p:nvSpPr>
        <p:spPr>
          <a:xfrm>
            <a:off x="3572296" y="3499246"/>
            <a:ext cx="2190750" cy="460534"/>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lang="en-US" b="0" dirty="0">
                <a:latin typeface="Ubuntu Light"/>
                <a:ea typeface="Ubuntu Light"/>
                <a:cs typeface="Ubuntu Light"/>
              </a:rPr>
              <a:t>Use test function name</a:t>
            </a:r>
          </a:p>
          <a:p>
            <a:pPr algn="ctr">
              <a:defRPr sz="1350" b="0">
                <a:solidFill>
                  <a:srgbClr val="FFFFFF"/>
                </a:solidFill>
                <a:latin typeface="Ubuntu Light"/>
                <a:ea typeface="Ubuntu Light"/>
                <a:cs typeface="Ubuntu Light"/>
              </a:defRPr>
            </a:pPr>
            <a:r>
              <a:rPr lang="en-US" dirty="0"/>
              <a:t>to correlate line hit</a:t>
            </a:r>
            <a:endParaRPr b="0" dirty="0">
              <a:latin typeface="Ubuntu Light"/>
              <a:ea typeface="Ubuntu Light"/>
              <a:cs typeface="Ubuntu Light"/>
            </a:endParaRPr>
          </a:p>
        </p:txBody>
      </p:sp>
    </p:spTree>
    <p:extLst>
      <p:ext uri="{BB962C8B-B14F-4D97-AF65-F5344CB8AC3E}">
        <p14:creationId xmlns:p14="http://schemas.microsoft.com/office/powerpoint/2010/main" val="2696869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2" grpId="0" animBg="1"/>
      <p:bldP spid="2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title">
            <a:extLst>
              <a:ext uri="{FF2B5EF4-FFF2-40B4-BE49-F238E27FC236}">
                <a16:creationId xmlns:a16="http://schemas.microsoft.com/office/drawing/2014/main" id="{D7F1E6F9-5FCD-4E13-B641-828ACE5CECA3}"/>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b="0" dirty="0">
                <a:latin typeface="Ubuntu Light"/>
                <a:ea typeface="Ubuntu Light"/>
                <a:cs typeface="Ubuntu Light"/>
              </a:rPr>
              <a:t>Show which test executed each line</a:t>
            </a:r>
            <a:r>
              <a:rPr lang="en-US" b="0" dirty="0">
                <a:latin typeface="Ubuntu Light"/>
                <a:ea typeface="Ubuntu Light"/>
                <a:cs typeface="Ubuntu Light"/>
              </a:rPr>
              <a:t> (2)</a:t>
            </a:r>
            <a:endParaRPr b="0" dirty="0">
              <a:latin typeface="Ubuntu Light"/>
              <a:ea typeface="Ubuntu Light"/>
              <a:cs typeface="Ubuntu Light"/>
            </a:endParaRPr>
          </a:p>
        </p:txBody>
      </p:sp>
      <p:sp>
        <p:nvSpPr>
          <p:cNvPr id="5" name="source-label">
            <a:extLst>
              <a:ext uri="{FF2B5EF4-FFF2-40B4-BE49-F238E27FC236}">
                <a16:creationId xmlns:a16="http://schemas.microsoft.com/office/drawing/2014/main" id="{959DFA46-AD61-4D17-8EB5-41964A64CBD9}"/>
              </a:ext>
            </a:extLst>
          </p:cNvPr>
          <p:cNvSpPr>
            <a:spLocks noGrp="1"/>
          </p:cNvSpPr>
          <p:nvPr/>
        </p:nvSpPr>
        <p:spPr>
          <a:xfrm>
            <a:off x="619125" y="1311079"/>
            <a:ext cx="1381125" cy="219075"/>
          </a:xfrm>
          <a:prstGeom prst="rect">
            <a:avLst/>
          </a:prstGeom>
          <a:noFill/>
          <a:ln w="0">
            <a:noFill/>
          </a:ln>
        </p:spPr>
        <p:txBody>
          <a:bodyPr wrap="none" lIns="0" tIns="0" rIns="0" bIns="0" anchor="t">
            <a:noAutofit/>
          </a:bodyPr>
          <a:lstStyle>
            <a:defPPr algn="l">
              <a:defRPr sz="1200" b="0">
                <a:solidFill>
                  <a:srgbClr val="475569"/>
                </a:solidFill>
                <a:latin typeface="Ubuntu Light"/>
                <a:ea typeface="Ubuntu Light"/>
                <a:cs typeface="Ubuntu Light"/>
              </a:defRPr>
            </a:defPPr>
            <a:lvl1pPr algn="l">
              <a:defRPr sz="1200" b="0">
                <a:solidFill>
                  <a:srgbClr val="475569"/>
                </a:solidFill>
                <a:latin typeface="Ubuntu Light"/>
                <a:ea typeface="Ubuntu Light"/>
                <a:cs typeface="Ubuntu Light"/>
              </a:defRPr>
            </a:lvl1pPr>
            <a:lvl2pPr algn="l">
              <a:defRPr sz="1200" b="0">
                <a:solidFill>
                  <a:srgbClr val="475569"/>
                </a:solidFill>
                <a:latin typeface="Ubuntu Light"/>
                <a:ea typeface="Ubuntu Light"/>
                <a:cs typeface="Ubuntu Light"/>
              </a:defRPr>
            </a:lvl2pPr>
            <a:lvl3pPr algn="l">
              <a:defRPr sz="1200" b="0">
                <a:solidFill>
                  <a:srgbClr val="475569"/>
                </a:solidFill>
                <a:latin typeface="Ubuntu Light"/>
                <a:ea typeface="Ubuntu Light"/>
                <a:cs typeface="Ubuntu Light"/>
              </a:defRPr>
            </a:lvl3pPr>
            <a:lvl4pPr algn="l">
              <a:defRPr sz="1200" b="0">
                <a:solidFill>
                  <a:srgbClr val="475569"/>
                </a:solidFill>
                <a:latin typeface="Ubuntu Light"/>
                <a:ea typeface="Ubuntu Light"/>
                <a:cs typeface="Ubuntu Light"/>
              </a:defRPr>
            </a:lvl4pPr>
            <a:lvl5pPr algn="l">
              <a:defRPr sz="1200" b="0">
                <a:solidFill>
                  <a:srgbClr val="475569"/>
                </a:solidFill>
                <a:latin typeface="Ubuntu Light"/>
                <a:ea typeface="Ubuntu Light"/>
                <a:cs typeface="Ubuntu Light"/>
              </a:defRPr>
            </a:lvl5pPr>
            <a:lvl6pPr algn="l">
              <a:defRPr sz="1200" b="0">
                <a:solidFill>
                  <a:srgbClr val="475569"/>
                </a:solidFill>
                <a:latin typeface="Ubuntu Light"/>
                <a:ea typeface="Ubuntu Light"/>
                <a:cs typeface="Ubuntu Light"/>
              </a:defRPr>
            </a:lvl6pPr>
            <a:lvl7pPr algn="l">
              <a:defRPr sz="1200" b="0">
                <a:solidFill>
                  <a:srgbClr val="475569"/>
                </a:solidFill>
                <a:latin typeface="Ubuntu Light"/>
                <a:ea typeface="Ubuntu Light"/>
                <a:cs typeface="Ubuntu Light"/>
              </a:defRPr>
            </a:lvl7pPr>
            <a:lvl8pPr algn="l">
              <a:defRPr sz="1200" b="0">
                <a:solidFill>
                  <a:srgbClr val="475569"/>
                </a:solidFill>
                <a:latin typeface="Ubuntu Light"/>
                <a:ea typeface="Ubuntu Light"/>
                <a:cs typeface="Ubuntu Light"/>
              </a:defRPr>
            </a:lvl8pPr>
            <a:lvl9pPr algn="l">
              <a:defRPr sz="1200" b="0">
                <a:solidFill>
                  <a:srgbClr val="475569"/>
                </a:solidFill>
                <a:latin typeface="Ubuntu Light"/>
                <a:ea typeface="Ubuntu Light"/>
                <a:cs typeface="Ubuntu Light"/>
              </a:defRPr>
            </a:lvl9pPr>
          </a:lstStyle>
          <a:p>
            <a:pPr algn="l">
              <a:defRPr sz="1200" b="0">
                <a:solidFill>
                  <a:srgbClr val="475569"/>
                </a:solidFill>
                <a:latin typeface="Ubuntu Light"/>
                <a:ea typeface="Ubuntu Light"/>
                <a:cs typeface="Ubuntu Light"/>
              </a:defRPr>
            </a:pPr>
            <a:r>
              <a:rPr b="0" dirty="0" err="1">
                <a:latin typeface="Ubuntu Light"/>
                <a:ea typeface="Ubuntu Light"/>
                <a:cs typeface="Ubuntu Light"/>
              </a:rPr>
              <a:t>pyproject.toml</a:t>
            </a:r>
            <a:endParaRPr b="0" dirty="0">
              <a:latin typeface="Ubuntu Light"/>
              <a:ea typeface="Ubuntu Light"/>
              <a:cs typeface="Ubuntu Light"/>
            </a:endParaRPr>
          </a:p>
        </p:txBody>
      </p:sp>
      <p:sp>
        <p:nvSpPr>
          <p:cNvPr id="6" name="code-background">
            <a:extLst>
              <a:ext uri="{FF2B5EF4-FFF2-40B4-BE49-F238E27FC236}">
                <a16:creationId xmlns:a16="http://schemas.microsoft.com/office/drawing/2014/main" id="{132664E2-711A-4E4B-AE9B-A23626BD4216}"/>
              </a:ext>
            </a:extLst>
          </p:cNvPr>
          <p:cNvSpPr>
            <a:spLocks noGrp="1"/>
          </p:cNvSpPr>
          <p:nvPr/>
        </p:nvSpPr>
        <p:spPr>
          <a:xfrm>
            <a:off x="619125" y="1644454"/>
            <a:ext cx="5334000" cy="812959"/>
          </a:xfrm>
          <a:prstGeom prst="rect">
            <a:avLst/>
          </a:prstGeom>
          <a:solidFill>
            <a:srgbClr val="000000"/>
          </a:solidFill>
          <a:ln w="0">
            <a:noFill/>
          </a:ln>
        </p:spPr>
        <p:txBody>
          <a:bodyPr/>
          <a:lstStyle/>
          <a:p>
            <a:endParaRPr lang="en-US"/>
          </a:p>
        </p:txBody>
      </p:sp>
      <p:sp>
        <p:nvSpPr>
          <p:cNvPr id="7" name="code-line-0">
            <a:extLst>
              <a:ext uri="{FF2B5EF4-FFF2-40B4-BE49-F238E27FC236}">
                <a16:creationId xmlns:a16="http://schemas.microsoft.com/office/drawing/2014/main" id="{8CE962D9-6A18-4CE4-9521-A00679BD2613}"/>
              </a:ext>
            </a:extLst>
          </p:cNvPr>
          <p:cNvSpPr>
            <a:spLocks noGrp="1"/>
          </p:cNvSpPr>
          <p:nvPr/>
        </p:nvSpPr>
        <p:spPr>
          <a:xfrm>
            <a:off x="790575" y="1758754"/>
            <a:ext cx="2056967"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4D4D4"/>
                </a:solidFill>
                <a:latin typeface="Menlo"/>
                <a:ea typeface="Menlo"/>
                <a:cs typeface="Menlo"/>
              </a:rPr>
              <a:t>[tool.coverage.run]</a:t>
            </a:r>
          </a:p>
        </p:txBody>
      </p:sp>
      <p:sp>
        <p:nvSpPr>
          <p:cNvPr id="8" name="code-line-1">
            <a:extLst>
              <a:ext uri="{FF2B5EF4-FFF2-40B4-BE49-F238E27FC236}">
                <a16:creationId xmlns:a16="http://schemas.microsoft.com/office/drawing/2014/main" id="{9934B242-DCCF-4614-BFC2-3222119DB6C0}"/>
              </a:ext>
            </a:extLst>
          </p:cNvPr>
          <p:cNvSpPr>
            <a:spLocks noGrp="1"/>
          </p:cNvSpPr>
          <p:nvPr/>
        </p:nvSpPr>
        <p:spPr>
          <a:xfrm>
            <a:off x="790575" y="2031883"/>
            <a:ext cx="3438296"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9CDCFE"/>
                </a:solidFill>
                <a:latin typeface="Menlo"/>
                <a:ea typeface="Menlo"/>
                <a:cs typeface="Menlo"/>
              </a:rPr>
              <a:t>context</a:t>
            </a:r>
            <a:r>
              <a:rPr b="0" dirty="0">
                <a:solidFill>
                  <a:srgbClr val="D4D4D4"/>
                </a:solidFill>
                <a:latin typeface="Menlo"/>
                <a:ea typeface="Menlo"/>
                <a:cs typeface="Menlo"/>
              </a:rPr>
              <a:t> = </a:t>
            </a:r>
            <a:r>
              <a:rPr b="0" dirty="0">
                <a:solidFill>
                  <a:srgbClr val="CE9178"/>
                </a:solidFill>
                <a:latin typeface="Menlo"/>
                <a:ea typeface="Menlo"/>
                <a:cs typeface="Menlo"/>
              </a:rPr>
              <a:t>"${COVERAGE_CONTEXT-}"</a:t>
            </a:r>
          </a:p>
        </p:txBody>
      </p:sp>
      <p:sp>
        <p:nvSpPr>
          <p:cNvPr id="12" name="cue-23-2-focus">
            <a:extLst>
              <a:ext uri="{FF2B5EF4-FFF2-40B4-BE49-F238E27FC236}">
                <a16:creationId xmlns:a16="http://schemas.microsoft.com/office/drawing/2014/main" id="{6E475C40-33DE-4164-88D8-7F4470A7F765}"/>
              </a:ext>
            </a:extLst>
          </p:cNvPr>
          <p:cNvSpPr>
            <a:spLocks noGrp="1"/>
          </p:cNvSpPr>
          <p:nvPr/>
        </p:nvSpPr>
        <p:spPr>
          <a:xfrm>
            <a:off x="1921293" y="2022358"/>
            <a:ext cx="2201323" cy="282654"/>
          </a:xfrm>
          <a:prstGeom prst="rect">
            <a:avLst/>
          </a:prstGeom>
          <a:noFill/>
          <a:ln w="20955">
            <a:solidFill>
              <a:srgbClr val="FF5874"/>
            </a:solidFill>
          </a:ln>
        </p:spPr>
        <p:txBody>
          <a:bodyPr/>
          <a:lstStyle/>
          <a:p>
            <a:endParaRPr lang="en-US"/>
          </a:p>
        </p:txBody>
      </p:sp>
      <p:cxnSp>
        <p:nvCxnSpPr>
          <p:cNvPr id="13" name="cue-23-2-leader-0">
            <a:extLst>
              <a:ext uri="{FF2B5EF4-FFF2-40B4-BE49-F238E27FC236}">
                <a16:creationId xmlns:a16="http://schemas.microsoft.com/office/drawing/2014/main" id="{DDD5BD4B-0823-447B-A5B0-99FA33E87329}"/>
              </a:ext>
            </a:extLst>
          </p:cNvPr>
          <p:cNvCxnSpPr>
            <a:cxnSpLocks/>
            <a:stCxn id="8" idx="3"/>
          </p:cNvCxnSpPr>
          <p:nvPr/>
        </p:nvCxnSpPr>
        <p:spPr>
          <a:xfrm>
            <a:off x="4228871" y="2182735"/>
            <a:ext cx="686260" cy="0"/>
          </a:xfrm>
          <a:prstGeom prst="straightConnector1">
            <a:avLst/>
          </a:prstGeom>
          <a:ln w="20955">
            <a:solidFill>
              <a:srgbClr val="FF5874"/>
            </a:solidFill>
            <a:headEnd type="triangle" w="sm" len="sm"/>
          </a:ln>
        </p:spPr>
      </p:cxnSp>
      <p:sp>
        <p:nvSpPr>
          <p:cNvPr id="14" name="cue-23-2-label">
            <a:extLst>
              <a:ext uri="{FF2B5EF4-FFF2-40B4-BE49-F238E27FC236}">
                <a16:creationId xmlns:a16="http://schemas.microsoft.com/office/drawing/2014/main" id="{CAF291E5-1B82-42A5-AA3F-97763AA4CD76}"/>
              </a:ext>
            </a:extLst>
          </p:cNvPr>
          <p:cNvSpPr>
            <a:spLocks noGrp="1"/>
          </p:cNvSpPr>
          <p:nvPr/>
        </p:nvSpPr>
        <p:spPr>
          <a:xfrm>
            <a:off x="5021386" y="2038312"/>
            <a:ext cx="2762250" cy="266700"/>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b="0" dirty="0">
                <a:latin typeface="Ubuntu Light"/>
                <a:ea typeface="Ubuntu Light"/>
                <a:cs typeface="Ubuntu Light"/>
              </a:rPr>
              <a:t>Tag lines with </a:t>
            </a:r>
            <a:r>
              <a:rPr lang="en-US" b="0" dirty="0">
                <a:latin typeface="Ubuntu Light"/>
                <a:ea typeface="Ubuntu Light"/>
                <a:cs typeface="Ubuntu Light"/>
              </a:rPr>
              <a:t>test function name</a:t>
            </a:r>
            <a:endParaRPr b="0" dirty="0">
              <a:latin typeface="Ubuntu Light"/>
              <a:ea typeface="Ubuntu Light"/>
              <a:cs typeface="Ubuntu Light"/>
            </a:endParaRPr>
          </a:p>
        </p:txBody>
      </p:sp>
      <p:sp>
        <p:nvSpPr>
          <p:cNvPr id="18" name="source-label">
            <a:extLst>
              <a:ext uri="{FF2B5EF4-FFF2-40B4-BE49-F238E27FC236}">
                <a16:creationId xmlns:a16="http://schemas.microsoft.com/office/drawing/2014/main" id="{424D870E-75BA-372E-13B9-8A25ED7C2B63}"/>
              </a:ext>
            </a:extLst>
          </p:cNvPr>
          <p:cNvSpPr>
            <a:spLocks noGrp="1"/>
          </p:cNvSpPr>
          <p:nvPr/>
        </p:nvSpPr>
        <p:spPr>
          <a:xfrm>
            <a:off x="619125" y="2820285"/>
            <a:ext cx="1781175" cy="219075"/>
          </a:xfrm>
          <a:prstGeom prst="rect">
            <a:avLst/>
          </a:prstGeom>
          <a:noFill/>
          <a:ln w="0">
            <a:noFill/>
          </a:ln>
        </p:spPr>
        <p:txBody>
          <a:bodyPr wrap="none" lIns="0" tIns="0" rIns="0" bIns="0" anchor="t">
            <a:noAutofit/>
          </a:bodyPr>
          <a:lstStyle>
            <a:defPPr algn="l">
              <a:defRPr sz="1200" b="0">
                <a:solidFill>
                  <a:srgbClr val="475569"/>
                </a:solidFill>
                <a:latin typeface="Ubuntu Light"/>
                <a:ea typeface="Ubuntu Light"/>
                <a:cs typeface="Ubuntu Light"/>
              </a:defRPr>
            </a:defPPr>
            <a:lvl1pPr algn="l">
              <a:defRPr sz="1200" b="0">
                <a:solidFill>
                  <a:srgbClr val="475569"/>
                </a:solidFill>
                <a:latin typeface="Ubuntu Light"/>
                <a:ea typeface="Ubuntu Light"/>
                <a:cs typeface="Ubuntu Light"/>
              </a:defRPr>
            </a:lvl1pPr>
            <a:lvl2pPr algn="l">
              <a:defRPr sz="1200" b="0">
                <a:solidFill>
                  <a:srgbClr val="475569"/>
                </a:solidFill>
                <a:latin typeface="Ubuntu Light"/>
                <a:ea typeface="Ubuntu Light"/>
                <a:cs typeface="Ubuntu Light"/>
              </a:defRPr>
            </a:lvl2pPr>
            <a:lvl3pPr algn="l">
              <a:defRPr sz="1200" b="0">
                <a:solidFill>
                  <a:srgbClr val="475569"/>
                </a:solidFill>
                <a:latin typeface="Ubuntu Light"/>
                <a:ea typeface="Ubuntu Light"/>
                <a:cs typeface="Ubuntu Light"/>
              </a:defRPr>
            </a:lvl3pPr>
            <a:lvl4pPr algn="l">
              <a:defRPr sz="1200" b="0">
                <a:solidFill>
                  <a:srgbClr val="475569"/>
                </a:solidFill>
                <a:latin typeface="Ubuntu Light"/>
                <a:ea typeface="Ubuntu Light"/>
                <a:cs typeface="Ubuntu Light"/>
              </a:defRPr>
            </a:lvl4pPr>
            <a:lvl5pPr algn="l">
              <a:defRPr sz="1200" b="0">
                <a:solidFill>
                  <a:srgbClr val="475569"/>
                </a:solidFill>
                <a:latin typeface="Ubuntu Light"/>
                <a:ea typeface="Ubuntu Light"/>
                <a:cs typeface="Ubuntu Light"/>
              </a:defRPr>
            </a:lvl5pPr>
            <a:lvl6pPr algn="l">
              <a:defRPr sz="1200" b="0">
                <a:solidFill>
                  <a:srgbClr val="475569"/>
                </a:solidFill>
                <a:latin typeface="Ubuntu Light"/>
                <a:ea typeface="Ubuntu Light"/>
                <a:cs typeface="Ubuntu Light"/>
              </a:defRPr>
            </a:lvl6pPr>
            <a:lvl7pPr algn="l">
              <a:defRPr sz="1200" b="0">
                <a:solidFill>
                  <a:srgbClr val="475569"/>
                </a:solidFill>
                <a:latin typeface="Ubuntu Light"/>
                <a:ea typeface="Ubuntu Light"/>
                <a:cs typeface="Ubuntu Light"/>
              </a:defRPr>
            </a:lvl7pPr>
            <a:lvl8pPr algn="l">
              <a:defRPr sz="1200" b="0">
                <a:solidFill>
                  <a:srgbClr val="475569"/>
                </a:solidFill>
                <a:latin typeface="Ubuntu Light"/>
                <a:ea typeface="Ubuntu Light"/>
                <a:cs typeface="Ubuntu Light"/>
              </a:defRPr>
            </a:lvl8pPr>
            <a:lvl9pPr algn="l">
              <a:defRPr sz="1200" b="0">
                <a:solidFill>
                  <a:srgbClr val="475569"/>
                </a:solidFill>
                <a:latin typeface="Ubuntu Light"/>
                <a:ea typeface="Ubuntu Light"/>
                <a:cs typeface="Ubuntu Light"/>
              </a:defRPr>
            </a:lvl9pPr>
          </a:lstStyle>
          <a:p>
            <a:pPr algn="l">
              <a:defRPr sz="1200" b="0">
                <a:solidFill>
                  <a:srgbClr val="475569"/>
                </a:solidFill>
                <a:latin typeface="Ubuntu Light"/>
                <a:ea typeface="Ubuntu Light"/>
                <a:cs typeface="Ubuntu Light"/>
              </a:defRPr>
            </a:pPr>
            <a:r>
              <a:rPr b="0" dirty="0">
                <a:latin typeface="Ubuntu Light"/>
                <a:ea typeface="Ubuntu Light"/>
                <a:cs typeface="Ubuntu Light"/>
              </a:rPr>
              <a:t>tests/fixtures/</a:t>
            </a:r>
            <a:r>
              <a:rPr b="0" dirty="0" err="1">
                <a:latin typeface="Ubuntu Light"/>
                <a:ea typeface="Ubuntu Light"/>
                <a:cs typeface="Ubuntu Light"/>
              </a:rPr>
              <a:t>lambdas.py</a:t>
            </a:r>
            <a:endParaRPr b="0" dirty="0">
              <a:latin typeface="Ubuntu Light"/>
              <a:ea typeface="Ubuntu Light"/>
              <a:cs typeface="Ubuntu Light"/>
            </a:endParaRPr>
          </a:p>
        </p:txBody>
      </p:sp>
      <p:sp>
        <p:nvSpPr>
          <p:cNvPr id="19" name="code-background">
            <a:extLst>
              <a:ext uri="{FF2B5EF4-FFF2-40B4-BE49-F238E27FC236}">
                <a16:creationId xmlns:a16="http://schemas.microsoft.com/office/drawing/2014/main" id="{D0517DFC-2F43-0D36-B1A9-F7AA593D2E6E}"/>
              </a:ext>
            </a:extLst>
          </p:cNvPr>
          <p:cNvSpPr>
            <a:spLocks noGrp="1"/>
          </p:cNvSpPr>
          <p:nvPr/>
        </p:nvSpPr>
        <p:spPr>
          <a:xfrm>
            <a:off x="619125" y="3133649"/>
            <a:ext cx="7143750" cy="1153724"/>
          </a:xfrm>
          <a:prstGeom prst="rect">
            <a:avLst/>
          </a:prstGeom>
          <a:solidFill>
            <a:srgbClr val="000000"/>
          </a:solidFill>
          <a:ln w="0">
            <a:noFill/>
          </a:ln>
        </p:spPr>
        <p:txBody>
          <a:bodyPr/>
          <a:lstStyle/>
          <a:p>
            <a:endParaRPr lang="en-US"/>
          </a:p>
        </p:txBody>
      </p:sp>
      <p:sp>
        <p:nvSpPr>
          <p:cNvPr id="20" name="code-line-0">
            <a:extLst>
              <a:ext uri="{FF2B5EF4-FFF2-40B4-BE49-F238E27FC236}">
                <a16:creationId xmlns:a16="http://schemas.microsoft.com/office/drawing/2014/main" id="{353710C3-CC1D-87FD-291A-A4DE7405A8AB}"/>
              </a:ext>
            </a:extLst>
          </p:cNvPr>
          <p:cNvSpPr>
            <a:spLocks noGrp="1"/>
          </p:cNvSpPr>
          <p:nvPr/>
        </p:nvSpPr>
        <p:spPr>
          <a:xfrm>
            <a:off x="790575" y="3315585"/>
            <a:ext cx="6625981"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569CD6"/>
                </a:solidFill>
                <a:latin typeface="Menlo"/>
                <a:ea typeface="Menlo"/>
                <a:cs typeface="Menlo"/>
              </a:rPr>
              <a:t>ENTRYPOINT</a:t>
            </a:r>
            <a:r>
              <a:rPr b="0" dirty="0">
                <a:solidFill>
                  <a:srgbClr val="D4D4D4"/>
                </a:solidFill>
                <a:latin typeface="Menlo"/>
                <a:ea typeface="Menlo"/>
                <a:cs typeface="Menlo"/>
              </a:rPr>
              <a:t> [</a:t>
            </a:r>
            <a:r>
              <a:rPr b="0" dirty="0">
                <a:solidFill>
                  <a:srgbClr val="CE9178"/>
                </a:solidFill>
                <a:latin typeface="Menlo"/>
                <a:ea typeface="Menlo"/>
                <a:cs typeface="Menlo"/>
              </a:rPr>
              <a:t>"/var/lang/bin/python3"</a:t>
            </a:r>
            <a:r>
              <a:rPr b="0" dirty="0">
                <a:solidFill>
                  <a:srgbClr val="D4D4D4"/>
                </a:solidFill>
                <a:latin typeface="Menlo"/>
                <a:ea typeface="Menlo"/>
                <a:cs typeface="Menlo"/>
              </a:rPr>
              <a:t>, </a:t>
            </a:r>
            <a:r>
              <a:rPr b="0" dirty="0">
                <a:solidFill>
                  <a:srgbClr val="CE9178"/>
                </a:solidFill>
                <a:latin typeface="Menlo"/>
                <a:ea typeface="Menlo"/>
                <a:cs typeface="Menlo"/>
              </a:rPr>
              <a:t>"-m"</a:t>
            </a:r>
            <a:r>
              <a:rPr b="0" dirty="0">
                <a:solidFill>
                  <a:srgbClr val="D4D4D4"/>
                </a:solidFill>
                <a:latin typeface="Menlo"/>
                <a:ea typeface="Menlo"/>
                <a:cs typeface="Menlo"/>
              </a:rPr>
              <a:t>, </a:t>
            </a:r>
            <a:r>
              <a:rPr b="0" dirty="0">
                <a:solidFill>
                  <a:srgbClr val="CE9178"/>
                </a:solidFill>
                <a:latin typeface="Menlo"/>
                <a:ea typeface="Menlo"/>
                <a:cs typeface="Menlo"/>
              </a:rPr>
              <a:t>"coverage"</a:t>
            </a:r>
            <a:r>
              <a:rPr b="0" dirty="0">
                <a:solidFill>
                  <a:srgbClr val="D4D4D4"/>
                </a:solidFill>
                <a:latin typeface="Menlo"/>
                <a:ea typeface="Menlo"/>
                <a:cs typeface="Menlo"/>
              </a:rPr>
              <a:t>, </a:t>
            </a:r>
            <a:r>
              <a:rPr b="0" dirty="0">
                <a:solidFill>
                  <a:srgbClr val="CE9178"/>
                </a:solidFill>
                <a:latin typeface="Menlo"/>
                <a:ea typeface="Menlo"/>
                <a:cs typeface="Menlo"/>
              </a:rPr>
              <a:t>"run"</a:t>
            </a:r>
            <a:r>
              <a:rPr b="0" dirty="0">
                <a:solidFill>
                  <a:srgbClr val="D4D4D4"/>
                </a:solidFill>
                <a:latin typeface="Menlo"/>
                <a:ea typeface="Menlo"/>
                <a:cs typeface="Menlo"/>
              </a:rPr>
              <a:t>, </a:t>
            </a:r>
          </a:p>
        </p:txBody>
      </p:sp>
      <p:sp>
        <p:nvSpPr>
          <p:cNvPr id="21" name="code-line-1">
            <a:extLst>
              <a:ext uri="{FF2B5EF4-FFF2-40B4-BE49-F238E27FC236}">
                <a16:creationId xmlns:a16="http://schemas.microsoft.com/office/drawing/2014/main" id="{0336E702-4098-5B86-2589-533E995A594D}"/>
              </a:ext>
            </a:extLst>
          </p:cNvPr>
          <p:cNvSpPr>
            <a:spLocks noGrp="1"/>
          </p:cNvSpPr>
          <p:nvPr/>
        </p:nvSpPr>
        <p:spPr>
          <a:xfrm>
            <a:off x="790575" y="3588714"/>
            <a:ext cx="6625981"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CE9178"/>
                </a:solidFill>
                <a:latin typeface="Menlo"/>
                <a:ea typeface="Menlo"/>
                <a:cs typeface="Menlo"/>
              </a:rPr>
              <a:t>"--</a:t>
            </a:r>
            <a:r>
              <a:rPr b="0" dirty="0" err="1">
                <a:solidFill>
                  <a:srgbClr val="CE9178"/>
                </a:solidFill>
                <a:latin typeface="Menlo"/>
                <a:ea typeface="Menlo"/>
                <a:cs typeface="Menlo"/>
              </a:rPr>
              <a:t>rcfile</a:t>
            </a:r>
            <a:r>
              <a:rPr b="0" dirty="0">
                <a:solidFill>
                  <a:srgbClr val="CE9178"/>
                </a:solidFill>
                <a:latin typeface="Menlo"/>
                <a:ea typeface="Menlo"/>
                <a:cs typeface="Menlo"/>
              </a:rPr>
              <a:t>=/build/</a:t>
            </a:r>
            <a:r>
              <a:rPr b="0" dirty="0" err="1">
                <a:solidFill>
                  <a:srgbClr val="CE9178"/>
                </a:solidFill>
                <a:latin typeface="Menlo"/>
                <a:ea typeface="Menlo"/>
                <a:cs typeface="Menlo"/>
              </a:rPr>
              <a:t>pyproject.toml</a:t>
            </a:r>
            <a:r>
              <a:rPr b="0" dirty="0">
                <a:solidFill>
                  <a:srgbClr val="CE9178"/>
                </a:solidFill>
                <a:latin typeface="Menlo"/>
                <a:ea typeface="Menlo"/>
                <a:cs typeface="Menlo"/>
              </a:rPr>
              <a:t>"</a:t>
            </a:r>
            <a:r>
              <a:rPr b="0" dirty="0">
                <a:solidFill>
                  <a:srgbClr val="D4D4D4"/>
                </a:solidFill>
                <a:latin typeface="Menlo"/>
                <a:ea typeface="Menlo"/>
                <a:cs typeface="Menlo"/>
              </a:rPr>
              <a:t>, </a:t>
            </a:r>
            <a:r>
              <a:rPr b="0" dirty="0">
                <a:solidFill>
                  <a:srgbClr val="CE9178"/>
                </a:solidFill>
                <a:latin typeface="Menlo"/>
                <a:ea typeface="Menlo"/>
                <a:cs typeface="Menlo"/>
              </a:rPr>
              <a:t>"--save-signal=USR1"</a:t>
            </a:r>
            <a:r>
              <a:rPr b="0" dirty="0">
                <a:solidFill>
                  <a:srgbClr val="D4D4D4"/>
                </a:solidFill>
                <a:latin typeface="Menlo"/>
                <a:ea typeface="Menlo"/>
                <a:cs typeface="Menlo"/>
              </a:rPr>
              <a:t>, </a:t>
            </a:r>
            <a:r>
              <a:rPr b="0" dirty="0">
                <a:solidFill>
                  <a:srgbClr val="CE9178"/>
                </a:solidFill>
                <a:latin typeface="Menlo"/>
                <a:ea typeface="Menlo"/>
                <a:cs typeface="Menlo"/>
              </a:rPr>
              <a:t>"-m"</a:t>
            </a:r>
            <a:r>
              <a:rPr b="0" dirty="0">
                <a:solidFill>
                  <a:srgbClr val="D4D4D4"/>
                </a:solidFill>
                <a:latin typeface="Menlo"/>
                <a:ea typeface="Menlo"/>
                <a:cs typeface="Menlo"/>
              </a:rPr>
              <a:t>, </a:t>
            </a:r>
          </a:p>
        </p:txBody>
      </p:sp>
      <p:sp>
        <p:nvSpPr>
          <p:cNvPr id="22" name="code-line-2">
            <a:extLst>
              <a:ext uri="{FF2B5EF4-FFF2-40B4-BE49-F238E27FC236}">
                <a16:creationId xmlns:a16="http://schemas.microsoft.com/office/drawing/2014/main" id="{EA889733-2947-A658-E80D-674D6C85030A}"/>
              </a:ext>
            </a:extLst>
          </p:cNvPr>
          <p:cNvSpPr>
            <a:spLocks noGrp="1"/>
          </p:cNvSpPr>
          <p:nvPr/>
        </p:nvSpPr>
        <p:spPr>
          <a:xfrm>
            <a:off x="790575" y="3861844"/>
            <a:ext cx="1631942"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CE9178"/>
                </a:solidFill>
                <a:latin typeface="Menlo"/>
                <a:ea typeface="Menlo"/>
                <a:cs typeface="Menlo"/>
              </a:rPr>
              <a:t>"</a:t>
            </a:r>
            <a:r>
              <a:rPr b="0" dirty="0" err="1">
                <a:solidFill>
                  <a:srgbClr val="CE9178"/>
                </a:solidFill>
                <a:latin typeface="Menlo"/>
                <a:ea typeface="Menlo"/>
                <a:cs typeface="Menlo"/>
              </a:rPr>
              <a:t>awslambdaric</a:t>
            </a:r>
            <a:r>
              <a:rPr b="0" dirty="0">
                <a:solidFill>
                  <a:srgbClr val="CE9178"/>
                </a:solidFill>
                <a:latin typeface="Menlo"/>
                <a:ea typeface="Menlo"/>
                <a:cs typeface="Menlo"/>
              </a:rPr>
              <a:t>"</a:t>
            </a:r>
            <a:r>
              <a:rPr b="0" dirty="0">
                <a:solidFill>
                  <a:srgbClr val="D4D4D4"/>
                </a:solidFill>
                <a:latin typeface="Menlo"/>
                <a:ea typeface="Menlo"/>
                <a:cs typeface="Menlo"/>
              </a:rPr>
              <a:t>]</a:t>
            </a:r>
          </a:p>
        </p:txBody>
      </p:sp>
      <p:sp>
        <p:nvSpPr>
          <p:cNvPr id="23" name="cue-20-1-focus">
            <a:extLst>
              <a:ext uri="{FF2B5EF4-FFF2-40B4-BE49-F238E27FC236}">
                <a16:creationId xmlns:a16="http://schemas.microsoft.com/office/drawing/2014/main" id="{840D69AD-BF7A-8420-F5FC-7A7C6BD213FC}"/>
              </a:ext>
            </a:extLst>
          </p:cNvPr>
          <p:cNvSpPr>
            <a:spLocks noGrp="1"/>
          </p:cNvSpPr>
          <p:nvPr/>
        </p:nvSpPr>
        <p:spPr>
          <a:xfrm>
            <a:off x="733039" y="3569664"/>
            <a:ext cx="3495832" cy="292180"/>
          </a:xfrm>
          <a:prstGeom prst="rect">
            <a:avLst/>
          </a:prstGeom>
          <a:noFill/>
          <a:ln w="20955">
            <a:solidFill>
              <a:srgbClr val="FF5874"/>
            </a:solidFill>
          </a:ln>
        </p:spPr>
        <p:txBody>
          <a:bodyPr/>
          <a:lstStyle/>
          <a:p>
            <a:endParaRPr lang="en-US"/>
          </a:p>
        </p:txBody>
      </p:sp>
      <p:cxnSp>
        <p:nvCxnSpPr>
          <p:cNvPr id="24" name="cue-20-1-leader-0">
            <a:extLst>
              <a:ext uri="{FF2B5EF4-FFF2-40B4-BE49-F238E27FC236}">
                <a16:creationId xmlns:a16="http://schemas.microsoft.com/office/drawing/2014/main" id="{F5860167-A955-F289-4BD6-647A3A1E23F4}"/>
              </a:ext>
            </a:extLst>
          </p:cNvPr>
          <p:cNvCxnSpPr>
            <a:cxnSpLocks/>
          </p:cNvCxnSpPr>
          <p:nvPr/>
        </p:nvCxnSpPr>
        <p:spPr>
          <a:xfrm>
            <a:off x="2527442" y="3934382"/>
            <a:ext cx="133049" cy="401181"/>
          </a:xfrm>
          <a:prstGeom prst="straightConnector1">
            <a:avLst/>
          </a:prstGeom>
          <a:ln w="20955">
            <a:solidFill>
              <a:srgbClr val="FF5874"/>
            </a:solidFill>
            <a:headEnd type="triangle" w="sm" len="sm"/>
          </a:ln>
        </p:spPr>
      </p:cxnSp>
      <p:sp>
        <p:nvSpPr>
          <p:cNvPr id="31" name="cue-23-2-label">
            <a:extLst>
              <a:ext uri="{FF2B5EF4-FFF2-40B4-BE49-F238E27FC236}">
                <a16:creationId xmlns:a16="http://schemas.microsoft.com/office/drawing/2014/main" id="{1B7D4C04-8274-A69F-1970-8DE6D585F703}"/>
              </a:ext>
            </a:extLst>
          </p:cNvPr>
          <p:cNvSpPr>
            <a:spLocks noGrp="1"/>
          </p:cNvSpPr>
          <p:nvPr/>
        </p:nvSpPr>
        <p:spPr>
          <a:xfrm>
            <a:off x="1384406" y="4379527"/>
            <a:ext cx="2719159" cy="494871"/>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lang="en-US" b="0" dirty="0">
                <a:latin typeface="Ubuntu Light"/>
                <a:ea typeface="Ubuntu Light"/>
                <a:cs typeface="Ubuntu Light"/>
              </a:rPr>
              <a:t>Run the coverage / </a:t>
            </a:r>
            <a:r>
              <a:rPr lang="en-US" b="0" dirty="0" err="1">
                <a:latin typeface="Ubuntu Light"/>
                <a:ea typeface="Ubuntu Light"/>
                <a:cs typeface="Ubuntu Light"/>
              </a:rPr>
              <a:t>awslambdaric</a:t>
            </a:r>
            <a:r>
              <a:rPr lang="en-US" b="0" dirty="0">
                <a:latin typeface="Ubuntu Light"/>
                <a:ea typeface="Ubuntu Light"/>
                <a:cs typeface="Ubuntu Light"/>
              </a:rPr>
              <a:t> </a:t>
            </a:r>
          </a:p>
          <a:p>
            <a:pPr algn="ctr">
              <a:defRPr sz="1350" b="0">
                <a:solidFill>
                  <a:srgbClr val="FFFFFF"/>
                </a:solidFill>
                <a:latin typeface="Ubuntu Light"/>
                <a:ea typeface="Ubuntu Light"/>
                <a:cs typeface="Ubuntu Light"/>
              </a:defRPr>
            </a:pPr>
            <a:r>
              <a:rPr lang="en-US" b="0" dirty="0">
                <a:latin typeface="Ubuntu Light"/>
                <a:ea typeface="Ubuntu Light"/>
                <a:cs typeface="Ubuntu Light"/>
              </a:rPr>
              <a:t>with context </a:t>
            </a:r>
            <a:r>
              <a:rPr lang="en-US" dirty="0"/>
              <a:t>config</a:t>
            </a:r>
            <a:endParaRPr b="0" dirty="0">
              <a:latin typeface="Ubuntu Light"/>
              <a:ea typeface="Ubuntu Light"/>
              <a:cs typeface="Ubuntu Light"/>
            </a:endParaRPr>
          </a:p>
        </p:txBody>
      </p:sp>
    </p:spTree>
    <p:extLst>
      <p:ext uri="{BB962C8B-B14F-4D97-AF65-F5344CB8AC3E}">
        <p14:creationId xmlns:p14="http://schemas.microsoft.com/office/powerpoint/2010/main" val="127060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23" grpId="0" animBg="1"/>
      <p:bldP spid="24" grpId="0" animBg="1"/>
      <p:bldP spid="3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title">
            <a:extLst>
              <a:ext uri="{FF2B5EF4-FFF2-40B4-BE49-F238E27FC236}">
                <a16:creationId xmlns:a16="http://schemas.microsoft.com/office/drawing/2014/main" id="{259B2AA4-67A6-4883-B0D8-21078107556C}"/>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buNone/>
              <a:defRPr sz="2250" b="0">
                <a:solidFill>
                  <a:srgbClr val="202D3E"/>
                </a:solidFill>
                <a:latin typeface="Ubuntu Light"/>
                <a:ea typeface="Ubuntu Light"/>
                <a:cs typeface="Ubuntu Light"/>
              </a:defRPr>
            </a:lvl1pPr>
            <a:lvl2pPr algn="l">
              <a:buNone/>
              <a:defRPr sz="2250" b="0">
                <a:solidFill>
                  <a:srgbClr val="202D3E"/>
                </a:solidFill>
                <a:latin typeface="Ubuntu Light"/>
                <a:ea typeface="Ubuntu Light"/>
                <a:cs typeface="Ubuntu Light"/>
              </a:defRPr>
            </a:lvl2pPr>
            <a:lvl3pPr algn="l">
              <a:buNone/>
              <a:defRPr sz="2250" b="0">
                <a:solidFill>
                  <a:srgbClr val="202D3E"/>
                </a:solidFill>
                <a:latin typeface="Ubuntu Light"/>
                <a:ea typeface="Ubuntu Light"/>
                <a:cs typeface="Ubuntu Light"/>
              </a:defRPr>
            </a:lvl3pPr>
            <a:lvl4pPr algn="l">
              <a:buNone/>
              <a:defRPr sz="2250" b="0">
                <a:solidFill>
                  <a:srgbClr val="202D3E"/>
                </a:solidFill>
                <a:latin typeface="Ubuntu Light"/>
                <a:ea typeface="Ubuntu Light"/>
                <a:cs typeface="Ubuntu Light"/>
              </a:defRPr>
            </a:lvl4pPr>
            <a:lvl5pPr algn="l">
              <a:buNone/>
              <a:defRPr sz="2250" b="0">
                <a:solidFill>
                  <a:srgbClr val="202D3E"/>
                </a:solidFill>
                <a:latin typeface="Ubuntu Light"/>
                <a:ea typeface="Ubuntu Light"/>
                <a:cs typeface="Ubuntu Light"/>
              </a:defRPr>
            </a:lvl5pPr>
            <a:lvl6pPr algn="l">
              <a:buNone/>
              <a:defRPr sz="2250" b="0">
                <a:solidFill>
                  <a:srgbClr val="202D3E"/>
                </a:solidFill>
                <a:latin typeface="Ubuntu Light"/>
                <a:ea typeface="Ubuntu Light"/>
                <a:cs typeface="Ubuntu Light"/>
              </a:defRPr>
            </a:lvl6pPr>
            <a:lvl7pPr algn="l">
              <a:buNone/>
              <a:defRPr sz="2250" b="0">
                <a:solidFill>
                  <a:srgbClr val="202D3E"/>
                </a:solidFill>
                <a:latin typeface="Ubuntu Light"/>
                <a:ea typeface="Ubuntu Light"/>
                <a:cs typeface="Ubuntu Light"/>
              </a:defRPr>
            </a:lvl7pPr>
            <a:lvl8pPr algn="l">
              <a:buNone/>
              <a:defRPr sz="2250" b="0">
                <a:solidFill>
                  <a:srgbClr val="202D3E"/>
                </a:solidFill>
                <a:latin typeface="Ubuntu Light"/>
                <a:ea typeface="Ubuntu Light"/>
                <a:cs typeface="Ubuntu Light"/>
              </a:defRPr>
            </a:lvl8pPr>
            <a:lvl9pPr algn="l">
              <a:buNone/>
              <a:defRPr sz="2250" b="0">
                <a:solidFill>
                  <a:srgbClr val="202D3E"/>
                </a:solidFill>
                <a:latin typeface="Ubuntu Light"/>
                <a:ea typeface="Ubuntu Light"/>
                <a:cs typeface="Ubuntu Light"/>
              </a:defRPr>
            </a:lvl9pPr>
          </a:lstStyle>
          <a:p>
            <a:pPr algn="l">
              <a:buNone/>
              <a:defRPr sz="2250" b="0">
                <a:solidFill>
                  <a:srgbClr val="202D3E"/>
                </a:solidFill>
                <a:latin typeface="Ubuntu Light"/>
                <a:ea typeface="Ubuntu Light"/>
                <a:cs typeface="Ubuntu Light"/>
              </a:defRPr>
            </a:pPr>
            <a:r>
              <a:rPr b="0">
                <a:latin typeface="Ubuntu Light"/>
                <a:ea typeface="Ubuntu Light"/>
                <a:cs typeface="Ubuntu Light"/>
              </a:rPr>
              <a:t>The test function name travels with coverage data</a:t>
            </a:r>
          </a:p>
        </p:txBody>
      </p:sp>
      <p:pic>
        <p:nvPicPr>
          <p:cNvPr id="2" name="Picture 1">
            <a:extLst>
              <a:ext uri="{FF2B5EF4-FFF2-40B4-BE49-F238E27FC236}">
                <a16:creationId xmlns:a16="http://schemas.microsoft.com/office/drawing/2014/main" id="{5BA96F28-6863-4FFD-A78A-0478CD313B64}"/>
              </a:ext>
            </a:extLst>
          </p:cNvPr>
          <p:cNvPicPr>
            <a:picLocks noChangeAspect="1"/>
          </p:cNvPicPr>
          <p:nvPr/>
        </p:nvPicPr>
        <p:blipFill>
          <a:blip r:embed="rId3"/>
          <a:stretch/>
        </p:blipFill>
        <p:spPr>
          <a:xfrm>
            <a:off x="619125" y="1438275"/>
            <a:ext cx="314325" cy="314325"/>
          </a:xfrm>
          <a:prstGeom prst="rect">
            <a:avLst/>
          </a:prstGeom>
        </p:spPr>
      </p:pic>
      <p:sp>
        <p:nvSpPr>
          <p:cNvPr id="3" name="lineage-full-test-id">
            <a:extLst>
              <a:ext uri="{FF2B5EF4-FFF2-40B4-BE49-F238E27FC236}">
                <a16:creationId xmlns:a16="http://schemas.microsoft.com/office/drawing/2014/main" id="{E42DE70F-C96B-4E75-BE8B-6547D3489AFD}"/>
              </a:ext>
            </a:extLst>
          </p:cNvPr>
          <p:cNvSpPr>
            <a:spLocks noGrp="1"/>
          </p:cNvSpPr>
          <p:nvPr/>
        </p:nvSpPr>
        <p:spPr>
          <a:xfrm>
            <a:off x="1038225" y="1495425"/>
            <a:ext cx="7486650" cy="257175"/>
          </a:xfrm>
          <a:prstGeom prst="rect">
            <a:avLst/>
          </a:prstGeom>
          <a:noFill/>
          <a:ln w="0">
            <a:noFill/>
          </a:ln>
        </p:spPr>
        <p:txBody>
          <a:bodyPr wrap="none" lIns="0" tIns="0" rIns="0" bIns="0" anchor="t">
            <a:noAutofit/>
          </a:bodyPr>
          <a:lstStyle>
            <a:defPPr algn="l">
              <a:defRPr sz="1350" b="0">
                <a:solidFill>
                  <a:srgbClr val="B91561"/>
                </a:solidFill>
                <a:latin typeface="Ubuntu Light"/>
                <a:ea typeface="Ubuntu Light"/>
                <a:cs typeface="Ubuntu Light"/>
              </a:defRPr>
            </a:defPPr>
            <a:lvl1pPr algn="l">
              <a:buNone/>
              <a:defRPr sz="1350" b="0">
                <a:solidFill>
                  <a:srgbClr val="B91561"/>
                </a:solidFill>
                <a:latin typeface="Ubuntu Light"/>
                <a:ea typeface="Ubuntu Light"/>
                <a:cs typeface="Ubuntu Light"/>
              </a:defRPr>
            </a:lvl1pPr>
            <a:lvl2pPr algn="l">
              <a:buNone/>
              <a:defRPr sz="1350" b="0">
                <a:solidFill>
                  <a:srgbClr val="B91561"/>
                </a:solidFill>
                <a:latin typeface="Ubuntu Light"/>
                <a:ea typeface="Ubuntu Light"/>
                <a:cs typeface="Ubuntu Light"/>
              </a:defRPr>
            </a:lvl2pPr>
            <a:lvl3pPr algn="l">
              <a:buNone/>
              <a:defRPr sz="1350" b="0">
                <a:solidFill>
                  <a:srgbClr val="B91561"/>
                </a:solidFill>
                <a:latin typeface="Ubuntu Light"/>
                <a:ea typeface="Ubuntu Light"/>
                <a:cs typeface="Ubuntu Light"/>
              </a:defRPr>
            </a:lvl3pPr>
            <a:lvl4pPr algn="l">
              <a:buNone/>
              <a:defRPr sz="1350" b="0">
                <a:solidFill>
                  <a:srgbClr val="B91561"/>
                </a:solidFill>
                <a:latin typeface="Ubuntu Light"/>
                <a:ea typeface="Ubuntu Light"/>
                <a:cs typeface="Ubuntu Light"/>
              </a:defRPr>
            </a:lvl4pPr>
            <a:lvl5pPr algn="l">
              <a:buNone/>
              <a:defRPr sz="1350" b="0">
                <a:solidFill>
                  <a:srgbClr val="B91561"/>
                </a:solidFill>
                <a:latin typeface="Ubuntu Light"/>
                <a:ea typeface="Ubuntu Light"/>
                <a:cs typeface="Ubuntu Light"/>
              </a:defRPr>
            </a:lvl5pPr>
            <a:lvl6pPr algn="l">
              <a:buNone/>
              <a:defRPr sz="1350" b="0">
                <a:solidFill>
                  <a:srgbClr val="B91561"/>
                </a:solidFill>
                <a:latin typeface="Ubuntu Light"/>
                <a:ea typeface="Ubuntu Light"/>
                <a:cs typeface="Ubuntu Light"/>
              </a:defRPr>
            </a:lvl6pPr>
            <a:lvl7pPr algn="l">
              <a:buNone/>
              <a:defRPr sz="1350" b="0">
                <a:solidFill>
                  <a:srgbClr val="B91561"/>
                </a:solidFill>
                <a:latin typeface="Ubuntu Light"/>
                <a:ea typeface="Ubuntu Light"/>
                <a:cs typeface="Ubuntu Light"/>
              </a:defRPr>
            </a:lvl7pPr>
            <a:lvl8pPr algn="l">
              <a:buNone/>
              <a:defRPr sz="1350" b="0">
                <a:solidFill>
                  <a:srgbClr val="B91561"/>
                </a:solidFill>
                <a:latin typeface="Ubuntu Light"/>
                <a:ea typeface="Ubuntu Light"/>
                <a:cs typeface="Ubuntu Light"/>
              </a:defRPr>
            </a:lvl8pPr>
            <a:lvl9pPr algn="l">
              <a:buNone/>
              <a:defRPr sz="1350" b="0">
                <a:solidFill>
                  <a:srgbClr val="B91561"/>
                </a:solidFill>
                <a:latin typeface="Ubuntu Light"/>
                <a:ea typeface="Ubuntu Light"/>
                <a:cs typeface="Ubuntu Light"/>
              </a:defRPr>
            </a:lvl9pPr>
          </a:lstStyle>
          <a:p>
            <a:pPr algn="l">
              <a:buNone/>
              <a:defRPr sz="1350" b="0">
                <a:solidFill>
                  <a:srgbClr val="B91561"/>
                </a:solidFill>
                <a:latin typeface="Ubuntu Light"/>
                <a:ea typeface="Ubuntu Light"/>
                <a:cs typeface="Ubuntu Light"/>
              </a:defRPr>
            </a:pPr>
            <a:r>
              <a:rPr b="0">
                <a:latin typeface="Menlo"/>
                <a:ea typeface="Menlo"/>
                <a:cs typeface="Menlo"/>
              </a:rPr>
              <a:t>test_definitive_payment_rejection_releases_stock</a:t>
            </a:r>
          </a:p>
        </p:txBody>
      </p:sp>
      <p:sp>
        <p:nvSpPr>
          <p:cNvPr id="4" name="lineage-fixture-title">
            <a:extLst>
              <a:ext uri="{FF2B5EF4-FFF2-40B4-BE49-F238E27FC236}">
                <a16:creationId xmlns:a16="http://schemas.microsoft.com/office/drawing/2014/main" id="{C1871B5E-5AB7-423C-8A31-F9910AD1FA5A}"/>
              </a:ext>
            </a:extLst>
          </p:cNvPr>
          <p:cNvSpPr>
            <a:spLocks noGrp="1"/>
          </p:cNvSpPr>
          <p:nvPr/>
        </p:nvSpPr>
        <p:spPr>
          <a:xfrm>
            <a:off x="619125" y="2076450"/>
            <a:ext cx="1905000" cy="276225"/>
          </a:xfrm>
          <a:prstGeom prst="rect">
            <a:avLst/>
          </a:prstGeom>
          <a:noFill/>
          <a:ln w="0">
            <a:noFill/>
          </a:ln>
        </p:spPr>
        <p:txBody>
          <a:bodyPr wrap="none" lIns="0" tIns="0" rIns="0" bIns="0" anchor="t">
            <a:noAutofit/>
          </a:bodyPr>
          <a:lstStyle>
            <a:defPPr algn="ctr">
              <a:defRPr sz="1538" b="0">
                <a:solidFill>
                  <a:srgbClr val="202D3E"/>
                </a:solidFill>
                <a:latin typeface="Ubuntu Light"/>
                <a:ea typeface="Ubuntu Light"/>
                <a:cs typeface="Ubuntu Light"/>
              </a:defRPr>
            </a:defPPr>
            <a:lvl1pPr algn="ctr">
              <a:defRPr sz="1538" b="0">
                <a:solidFill>
                  <a:srgbClr val="202D3E"/>
                </a:solidFill>
                <a:latin typeface="Ubuntu Light"/>
                <a:ea typeface="Ubuntu Light"/>
                <a:cs typeface="Ubuntu Light"/>
              </a:defRPr>
            </a:lvl1pPr>
            <a:lvl2pPr algn="ctr">
              <a:defRPr sz="1538" b="0">
                <a:solidFill>
                  <a:srgbClr val="202D3E"/>
                </a:solidFill>
                <a:latin typeface="Ubuntu Light"/>
                <a:ea typeface="Ubuntu Light"/>
                <a:cs typeface="Ubuntu Light"/>
              </a:defRPr>
            </a:lvl2pPr>
            <a:lvl3pPr algn="ctr">
              <a:defRPr sz="1538" b="0">
                <a:solidFill>
                  <a:srgbClr val="202D3E"/>
                </a:solidFill>
                <a:latin typeface="Ubuntu Light"/>
                <a:ea typeface="Ubuntu Light"/>
                <a:cs typeface="Ubuntu Light"/>
              </a:defRPr>
            </a:lvl3pPr>
            <a:lvl4pPr algn="ctr">
              <a:defRPr sz="1538" b="0">
                <a:solidFill>
                  <a:srgbClr val="202D3E"/>
                </a:solidFill>
                <a:latin typeface="Ubuntu Light"/>
                <a:ea typeface="Ubuntu Light"/>
                <a:cs typeface="Ubuntu Light"/>
              </a:defRPr>
            </a:lvl4pPr>
            <a:lvl5pPr algn="ctr">
              <a:defRPr sz="1538" b="0">
                <a:solidFill>
                  <a:srgbClr val="202D3E"/>
                </a:solidFill>
                <a:latin typeface="Ubuntu Light"/>
                <a:ea typeface="Ubuntu Light"/>
                <a:cs typeface="Ubuntu Light"/>
              </a:defRPr>
            </a:lvl5pPr>
            <a:lvl6pPr algn="ctr">
              <a:defRPr sz="1538" b="0">
                <a:solidFill>
                  <a:srgbClr val="202D3E"/>
                </a:solidFill>
                <a:latin typeface="Ubuntu Light"/>
                <a:ea typeface="Ubuntu Light"/>
                <a:cs typeface="Ubuntu Light"/>
              </a:defRPr>
            </a:lvl6pPr>
            <a:lvl7pPr algn="ctr">
              <a:defRPr sz="1538" b="0">
                <a:solidFill>
                  <a:srgbClr val="202D3E"/>
                </a:solidFill>
                <a:latin typeface="Ubuntu Light"/>
                <a:ea typeface="Ubuntu Light"/>
                <a:cs typeface="Ubuntu Light"/>
              </a:defRPr>
            </a:lvl7pPr>
            <a:lvl8pPr algn="ctr">
              <a:defRPr sz="1538" b="0">
                <a:solidFill>
                  <a:srgbClr val="202D3E"/>
                </a:solidFill>
                <a:latin typeface="Ubuntu Light"/>
                <a:ea typeface="Ubuntu Light"/>
                <a:cs typeface="Ubuntu Light"/>
              </a:defRPr>
            </a:lvl8pPr>
            <a:lvl9pPr algn="ctr">
              <a:defRPr sz="1538" b="0">
                <a:solidFill>
                  <a:srgbClr val="202D3E"/>
                </a:solidFill>
                <a:latin typeface="Ubuntu Light"/>
                <a:ea typeface="Ubuntu Light"/>
                <a:cs typeface="Ubuntu Light"/>
              </a:defRPr>
            </a:lvl9pPr>
          </a:lstStyle>
          <a:p>
            <a:pPr algn="ctr">
              <a:defRPr sz="1538" b="0">
                <a:solidFill>
                  <a:srgbClr val="202D3E"/>
                </a:solidFill>
                <a:latin typeface="Ubuntu Light"/>
                <a:ea typeface="Ubuntu Light"/>
                <a:cs typeface="Ubuntu Light"/>
              </a:defRPr>
            </a:pPr>
            <a:r>
              <a:rPr b="0">
                <a:latin typeface="Ubuntu Light"/>
                <a:ea typeface="Ubuntu Light"/>
                <a:cs typeface="Ubuntu Light"/>
              </a:rPr>
              <a:t>pytest fixture</a:t>
            </a:r>
          </a:p>
        </p:txBody>
      </p:sp>
      <p:pic>
        <p:nvPicPr>
          <p:cNvPr id="5" name="Picture 4">
            <a:extLst>
              <a:ext uri="{FF2B5EF4-FFF2-40B4-BE49-F238E27FC236}">
                <a16:creationId xmlns:a16="http://schemas.microsoft.com/office/drawing/2014/main" id="{346FFED2-7153-41FD-88A2-0A8228F77A3C}"/>
              </a:ext>
            </a:extLst>
          </p:cNvPr>
          <p:cNvPicPr>
            <a:picLocks noChangeAspect="1"/>
          </p:cNvPicPr>
          <p:nvPr/>
        </p:nvPicPr>
        <p:blipFill>
          <a:blip r:embed="rId4"/>
          <a:stretch/>
        </p:blipFill>
        <p:spPr>
          <a:xfrm>
            <a:off x="1228725" y="2514600"/>
            <a:ext cx="685800" cy="685800"/>
          </a:xfrm>
          <a:prstGeom prst="rect">
            <a:avLst/>
          </a:prstGeom>
        </p:spPr>
      </p:pic>
      <p:pic>
        <p:nvPicPr>
          <p:cNvPr id="6" name="Picture 5">
            <a:extLst>
              <a:ext uri="{FF2B5EF4-FFF2-40B4-BE49-F238E27FC236}">
                <a16:creationId xmlns:a16="http://schemas.microsoft.com/office/drawing/2014/main" id="{A75159BD-D749-4C4C-9DC3-FB963AA0A268}"/>
              </a:ext>
            </a:extLst>
          </p:cNvPr>
          <p:cNvPicPr>
            <a:picLocks noChangeAspect="1"/>
          </p:cNvPicPr>
          <p:nvPr/>
        </p:nvPicPr>
        <p:blipFill>
          <a:blip r:embed="rId3"/>
          <a:stretch/>
        </p:blipFill>
        <p:spPr>
          <a:xfrm>
            <a:off x="1752600" y="3038475"/>
            <a:ext cx="266700" cy="266700"/>
          </a:xfrm>
          <a:prstGeom prst="rect">
            <a:avLst/>
          </a:prstGeom>
        </p:spPr>
      </p:pic>
      <p:sp>
        <p:nvSpPr>
          <p:cNvPr id="7" name="lineage-fixture-code">
            <a:extLst>
              <a:ext uri="{FF2B5EF4-FFF2-40B4-BE49-F238E27FC236}">
                <a16:creationId xmlns:a16="http://schemas.microsoft.com/office/drawing/2014/main" id="{D3D22897-9544-4546-B982-C5B0A4A17E12}"/>
              </a:ext>
            </a:extLst>
          </p:cNvPr>
          <p:cNvSpPr>
            <a:spLocks noGrp="1"/>
          </p:cNvSpPr>
          <p:nvPr/>
        </p:nvSpPr>
        <p:spPr>
          <a:xfrm>
            <a:off x="619125" y="3457575"/>
            <a:ext cx="1905000" cy="266700"/>
          </a:xfrm>
          <a:prstGeom prst="rect">
            <a:avLst/>
          </a:prstGeom>
          <a:noFill/>
          <a:ln w="0">
            <a:noFill/>
          </a:ln>
        </p:spPr>
        <p:txBody>
          <a:bodyPr wrap="none" lIns="0" tIns="0" rIns="0" bIns="0" anchor="t">
            <a:noAutofit/>
          </a:bodyPr>
          <a:lstStyle>
            <a:defPPr algn="ctr">
              <a:defRPr sz="1238" b="0">
                <a:solidFill>
                  <a:srgbClr val="255DA8"/>
                </a:solidFill>
                <a:latin typeface="Ubuntu Light"/>
                <a:ea typeface="Ubuntu Light"/>
                <a:cs typeface="Ubuntu Light"/>
              </a:defRPr>
            </a:defPPr>
            <a:lvl1pPr algn="ctr">
              <a:buNone/>
              <a:defRPr sz="1238" b="0">
                <a:solidFill>
                  <a:srgbClr val="255DA8"/>
                </a:solidFill>
                <a:latin typeface="Ubuntu Light"/>
                <a:ea typeface="Ubuntu Light"/>
                <a:cs typeface="Ubuntu Light"/>
              </a:defRPr>
            </a:lvl1pPr>
            <a:lvl2pPr algn="ctr">
              <a:buNone/>
              <a:defRPr sz="1238" b="0">
                <a:solidFill>
                  <a:srgbClr val="255DA8"/>
                </a:solidFill>
                <a:latin typeface="Ubuntu Light"/>
                <a:ea typeface="Ubuntu Light"/>
                <a:cs typeface="Ubuntu Light"/>
              </a:defRPr>
            </a:lvl2pPr>
            <a:lvl3pPr algn="ctr">
              <a:buNone/>
              <a:defRPr sz="1238" b="0">
                <a:solidFill>
                  <a:srgbClr val="255DA8"/>
                </a:solidFill>
                <a:latin typeface="Ubuntu Light"/>
                <a:ea typeface="Ubuntu Light"/>
                <a:cs typeface="Ubuntu Light"/>
              </a:defRPr>
            </a:lvl3pPr>
            <a:lvl4pPr algn="ctr">
              <a:buNone/>
              <a:defRPr sz="1238" b="0">
                <a:solidFill>
                  <a:srgbClr val="255DA8"/>
                </a:solidFill>
                <a:latin typeface="Ubuntu Light"/>
                <a:ea typeface="Ubuntu Light"/>
                <a:cs typeface="Ubuntu Light"/>
              </a:defRPr>
            </a:lvl4pPr>
            <a:lvl5pPr algn="ctr">
              <a:buNone/>
              <a:defRPr sz="1238" b="0">
                <a:solidFill>
                  <a:srgbClr val="255DA8"/>
                </a:solidFill>
                <a:latin typeface="Ubuntu Light"/>
                <a:ea typeface="Ubuntu Light"/>
                <a:cs typeface="Ubuntu Light"/>
              </a:defRPr>
            </a:lvl5pPr>
            <a:lvl6pPr algn="ctr">
              <a:buNone/>
              <a:defRPr sz="1238" b="0">
                <a:solidFill>
                  <a:srgbClr val="255DA8"/>
                </a:solidFill>
                <a:latin typeface="Ubuntu Light"/>
                <a:ea typeface="Ubuntu Light"/>
                <a:cs typeface="Ubuntu Light"/>
              </a:defRPr>
            </a:lvl6pPr>
            <a:lvl7pPr algn="ctr">
              <a:buNone/>
              <a:defRPr sz="1238" b="0">
                <a:solidFill>
                  <a:srgbClr val="255DA8"/>
                </a:solidFill>
                <a:latin typeface="Ubuntu Light"/>
                <a:ea typeface="Ubuntu Light"/>
                <a:cs typeface="Ubuntu Light"/>
              </a:defRPr>
            </a:lvl7pPr>
            <a:lvl8pPr algn="ctr">
              <a:buNone/>
              <a:defRPr sz="1238" b="0">
                <a:solidFill>
                  <a:srgbClr val="255DA8"/>
                </a:solidFill>
                <a:latin typeface="Ubuntu Light"/>
                <a:ea typeface="Ubuntu Light"/>
                <a:cs typeface="Ubuntu Light"/>
              </a:defRPr>
            </a:lvl8pPr>
            <a:lvl9pPr algn="ctr">
              <a:buNone/>
              <a:defRPr sz="1238" b="0">
                <a:solidFill>
                  <a:srgbClr val="255DA8"/>
                </a:solidFill>
                <a:latin typeface="Ubuntu Light"/>
                <a:ea typeface="Ubuntu Light"/>
                <a:cs typeface="Ubuntu Light"/>
              </a:defRPr>
            </a:lvl9pPr>
          </a:lstStyle>
          <a:p>
            <a:pPr algn="ctr">
              <a:buNone/>
              <a:defRPr sz="1238" b="0">
                <a:solidFill>
                  <a:srgbClr val="255DA8"/>
                </a:solidFill>
                <a:latin typeface="Ubuntu Light"/>
                <a:ea typeface="Ubuntu Light"/>
                <a:cs typeface="Ubuntu Light"/>
              </a:defRPr>
            </a:pPr>
            <a:r>
              <a:rPr b="0">
                <a:latin typeface="Menlo"/>
                <a:ea typeface="Menlo"/>
                <a:cs typeface="Menlo"/>
              </a:rPr>
              <a:t>request.node.name</a:t>
            </a:r>
          </a:p>
        </p:txBody>
      </p:sp>
      <p:sp>
        <p:nvSpPr>
          <p:cNvPr id="8" name="lineage-fixture-detail">
            <a:extLst>
              <a:ext uri="{FF2B5EF4-FFF2-40B4-BE49-F238E27FC236}">
                <a16:creationId xmlns:a16="http://schemas.microsoft.com/office/drawing/2014/main" id="{B4B9E526-8473-4FED-AED3-F3E014CDB182}"/>
              </a:ext>
            </a:extLst>
          </p:cNvPr>
          <p:cNvSpPr>
            <a:spLocks noGrp="1"/>
          </p:cNvSpPr>
          <p:nvPr/>
        </p:nvSpPr>
        <p:spPr>
          <a:xfrm>
            <a:off x="619125" y="3762375"/>
            <a:ext cx="1905000" cy="542925"/>
          </a:xfrm>
          <a:prstGeom prst="rect">
            <a:avLst/>
          </a:prstGeom>
          <a:noFill/>
          <a:ln w="0">
            <a:noFill/>
          </a:ln>
        </p:spPr>
        <p:txBody>
          <a:bodyPr wrap="square" lIns="0" tIns="0" rIns="0" bIns="0" anchor="t">
            <a:noAutofit/>
          </a:bodyPr>
          <a:lstStyle>
            <a:defPPr algn="ctr">
              <a:defRPr sz="1350" b="0">
                <a:solidFill>
                  <a:srgbClr val="475569"/>
                </a:solidFill>
                <a:latin typeface="Ubuntu Light"/>
                <a:ea typeface="Ubuntu Light"/>
                <a:cs typeface="Ubuntu Light"/>
              </a:defRPr>
            </a:defPPr>
            <a:lvl1pPr algn="ctr">
              <a:buNone/>
              <a:defRPr sz="1350" b="0">
                <a:solidFill>
                  <a:srgbClr val="475569"/>
                </a:solidFill>
                <a:latin typeface="Ubuntu Light"/>
                <a:ea typeface="Ubuntu Light"/>
                <a:cs typeface="Ubuntu Light"/>
              </a:defRPr>
            </a:lvl1pPr>
            <a:lvl2pPr algn="ctr">
              <a:buNone/>
              <a:defRPr sz="1350" b="0">
                <a:solidFill>
                  <a:srgbClr val="475569"/>
                </a:solidFill>
                <a:latin typeface="Ubuntu Light"/>
                <a:ea typeface="Ubuntu Light"/>
                <a:cs typeface="Ubuntu Light"/>
              </a:defRPr>
            </a:lvl2pPr>
            <a:lvl3pPr algn="ctr">
              <a:buNone/>
              <a:defRPr sz="1350" b="0">
                <a:solidFill>
                  <a:srgbClr val="475569"/>
                </a:solidFill>
                <a:latin typeface="Ubuntu Light"/>
                <a:ea typeface="Ubuntu Light"/>
                <a:cs typeface="Ubuntu Light"/>
              </a:defRPr>
            </a:lvl3pPr>
            <a:lvl4pPr algn="ctr">
              <a:buNone/>
              <a:defRPr sz="1350" b="0">
                <a:solidFill>
                  <a:srgbClr val="475569"/>
                </a:solidFill>
                <a:latin typeface="Ubuntu Light"/>
                <a:ea typeface="Ubuntu Light"/>
                <a:cs typeface="Ubuntu Light"/>
              </a:defRPr>
            </a:lvl4pPr>
            <a:lvl5pPr algn="ctr">
              <a:buNone/>
              <a:defRPr sz="1350" b="0">
                <a:solidFill>
                  <a:srgbClr val="475569"/>
                </a:solidFill>
                <a:latin typeface="Ubuntu Light"/>
                <a:ea typeface="Ubuntu Light"/>
                <a:cs typeface="Ubuntu Light"/>
              </a:defRPr>
            </a:lvl5pPr>
            <a:lvl6pPr algn="ctr">
              <a:buNone/>
              <a:defRPr sz="1350" b="0">
                <a:solidFill>
                  <a:srgbClr val="475569"/>
                </a:solidFill>
                <a:latin typeface="Ubuntu Light"/>
                <a:ea typeface="Ubuntu Light"/>
                <a:cs typeface="Ubuntu Light"/>
              </a:defRPr>
            </a:lvl6pPr>
            <a:lvl7pPr algn="ctr">
              <a:buNone/>
              <a:defRPr sz="1350" b="0">
                <a:solidFill>
                  <a:srgbClr val="475569"/>
                </a:solidFill>
                <a:latin typeface="Ubuntu Light"/>
                <a:ea typeface="Ubuntu Light"/>
                <a:cs typeface="Ubuntu Light"/>
              </a:defRPr>
            </a:lvl7pPr>
            <a:lvl8pPr algn="ctr">
              <a:buNone/>
              <a:defRPr sz="1350" b="0">
                <a:solidFill>
                  <a:srgbClr val="475569"/>
                </a:solidFill>
                <a:latin typeface="Ubuntu Light"/>
                <a:ea typeface="Ubuntu Light"/>
                <a:cs typeface="Ubuntu Light"/>
              </a:defRPr>
            </a:lvl8pPr>
            <a:lvl9pPr algn="ctr">
              <a:buNone/>
              <a:defRPr sz="1350" b="0">
                <a:solidFill>
                  <a:srgbClr val="475569"/>
                </a:solidFill>
                <a:latin typeface="Ubuntu Light"/>
                <a:ea typeface="Ubuntu Light"/>
                <a:cs typeface="Ubuntu Light"/>
              </a:defRPr>
            </a:lvl9pPr>
          </a:lstStyle>
          <a:p>
            <a:pPr algn="ctr">
              <a:buNone/>
              <a:defRPr sz="1350" b="0">
                <a:solidFill>
                  <a:srgbClr val="475569"/>
                </a:solidFill>
                <a:latin typeface="Ubuntu Light"/>
                <a:ea typeface="Ubuntu Light"/>
                <a:cs typeface="Ubuntu Light"/>
              </a:defRPr>
            </a:pPr>
            <a:r>
              <a:rPr b="0">
                <a:latin typeface="Ubuntu Light"/>
                <a:ea typeface="Ubuntu Light"/>
                <a:cs typeface="Ubuntu Light"/>
              </a:rPr>
              <a:t>Name of this test function</a:t>
            </a:r>
          </a:p>
        </p:txBody>
      </p:sp>
      <p:sp>
        <p:nvSpPr>
          <p:cNvPr id="9" name="lineage-environment-title">
            <a:extLst>
              <a:ext uri="{FF2B5EF4-FFF2-40B4-BE49-F238E27FC236}">
                <a16:creationId xmlns:a16="http://schemas.microsoft.com/office/drawing/2014/main" id="{85871F9D-F322-481E-8266-C4FC6A121AD7}"/>
              </a:ext>
            </a:extLst>
          </p:cNvPr>
          <p:cNvSpPr>
            <a:spLocks noGrp="1"/>
          </p:cNvSpPr>
          <p:nvPr/>
        </p:nvSpPr>
        <p:spPr>
          <a:xfrm>
            <a:off x="2533650" y="2076450"/>
            <a:ext cx="1952625" cy="276225"/>
          </a:xfrm>
          <a:prstGeom prst="rect">
            <a:avLst/>
          </a:prstGeom>
          <a:noFill/>
          <a:ln w="0">
            <a:noFill/>
          </a:ln>
        </p:spPr>
        <p:txBody>
          <a:bodyPr wrap="none" lIns="0" tIns="0" rIns="0" bIns="0" anchor="t">
            <a:noAutofit/>
          </a:bodyPr>
          <a:lstStyle>
            <a:defPPr algn="ctr">
              <a:defRPr sz="1538" b="0">
                <a:solidFill>
                  <a:srgbClr val="202D3E"/>
                </a:solidFill>
                <a:latin typeface="Ubuntu Light"/>
                <a:ea typeface="Ubuntu Light"/>
                <a:cs typeface="Ubuntu Light"/>
              </a:defRPr>
            </a:defPPr>
            <a:lvl1pPr algn="ctr">
              <a:defRPr sz="1538" b="0">
                <a:solidFill>
                  <a:srgbClr val="202D3E"/>
                </a:solidFill>
                <a:latin typeface="Ubuntu Light"/>
                <a:ea typeface="Ubuntu Light"/>
                <a:cs typeface="Ubuntu Light"/>
              </a:defRPr>
            </a:lvl1pPr>
            <a:lvl2pPr algn="ctr">
              <a:defRPr sz="1538" b="0">
                <a:solidFill>
                  <a:srgbClr val="202D3E"/>
                </a:solidFill>
                <a:latin typeface="Ubuntu Light"/>
                <a:ea typeface="Ubuntu Light"/>
                <a:cs typeface="Ubuntu Light"/>
              </a:defRPr>
            </a:lvl2pPr>
            <a:lvl3pPr algn="ctr">
              <a:defRPr sz="1538" b="0">
                <a:solidFill>
                  <a:srgbClr val="202D3E"/>
                </a:solidFill>
                <a:latin typeface="Ubuntu Light"/>
                <a:ea typeface="Ubuntu Light"/>
                <a:cs typeface="Ubuntu Light"/>
              </a:defRPr>
            </a:lvl3pPr>
            <a:lvl4pPr algn="ctr">
              <a:defRPr sz="1538" b="0">
                <a:solidFill>
                  <a:srgbClr val="202D3E"/>
                </a:solidFill>
                <a:latin typeface="Ubuntu Light"/>
                <a:ea typeface="Ubuntu Light"/>
                <a:cs typeface="Ubuntu Light"/>
              </a:defRPr>
            </a:lvl4pPr>
            <a:lvl5pPr algn="ctr">
              <a:defRPr sz="1538" b="0">
                <a:solidFill>
                  <a:srgbClr val="202D3E"/>
                </a:solidFill>
                <a:latin typeface="Ubuntu Light"/>
                <a:ea typeface="Ubuntu Light"/>
                <a:cs typeface="Ubuntu Light"/>
              </a:defRPr>
            </a:lvl5pPr>
            <a:lvl6pPr algn="ctr">
              <a:defRPr sz="1538" b="0">
                <a:solidFill>
                  <a:srgbClr val="202D3E"/>
                </a:solidFill>
                <a:latin typeface="Ubuntu Light"/>
                <a:ea typeface="Ubuntu Light"/>
                <a:cs typeface="Ubuntu Light"/>
              </a:defRPr>
            </a:lvl6pPr>
            <a:lvl7pPr algn="ctr">
              <a:defRPr sz="1538" b="0">
                <a:solidFill>
                  <a:srgbClr val="202D3E"/>
                </a:solidFill>
                <a:latin typeface="Ubuntu Light"/>
                <a:ea typeface="Ubuntu Light"/>
                <a:cs typeface="Ubuntu Light"/>
              </a:defRPr>
            </a:lvl7pPr>
            <a:lvl8pPr algn="ctr">
              <a:defRPr sz="1538" b="0">
                <a:solidFill>
                  <a:srgbClr val="202D3E"/>
                </a:solidFill>
                <a:latin typeface="Ubuntu Light"/>
                <a:ea typeface="Ubuntu Light"/>
                <a:cs typeface="Ubuntu Light"/>
              </a:defRPr>
            </a:lvl8pPr>
            <a:lvl9pPr algn="ctr">
              <a:defRPr sz="1538" b="0">
                <a:solidFill>
                  <a:srgbClr val="202D3E"/>
                </a:solidFill>
                <a:latin typeface="Ubuntu Light"/>
                <a:ea typeface="Ubuntu Light"/>
                <a:cs typeface="Ubuntu Light"/>
              </a:defRPr>
            </a:lvl9pPr>
          </a:lstStyle>
          <a:p>
            <a:pPr algn="ctr">
              <a:defRPr sz="1538" b="0">
                <a:solidFill>
                  <a:srgbClr val="202D3E"/>
                </a:solidFill>
                <a:latin typeface="Ubuntu Light"/>
                <a:ea typeface="Ubuntu Light"/>
                <a:cs typeface="Ubuntu Light"/>
              </a:defRPr>
            </a:pPr>
            <a:r>
              <a:rPr b="0">
                <a:latin typeface="Ubuntu Light"/>
                <a:ea typeface="Ubuntu Light"/>
                <a:cs typeface="Ubuntu Light"/>
              </a:rPr>
              <a:t>Lambda environment</a:t>
            </a:r>
          </a:p>
        </p:txBody>
      </p:sp>
      <p:pic>
        <p:nvPicPr>
          <p:cNvPr id="10" name="Picture 9">
            <a:extLst>
              <a:ext uri="{FF2B5EF4-FFF2-40B4-BE49-F238E27FC236}">
                <a16:creationId xmlns:a16="http://schemas.microsoft.com/office/drawing/2014/main" id="{BE937C0E-E2FA-495A-8438-68BB374FBEF5}"/>
              </a:ext>
            </a:extLst>
          </p:cNvPr>
          <p:cNvPicPr>
            <a:picLocks noChangeAspect="1"/>
          </p:cNvPicPr>
          <p:nvPr/>
        </p:nvPicPr>
        <p:blipFill>
          <a:blip r:embed="rId5"/>
          <a:stretch/>
        </p:blipFill>
        <p:spPr>
          <a:xfrm>
            <a:off x="3171825" y="2514600"/>
            <a:ext cx="685800" cy="685800"/>
          </a:xfrm>
          <a:prstGeom prst="rect">
            <a:avLst/>
          </a:prstGeom>
        </p:spPr>
      </p:pic>
      <p:pic>
        <p:nvPicPr>
          <p:cNvPr id="11" name="Picture 10">
            <a:extLst>
              <a:ext uri="{FF2B5EF4-FFF2-40B4-BE49-F238E27FC236}">
                <a16:creationId xmlns:a16="http://schemas.microsoft.com/office/drawing/2014/main" id="{1A0FABDD-740A-4207-9A99-CBDADE4843D6}"/>
              </a:ext>
            </a:extLst>
          </p:cNvPr>
          <p:cNvPicPr>
            <a:picLocks noChangeAspect="1"/>
          </p:cNvPicPr>
          <p:nvPr/>
        </p:nvPicPr>
        <p:blipFill>
          <a:blip r:embed="rId3"/>
          <a:stretch/>
        </p:blipFill>
        <p:spPr>
          <a:xfrm>
            <a:off x="3695700" y="3038475"/>
            <a:ext cx="266700" cy="266700"/>
          </a:xfrm>
          <a:prstGeom prst="rect">
            <a:avLst/>
          </a:prstGeom>
        </p:spPr>
      </p:pic>
      <p:sp>
        <p:nvSpPr>
          <p:cNvPr id="12" name="lineage-environment-code">
            <a:extLst>
              <a:ext uri="{FF2B5EF4-FFF2-40B4-BE49-F238E27FC236}">
                <a16:creationId xmlns:a16="http://schemas.microsoft.com/office/drawing/2014/main" id="{6986CBC6-3FAB-4C2F-B3BF-F0BF3B98C288}"/>
              </a:ext>
            </a:extLst>
          </p:cNvPr>
          <p:cNvSpPr>
            <a:spLocks noGrp="1"/>
          </p:cNvSpPr>
          <p:nvPr/>
        </p:nvSpPr>
        <p:spPr>
          <a:xfrm>
            <a:off x="2533650" y="3457575"/>
            <a:ext cx="1952625" cy="266700"/>
          </a:xfrm>
          <a:prstGeom prst="rect">
            <a:avLst/>
          </a:prstGeom>
          <a:noFill/>
          <a:ln w="0">
            <a:noFill/>
          </a:ln>
        </p:spPr>
        <p:txBody>
          <a:bodyPr wrap="none" lIns="0" tIns="0" rIns="0" bIns="0" anchor="t">
            <a:noAutofit/>
          </a:bodyPr>
          <a:lstStyle>
            <a:defPPr algn="ctr">
              <a:defRPr sz="1313" b="0">
                <a:solidFill>
                  <a:srgbClr val="255DA8"/>
                </a:solidFill>
                <a:latin typeface="Ubuntu Light"/>
                <a:ea typeface="Ubuntu Light"/>
                <a:cs typeface="Ubuntu Light"/>
              </a:defRPr>
            </a:defPPr>
            <a:lvl1pPr algn="ctr">
              <a:defRPr sz="1313" b="0">
                <a:solidFill>
                  <a:srgbClr val="255DA8"/>
                </a:solidFill>
                <a:latin typeface="Ubuntu Light"/>
                <a:ea typeface="Ubuntu Light"/>
                <a:cs typeface="Ubuntu Light"/>
              </a:defRPr>
            </a:lvl1pPr>
            <a:lvl2pPr algn="ctr">
              <a:defRPr sz="1313" b="0">
                <a:solidFill>
                  <a:srgbClr val="255DA8"/>
                </a:solidFill>
                <a:latin typeface="Ubuntu Light"/>
                <a:ea typeface="Ubuntu Light"/>
                <a:cs typeface="Ubuntu Light"/>
              </a:defRPr>
            </a:lvl2pPr>
            <a:lvl3pPr algn="ctr">
              <a:defRPr sz="1313" b="0">
                <a:solidFill>
                  <a:srgbClr val="255DA8"/>
                </a:solidFill>
                <a:latin typeface="Ubuntu Light"/>
                <a:ea typeface="Ubuntu Light"/>
                <a:cs typeface="Ubuntu Light"/>
              </a:defRPr>
            </a:lvl3pPr>
            <a:lvl4pPr algn="ctr">
              <a:defRPr sz="1313" b="0">
                <a:solidFill>
                  <a:srgbClr val="255DA8"/>
                </a:solidFill>
                <a:latin typeface="Ubuntu Light"/>
                <a:ea typeface="Ubuntu Light"/>
                <a:cs typeface="Ubuntu Light"/>
              </a:defRPr>
            </a:lvl4pPr>
            <a:lvl5pPr algn="ctr">
              <a:defRPr sz="1313" b="0">
                <a:solidFill>
                  <a:srgbClr val="255DA8"/>
                </a:solidFill>
                <a:latin typeface="Ubuntu Light"/>
                <a:ea typeface="Ubuntu Light"/>
                <a:cs typeface="Ubuntu Light"/>
              </a:defRPr>
            </a:lvl5pPr>
            <a:lvl6pPr algn="ctr">
              <a:defRPr sz="1313" b="0">
                <a:solidFill>
                  <a:srgbClr val="255DA8"/>
                </a:solidFill>
                <a:latin typeface="Ubuntu Light"/>
                <a:ea typeface="Ubuntu Light"/>
                <a:cs typeface="Ubuntu Light"/>
              </a:defRPr>
            </a:lvl6pPr>
            <a:lvl7pPr algn="ctr">
              <a:defRPr sz="1313" b="0">
                <a:solidFill>
                  <a:srgbClr val="255DA8"/>
                </a:solidFill>
                <a:latin typeface="Ubuntu Light"/>
                <a:ea typeface="Ubuntu Light"/>
                <a:cs typeface="Ubuntu Light"/>
              </a:defRPr>
            </a:lvl7pPr>
            <a:lvl8pPr algn="ctr">
              <a:defRPr sz="1313" b="0">
                <a:solidFill>
                  <a:srgbClr val="255DA8"/>
                </a:solidFill>
                <a:latin typeface="Ubuntu Light"/>
                <a:ea typeface="Ubuntu Light"/>
                <a:cs typeface="Ubuntu Light"/>
              </a:defRPr>
            </a:lvl8pPr>
            <a:lvl9pPr algn="ctr">
              <a:defRPr sz="1313" b="0">
                <a:solidFill>
                  <a:srgbClr val="255DA8"/>
                </a:solidFill>
                <a:latin typeface="Ubuntu Light"/>
                <a:ea typeface="Ubuntu Light"/>
                <a:cs typeface="Ubuntu Light"/>
              </a:defRPr>
            </a:lvl9pPr>
          </a:lstStyle>
          <a:p>
            <a:pPr algn="ctr">
              <a:defRPr sz="1313" b="0">
                <a:solidFill>
                  <a:srgbClr val="255DA8"/>
                </a:solidFill>
                <a:latin typeface="Ubuntu Light"/>
                <a:ea typeface="Ubuntu Light"/>
                <a:cs typeface="Ubuntu Light"/>
              </a:defRPr>
            </a:pPr>
            <a:r>
              <a:rPr b="0">
                <a:latin typeface="Menlo"/>
                <a:ea typeface="Menlo"/>
                <a:cs typeface="Menlo"/>
              </a:rPr>
              <a:t>COVERAGE_CONTEXT</a:t>
            </a:r>
          </a:p>
        </p:txBody>
      </p:sp>
      <p:sp>
        <p:nvSpPr>
          <p:cNvPr id="13" name="lineage-environment-detail">
            <a:extLst>
              <a:ext uri="{FF2B5EF4-FFF2-40B4-BE49-F238E27FC236}">
                <a16:creationId xmlns:a16="http://schemas.microsoft.com/office/drawing/2014/main" id="{322BCF23-BDD9-4679-9C28-73720B6BD7AA}"/>
              </a:ext>
            </a:extLst>
          </p:cNvPr>
          <p:cNvSpPr>
            <a:spLocks noGrp="1"/>
          </p:cNvSpPr>
          <p:nvPr/>
        </p:nvSpPr>
        <p:spPr>
          <a:xfrm>
            <a:off x="2533650" y="3762375"/>
            <a:ext cx="1952625" cy="542925"/>
          </a:xfrm>
          <a:prstGeom prst="rect">
            <a:avLst/>
          </a:prstGeom>
          <a:noFill/>
          <a:ln w="0">
            <a:noFill/>
          </a:ln>
        </p:spPr>
        <p:txBody>
          <a:bodyPr wrap="square" lIns="0" tIns="0" rIns="0" bIns="0" anchor="t">
            <a:noAutofit/>
          </a:bodyPr>
          <a:lstStyle>
            <a:defPPr algn="ctr">
              <a:defRPr sz="1350" b="0">
                <a:solidFill>
                  <a:srgbClr val="475569"/>
                </a:solidFill>
                <a:latin typeface="Ubuntu Light"/>
                <a:ea typeface="Ubuntu Light"/>
                <a:cs typeface="Ubuntu Light"/>
              </a:defRPr>
            </a:defPPr>
            <a:lvl1pPr algn="ctr">
              <a:defRPr sz="1350" b="0">
                <a:solidFill>
                  <a:srgbClr val="475569"/>
                </a:solidFill>
                <a:latin typeface="Ubuntu Light"/>
                <a:ea typeface="Ubuntu Light"/>
                <a:cs typeface="Ubuntu Light"/>
              </a:defRPr>
            </a:lvl1pPr>
            <a:lvl2pPr algn="ctr">
              <a:defRPr sz="1350" b="0">
                <a:solidFill>
                  <a:srgbClr val="475569"/>
                </a:solidFill>
                <a:latin typeface="Ubuntu Light"/>
                <a:ea typeface="Ubuntu Light"/>
                <a:cs typeface="Ubuntu Light"/>
              </a:defRPr>
            </a:lvl2pPr>
            <a:lvl3pPr algn="ctr">
              <a:defRPr sz="1350" b="0">
                <a:solidFill>
                  <a:srgbClr val="475569"/>
                </a:solidFill>
                <a:latin typeface="Ubuntu Light"/>
                <a:ea typeface="Ubuntu Light"/>
                <a:cs typeface="Ubuntu Light"/>
              </a:defRPr>
            </a:lvl3pPr>
            <a:lvl4pPr algn="ctr">
              <a:defRPr sz="1350" b="0">
                <a:solidFill>
                  <a:srgbClr val="475569"/>
                </a:solidFill>
                <a:latin typeface="Ubuntu Light"/>
                <a:ea typeface="Ubuntu Light"/>
                <a:cs typeface="Ubuntu Light"/>
              </a:defRPr>
            </a:lvl4pPr>
            <a:lvl5pPr algn="ctr">
              <a:defRPr sz="1350" b="0">
                <a:solidFill>
                  <a:srgbClr val="475569"/>
                </a:solidFill>
                <a:latin typeface="Ubuntu Light"/>
                <a:ea typeface="Ubuntu Light"/>
                <a:cs typeface="Ubuntu Light"/>
              </a:defRPr>
            </a:lvl5pPr>
            <a:lvl6pPr algn="ctr">
              <a:defRPr sz="1350" b="0">
                <a:solidFill>
                  <a:srgbClr val="475569"/>
                </a:solidFill>
                <a:latin typeface="Ubuntu Light"/>
                <a:ea typeface="Ubuntu Light"/>
                <a:cs typeface="Ubuntu Light"/>
              </a:defRPr>
            </a:lvl6pPr>
            <a:lvl7pPr algn="ctr">
              <a:defRPr sz="1350" b="0">
                <a:solidFill>
                  <a:srgbClr val="475569"/>
                </a:solidFill>
                <a:latin typeface="Ubuntu Light"/>
                <a:ea typeface="Ubuntu Light"/>
                <a:cs typeface="Ubuntu Light"/>
              </a:defRPr>
            </a:lvl7pPr>
            <a:lvl8pPr algn="ctr">
              <a:defRPr sz="1350" b="0">
                <a:solidFill>
                  <a:srgbClr val="475569"/>
                </a:solidFill>
                <a:latin typeface="Ubuntu Light"/>
                <a:ea typeface="Ubuntu Light"/>
                <a:cs typeface="Ubuntu Light"/>
              </a:defRPr>
            </a:lvl8pPr>
            <a:lvl9pPr algn="ctr">
              <a:defRPr sz="1350" b="0">
                <a:solidFill>
                  <a:srgbClr val="475569"/>
                </a:solidFill>
                <a:latin typeface="Ubuntu Light"/>
                <a:ea typeface="Ubuntu Light"/>
                <a:cs typeface="Ubuntu Light"/>
              </a:defRPr>
            </a:lvl9pPr>
          </a:lstStyle>
          <a:p>
            <a:pPr algn="ctr">
              <a:defRPr sz="1350" b="0">
                <a:solidFill>
                  <a:srgbClr val="475569"/>
                </a:solidFill>
                <a:latin typeface="Ubuntu Light"/>
                <a:ea typeface="Ubuntu Light"/>
                <a:cs typeface="Ubuntu Light"/>
              </a:defRPr>
            </a:pPr>
            <a:r>
              <a:rPr b="0">
                <a:latin typeface="Ubuntu Light"/>
                <a:ea typeface="Ubuntu Light"/>
                <a:cs typeface="Ubuntu Light"/>
              </a:rPr>
              <a:t>Set when this test’s</a:t>
            </a:r>
          </a:p>
          <a:p>
            <a:pPr algn="ctr">
              <a:defRPr sz="1350" b="0">
                <a:solidFill>
                  <a:srgbClr val="475569"/>
                </a:solidFill>
                <a:latin typeface="Ubuntu Light"/>
                <a:ea typeface="Ubuntu Light"/>
                <a:cs typeface="Ubuntu Light"/>
              </a:defRPr>
            </a:pPr>
            <a:r>
              <a:rPr b="0">
                <a:latin typeface="Ubuntu Light"/>
                <a:ea typeface="Ubuntu Light"/>
                <a:cs typeface="Ubuntu Light"/>
              </a:rPr>
              <a:t>Lambdas are created</a:t>
            </a:r>
          </a:p>
        </p:txBody>
      </p:sp>
      <p:sp>
        <p:nvSpPr>
          <p:cNvPr id="14" name="lineage-file-title">
            <a:extLst>
              <a:ext uri="{FF2B5EF4-FFF2-40B4-BE49-F238E27FC236}">
                <a16:creationId xmlns:a16="http://schemas.microsoft.com/office/drawing/2014/main" id="{E8AAD0E9-BB85-45A4-A688-091D02787271}"/>
              </a:ext>
            </a:extLst>
          </p:cNvPr>
          <p:cNvSpPr>
            <a:spLocks noGrp="1"/>
          </p:cNvSpPr>
          <p:nvPr/>
        </p:nvSpPr>
        <p:spPr>
          <a:xfrm>
            <a:off x="4643438" y="2076450"/>
            <a:ext cx="1952625" cy="276225"/>
          </a:xfrm>
          <a:prstGeom prst="rect">
            <a:avLst/>
          </a:prstGeom>
          <a:noFill/>
          <a:ln w="0">
            <a:noFill/>
          </a:ln>
        </p:spPr>
        <p:txBody>
          <a:bodyPr wrap="none" lIns="0" tIns="0" rIns="0" bIns="0" anchor="t">
            <a:noAutofit/>
          </a:bodyPr>
          <a:lstStyle>
            <a:defPPr algn="ctr">
              <a:defRPr sz="1538" b="0">
                <a:solidFill>
                  <a:srgbClr val="202D3E"/>
                </a:solidFill>
                <a:latin typeface="Ubuntu Light"/>
                <a:ea typeface="Ubuntu Light"/>
                <a:cs typeface="Ubuntu Light"/>
              </a:defRPr>
            </a:defPPr>
            <a:lvl1pPr algn="ctr">
              <a:defRPr sz="1538" b="0">
                <a:solidFill>
                  <a:srgbClr val="202D3E"/>
                </a:solidFill>
                <a:latin typeface="Ubuntu Light"/>
                <a:ea typeface="Ubuntu Light"/>
                <a:cs typeface="Ubuntu Light"/>
              </a:defRPr>
            </a:lvl1pPr>
            <a:lvl2pPr algn="ctr">
              <a:defRPr sz="1538" b="0">
                <a:solidFill>
                  <a:srgbClr val="202D3E"/>
                </a:solidFill>
                <a:latin typeface="Ubuntu Light"/>
                <a:ea typeface="Ubuntu Light"/>
                <a:cs typeface="Ubuntu Light"/>
              </a:defRPr>
            </a:lvl2pPr>
            <a:lvl3pPr algn="ctr">
              <a:defRPr sz="1538" b="0">
                <a:solidFill>
                  <a:srgbClr val="202D3E"/>
                </a:solidFill>
                <a:latin typeface="Ubuntu Light"/>
                <a:ea typeface="Ubuntu Light"/>
                <a:cs typeface="Ubuntu Light"/>
              </a:defRPr>
            </a:lvl3pPr>
            <a:lvl4pPr algn="ctr">
              <a:defRPr sz="1538" b="0">
                <a:solidFill>
                  <a:srgbClr val="202D3E"/>
                </a:solidFill>
                <a:latin typeface="Ubuntu Light"/>
                <a:ea typeface="Ubuntu Light"/>
                <a:cs typeface="Ubuntu Light"/>
              </a:defRPr>
            </a:lvl4pPr>
            <a:lvl5pPr algn="ctr">
              <a:defRPr sz="1538" b="0">
                <a:solidFill>
                  <a:srgbClr val="202D3E"/>
                </a:solidFill>
                <a:latin typeface="Ubuntu Light"/>
                <a:ea typeface="Ubuntu Light"/>
                <a:cs typeface="Ubuntu Light"/>
              </a:defRPr>
            </a:lvl5pPr>
            <a:lvl6pPr algn="ctr">
              <a:defRPr sz="1538" b="0">
                <a:solidFill>
                  <a:srgbClr val="202D3E"/>
                </a:solidFill>
                <a:latin typeface="Ubuntu Light"/>
                <a:ea typeface="Ubuntu Light"/>
                <a:cs typeface="Ubuntu Light"/>
              </a:defRPr>
            </a:lvl6pPr>
            <a:lvl7pPr algn="ctr">
              <a:defRPr sz="1538" b="0">
                <a:solidFill>
                  <a:srgbClr val="202D3E"/>
                </a:solidFill>
                <a:latin typeface="Ubuntu Light"/>
                <a:ea typeface="Ubuntu Light"/>
                <a:cs typeface="Ubuntu Light"/>
              </a:defRPr>
            </a:lvl7pPr>
            <a:lvl8pPr algn="ctr">
              <a:defRPr sz="1538" b="0">
                <a:solidFill>
                  <a:srgbClr val="202D3E"/>
                </a:solidFill>
                <a:latin typeface="Ubuntu Light"/>
                <a:ea typeface="Ubuntu Light"/>
                <a:cs typeface="Ubuntu Light"/>
              </a:defRPr>
            </a:lvl8pPr>
            <a:lvl9pPr algn="ctr">
              <a:defRPr sz="1538" b="0">
                <a:solidFill>
                  <a:srgbClr val="202D3E"/>
                </a:solidFill>
                <a:latin typeface="Ubuntu Light"/>
                <a:ea typeface="Ubuntu Light"/>
                <a:cs typeface="Ubuntu Light"/>
              </a:defRPr>
            </a:lvl9pPr>
          </a:lstStyle>
          <a:p>
            <a:pPr algn="ctr">
              <a:defRPr sz="1538" b="0">
                <a:solidFill>
                  <a:srgbClr val="202D3E"/>
                </a:solidFill>
                <a:latin typeface="Ubuntu Light"/>
                <a:ea typeface="Ubuntu Light"/>
                <a:cs typeface="Ubuntu Light"/>
              </a:defRPr>
            </a:pPr>
            <a:r>
              <a:rPr b="0">
                <a:latin typeface="Ubuntu Light"/>
                <a:ea typeface="Ubuntu Light"/>
                <a:cs typeface="Ubuntu Light"/>
              </a:rPr>
              <a:t>Coverage file</a:t>
            </a:r>
          </a:p>
        </p:txBody>
      </p:sp>
      <p:pic>
        <p:nvPicPr>
          <p:cNvPr id="15" name="Picture 14">
            <a:extLst>
              <a:ext uri="{FF2B5EF4-FFF2-40B4-BE49-F238E27FC236}">
                <a16:creationId xmlns:a16="http://schemas.microsoft.com/office/drawing/2014/main" id="{A41596E6-5DC8-4021-A3AA-92B67DE425DE}"/>
              </a:ext>
            </a:extLst>
          </p:cNvPr>
          <p:cNvPicPr>
            <a:picLocks noChangeAspect="1"/>
          </p:cNvPicPr>
          <p:nvPr/>
        </p:nvPicPr>
        <p:blipFill>
          <a:blip r:embed="rId6"/>
          <a:stretch/>
        </p:blipFill>
        <p:spPr>
          <a:xfrm>
            <a:off x="5276850" y="2514600"/>
            <a:ext cx="685800" cy="685800"/>
          </a:xfrm>
          <a:prstGeom prst="rect">
            <a:avLst/>
          </a:prstGeom>
        </p:spPr>
      </p:pic>
      <p:pic>
        <p:nvPicPr>
          <p:cNvPr id="16" name="Picture 15">
            <a:extLst>
              <a:ext uri="{FF2B5EF4-FFF2-40B4-BE49-F238E27FC236}">
                <a16:creationId xmlns:a16="http://schemas.microsoft.com/office/drawing/2014/main" id="{B404D09D-C6C6-46C4-9435-63396A1A77CB}"/>
              </a:ext>
            </a:extLst>
          </p:cNvPr>
          <p:cNvPicPr>
            <a:picLocks noChangeAspect="1"/>
          </p:cNvPicPr>
          <p:nvPr/>
        </p:nvPicPr>
        <p:blipFill>
          <a:blip r:embed="rId3"/>
          <a:stretch/>
        </p:blipFill>
        <p:spPr>
          <a:xfrm>
            <a:off x="5800725" y="3038475"/>
            <a:ext cx="266700" cy="266700"/>
          </a:xfrm>
          <a:prstGeom prst="rect">
            <a:avLst/>
          </a:prstGeom>
        </p:spPr>
      </p:pic>
      <p:sp>
        <p:nvSpPr>
          <p:cNvPr id="17" name="lineage-file-code">
            <a:extLst>
              <a:ext uri="{FF2B5EF4-FFF2-40B4-BE49-F238E27FC236}">
                <a16:creationId xmlns:a16="http://schemas.microsoft.com/office/drawing/2014/main" id="{7CD3234F-4C33-45B6-A49E-CDD2F4892F30}"/>
              </a:ext>
            </a:extLst>
          </p:cNvPr>
          <p:cNvSpPr>
            <a:spLocks noGrp="1"/>
          </p:cNvSpPr>
          <p:nvPr/>
        </p:nvSpPr>
        <p:spPr>
          <a:xfrm>
            <a:off x="4643438" y="3457575"/>
            <a:ext cx="1952625" cy="266700"/>
          </a:xfrm>
          <a:prstGeom prst="rect">
            <a:avLst/>
          </a:prstGeom>
          <a:noFill/>
          <a:ln w="0">
            <a:noFill/>
          </a:ln>
        </p:spPr>
        <p:txBody>
          <a:bodyPr wrap="none" lIns="0" tIns="0" rIns="0" bIns="0" anchor="t">
            <a:noAutofit/>
          </a:bodyPr>
          <a:lstStyle>
            <a:defPPr algn="ctr">
              <a:defRPr sz="1313" b="0">
                <a:solidFill>
                  <a:srgbClr val="255DA8"/>
                </a:solidFill>
                <a:latin typeface="Ubuntu Light"/>
                <a:ea typeface="Ubuntu Light"/>
                <a:cs typeface="Ubuntu Light"/>
              </a:defRPr>
            </a:defPPr>
            <a:lvl1pPr algn="ctr">
              <a:defRPr sz="1313" b="0">
                <a:solidFill>
                  <a:srgbClr val="255DA8"/>
                </a:solidFill>
                <a:latin typeface="Ubuntu Light"/>
                <a:ea typeface="Ubuntu Light"/>
                <a:cs typeface="Ubuntu Light"/>
              </a:defRPr>
            </a:lvl1pPr>
            <a:lvl2pPr algn="ctr">
              <a:defRPr sz="1313" b="0">
                <a:solidFill>
                  <a:srgbClr val="255DA8"/>
                </a:solidFill>
                <a:latin typeface="Ubuntu Light"/>
                <a:ea typeface="Ubuntu Light"/>
                <a:cs typeface="Ubuntu Light"/>
              </a:defRPr>
            </a:lvl2pPr>
            <a:lvl3pPr algn="ctr">
              <a:defRPr sz="1313" b="0">
                <a:solidFill>
                  <a:srgbClr val="255DA8"/>
                </a:solidFill>
                <a:latin typeface="Ubuntu Light"/>
                <a:ea typeface="Ubuntu Light"/>
                <a:cs typeface="Ubuntu Light"/>
              </a:defRPr>
            </a:lvl3pPr>
            <a:lvl4pPr algn="ctr">
              <a:defRPr sz="1313" b="0">
                <a:solidFill>
                  <a:srgbClr val="255DA8"/>
                </a:solidFill>
                <a:latin typeface="Ubuntu Light"/>
                <a:ea typeface="Ubuntu Light"/>
                <a:cs typeface="Ubuntu Light"/>
              </a:defRPr>
            </a:lvl4pPr>
            <a:lvl5pPr algn="ctr">
              <a:defRPr sz="1313" b="0">
                <a:solidFill>
                  <a:srgbClr val="255DA8"/>
                </a:solidFill>
                <a:latin typeface="Ubuntu Light"/>
                <a:ea typeface="Ubuntu Light"/>
                <a:cs typeface="Ubuntu Light"/>
              </a:defRPr>
            </a:lvl5pPr>
            <a:lvl6pPr algn="ctr">
              <a:defRPr sz="1313" b="0">
                <a:solidFill>
                  <a:srgbClr val="255DA8"/>
                </a:solidFill>
                <a:latin typeface="Ubuntu Light"/>
                <a:ea typeface="Ubuntu Light"/>
                <a:cs typeface="Ubuntu Light"/>
              </a:defRPr>
            </a:lvl6pPr>
            <a:lvl7pPr algn="ctr">
              <a:defRPr sz="1313" b="0">
                <a:solidFill>
                  <a:srgbClr val="255DA8"/>
                </a:solidFill>
                <a:latin typeface="Ubuntu Light"/>
                <a:ea typeface="Ubuntu Light"/>
                <a:cs typeface="Ubuntu Light"/>
              </a:defRPr>
            </a:lvl7pPr>
            <a:lvl8pPr algn="ctr">
              <a:defRPr sz="1313" b="0">
                <a:solidFill>
                  <a:srgbClr val="255DA8"/>
                </a:solidFill>
                <a:latin typeface="Ubuntu Light"/>
                <a:ea typeface="Ubuntu Light"/>
                <a:cs typeface="Ubuntu Light"/>
              </a:defRPr>
            </a:lvl8pPr>
            <a:lvl9pPr algn="ctr">
              <a:defRPr sz="1313" b="0">
                <a:solidFill>
                  <a:srgbClr val="255DA8"/>
                </a:solidFill>
                <a:latin typeface="Ubuntu Light"/>
                <a:ea typeface="Ubuntu Light"/>
                <a:cs typeface="Ubuntu Light"/>
              </a:defRPr>
            </a:lvl9pPr>
          </a:lstStyle>
          <a:p>
            <a:pPr algn="ctr">
              <a:defRPr sz="1313" b="0">
                <a:solidFill>
                  <a:srgbClr val="255DA8"/>
                </a:solidFill>
                <a:latin typeface="Ubuntu Light"/>
                <a:ea typeface="Ubuntu Light"/>
                <a:cs typeface="Ubuntu Light"/>
              </a:defRPr>
            </a:pPr>
            <a:r>
              <a:rPr b="0">
                <a:latin typeface="Menlo"/>
                <a:ea typeface="Menlo"/>
                <a:cs typeface="Menlo"/>
              </a:rPr>
              <a:t>.coverage.…</a:t>
            </a:r>
          </a:p>
        </p:txBody>
      </p:sp>
      <p:sp>
        <p:nvSpPr>
          <p:cNvPr id="18" name="lineage-file-detail">
            <a:extLst>
              <a:ext uri="{FF2B5EF4-FFF2-40B4-BE49-F238E27FC236}">
                <a16:creationId xmlns:a16="http://schemas.microsoft.com/office/drawing/2014/main" id="{CF0D63F7-C006-4E40-9205-EFEA48A62716}"/>
              </a:ext>
            </a:extLst>
          </p:cNvPr>
          <p:cNvSpPr>
            <a:spLocks noGrp="1"/>
          </p:cNvSpPr>
          <p:nvPr/>
        </p:nvSpPr>
        <p:spPr>
          <a:xfrm>
            <a:off x="4643438" y="3762375"/>
            <a:ext cx="1952625" cy="542925"/>
          </a:xfrm>
          <a:prstGeom prst="rect">
            <a:avLst/>
          </a:prstGeom>
          <a:noFill/>
          <a:ln w="0">
            <a:noFill/>
          </a:ln>
        </p:spPr>
        <p:txBody>
          <a:bodyPr wrap="none" lIns="0" tIns="0" rIns="0" bIns="0" anchor="t">
            <a:noAutofit/>
          </a:bodyPr>
          <a:lstStyle>
            <a:defPPr algn="ctr">
              <a:defRPr sz="1163" b="0">
                <a:solidFill>
                  <a:srgbClr val="475569"/>
                </a:solidFill>
                <a:latin typeface="Ubuntu Light"/>
                <a:ea typeface="Ubuntu Light"/>
                <a:cs typeface="Ubuntu Light"/>
              </a:defRPr>
            </a:defPPr>
            <a:lvl1pPr algn="ctr">
              <a:buNone/>
              <a:defRPr sz="1350" b="0">
                <a:solidFill>
                  <a:srgbClr val="475569"/>
                </a:solidFill>
                <a:latin typeface="Ubuntu Light"/>
                <a:ea typeface="Ubuntu Light"/>
                <a:cs typeface="Ubuntu Light"/>
              </a:defRPr>
            </a:lvl1pPr>
            <a:lvl2pPr algn="ctr">
              <a:buNone/>
              <a:defRPr sz="1350" b="0">
                <a:solidFill>
                  <a:srgbClr val="475569"/>
                </a:solidFill>
                <a:latin typeface="Ubuntu Light"/>
                <a:ea typeface="Ubuntu Light"/>
                <a:cs typeface="Ubuntu Light"/>
              </a:defRPr>
            </a:lvl2pPr>
            <a:lvl3pPr algn="ctr">
              <a:buNone/>
              <a:defRPr sz="1350" b="0">
                <a:solidFill>
                  <a:srgbClr val="475569"/>
                </a:solidFill>
                <a:latin typeface="Ubuntu Light"/>
                <a:ea typeface="Ubuntu Light"/>
                <a:cs typeface="Ubuntu Light"/>
              </a:defRPr>
            </a:lvl3pPr>
            <a:lvl4pPr algn="ctr">
              <a:buNone/>
              <a:defRPr sz="1350" b="0">
                <a:solidFill>
                  <a:srgbClr val="475569"/>
                </a:solidFill>
                <a:latin typeface="Ubuntu Light"/>
                <a:ea typeface="Ubuntu Light"/>
                <a:cs typeface="Ubuntu Light"/>
              </a:defRPr>
            </a:lvl4pPr>
            <a:lvl5pPr algn="ctr">
              <a:buNone/>
              <a:defRPr sz="1350" b="0">
                <a:solidFill>
                  <a:srgbClr val="475569"/>
                </a:solidFill>
                <a:latin typeface="Ubuntu Light"/>
                <a:ea typeface="Ubuntu Light"/>
                <a:cs typeface="Ubuntu Light"/>
              </a:defRPr>
            </a:lvl5pPr>
            <a:lvl6pPr algn="ctr">
              <a:buNone/>
              <a:defRPr sz="1350" b="0">
                <a:solidFill>
                  <a:srgbClr val="475569"/>
                </a:solidFill>
                <a:latin typeface="Ubuntu Light"/>
                <a:ea typeface="Ubuntu Light"/>
                <a:cs typeface="Ubuntu Light"/>
              </a:defRPr>
            </a:lvl6pPr>
            <a:lvl7pPr algn="ctr">
              <a:buNone/>
              <a:defRPr sz="1350" b="0">
                <a:solidFill>
                  <a:srgbClr val="475569"/>
                </a:solidFill>
                <a:latin typeface="Ubuntu Light"/>
                <a:ea typeface="Ubuntu Light"/>
                <a:cs typeface="Ubuntu Light"/>
              </a:defRPr>
            </a:lvl7pPr>
            <a:lvl8pPr algn="ctr">
              <a:buNone/>
              <a:defRPr sz="1350" b="0">
                <a:solidFill>
                  <a:srgbClr val="475569"/>
                </a:solidFill>
                <a:latin typeface="Ubuntu Light"/>
                <a:ea typeface="Ubuntu Light"/>
                <a:cs typeface="Ubuntu Light"/>
              </a:defRPr>
            </a:lvl8pPr>
            <a:lvl9pPr algn="ctr">
              <a:buNone/>
              <a:defRPr sz="1350" b="0">
                <a:solidFill>
                  <a:srgbClr val="475569"/>
                </a:solidFill>
                <a:latin typeface="Ubuntu Light"/>
                <a:ea typeface="Ubuntu Light"/>
                <a:cs typeface="Ubuntu Light"/>
              </a:defRPr>
            </a:lvl9pPr>
          </a:lstStyle>
          <a:p>
            <a:pPr algn="ctr">
              <a:lnSpc>
                <a:spcPct val="110000"/>
              </a:lnSpc>
              <a:buNone/>
              <a:defRPr sz="1163" b="0">
                <a:solidFill>
                  <a:srgbClr val="475569"/>
                </a:solidFill>
                <a:latin typeface="Ubuntu Light"/>
                <a:ea typeface="Ubuntu Light"/>
                <a:cs typeface="Ubuntu Light"/>
              </a:defRPr>
            </a:pPr>
            <a:r>
              <a:rPr sz="1163" b="0">
                <a:solidFill>
                  <a:srgbClr val="475569"/>
                </a:solidFill>
                <a:latin typeface="Ubuntu Light"/>
                <a:ea typeface="Ubuntu Light"/>
                <a:cs typeface="Ubuntu Light"/>
              </a:rPr>
              <a:t>Line 120 + function name</a:t>
            </a:r>
          </a:p>
          <a:p>
            <a:pPr algn="ctr">
              <a:lnSpc>
                <a:spcPct val="110000"/>
              </a:lnSpc>
              <a:buNone/>
              <a:defRPr sz="1163" b="0">
                <a:solidFill>
                  <a:srgbClr val="475569"/>
                </a:solidFill>
                <a:latin typeface="Ubuntu Light"/>
                <a:ea typeface="Ubuntu Light"/>
                <a:cs typeface="Ubuntu Light"/>
              </a:defRPr>
            </a:pPr>
            <a:r>
              <a:rPr sz="1163" b="0">
                <a:solidFill>
                  <a:srgbClr val="475569"/>
                </a:solidFill>
                <a:latin typeface="Ubuntu Light"/>
                <a:ea typeface="Ubuntu Light"/>
                <a:cs typeface="Ubuntu Light"/>
              </a:rPr>
              <a:t>Recorded inside Lambda</a:t>
            </a:r>
          </a:p>
        </p:txBody>
      </p:sp>
      <p:sp>
        <p:nvSpPr>
          <p:cNvPr id="19" name="lineage-report-title">
            <a:extLst>
              <a:ext uri="{FF2B5EF4-FFF2-40B4-BE49-F238E27FC236}">
                <a16:creationId xmlns:a16="http://schemas.microsoft.com/office/drawing/2014/main" id="{A76484D0-1125-454E-8F78-05A004E2686A}"/>
              </a:ext>
            </a:extLst>
          </p:cNvPr>
          <p:cNvSpPr>
            <a:spLocks noGrp="1"/>
          </p:cNvSpPr>
          <p:nvPr/>
        </p:nvSpPr>
        <p:spPr>
          <a:xfrm>
            <a:off x="6896100" y="2076450"/>
            <a:ext cx="1628775" cy="276225"/>
          </a:xfrm>
          <a:prstGeom prst="rect">
            <a:avLst/>
          </a:prstGeom>
          <a:noFill/>
          <a:ln w="0">
            <a:noFill/>
          </a:ln>
        </p:spPr>
        <p:txBody>
          <a:bodyPr wrap="none" lIns="0" tIns="0" rIns="0" bIns="0" anchor="t">
            <a:noAutofit/>
          </a:bodyPr>
          <a:lstStyle>
            <a:defPPr algn="ctr">
              <a:defRPr sz="1538" b="0">
                <a:solidFill>
                  <a:srgbClr val="202D3E"/>
                </a:solidFill>
                <a:latin typeface="Ubuntu Light"/>
                <a:ea typeface="Ubuntu Light"/>
                <a:cs typeface="Ubuntu Light"/>
              </a:defRPr>
            </a:defPPr>
            <a:lvl1pPr algn="ctr">
              <a:defRPr sz="1538" b="0">
                <a:solidFill>
                  <a:srgbClr val="202D3E"/>
                </a:solidFill>
                <a:latin typeface="Ubuntu Light"/>
                <a:ea typeface="Ubuntu Light"/>
                <a:cs typeface="Ubuntu Light"/>
              </a:defRPr>
            </a:lvl1pPr>
            <a:lvl2pPr algn="ctr">
              <a:defRPr sz="1538" b="0">
                <a:solidFill>
                  <a:srgbClr val="202D3E"/>
                </a:solidFill>
                <a:latin typeface="Ubuntu Light"/>
                <a:ea typeface="Ubuntu Light"/>
                <a:cs typeface="Ubuntu Light"/>
              </a:defRPr>
            </a:lvl2pPr>
            <a:lvl3pPr algn="ctr">
              <a:defRPr sz="1538" b="0">
                <a:solidFill>
                  <a:srgbClr val="202D3E"/>
                </a:solidFill>
                <a:latin typeface="Ubuntu Light"/>
                <a:ea typeface="Ubuntu Light"/>
                <a:cs typeface="Ubuntu Light"/>
              </a:defRPr>
            </a:lvl3pPr>
            <a:lvl4pPr algn="ctr">
              <a:defRPr sz="1538" b="0">
                <a:solidFill>
                  <a:srgbClr val="202D3E"/>
                </a:solidFill>
                <a:latin typeface="Ubuntu Light"/>
                <a:ea typeface="Ubuntu Light"/>
                <a:cs typeface="Ubuntu Light"/>
              </a:defRPr>
            </a:lvl4pPr>
            <a:lvl5pPr algn="ctr">
              <a:defRPr sz="1538" b="0">
                <a:solidFill>
                  <a:srgbClr val="202D3E"/>
                </a:solidFill>
                <a:latin typeface="Ubuntu Light"/>
                <a:ea typeface="Ubuntu Light"/>
                <a:cs typeface="Ubuntu Light"/>
              </a:defRPr>
            </a:lvl5pPr>
            <a:lvl6pPr algn="ctr">
              <a:defRPr sz="1538" b="0">
                <a:solidFill>
                  <a:srgbClr val="202D3E"/>
                </a:solidFill>
                <a:latin typeface="Ubuntu Light"/>
                <a:ea typeface="Ubuntu Light"/>
                <a:cs typeface="Ubuntu Light"/>
              </a:defRPr>
            </a:lvl6pPr>
            <a:lvl7pPr algn="ctr">
              <a:defRPr sz="1538" b="0">
                <a:solidFill>
                  <a:srgbClr val="202D3E"/>
                </a:solidFill>
                <a:latin typeface="Ubuntu Light"/>
                <a:ea typeface="Ubuntu Light"/>
                <a:cs typeface="Ubuntu Light"/>
              </a:defRPr>
            </a:lvl7pPr>
            <a:lvl8pPr algn="ctr">
              <a:defRPr sz="1538" b="0">
                <a:solidFill>
                  <a:srgbClr val="202D3E"/>
                </a:solidFill>
                <a:latin typeface="Ubuntu Light"/>
                <a:ea typeface="Ubuntu Light"/>
                <a:cs typeface="Ubuntu Light"/>
              </a:defRPr>
            </a:lvl8pPr>
            <a:lvl9pPr algn="ctr">
              <a:defRPr sz="1538" b="0">
                <a:solidFill>
                  <a:srgbClr val="202D3E"/>
                </a:solidFill>
                <a:latin typeface="Ubuntu Light"/>
                <a:ea typeface="Ubuntu Light"/>
                <a:cs typeface="Ubuntu Light"/>
              </a:defRPr>
            </a:lvl9pPr>
          </a:lstStyle>
          <a:p>
            <a:pPr algn="ctr">
              <a:defRPr sz="1538" b="0">
                <a:solidFill>
                  <a:srgbClr val="202D3E"/>
                </a:solidFill>
                <a:latin typeface="Ubuntu Light"/>
                <a:ea typeface="Ubuntu Light"/>
                <a:cs typeface="Ubuntu Light"/>
              </a:defRPr>
            </a:pPr>
            <a:r>
              <a:rPr b="0">
                <a:latin typeface="Ubuntu Light"/>
                <a:ea typeface="Ubuntu Light"/>
                <a:cs typeface="Ubuntu Light"/>
              </a:rPr>
              <a:t>HTML report</a:t>
            </a:r>
          </a:p>
        </p:txBody>
      </p:sp>
      <p:pic>
        <p:nvPicPr>
          <p:cNvPr id="20" name="Picture 19">
            <a:extLst>
              <a:ext uri="{FF2B5EF4-FFF2-40B4-BE49-F238E27FC236}">
                <a16:creationId xmlns:a16="http://schemas.microsoft.com/office/drawing/2014/main" id="{B1F4E222-9974-497F-A6B1-EEE77054B709}"/>
              </a:ext>
            </a:extLst>
          </p:cNvPr>
          <p:cNvPicPr>
            <a:picLocks noChangeAspect="1"/>
          </p:cNvPicPr>
          <p:nvPr/>
        </p:nvPicPr>
        <p:blipFill>
          <a:blip r:embed="rId7"/>
          <a:stretch/>
        </p:blipFill>
        <p:spPr>
          <a:xfrm>
            <a:off x="7372350" y="2514600"/>
            <a:ext cx="685800" cy="685800"/>
          </a:xfrm>
          <a:prstGeom prst="rect">
            <a:avLst/>
          </a:prstGeom>
        </p:spPr>
      </p:pic>
      <p:pic>
        <p:nvPicPr>
          <p:cNvPr id="21" name="Picture 20">
            <a:extLst>
              <a:ext uri="{FF2B5EF4-FFF2-40B4-BE49-F238E27FC236}">
                <a16:creationId xmlns:a16="http://schemas.microsoft.com/office/drawing/2014/main" id="{71EE2ECE-F8CB-44CB-95EB-28049B3EB21E}"/>
              </a:ext>
            </a:extLst>
          </p:cNvPr>
          <p:cNvPicPr>
            <a:picLocks noChangeAspect="1"/>
          </p:cNvPicPr>
          <p:nvPr/>
        </p:nvPicPr>
        <p:blipFill>
          <a:blip r:embed="rId3"/>
          <a:stretch/>
        </p:blipFill>
        <p:spPr>
          <a:xfrm>
            <a:off x="7896225" y="3038475"/>
            <a:ext cx="266700" cy="266700"/>
          </a:xfrm>
          <a:prstGeom prst="rect">
            <a:avLst/>
          </a:prstGeom>
        </p:spPr>
      </p:pic>
      <p:sp>
        <p:nvSpPr>
          <p:cNvPr id="22" name="lineage-report-code">
            <a:extLst>
              <a:ext uri="{FF2B5EF4-FFF2-40B4-BE49-F238E27FC236}">
                <a16:creationId xmlns:a16="http://schemas.microsoft.com/office/drawing/2014/main" id="{4EF71F60-DD83-4651-A2EB-43A8689750D8}"/>
              </a:ext>
            </a:extLst>
          </p:cNvPr>
          <p:cNvSpPr>
            <a:spLocks noGrp="1"/>
          </p:cNvSpPr>
          <p:nvPr/>
        </p:nvSpPr>
        <p:spPr>
          <a:xfrm>
            <a:off x="6896100" y="3457575"/>
            <a:ext cx="1628775" cy="266700"/>
          </a:xfrm>
          <a:prstGeom prst="rect">
            <a:avLst/>
          </a:prstGeom>
          <a:noFill/>
          <a:ln w="0">
            <a:noFill/>
          </a:ln>
        </p:spPr>
        <p:txBody>
          <a:bodyPr wrap="none" lIns="0" tIns="0" rIns="0" bIns="0" anchor="t">
            <a:noAutofit/>
          </a:bodyPr>
          <a:lstStyle>
            <a:defPPr algn="ctr">
              <a:defRPr sz="1313" b="0">
                <a:solidFill>
                  <a:srgbClr val="255DA8"/>
                </a:solidFill>
                <a:latin typeface="Ubuntu Light"/>
                <a:ea typeface="Ubuntu Light"/>
                <a:cs typeface="Ubuntu Light"/>
              </a:defRPr>
            </a:defPPr>
            <a:lvl1pPr algn="ctr">
              <a:defRPr sz="1313" b="0">
                <a:solidFill>
                  <a:srgbClr val="255DA8"/>
                </a:solidFill>
                <a:latin typeface="Ubuntu Light"/>
                <a:ea typeface="Ubuntu Light"/>
                <a:cs typeface="Ubuntu Light"/>
              </a:defRPr>
            </a:lvl1pPr>
            <a:lvl2pPr algn="ctr">
              <a:defRPr sz="1313" b="0">
                <a:solidFill>
                  <a:srgbClr val="255DA8"/>
                </a:solidFill>
                <a:latin typeface="Ubuntu Light"/>
                <a:ea typeface="Ubuntu Light"/>
                <a:cs typeface="Ubuntu Light"/>
              </a:defRPr>
            </a:lvl2pPr>
            <a:lvl3pPr algn="ctr">
              <a:defRPr sz="1313" b="0">
                <a:solidFill>
                  <a:srgbClr val="255DA8"/>
                </a:solidFill>
                <a:latin typeface="Ubuntu Light"/>
                <a:ea typeface="Ubuntu Light"/>
                <a:cs typeface="Ubuntu Light"/>
              </a:defRPr>
            </a:lvl3pPr>
            <a:lvl4pPr algn="ctr">
              <a:defRPr sz="1313" b="0">
                <a:solidFill>
                  <a:srgbClr val="255DA8"/>
                </a:solidFill>
                <a:latin typeface="Ubuntu Light"/>
                <a:ea typeface="Ubuntu Light"/>
                <a:cs typeface="Ubuntu Light"/>
              </a:defRPr>
            </a:lvl4pPr>
            <a:lvl5pPr algn="ctr">
              <a:defRPr sz="1313" b="0">
                <a:solidFill>
                  <a:srgbClr val="255DA8"/>
                </a:solidFill>
                <a:latin typeface="Ubuntu Light"/>
                <a:ea typeface="Ubuntu Light"/>
                <a:cs typeface="Ubuntu Light"/>
              </a:defRPr>
            </a:lvl5pPr>
            <a:lvl6pPr algn="ctr">
              <a:defRPr sz="1313" b="0">
                <a:solidFill>
                  <a:srgbClr val="255DA8"/>
                </a:solidFill>
                <a:latin typeface="Ubuntu Light"/>
                <a:ea typeface="Ubuntu Light"/>
                <a:cs typeface="Ubuntu Light"/>
              </a:defRPr>
            </a:lvl6pPr>
            <a:lvl7pPr algn="ctr">
              <a:defRPr sz="1313" b="0">
                <a:solidFill>
                  <a:srgbClr val="255DA8"/>
                </a:solidFill>
                <a:latin typeface="Ubuntu Light"/>
                <a:ea typeface="Ubuntu Light"/>
                <a:cs typeface="Ubuntu Light"/>
              </a:defRPr>
            </a:lvl7pPr>
            <a:lvl8pPr algn="ctr">
              <a:defRPr sz="1313" b="0">
                <a:solidFill>
                  <a:srgbClr val="255DA8"/>
                </a:solidFill>
                <a:latin typeface="Ubuntu Light"/>
                <a:ea typeface="Ubuntu Light"/>
                <a:cs typeface="Ubuntu Light"/>
              </a:defRPr>
            </a:lvl8pPr>
            <a:lvl9pPr algn="ctr">
              <a:defRPr sz="1313" b="0">
                <a:solidFill>
                  <a:srgbClr val="255DA8"/>
                </a:solidFill>
                <a:latin typeface="Ubuntu Light"/>
                <a:ea typeface="Ubuntu Light"/>
                <a:cs typeface="Ubuntu Light"/>
              </a:defRPr>
            </a:lvl9pPr>
          </a:lstStyle>
          <a:p>
            <a:pPr algn="ctr">
              <a:defRPr sz="1313" b="0">
                <a:solidFill>
                  <a:srgbClr val="255DA8"/>
                </a:solidFill>
                <a:latin typeface="Ubuntu Light"/>
                <a:ea typeface="Ubuntu Light"/>
                <a:cs typeface="Ubuntu Light"/>
              </a:defRPr>
            </a:pPr>
            <a:r>
              <a:rPr b="0">
                <a:latin typeface="Ubuntu Light"/>
                <a:ea typeface="Ubuntu Light"/>
                <a:cs typeface="Ubuntu Light"/>
              </a:rPr>
              <a:t>Line </a:t>
            </a:r>
            <a:r>
              <a:rPr b="0">
                <a:latin typeface="Menlo"/>
                <a:ea typeface="Menlo"/>
                <a:cs typeface="Menlo"/>
              </a:rPr>
              <a:t>120</a:t>
            </a:r>
          </a:p>
        </p:txBody>
      </p:sp>
      <p:sp>
        <p:nvSpPr>
          <p:cNvPr id="23" name="lineage-report-detail">
            <a:extLst>
              <a:ext uri="{FF2B5EF4-FFF2-40B4-BE49-F238E27FC236}">
                <a16:creationId xmlns:a16="http://schemas.microsoft.com/office/drawing/2014/main" id="{F823ED7A-EBE0-4660-A9F6-6CE084328F25}"/>
              </a:ext>
            </a:extLst>
          </p:cNvPr>
          <p:cNvSpPr>
            <a:spLocks noGrp="1"/>
          </p:cNvSpPr>
          <p:nvPr/>
        </p:nvSpPr>
        <p:spPr>
          <a:xfrm>
            <a:off x="6896100" y="3762375"/>
            <a:ext cx="1628775" cy="542925"/>
          </a:xfrm>
          <a:prstGeom prst="rect">
            <a:avLst/>
          </a:prstGeom>
          <a:noFill/>
          <a:ln w="0">
            <a:noFill/>
          </a:ln>
        </p:spPr>
        <p:txBody>
          <a:bodyPr wrap="none" lIns="0" tIns="0" rIns="0" bIns="0" anchor="t">
            <a:noAutofit/>
          </a:bodyPr>
          <a:lstStyle>
            <a:defPPr algn="ctr">
              <a:defRPr sz="1163" b="0">
                <a:solidFill>
                  <a:srgbClr val="475569"/>
                </a:solidFill>
                <a:latin typeface="Ubuntu Light"/>
                <a:ea typeface="Ubuntu Light"/>
                <a:cs typeface="Ubuntu Light"/>
              </a:defRPr>
            </a:defPPr>
            <a:lvl1pPr algn="ctr">
              <a:buNone/>
              <a:defRPr sz="1350" b="0">
                <a:solidFill>
                  <a:srgbClr val="475569"/>
                </a:solidFill>
                <a:latin typeface="Ubuntu Light"/>
                <a:ea typeface="Ubuntu Light"/>
                <a:cs typeface="Ubuntu Light"/>
              </a:defRPr>
            </a:lvl1pPr>
            <a:lvl2pPr algn="ctr">
              <a:buNone/>
              <a:defRPr sz="1350" b="0">
                <a:solidFill>
                  <a:srgbClr val="475569"/>
                </a:solidFill>
                <a:latin typeface="Ubuntu Light"/>
                <a:ea typeface="Ubuntu Light"/>
                <a:cs typeface="Ubuntu Light"/>
              </a:defRPr>
            </a:lvl2pPr>
            <a:lvl3pPr algn="ctr">
              <a:buNone/>
              <a:defRPr sz="1350" b="0">
                <a:solidFill>
                  <a:srgbClr val="475569"/>
                </a:solidFill>
                <a:latin typeface="Ubuntu Light"/>
                <a:ea typeface="Ubuntu Light"/>
                <a:cs typeface="Ubuntu Light"/>
              </a:defRPr>
            </a:lvl3pPr>
            <a:lvl4pPr algn="ctr">
              <a:buNone/>
              <a:defRPr sz="1350" b="0">
                <a:solidFill>
                  <a:srgbClr val="475569"/>
                </a:solidFill>
                <a:latin typeface="Ubuntu Light"/>
                <a:ea typeface="Ubuntu Light"/>
                <a:cs typeface="Ubuntu Light"/>
              </a:defRPr>
            </a:lvl4pPr>
            <a:lvl5pPr algn="ctr">
              <a:buNone/>
              <a:defRPr sz="1350" b="0">
                <a:solidFill>
                  <a:srgbClr val="475569"/>
                </a:solidFill>
                <a:latin typeface="Ubuntu Light"/>
                <a:ea typeface="Ubuntu Light"/>
                <a:cs typeface="Ubuntu Light"/>
              </a:defRPr>
            </a:lvl5pPr>
            <a:lvl6pPr algn="ctr">
              <a:buNone/>
              <a:defRPr sz="1350" b="0">
                <a:solidFill>
                  <a:srgbClr val="475569"/>
                </a:solidFill>
                <a:latin typeface="Ubuntu Light"/>
                <a:ea typeface="Ubuntu Light"/>
                <a:cs typeface="Ubuntu Light"/>
              </a:defRPr>
            </a:lvl6pPr>
            <a:lvl7pPr algn="ctr">
              <a:buNone/>
              <a:defRPr sz="1350" b="0">
                <a:solidFill>
                  <a:srgbClr val="475569"/>
                </a:solidFill>
                <a:latin typeface="Ubuntu Light"/>
                <a:ea typeface="Ubuntu Light"/>
                <a:cs typeface="Ubuntu Light"/>
              </a:defRPr>
            </a:lvl7pPr>
            <a:lvl8pPr algn="ctr">
              <a:buNone/>
              <a:defRPr sz="1350" b="0">
                <a:solidFill>
                  <a:srgbClr val="475569"/>
                </a:solidFill>
                <a:latin typeface="Ubuntu Light"/>
                <a:ea typeface="Ubuntu Light"/>
                <a:cs typeface="Ubuntu Light"/>
              </a:defRPr>
            </a:lvl8pPr>
            <a:lvl9pPr algn="ctr">
              <a:buNone/>
              <a:defRPr sz="1350" b="0">
                <a:solidFill>
                  <a:srgbClr val="475569"/>
                </a:solidFill>
                <a:latin typeface="Ubuntu Light"/>
                <a:ea typeface="Ubuntu Light"/>
                <a:cs typeface="Ubuntu Light"/>
              </a:defRPr>
            </a:lvl9pPr>
          </a:lstStyle>
          <a:p>
            <a:pPr algn="ctr">
              <a:buNone/>
              <a:defRPr sz="1163" b="0">
                <a:solidFill>
                  <a:srgbClr val="475569"/>
                </a:solidFill>
                <a:latin typeface="Ubuntu Light"/>
                <a:ea typeface="Ubuntu Light"/>
                <a:cs typeface="Ubuntu Light"/>
              </a:defRPr>
            </a:pPr>
            <a:r>
              <a:rPr sz="1163" b="0">
                <a:solidFill>
                  <a:srgbClr val="475569"/>
                </a:solidFill>
                <a:latin typeface="Ubuntu Light"/>
                <a:ea typeface="Ubuntu Light"/>
                <a:cs typeface="Ubuntu Light"/>
              </a:rPr>
              <a:t>Matching function name</a:t>
            </a:r>
          </a:p>
        </p:txBody>
      </p:sp>
      <p:cxnSp>
        <p:nvCxnSpPr>
          <p:cNvPr id="24" name="lineage-set-context-0">
            <a:extLst>
              <a:ext uri="{FF2B5EF4-FFF2-40B4-BE49-F238E27FC236}">
                <a16:creationId xmlns:a16="http://schemas.microsoft.com/office/drawing/2014/main" id="{6AC18EBA-8936-445F-B2F2-78B0B3990A87}"/>
              </a:ext>
            </a:extLst>
          </p:cNvPr>
          <p:cNvCxnSpPr/>
          <p:nvPr/>
        </p:nvCxnSpPr>
        <p:spPr>
          <a:xfrm>
            <a:off x="2095500" y="2809875"/>
            <a:ext cx="866775" cy="0"/>
          </a:xfrm>
          <a:prstGeom prst="straightConnector1">
            <a:avLst/>
          </a:prstGeom>
          <a:ln w="19050">
            <a:solidFill>
              <a:srgbClr val="202D3E"/>
            </a:solidFill>
            <a:tailEnd type="triangle" w="sm" len="sm"/>
          </a:ln>
        </p:spPr>
      </p:cxnSp>
      <p:sp>
        <p:nvSpPr>
          <p:cNvPr id="25" name="lineage-deploy-label">
            <a:extLst>
              <a:ext uri="{FF2B5EF4-FFF2-40B4-BE49-F238E27FC236}">
                <a16:creationId xmlns:a16="http://schemas.microsoft.com/office/drawing/2014/main" id="{111162C4-CBDD-4595-8C30-036A1BDEAAFF}"/>
              </a:ext>
            </a:extLst>
          </p:cNvPr>
          <p:cNvSpPr>
            <a:spLocks noGrp="1"/>
          </p:cNvSpPr>
          <p:nvPr/>
        </p:nvSpPr>
        <p:spPr>
          <a:xfrm>
            <a:off x="2085975" y="2505075"/>
            <a:ext cx="876300" cy="228600"/>
          </a:xfrm>
          <a:prstGeom prst="rect">
            <a:avLst/>
          </a:prstGeom>
          <a:noFill/>
          <a:ln w="0">
            <a:noFill/>
          </a:ln>
        </p:spPr>
        <p:txBody>
          <a:bodyPr wrap="none" lIns="0" tIns="0" rIns="0" bIns="0" anchor="t">
            <a:noAutofit/>
          </a:bodyPr>
          <a:lstStyle>
            <a:defPPr algn="ctr">
              <a:defRPr sz="1238" b="0">
                <a:solidFill>
                  <a:srgbClr val="475569"/>
                </a:solidFill>
                <a:latin typeface="Ubuntu Light"/>
                <a:ea typeface="Ubuntu Light"/>
                <a:cs typeface="Ubuntu Light"/>
              </a:defRPr>
            </a:defPPr>
            <a:lvl1pPr algn="ctr">
              <a:defRPr sz="1238" b="0">
                <a:solidFill>
                  <a:srgbClr val="475569"/>
                </a:solidFill>
                <a:latin typeface="Ubuntu Light"/>
                <a:ea typeface="Ubuntu Light"/>
                <a:cs typeface="Ubuntu Light"/>
              </a:defRPr>
            </a:lvl1pPr>
            <a:lvl2pPr algn="ctr">
              <a:defRPr sz="1238" b="0">
                <a:solidFill>
                  <a:srgbClr val="475569"/>
                </a:solidFill>
                <a:latin typeface="Ubuntu Light"/>
                <a:ea typeface="Ubuntu Light"/>
                <a:cs typeface="Ubuntu Light"/>
              </a:defRPr>
            </a:lvl2pPr>
            <a:lvl3pPr algn="ctr">
              <a:defRPr sz="1238" b="0">
                <a:solidFill>
                  <a:srgbClr val="475569"/>
                </a:solidFill>
                <a:latin typeface="Ubuntu Light"/>
                <a:ea typeface="Ubuntu Light"/>
                <a:cs typeface="Ubuntu Light"/>
              </a:defRPr>
            </a:lvl3pPr>
            <a:lvl4pPr algn="ctr">
              <a:defRPr sz="1238" b="0">
                <a:solidFill>
                  <a:srgbClr val="475569"/>
                </a:solidFill>
                <a:latin typeface="Ubuntu Light"/>
                <a:ea typeface="Ubuntu Light"/>
                <a:cs typeface="Ubuntu Light"/>
              </a:defRPr>
            </a:lvl4pPr>
            <a:lvl5pPr algn="ctr">
              <a:defRPr sz="1238" b="0">
                <a:solidFill>
                  <a:srgbClr val="475569"/>
                </a:solidFill>
                <a:latin typeface="Ubuntu Light"/>
                <a:ea typeface="Ubuntu Light"/>
                <a:cs typeface="Ubuntu Light"/>
              </a:defRPr>
            </a:lvl5pPr>
            <a:lvl6pPr algn="ctr">
              <a:defRPr sz="1238" b="0">
                <a:solidFill>
                  <a:srgbClr val="475569"/>
                </a:solidFill>
                <a:latin typeface="Ubuntu Light"/>
                <a:ea typeface="Ubuntu Light"/>
                <a:cs typeface="Ubuntu Light"/>
              </a:defRPr>
            </a:lvl6pPr>
            <a:lvl7pPr algn="ctr">
              <a:defRPr sz="1238" b="0">
                <a:solidFill>
                  <a:srgbClr val="475569"/>
                </a:solidFill>
                <a:latin typeface="Ubuntu Light"/>
                <a:ea typeface="Ubuntu Light"/>
                <a:cs typeface="Ubuntu Light"/>
              </a:defRPr>
            </a:lvl7pPr>
            <a:lvl8pPr algn="ctr">
              <a:defRPr sz="1238" b="0">
                <a:solidFill>
                  <a:srgbClr val="475569"/>
                </a:solidFill>
                <a:latin typeface="Ubuntu Light"/>
                <a:ea typeface="Ubuntu Light"/>
                <a:cs typeface="Ubuntu Light"/>
              </a:defRPr>
            </a:lvl8pPr>
            <a:lvl9pPr algn="ctr">
              <a:defRPr sz="1238" b="0">
                <a:solidFill>
                  <a:srgbClr val="475569"/>
                </a:solidFill>
                <a:latin typeface="Ubuntu Light"/>
                <a:ea typeface="Ubuntu Light"/>
                <a:cs typeface="Ubuntu Light"/>
              </a:defRPr>
            </a:lvl9pPr>
          </a:lstStyle>
          <a:p>
            <a:pPr algn="ctr">
              <a:defRPr sz="1238" b="0">
                <a:solidFill>
                  <a:srgbClr val="475569"/>
                </a:solidFill>
                <a:latin typeface="Ubuntu Light"/>
                <a:ea typeface="Ubuntu Light"/>
                <a:cs typeface="Ubuntu Light"/>
              </a:defRPr>
            </a:pPr>
            <a:r>
              <a:rPr b="0">
                <a:latin typeface="Ubuntu Light"/>
                <a:ea typeface="Ubuntu Light"/>
                <a:cs typeface="Ubuntu Light"/>
              </a:rPr>
              <a:t>deploy</a:t>
            </a:r>
          </a:p>
        </p:txBody>
      </p:sp>
      <p:cxnSp>
        <p:nvCxnSpPr>
          <p:cNvPr id="26" name="lineage-write-data-0">
            <a:extLst>
              <a:ext uri="{FF2B5EF4-FFF2-40B4-BE49-F238E27FC236}">
                <a16:creationId xmlns:a16="http://schemas.microsoft.com/office/drawing/2014/main" id="{C9CC5FB3-6E8C-4F4C-87A3-8A0F6E003EF3}"/>
              </a:ext>
            </a:extLst>
          </p:cNvPr>
          <p:cNvCxnSpPr/>
          <p:nvPr/>
        </p:nvCxnSpPr>
        <p:spPr>
          <a:xfrm>
            <a:off x="4038600" y="2809875"/>
            <a:ext cx="1028700" cy="0"/>
          </a:xfrm>
          <a:prstGeom prst="straightConnector1">
            <a:avLst/>
          </a:prstGeom>
          <a:ln w="19050">
            <a:solidFill>
              <a:srgbClr val="202D3E"/>
            </a:solidFill>
            <a:tailEnd type="triangle" w="sm" len="sm"/>
          </a:ln>
        </p:spPr>
      </p:cxnSp>
      <p:sp>
        <p:nvSpPr>
          <p:cNvPr id="27" name="lineage-write-label">
            <a:extLst>
              <a:ext uri="{FF2B5EF4-FFF2-40B4-BE49-F238E27FC236}">
                <a16:creationId xmlns:a16="http://schemas.microsoft.com/office/drawing/2014/main" id="{4531926B-E49D-4763-9099-D29AF183A27F}"/>
              </a:ext>
            </a:extLst>
          </p:cNvPr>
          <p:cNvSpPr>
            <a:spLocks noGrp="1"/>
          </p:cNvSpPr>
          <p:nvPr/>
        </p:nvSpPr>
        <p:spPr>
          <a:xfrm>
            <a:off x="4114800" y="2505075"/>
            <a:ext cx="876300" cy="228600"/>
          </a:xfrm>
          <a:prstGeom prst="rect">
            <a:avLst/>
          </a:prstGeom>
          <a:noFill/>
          <a:ln w="0">
            <a:noFill/>
          </a:ln>
        </p:spPr>
        <p:txBody>
          <a:bodyPr wrap="none" lIns="0" tIns="0" rIns="0" bIns="0" anchor="t">
            <a:noAutofit/>
          </a:bodyPr>
          <a:lstStyle>
            <a:defPPr algn="ctr">
              <a:defRPr sz="1238" b="0">
                <a:solidFill>
                  <a:srgbClr val="475569"/>
                </a:solidFill>
                <a:latin typeface="Ubuntu Light"/>
                <a:ea typeface="Ubuntu Light"/>
                <a:cs typeface="Ubuntu Light"/>
              </a:defRPr>
            </a:defPPr>
            <a:lvl1pPr algn="ctr">
              <a:defRPr sz="1238" b="0">
                <a:solidFill>
                  <a:srgbClr val="475569"/>
                </a:solidFill>
                <a:latin typeface="Ubuntu Light"/>
                <a:ea typeface="Ubuntu Light"/>
                <a:cs typeface="Ubuntu Light"/>
              </a:defRPr>
            </a:lvl1pPr>
            <a:lvl2pPr algn="ctr">
              <a:defRPr sz="1238" b="0">
                <a:solidFill>
                  <a:srgbClr val="475569"/>
                </a:solidFill>
                <a:latin typeface="Ubuntu Light"/>
                <a:ea typeface="Ubuntu Light"/>
                <a:cs typeface="Ubuntu Light"/>
              </a:defRPr>
            </a:lvl2pPr>
            <a:lvl3pPr algn="ctr">
              <a:defRPr sz="1238" b="0">
                <a:solidFill>
                  <a:srgbClr val="475569"/>
                </a:solidFill>
                <a:latin typeface="Ubuntu Light"/>
                <a:ea typeface="Ubuntu Light"/>
                <a:cs typeface="Ubuntu Light"/>
              </a:defRPr>
            </a:lvl3pPr>
            <a:lvl4pPr algn="ctr">
              <a:defRPr sz="1238" b="0">
                <a:solidFill>
                  <a:srgbClr val="475569"/>
                </a:solidFill>
                <a:latin typeface="Ubuntu Light"/>
                <a:ea typeface="Ubuntu Light"/>
                <a:cs typeface="Ubuntu Light"/>
              </a:defRPr>
            </a:lvl4pPr>
            <a:lvl5pPr algn="ctr">
              <a:defRPr sz="1238" b="0">
                <a:solidFill>
                  <a:srgbClr val="475569"/>
                </a:solidFill>
                <a:latin typeface="Ubuntu Light"/>
                <a:ea typeface="Ubuntu Light"/>
                <a:cs typeface="Ubuntu Light"/>
              </a:defRPr>
            </a:lvl5pPr>
            <a:lvl6pPr algn="ctr">
              <a:defRPr sz="1238" b="0">
                <a:solidFill>
                  <a:srgbClr val="475569"/>
                </a:solidFill>
                <a:latin typeface="Ubuntu Light"/>
                <a:ea typeface="Ubuntu Light"/>
                <a:cs typeface="Ubuntu Light"/>
              </a:defRPr>
            </a:lvl6pPr>
            <a:lvl7pPr algn="ctr">
              <a:defRPr sz="1238" b="0">
                <a:solidFill>
                  <a:srgbClr val="475569"/>
                </a:solidFill>
                <a:latin typeface="Ubuntu Light"/>
                <a:ea typeface="Ubuntu Light"/>
                <a:cs typeface="Ubuntu Light"/>
              </a:defRPr>
            </a:lvl7pPr>
            <a:lvl8pPr algn="ctr">
              <a:defRPr sz="1238" b="0">
                <a:solidFill>
                  <a:srgbClr val="475569"/>
                </a:solidFill>
                <a:latin typeface="Ubuntu Light"/>
                <a:ea typeface="Ubuntu Light"/>
                <a:cs typeface="Ubuntu Light"/>
              </a:defRPr>
            </a:lvl8pPr>
            <a:lvl9pPr algn="ctr">
              <a:defRPr sz="1238" b="0">
                <a:solidFill>
                  <a:srgbClr val="475569"/>
                </a:solidFill>
                <a:latin typeface="Ubuntu Light"/>
                <a:ea typeface="Ubuntu Light"/>
                <a:cs typeface="Ubuntu Light"/>
              </a:defRPr>
            </a:lvl9pPr>
          </a:lstStyle>
          <a:p>
            <a:pPr algn="ctr">
              <a:defRPr sz="1238" b="0">
                <a:solidFill>
                  <a:srgbClr val="475569"/>
                </a:solidFill>
                <a:latin typeface="Ubuntu Light"/>
                <a:ea typeface="Ubuntu Light"/>
                <a:cs typeface="Ubuntu Light"/>
              </a:defRPr>
            </a:pPr>
            <a:r>
              <a:rPr b="0">
                <a:latin typeface="Ubuntu Light"/>
                <a:ea typeface="Ubuntu Light"/>
                <a:cs typeface="Ubuntu Light"/>
              </a:rPr>
              <a:t>save</a:t>
            </a:r>
          </a:p>
        </p:txBody>
      </p:sp>
      <p:cxnSp>
        <p:nvCxnSpPr>
          <p:cNvPr id="28" name="lineage-combine-data-0">
            <a:extLst>
              <a:ext uri="{FF2B5EF4-FFF2-40B4-BE49-F238E27FC236}">
                <a16:creationId xmlns:a16="http://schemas.microsoft.com/office/drawing/2014/main" id="{A87497CD-39E8-49C3-A7D1-78AA09DFDF9C}"/>
              </a:ext>
            </a:extLst>
          </p:cNvPr>
          <p:cNvCxnSpPr/>
          <p:nvPr/>
        </p:nvCxnSpPr>
        <p:spPr>
          <a:xfrm>
            <a:off x="6143625" y="2809875"/>
            <a:ext cx="1019175" cy="0"/>
          </a:xfrm>
          <a:prstGeom prst="straightConnector1">
            <a:avLst/>
          </a:prstGeom>
          <a:ln w="19050">
            <a:solidFill>
              <a:srgbClr val="202D3E"/>
            </a:solidFill>
            <a:tailEnd type="triangle" w="sm" len="sm"/>
          </a:ln>
        </p:spPr>
      </p:cxnSp>
      <p:sp>
        <p:nvSpPr>
          <p:cNvPr id="29" name="lineage-combine-label">
            <a:extLst>
              <a:ext uri="{FF2B5EF4-FFF2-40B4-BE49-F238E27FC236}">
                <a16:creationId xmlns:a16="http://schemas.microsoft.com/office/drawing/2014/main" id="{D3894A10-CAC6-47D5-B9F8-87CF4F1C5E4C}"/>
              </a:ext>
            </a:extLst>
          </p:cNvPr>
          <p:cNvSpPr>
            <a:spLocks noGrp="1"/>
          </p:cNvSpPr>
          <p:nvPr/>
        </p:nvSpPr>
        <p:spPr>
          <a:xfrm>
            <a:off x="6105525" y="2505075"/>
            <a:ext cx="1085850" cy="228600"/>
          </a:xfrm>
          <a:prstGeom prst="rect">
            <a:avLst/>
          </a:prstGeom>
          <a:noFill/>
          <a:ln w="0">
            <a:noFill/>
          </a:ln>
        </p:spPr>
        <p:txBody>
          <a:bodyPr wrap="none" lIns="0" tIns="0" rIns="0" bIns="0" anchor="t">
            <a:noAutofit/>
          </a:bodyPr>
          <a:lstStyle>
            <a:defPPr algn="ctr">
              <a:defRPr sz="1238" b="0">
                <a:solidFill>
                  <a:srgbClr val="475569"/>
                </a:solidFill>
                <a:latin typeface="Ubuntu Light"/>
                <a:ea typeface="Ubuntu Light"/>
                <a:cs typeface="Ubuntu Light"/>
              </a:defRPr>
            </a:defPPr>
            <a:lvl1pPr algn="ctr">
              <a:defRPr sz="1238" b="0">
                <a:solidFill>
                  <a:srgbClr val="475569"/>
                </a:solidFill>
                <a:latin typeface="Ubuntu Light"/>
                <a:ea typeface="Ubuntu Light"/>
                <a:cs typeface="Ubuntu Light"/>
              </a:defRPr>
            </a:lvl1pPr>
            <a:lvl2pPr algn="ctr">
              <a:defRPr sz="1238" b="0">
                <a:solidFill>
                  <a:srgbClr val="475569"/>
                </a:solidFill>
                <a:latin typeface="Ubuntu Light"/>
                <a:ea typeface="Ubuntu Light"/>
                <a:cs typeface="Ubuntu Light"/>
              </a:defRPr>
            </a:lvl2pPr>
            <a:lvl3pPr algn="ctr">
              <a:defRPr sz="1238" b="0">
                <a:solidFill>
                  <a:srgbClr val="475569"/>
                </a:solidFill>
                <a:latin typeface="Ubuntu Light"/>
                <a:ea typeface="Ubuntu Light"/>
                <a:cs typeface="Ubuntu Light"/>
              </a:defRPr>
            </a:lvl3pPr>
            <a:lvl4pPr algn="ctr">
              <a:defRPr sz="1238" b="0">
                <a:solidFill>
                  <a:srgbClr val="475569"/>
                </a:solidFill>
                <a:latin typeface="Ubuntu Light"/>
                <a:ea typeface="Ubuntu Light"/>
                <a:cs typeface="Ubuntu Light"/>
              </a:defRPr>
            </a:lvl4pPr>
            <a:lvl5pPr algn="ctr">
              <a:defRPr sz="1238" b="0">
                <a:solidFill>
                  <a:srgbClr val="475569"/>
                </a:solidFill>
                <a:latin typeface="Ubuntu Light"/>
                <a:ea typeface="Ubuntu Light"/>
                <a:cs typeface="Ubuntu Light"/>
              </a:defRPr>
            </a:lvl5pPr>
            <a:lvl6pPr algn="ctr">
              <a:defRPr sz="1238" b="0">
                <a:solidFill>
                  <a:srgbClr val="475569"/>
                </a:solidFill>
                <a:latin typeface="Ubuntu Light"/>
                <a:ea typeface="Ubuntu Light"/>
                <a:cs typeface="Ubuntu Light"/>
              </a:defRPr>
            </a:lvl6pPr>
            <a:lvl7pPr algn="ctr">
              <a:defRPr sz="1238" b="0">
                <a:solidFill>
                  <a:srgbClr val="475569"/>
                </a:solidFill>
                <a:latin typeface="Ubuntu Light"/>
                <a:ea typeface="Ubuntu Light"/>
                <a:cs typeface="Ubuntu Light"/>
              </a:defRPr>
            </a:lvl7pPr>
            <a:lvl8pPr algn="ctr">
              <a:defRPr sz="1238" b="0">
                <a:solidFill>
                  <a:srgbClr val="475569"/>
                </a:solidFill>
                <a:latin typeface="Ubuntu Light"/>
                <a:ea typeface="Ubuntu Light"/>
                <a:cs typeface="Ubuntu Light"/>
              </a:defRPr>
            </a:lvl8pPr>
            <a:lvl9pPr algn="ctr">
              <a:defRPr sz="1238" b="0">
                <a:solidFill>
                  <a:srgbClr val="475569"/>
                </a:solidFill>
                <a:latin typeface="Ubuntu Light"/>
                <a:ea typeface="Ubuntu Light"/>
                <a:cs typeface="Ubuntu Light"/>
              </a:defRPr>
            </a:lvl9pPr>
          </a:lstStyle>
          <a:p>
            <a:pPr algn="ctr">
              <a:defRPr sz="1238" b="0">
                <a:solidFill>
                  <a:srgbClr val="475569"/>
                </a:solidFill>
                <a:latin typeface="Ubuntu Light"/>
                <a:ea typeface="Ubuntu Light"/>
                <a:cs typeface="Ubuntu Light"/>
              </a:defRPr>
            </a:pPr>
            <a:r>
              <a:rPr b="0">
                <a:latin typeface="Ubuntu Light"/>
                <a:ea typeface="Ubuntu Light"/>
                <a:cs typeface="Ubuntu Light"/>
              </a:rPr>
              <a:t>combine files</a:t>
            </a:r>
          </a:p>
        </p:txBody>
      </p:sp>
    </p:spTree>
    <p:extLst>
      <p:ext uri="{BB962C8B-B14F-4D97-AF65-F5344CB8AC3E}">
        <p14:creationId xmlns:p14="http://schemas.microsoft.com/office/powerpoint/2010/main" val="12706008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title">
            <a:extLst>
              <a:ext uri="{FF2B5EF4-FFF2-40B4-BE49-F238E27FC236}">
                <a16:creationId xmlns:a16="http://schemas.microsoft.com/office/drawing/2014/main" id="{BEDFC853-BF30-44AF-967B-12CEC9D90A08}"/>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buNone/>
              <a:defRPr sz="2250" b="0">
                <a:solidFill>
                  <a:srgbClr val="202D3E"/>
                </a:solidFill>
                <a:latin typeface="Ubuntu Light"/>
                <a:ea typeface="Ubuntu Light"/>
                <a:cs typeface="Ubuntu Light"/>
              </a:defRPr>
            </a:lvl1pPr>
            <a:lvl2pPr algn="l">
              <a:buNone/>
              <a:defRPr sz="2250" b="0">
                <a:solidFill>
                  <a:srgbClr val="202D3E"/>
                </a:solidFill>
                <a:latin typeface="Ubuntu Light"/>
                <a:ea typeface="Ubuntu Light"/>
                <a:cs typeface="Ubuntu Light"/>
              </a:defRPr>
            </a:lvl2pPr>
            <a:lvl3pPr algn="l">
              <a:buNone/>
              <a:defRPr sz="2250" b="0">
                <a:solidFill>
                  <a:srgbClr val="202D3E"/>
                </a:solidFill>
                <a:latin typeface="Ubuntu Light"/>
                <a:ea typeface="Ubuntu Light"/>
                <a:cs typeface="Ubuntu Light"/>
              </a:defRPr>
            </a:lvl3pPr>
            <a:lvl4pPr algn="l">
              <a:buNone/>
              <a:defRPr sz="2250" b="0">
                <a:solidFill>
                  <a:srgbClr val="202D3E"/>
                </a:solidFill>
                <a:latin typeface="Ubuntu Light"/>
                <a:ea typeface="Ubuntu Light"/>
                <a:cs typeface="Ubuntu Light"/>
              </a:defRPr>
            </a:lvl4pPr>
            <a:lvl5pPr algn="l">
              <a:buNone/>
              <a:defRPr sz="2250" b="0">
                <a:solidFill>
                  <a:srgbClr val="202D3E"/>
                </a:solidFill>
                <a:latin typeface="Ubuntu Light"/>
                <a:ea typeface="Ubuntu Light"/>
                <a:cs typeface="Ubuntu Light"/>
              </a:defRPr>
            </a:lvl5pPr>
            <a:lvl6pPr algn="l">
              <a:buNone/>
              <a:defRPr sz="2250" b="0">
                <a:solidFill>
                  <a:srgbClr val="202D3E"/>
                </a:solidFill>
                <a:latin typeface="Ubuntu Light"/>
                <a:ea typeface="Ubuntu Light"/>
                <a:cs typeface="Ubuntu Light"/>
              </a:defRPr>
            </a:lvl6pPr>
            <a:lvl7pPr algn="l">
              <a:buNone/>
              <a:defRPr sz="2250" b="0">
                <a:solidFill>
                  <a:srgbClr val="202D3E"/>
                </a:solidFill>
                <a:latin typeface="Ubuntu Light"/>
                <a:ea typeface="Ubuntu Light"/>
                <a:cs typeface="Ubuntu Light"/>
              </a:defRPr>
            </a:lvl7pPr>
            <a:lvl8pPr algn="l">
              <a:buNone/>
              <a:defRPr sz="2250" b="0">
                <a:solidFill>
                  <a:srgbClr val="202D3E"/>
                </a:solidFill>
                <a:latin typeface="Ubuntu Light"/>
                <a:ea typeface="Ubuntu Light"/>
                <a:cs typeface="Ubuntu Light"/>
              </a:defRPr>
            </a:lvl8pPr>
            <a:lvl9pPr algn="l">
              <a:buNone/>
              <a:defRPr sz="2250" b="0">
                <a:solidFill>
                  <a:srgbClr val="202D3E"/>
                </a:solidFill>
                <a:latin typeface="Ubuntu Light"/>
                <a:ea typeface="Ubuntu Light"/>
                <a:cs typeface="Ubuntu Light"/>
              </a:defRPr>
            </a:lvl9pPr>
          </a:lstStyle>
          <a:p>
            <a:pPr algn="l">
              <a:buNone/>
              <a:defRPr sz="2250" b="0">
                <a:solidFill>
                  <a:srgbClr val="202D3E"/>
                </a:solidFill>
                <a:latin typeface="Ubuntu Light"/>
                <a:ea typeface="Ubuntu Light"/>
                <a:cs typeface="Ubuntu Light"/>
              </a:defRPr>
            </a:pPr>
            <a:r>
              <a:rPr b="0">
                <a:latin typeface="Ubuntu Light"/>
                <a:ea typeface="Ubuntu Light"/>
                <a:cs typeface="Ubuntu Light"/>
              </a:rPr>
              <a:t>See which test function ran this line</a:t>
            </a:r>
          </a:p>
        </p:txBody>
      </p:sp>
      <p:sp>
        <p:nvSpPr>
          <p:cNvPr id="2" name="source-label">
            <a:extLst>
              <a:ext uri="{FF2B5EF4-FFF2-40B4-BE49-F238E27FC236}">
                <a16:creationId xmlns:a16="http://schemas.microsoft.com/office/drawing/2014/main" id="{069708C3-4347-429D-B4B3-0222FDB669FF}"/>
              </a:ext>
            </a:extLst>
          </p:cNvPr>
          <p:cNvSpPr>
            <a:spLocks noGrp="1"/>
          </p:cNvSpPr>
          <p:nvPr/>
        </p:nvSpPr>
        <p:spPr>
          <a:xfrm>
            <a:off x="619125" y="1847850"/>
            <a:ext cx="5238750" cy="219075"/>
          </a:xfrm>
          <a:prstGeom prst="rect">
            <a:avLst/>
          </a:prstGeom>
          <a:noFill/>
          <a:ln w="0">
            <a:noFill/>
          </a:ln>
        </p:spPr>
        <p:txBody>
          <a:bodyPr wrap="none" lIns="0" tIns="0" rIns="0" bIns="0" anchor="t">
            <a:noAutofit/>
          </a:bodyPr>
          <a:lstStyle>
            <a:defPPr algn="l">
              <a:defRPr sz="1200" b="0">
                <a:solidFill>
                  <a:srgbClr val="475569"/>
                </a:solidFill>
                <a:latin typeface="Ubuntu Light"/>
                <a:ea typeface="Ubuntu Light"/>
                <a:cs typeface="Ubuntu Light"/>
              </a:defRPr>
            </a:defPPr>
            <a:lvl1pPr algn="l">
              <a:defRPr sz="1200" b="0">
                <a:solidFill>
                  <a:srgbClr val="475569"/>
                </a:solidFill>
                <a:latin typeface="Ubuntu Light"/>
                <a:ea typeface="Ubuntu Light"/>
                <a:cs typeface="Ubuntu Light"/>
              </a:defRPr>
            </a:lvl1pPr>
            <a:lvl2pPr algn="l">
              <a:defRPr sz="1200" b="0">
                <a:solidFill>
                  <a:srgbClr val="475569"/>
                </a:solidFill>
                <a:latin typeface="Ubuntu Light"/>
                <a:ea typeface="Ubuntu Light"/>
                <a:cs typeface="Ubuntu Light"/>
              </a:defRPr>
            </a:lvl2pPr>
            <a:lvl3pPr algn="l">
              <a:defRPr sz="1200" b="0">
                <a:solidFill>
                  <a:srgbClr val="475569"/>
                </a:solidFill>
                <a:latin typeface="Ubuntu Light"/>
                <a:ea typeface="Ubuntu Light"/>
                <a:cs typeface="Ubuntu Light"/>
              </a:defRPr>
            </a:lvl3pPr>
            <a:lvl4pPr algn="l">
              <a:defRPr sz="1200" b="0">
                <a:solidFill>
                  <a:srgbClr val="475569"/>
                </a:solidFill>
                <a:latin typeface="Ubuntu Light"/>
                <a:ea typeface="Ubuntu Light"/>
                <a:cs typeface="Ubuntu Light"/>
              </a:defRPr>
            </a:lvl4pPr>
            <a:lvl5pPr algn="l">
              <a:defRPr sz="1200" b="0">
                <a:solidFill>
                  <a:srgbClr val="475569"/>
                </a:solidFill>
                <a:latin typeface="Ubuntu Light"/>
                <a:ea typeface="Ubuntu Light"/>
                <a:cs typeface="Ubuntu Light"/>
              </a:defRPr>
            </a:lvl5pPr>
            <a:lvl6pPr algn="l">
              <a:defRPr sz="1200" b="0">
                <a:solidFill>
                  <a:srgbClr val="475569"/>
                </a:solidFill>
                <a:latin typeface="Ubuntu Light"/>
                <a:ea typeface="Ubuntu Light"/>
                <a:cs typeface="Ubuntu Light"/>
              </a:defRPr>
            </a:lvl6pPr>
            <a:lvl7pPr algn="l">
              <a:defRPr sz="1200" b="0">
                <a:solidFill>
                  <a:srgbClr val="475569"/>
                </a:solidFill>
                <a:latin typeface="Ubuntu Light"/>
                <a:ea typeface="Ubuntu Light"/>
                <a:cs typeface="Ubuntu Light"/>
              </a:defRPr>
            </a:lvl7pPr>
            <a:lvl8pPr algn="l">
              <a:defRPr sz="1200" b="0">
                <a:solidFill>
                  <a:srgbClr val="475569"/>
                </a:solidFill>
                <a:latin typeface="Ubuntu Light"/>
                <a:ea typeface="Ubuntu Light"/>
                <a:cs typeface="Ubuntu Light"/>
              </a:defRPr>
            </a:lvl8pPr>
            <a:lvl9pPr algn="l">
              <a:defRPr sz="1200" b="0">
                <a:solidFill>
                  <a:srgbClr val="475569"/>
                </a:solidFill>
                <a:latin typeface="Ubuntu Light"/>
                <a:ea typeface="Ubuntu Light"/>
                <a:cs typeface="Ubuntu Light"/>
              </a:defRPr>
            </a:lvl9pPr>
          </a:lstStyle>
          <a:p>
            <a:pPr algn="l">
              <a:defRPr sz="1200" b="0">
                <a:solidFill>
                  <a:srgbClr val="475569"/>
                </a:solidFill>
                <a:latin typeface="Ubuntu Light"/>
                <a:ea typeface="Ubuntu Light"/>
                <a:cs typeface="Ubuntu Light"/>
              </a:defRPr>
            </a:pPr>
            <a:r>
              <a:rPr b="0">
                <a:latin typeface="Ubuntu Light"/>
                <a:ea typeface="Ubuntu Light"/>
                <a:cs typeface="Ubuntu Light"/>
              </a:rPr>
              <a:t>coverage.py HTML · src/lambdas/payments/client.py</a:t>
            </a:r>
          </a:p>
        </p:txBody>
      </p:sp>
      <p:pic>
        <p:nvPicPr>
          <p:cNvPr id="3" name="Picture 2" descr="Native coverage.py report with test function name contexts">
            <a:extLst>
              <a:ext uri="{FF2B5EF4-FFF2-40B4-BE49-F238E27FC236}">
                <a16:creationId xmlns:a16="http://schemas.microsoft.com/office/drawing/2014/main" id="{C2320C1C-C2DA-464C-A0D6-F1624644D567}"/>
              </a:ext>
            </a:extLst>
          </p:cNvPr>
          <p:cNvPicPr>
            <a:picLocks noChangeAspect="1"/>
          </p:cNvPicPr>
          <p:nvPr/>
        </p:nvPicPr>
        <p:blipFill>
          <a:blip r:embed="rId3"/>
          <a:stretch/>
        </p:blipFill>
        <p:spPr>
          <a:xfrm>
            <a:off x="619125" y="2257434"/>
            <a:ext cx="7905750" cy="985354"/>
          </a:xfrm>
          <a:prstGeom prst="rect">
            <a:avLst/>
          </a:prstGeom>
        </p:spPr>
      </p:pic>
      <p:sp>
        <p:nvSpPr>
          <p:cNvPr id="4" name="cue-25-1-focus">
            <a:extLst>
              <a:ext uri="{FF2B5EF4-FFF2-40B4-BE49-F238E27FC236}">
                <a16:creationId xmlns:a16="http://schemas.microsoft.com/office/drawing/2014/main" id="{71744083-2654-4ED0-BBC4-B4A1DA23F2AF}"/>
              </a:ext>
            </a:extLst>
          </p:cNvPr>
          <p:cNvSpPr>
            <a:spLocks noGrp="1"/>
          </p:cNvSpPr>
          <p:nvPr/>
        </p:nvSpPr>
        <p:spPr>
          <a:xfrm>
            <a:off x="7639933" y="2470444"/>
            <a:ext cx="627077" cy="281737"/>
          </a:xfrm>
          <a:prstGeom prst="rect">
            <a:avLst/>
          </a:prstGeom>
          <a:noFill/>
          <a:ln w="20955">
            <a:solidFill>
              <a:srgbClr val="FF5874"/>
            </a:solidFill>
          </a:ln>
        </p:spPr>
        <p:txBody>
          <a:bodyPr/>
          <a:lstStyle/>
          <a:p>
            <a:endParaRPr/>
          </a:p>
        </p:txBody>
      </p:sp>
      <p:cxnSp>
        <p:nvCxnSpPr>
          <p:cNvPr id="5" name="cue-25-1-leader-0">
            <a:extLst>
              <a:ext uri="{FF2B5EF4-FFF2-40B4-BE49-F238E27FC236}">
                <a16:creationId xmlns:a16="http://schemas.microsoft.com/office/drawing/2014/main" id="{E51BB3EF-4201-49A4-B19D-AD84A76490BB}"/>
              </a:ext>
            </a:extLst>
          </p:cNvPr>
          <p:cNvCxnSpPr/>
          <p:nvPr/>
        </p:nvCxnSpPr>
        <p:spPr>
          <a:xfrm>
            <a:off x="7953472" y="1914525"/>
            <a:ext cx="0" cy="517819"/>
          </a:xfrm>
          <a:prstGeom prst="straightConnector1">
            <a:avLst/>
          </a:prstGeom>
          <a:ln w="20955">
            <a:solidFill>
              <a:srgbClr val="FF5874"/>
            </a:solidFill>
            <a:tailEnd type="triangle" w="sm" len="sm"/>
          </a:ln>
        </p:spPr>
      </p:cxnSp>
      <p:sp>
        <p:nvSpPr>
          <p:cNvPr id="6" name="cue-25-1-label">
            <a:extLst>
              <a:ext uri="{FF2B5EF4-FFF2-40B4-BE49-F238E27FC236}">
                <a16:creationId xmlns:a16="http://schemas.microsoft.com/office/drawing/2014/main" id="{0E451E8D-1BF6-49E4-9441-66D4780BA1B4}"/>
              </a:ext>
            </a:extLst>
          </p:cNvPr>
          <p:cNvSpPr>
            <a:spLocks noGrp="1"/>
          </p:cNvSpPr>
          <p:nvPr/>
        </p:nvSpPr>
        <p:spPr>
          <a:xfrm>
            <a:off x="5953125" y="1381125"/>
            <a:ext cx="2571750" cy="495300"/>
          </a:xfrm>
          <a:prstGeom prst="rect">
            <a:avLst/>
          </a:prstGeom>
          <a:solidFill>
            <a:srgbClr val="255DA8"/>
          </a:solidFill>
          <a:ln w="0">
            <a:noFill/>
          </a:ln>
        </p:spPr>
        <p:txBody>
          <a:bodyPr wrap="none" lIns="114300" tIns="38100" rIns="114300" bIns="28575" anchor="ctr">
            <a:noAutofit/>
          </a:bodyPr>
          <a:lstStyle>
            <a:defPPr algn="ctr">
              <a:defRPr sz="1350" b="0">
                <a:solidFill>
                  <a:srgbClr val="FFFFFF"/>
                </a:solidFill>
                <a:latin typeface="Ubuntu Light"/>
                <a:ea typeface="Ubuntu Light"/>
                <a:cs typeface="Ubuntu Light"/>
              </a:defRPr>
            </a:defPPr>
            <a:lvl1pPr algn="ctr">
              <a:buNone/>
              <a:defRPr sz="1350" b="0">
                <a:solidFill>
                  <a:srgbClr val="FFFFFF"/>
                </a:solidFill>
                <a:latin typeface="Ubuntu Light"/>
                <a:ea typeface="Ubuntu Light"/>
                <a:cs typeface="Ubuntu Light"/>
              </a:defRPr>
            </a:lvl1pPr>
            <a:lvl2pPr algn="ctr">
              <a:buNone/>
              <a:defRPr sz="1350" b="0">
                <a:solidFill>
                  <a:srgbClr val="FFFFFF"/>
                </a:solidFill>
                <a:latin typeface="Ubuntu Light"/>
                <a:ea typeface="Ubuntu Light"/>
                <a:cs typeface="Ubuntu Light"/>
              </a:defRPr>
            </a:lvl2pPr>
            <a:lvl3pPr algn="ctr">
              <a:buNone/>
              <a:defRPr sz="1350" b="0">
                <a:solidFill>
                  <a:srgbClr val="FFFFFF"/>
                </a:solidFill>
                <a:latin typeface="Ubuntu Light"/>
                <a:ea typeface="Ubuntu Light"/>
                <a:cs typeface="Ubuntu Light"/>
              </a:defRPr>
            </a:lvl3pPr>
            <a:lvl4pPr algn="ctr">
              <a:buNone/>
              <a:defRPr sz="1350" b="0">
                <a:solidFill>
                  <a:srgbClr val="FFFFFF"/>
                </a:solidFill>
                <a:latin typeface="Ubuntu Light"/>
                <a:ea typeface="Ubuntu Light"/>
                <a:cs typeface="Ubuntu Light"/>
              </a:defRPr>
            </a:lvl4pPr>
            <a:lvl5pPr algn="ctr">
              <a:buNone/>
              <a:defRPr sz="1350" b="0">
                <a:solidFill>
                  <a:srgbClr val="FFFFFF"/>
                </a:solidFill>
                <a:latin typeface="Ubuntu Light"/>
                <a:ea typeface="Ubuntu Light"/>
                <a:cs typeface="Ubuntu Light"/>
              </a:defRPr>
            </a:lvl5pPr>
            <a:lvl6pPr algn="ctr">
              <a:buNone/>
              <a:defRPr sz="1350" b="0">
                <a:solidFill>
                  <a:srgbClr val="FFFFFF"/>
                </a:solidFill>
                <a:latin typeface="Ubuntu Light"/>
                <a:ea typeface="Ubuntu Light"/>
                <a:cs typeface="Ubuntu Light"/>
              </a:defRPr>
            </a:lvl6pPr>
            <a:lvl7pPr algn="ctr">
              <a:buNone/>
              <a:defRPr sz="1350" b="0">
                <a:solidFill>
                  <a:srgbClr val="FFFFFF"/>
                </a:solidFill>
                <a:latin typeface="Ubuntu Light"/>
                <a:ea typeface="Ubuntu Light"/>
                <a:cs typeface="Ubuntu Light"/>
              </a:defRPr>
            </a:lvl7pPr>
            <a:lvl8pPr algn="ctr">
              <a:buNone/>
              <a:defRPr sz="1350" b="0">
                <a:solidFill>
                  <a:srgbClr val="FFFFFF"/>
                </a:solidFill>
                <a:latin typeface="Ubuntu Light"/>
                <a:ea typeface="Ubuntu Light"/>
                <a:cs typeface="Ubuntu Light"/>
              </a:defRPr>
            </a:lvl8pPr>
            <a:lvl9pPr algn="ctr">
              <a:buNone/>
              <a:defRPr sz="1350" b="0">
                <a:solidFill>
                  <a:srgbClr val="FFFFFF"/>
                </a:solidFill>
                <a:latin typeface="Ubuntu Light"/>
                <a:ea typeface="Ubuntu Light"/>
                <a:cs typeface="Ubuntu Light"/>
              </a:defRPr>
            </a:lvl9pPr>
          </a:lstStyle>
          <a:p>
            <a:pPr algn="ctr">
              <a:lnSpc>
                <a:spcPct val="110000"/>
              </a:lnSpc>
              <a:buNone/>
              <a:defRPr sz="1350" b="0">
                <a:solidFill>
                  <a:srgbClr val="FFFFFF"/>
                </a:solidFill>
                <a:latin typeface="Ubuntu Light"/>
                <a:ea typeface="Ubuntu Light"/>
                <a:cs typeface="Ubuntu Light"/>
              </a:defRPr>
            </a:pPr>
            <a:r>
              <a:rPr sz="1350" b="0">
                <a:solidFill>
                  <a:srgbClr val="FFFFFF"/>
                </a:solidFill>
                <a:latin typeface="Ubuntu Light"/>
                <a:ea typeface="Ubuntu Light"/>
                <a:cs typeface="Ubuntu Light"/>
              </a:rPr>
              <a:t>Click “1 ctx” to see</a:t>
            </a:r>
          </a:p>
          <a:p>
            <a:pPr algn="ctr">
              <a:lnSpc>
                <a:spcPct val="110000"/>
              </a:lnSpc>
              <a:buNone/>
              <a:defRPr sz="1350" b="0">
                <a:solidFill>
                  <a:srgbClr val="FFFFFF"/>
                </a:solidFill>
                <a:latin typeface="Ubuntu Light"/>
                <a:ea typeface="Ubuntu Light"/>
                <a:cs typeface="Ubuntu Light"/>
              </a:defRPr>
            </a:pPr>
            <a:r>
              <a:rPr sz="1350" b="0">
                <a:solidFill>
                  <a:srgbClr val="FFFFFF"/>
                </a:solidFill>
                <a:latin typeface="Ubuntu Light"/>
                <a:ea typeface="Ubuntu Light"/>
                <a:cs typeface="Ubuntu Light"/>
              </a:rPr>
              <a:t>the test function name</a:t>
            </a:r>
          </a:p>
        </p:txBody>
      </p:sp>
      <p:sp>
        <p:nvSpPr>
          <p:cNvPr id="7" name="open-html-report">
            <a:extLst>
              <a:ext uri="{FF2B5EF4-FFF2-40B4-BE49-F238E27FC236}">
                <a16:creationId xmlns:a16="http://schemas.microsoft.com/office/drawing/2014/main" id="{9FB06D54-F812-4C9E-A6E5-CE2987E10BEB}"/>
              </a:ext>
            </a:extLst>
          </p:cNvPr>
          <p:cNvSpPr>
            <a:spLocks noGrp="1"/>
          </p:cNvSpPr>
          <p:nvPr/>
        </p:nvSpPr>
        <p:spPr>
          <a:xfrm>
            <a:off x="619125" y="3714750"/>
            <a:ext cx="2238375" cy="257175"/>
          </a:xfrm>
          <a:prstGeom prst="rect">
            <a:avLst/>
          </a:prstGeom>
          <a:noFill/>
          <a:ln w="0">
            <a:noFill/>
          </a:ln>
        </p:spPr>
        <p:txBody>
          <a:bodyPr wrap="none" lIns="0" tIns="0" rIns="0" bIns="0" anchor="t">
            <a:noAutofit/>
          </a:bodyPr>
          <a:lstStyle>
            <a:defPPr algn="l">
              <a:defRPr sz="1275" b="0">
                <a:solidFill>
                  <a:srgbClr val="202D3E"/>
                </a:solidFill>
                <a:latin typeface="Ubuntu Light"/>
                <a:ea typeface="Ubuntu Light"/>
                <a:cs typeface="Ubuntu Light"/>
              </a:defRPr>
            </a:defPPr>
            <a:lvl1pPr algn="l">
              <a:buNone/>
              <a:defRPr sz="1275" b="0">
                <a:solidFill>
                  <a:srgbClr val="202D3E"/>
                </a:solidFill>
                <a:latin typeface="Ubuntu Light"/>
                <a:ea typeface="Ubuntu Light"/>
                <a:cs typeface="Ubuntu Light"/>
              </a:defRPr>
            </a:lvl1pPr>
            <a:lvl2pPr algn="l">
              <a:buNone/>
              <a:defRPr sz="1275" b="0">
                <a:solidFill>
                  <a:srgbClr val="202D3E"/>
                </a:solidFill>
                <a:latin typeface="Ubuntu Light"/>
                <a:ea typeface="Ubuntu Light"/>
                <a:cs typeface="Ubuntu Light"/>
              </a:defRPr>
            </a:lvl2pPr>
            <a:lvl3pPr algn="l">
              <a:buNone/>
              <a:defRPr sz="1275" b="0">
                <a:solidFill>
                  <a:srgbClr val="202D3E"/>
                </a:solidFill>
                <a:latin typeface="Ubuntu Light"/>
                <a:ea typeface="Ubuntu Light"/>
                <a:cs typeface="Ubuntu Light"/>
              </a:defRPr>
            </a:lvl3pPr>
            <a:lvl4pPr algn="l">
              <a:buNone/>
              <a:defRPr sz="1275" b="0">
                <a:solidFill>
                  <a:srgbClr val="202D3E"/>
                </a:solidFill>
                <a:latin typeface="Ubuntu Light"/>
                <a:ea typeface="Ubuntu Light"/>
                <a:cs typeface="Ubuntu Light"/>
              </a:defRPr>
            </a:lvl4pPr>
            <a:lvl5pPr algn="l">
              <a:buNone/>
              <a:defRPr sz="1275" b="0">
                <a:solidFill>
                  <a:srgbClr val="202D3E"/>
                </a:solidFill>
                <a:latin typeface="Ubuntu Light"/>
                <a:ea typeface="Ubuntu Light"/>
                <a:cs typeface="Ubuntu Light"/>
              </a:defRPr>
            </a:lvl5pPr>
            <a:lvl6pPr algn="l">
              <a:buNone/>
              <a:defRPr sz="1275" b="0">
                <a:solidFill>
                  <a:srgbClr val="202D3E"/>
                </a:solidFill>
                <a:latin typeface="Ubuntu Light"/>
                <a:ea typeface="Ubuntu Light"/>
                <a:cs typeface="Ubuntu Light"/>
              </a:defRPr>
            </a:lvl6pPr>
            <a:lvl7pPr algn="l">
              <a:buNone/>
              <a:defRPr sz="1275" b="0">
                <a:solidFill>
                  <a:srgbClr val="202D3E"/>
                </a:solidFill>
                <a:latin typeface="Ubuntu Light"/>
                <a:ea typeface="Ubuntu Light"/>
                <a:cs typeface="Ubuntu Light"/>
              </a:defRPr>
            </a:lvl7pPr>
            <a:lvl8pPr algn="l">
              <a:buNone/>
              <a:defRPr sz="1275" b="0">
                <a:solidFill>
                  <a:srgbClr val="202D3E"/>
                </a:solidFill>
                <a:latin typeface="Ubuntu Light"/>
                <a:ea typeface="Ubuntu Light"/>
                <a:cs typeface="Ubuntu Light"/>
              </a:defRPr>
            </a:lvl8pPr>
            <a:lvl9pPr algn="l">
              <a:buNone/>
              <a:defRPr sz="1275" b="0">
                <a:solidFill>
                  <a:srgbClr val="202D3E"/>
                </a:solidFill>
                <a:latin typeface="Ubuntu Light"/>
                <a:ea typeface="Ubuntu Light"/>
                <a:cs typeface="Ubuntu Light"/>
              </a:defRPr>
            </a:lvl9pPr>
          </a:lstStyle>
          <a:p>
            <a:pPr algn="l">
              <a:buNone/>
              <a:defRPr sz="1275" b="0">
                <a:solidFill>
                  <a:srgbClr val="202D3E"/>
                </a:solidFill>
                <a:latin typeface="Ubuntu Light"/>
                <a:ea typeface="Ubuntu Light"/>
                <a:cs typeface="Ubuntu Light"/>
              </a:defRPr>
            </a:pPr>
            <a:r>
              <a:rPr b="0">
                <a:solidFill>
                  <a:srgbClr val="075A8C"/>
                </a:solidFill>
                <a:latin typeface="Ubuntu Light"/>
                <a:ea typeface="Ubuntu Light"/>
                <a:cs typeface="Ubuntu Light"/>
                <a:hlinkClick r:id="rId4"/>
              </a:rPr>
              <a:t>Open HTML report</a:t>
            </a:r>
          </a:p>
        </p:txBody>
      </p:sp>
    </p:spTree>
    <p:extLst>
      <p:ext uri="{BB962C8B-B14F-4D97-AF65-F5344CB8AC3E}">
        <p14:creationId xmlns:p14="http://schemas.microsoft.com/office/powerpoint/2010/main" val="127060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emo-title">
            <a:extLst>
              <a:ext uri="{FF2B5EF4-FFF2-40B4-BE49-F238E27FC236}">
                <a16:creationId xmlns:a16="http://schemas.microsoft.com/office/drawing/2014/main" id="{39F170E4-51DE-46F4-912F-BF6098EF923C}"/>
              </a:ext>
            </a:extLst>
          </p:cNvPr>
          <p:cNvSpPr>
            <a:spLocks noGrp="1"/>
          </p:cNvSpPr>
          <p:nvPr/>
        </p:nvSpPr>
        <p:spPr>
          <a:xfrm>
            <a:off x="619125" y="952500"/>
            <a:ext cx="7905750" cy="1571625"/>
          </a:xfrm>
          <a:prstGeom prst="rect">
            <a:avLst/>
          </a:prstGeom>
          <a:noFill/>
          <a:ln w="0">
            <a:noFill/>
          </a:ln>
        </p:spPr>
        <p:txBody>
          <a:bodyPr wrap="none" lIns="0" tIns="0" rIns="0" bIns="0" anchor="ctr">
            <a:noAutofit/>
          </a:bodyPr>
          <a:lstStyle>
            <a:defPPr algn="ctr">
              <a:defRPr sz="5100" b="0">
                <a:solidFill>
                  <a:srgbClr val="202D3E"/>
                </a:solidFill>
                <a:latin typeface="Ubuntu Light"/>
                <a:ea typeface="Ubuntu Light"/>
                <a:cs typeface="Ubuntu Light"/>
              </a:defRPr>
            </a:defPPr>
            <a:lvl1pPr algn="ctr">
              <a:buNone/>
              <a:defRPr sz="5100" b="0">
                <a:solidFill>
                  <a:srgbClr val="202D3E"/>
                </a:solidFill>
                <a:latin typeface="Ubuntu Light"/>
                <a:ea typeface="Ubuntu Light"/>
                <a:cs typeface="Ubuntu Light"/>
              </a:defRPr>
            </a:lvl1pPr>
            <a:lvl2pPr algn="ctr">
              <a:buNone/>
              <a:defRPr sz="5100" b="0">
                <a:solidFill>
                  <a:srgbClr val="202D3E"/>
                </a:solidFill>
                <a:latin typeface="Ubuntu Light"/>
                <a:ea typeface="Ubuntu Light"/>
                <a:cs typeface="Ubuntu Light"/>
              </a:defRPr>
            </a:lvl2pPr>
            <a:lvl3pPr algn="ctr">
              <a:buNone/>
              <a:defRPr sz="5100" b="0">
                <a:solidFill>
                  <a:srgbClr val="202D3E"/>
                </a:solidFill>
                <a:latin typeface="Ubuntu Light"/>
                <a:ea typeface="Ubuntu Light"/>
                <a:cs typeface="Ubuntu Light"/>
              </a:defRPr>
            </a:lvl3pPr>
            <a:lvl4pPr algn="ctr">
              <a:buNone/>
              <a:defRPr sz="5100" b="0">
                <a:solidFill>
                  <a:srgbClr val="202D3E"/>
                </a:solidFill>
                <a:latin typeface="Ubuntu Light"/>
                <a:ea typeface="Ubuntu Light"/>
                <a:cs typeface="Ubuntu Light"/>
              </a:defRPr>
            </a:lvl4pPr>
            <a:lvl5pPr algn="ctr">
              <a:buNone/>
              <a:defRPr sz="5100" b="0">
                <a:solidFill>
                  <a:srgbClr val="202D3E"/>
                </a:solidFill>
                <a:latin typeface="Ubuntu Light"/>
                <a:ea typeface="Ubuntu Light"/>
                <a:cs typeface="Ubuntu Light"/>
              </a:defRPr>
            </a:lvl5pPr>
            <a:lvl6pPr algn="ctr">
              <a:buNone/>
              <a:defRPr sz="5100" b="0">
                <a:solidFill>
                  <a:srgbClr val="202D3E"/>
                </a:solidFill>
                <a:latin typeface="Ubuntu Light"/>
                <a:ea typeface="Ubuntu Light"/>
                <a:cs typeface="Ubuntu Light"/>
              </a:defRPr>
            </a:lvl6pPr>
            <a:lvl7pPr algn="ctr">
              <a:buNone/>
              <a:defRPr sz="5100" b="0">
                <a:solidFill>
                  <a:srgbClr val="202D3E"/>
                </a:solidFill>
                <a:latin typeface="Ubuntu Light"/>
                <a:ea typeface="Ubuntu Light"/>
                <a:cs typeface="Ubuntu Light"/>
              </a:defRPr>
            </a:lvl7pPr>
            <a:lvl8pPr algn="ctr">
              <a:buNone/>
              <a:defRPr sz="5100" b="0">
                <a:solidFill>
                  <a:srgbClr val="202D3E"/>
                </a:solidFill>
                <a:latin typeface="Ubuntu Light"/>
                <a:ea typeface="Ubuntu Light"/>
                <a:cs typeface="Ubuntu Light"/>
              </a:defRPr>
            </a:lvl8pPr>
            <a:lvl9pPr algn="ctr">
              <a:buNone/>
              <a:defRPr sz="5100" b="0">
                <a:solidFill>
                  <a:srgbClr val="202D3E"/>
                </a:solidFill>
                <a:latin typeface="Ubuntu Light"/>
                <a:ea typeface="Ubuntu Light"/>
                <a:cs typeface="Ubuntu Light"/>
              </a:defRPr>
            </a:lvl9pPr>
          </a:lstStyle>
          <a:p>
            <a:pPr algn="ctr">
              <a:buNone/>
              <a:defRPr sz="5100" b="0">
                <a:solidFill>
                  <a:srgbClr val="202D3E"/>
                </a:solidFill>
                <a:latin typeface="Ubuntu Light"/>
                <a:ea typeface="Ubuntu Light"/>
                <a:cs typeface="Ubuntu Light"/>
              </a:defRPr>
            </a:pPr>
            <a:r>
              <a:rPr b="0">
                <a:latin typeface="Ubuntu Light"/>
                <a:ea typeface="Ubuntu Light"/>
                <a:cs typeface="Ubuntu Light"/>
              </a:rPr>
              <a:t>Demo</a:t>
            </a:r>
          </a:p>
        </p:txBody>
      </p:sp>
      <p:sp>
        <p:nvSpPr>
          <p:cNvPr id="2" name="demo-topic">
            <a:extLst>
              <a:ext uri="{FF2B5EF4-FFF2-40B4-BE49-F238E27FC236}">
                <a16:creationId xmlns:a16="http://schemas.microsoft.com/office/drawing/2014/main" id="{470BFABA-2E12-4849-9FFA-D526B8CFE6EB}"/>
              </a:ext>
            </a:extLst>
          </p:cNvPr>
          <p:cNvSpPr>
            <a:spLocks noGrp="1"/>
          </p:cNvSpPr>
          <p:nvPr/>
        </p:nvSpPr>
        <p:spPr>
          <a:xfrm>
            <a:off x="619125" y="2619375"/>
            <a:ext cx="7905750" cy="428625"/>
          </a:xfrm>
          <a:prstGeom prst="rect">
            <a:avLst/>
          </a:prstGeom>
          <a:noFill/>
          <a:ln w="0">
            <a:noFill/>
          </a:ln>
        </p:spPr>
        <p:txBody>
          <a:bodyPr wrap="none" lIns="0" tIns="0" rIns="0" bIns="0" anchor="t">
            <a:noAutofit/>
          </a:bodyPr>
          <a:lstStyle>
            <a:defPPr algn="ctr">
              <a:defRPr sz="1950" b="0">
                <a:solidFill>
                  <a:srgbClr val="475569"/>
                </a:solidFill>
                <a:latin typeface="Ubuntu Light"/>
                <a:ea typeface="Ubuntu Light"/>
                <a:cs typeface="Ubuntu Light"/>
              </a:defRPr>
            </a:defPPr>
            <a:lvl1pPr algn="ctr">
              <a:buNone/>
              <a:defRPr sz="1950" b="0">
                <a:solidFill>
                  <a:srgbClr val="475569"/>
                </a:solidFill>
                <a:latin typeface="Ubuntu Light"/>
                <a:ea typeface="Ubuntu Light"/>
                <a:cs typeface="Ubuntu Light"/>
              </a:defRPr>
            </a:lvl1pPr>
            <a:lvl2pPr algn="ctr">
              <a:buNone/>
              <a:defRPr sz="1950" b="0">
                <a:solidFill>
                  <a:srgbClr val="475569"/>
                </a:solidFill>
                <a:latin typeface="Ubuntu Light"/>
                <a:ea typeface="Ubuntu Light"/>
                <a:cs typeface="Ubuntu Light"/>
              </a:defRPr>
            </a:lvl2pPr>
            <a:lvl3pPr algn="ctr">
              <a:buNone/>
              <a:defRPr sz="1950" b="0">
                <a:solidFill>
                  <a:srgbClr val="475569"/>
                </a:solidFill>
                <a:latin typeface="Ubuntu Light"/>
                <a:ea typeface="Ubuntu Light"/>
                <a:cs typeface="Ubuntu Light"/>
              </a:defRPr>
            </a:lvl3pPr>
            <a:lvl4pPr algn="ctr">
              <a:buNone/>
              <a:defRPr sz="1950" b="0">
                <a:solidFill>
                  <a:srgbClr val="475569"/>
                </a:solidFill>
                <a:latin typeface="Ubuntu Light"/>
                <a:ea typeface="Ubuntu Light"/>
                <a:cs typeface="Ubuntu Light"/>
              </a:defRPr>
            </a:lvl4pPr>
            <a:lvl5pPr algn="ctr">
              <a:buNone/>
              <a:defRPr sz="1950" b="0">
                <a:solidFill>
                  <a:srgbClr val="475569"/>
                </a:solidFill>
                <a:latin typeface="Ubuntu Light"/>
                <a:ea typeface="Ubuntu Light"/>
                <a:cs typeface="Ubuntu Light"/>
              </a:defRPr>
            </a:lvl5pPr>
            <a:lvl6pPr algn="ctr">
              <a:buNone/>
              <a:defRPr sz="1950" b="0">
                <a:solidFill>
                  <a:srgbClr val="475569"/>
                </a:solidFill>
                <a:latin typeface="Ubuntu Light"/>
                <a:ea typeface="Ubuntu Light"/>
                <a:cs typeface="Ubuntu Light"/>
              </a:defRPr>
            </a:lvl6pPr>
            <a:lvl7pPr algn="ctr">
              <a:buNone/>
              <a:defRPr sz="1950" b="0">
                <a:solidFill>
                  <a:srgbClr val="475569"/>
                </a:solidFill>
                <a:latin typeface="Ubuntu Light"/>
                <a:ea typeface="Ubuntu Light"/>
                <a:cs typeface="Ubuntu Light"/>
              </a:defRPr>
            </a:lvl7pPr>
            <a:lvl8pPr algn="ctr">
              <a:buNone/>
              <a:defRPr sz="1950" b="0">
                <a:solidFill>
                  <a:srgbClr val="475569"/>
                </a:solidFill>
                <a:latin typeface="Ubuntu Light"/>
                <a:ea typeface="Ubuntu Light"/>
                <a:cs typeface="Ubuntu Light"/>
              </a:defRPr>
            </a:lvl8pPr>
            <a:lvl9pPr algn="ctr">
              <a:buNone/>
              <a:defRPr sz="1950" b="0">
                <a:solidFill>
                  <a:srgbClr val="475569"/>
                </a:solidFill>
                <a:latin typeface="Ubuntu Light"/>
                <a:ea typeface="Ubuntu Light"/>
                <a:cs typeface="Ubuntu Light"/>
              </a:defRPr>
            </a:lvl9pPr>
          </a:lstStyle>
          <a:p>
            <a:pPr algn="ctr">
              <a:buNone/>
              <a:defRPr sz="1950" b="0">
                <a:solidFill>
                  <a:srgbClr val="475569"/>
                </a:solidFill>
                <a:latin typeface="Ubuntu Light"/>
                <a:ea typeface="Ubuntu Light"/>
                <a:cs typeface="Ubuntu Light"/>
              </a:defRPr>
            </a:pPr>
            <a:r>
              <a:rPr b="0">
                <a:latin typeface="Ubuntu Light"/>
                <a:ea typeface="Ubuntu Light"/>
                <a:cs typeface="Ubuntu Light"/>
              </a:rPr>
              <a:t>Lambda coverage and test function names</a:t>
            </a:r>
          </a:p>
        </p:txBody>
      </p:sp>
      <p:sp>
        <p:nvSpPr>
          <p:cNvPr id="5" name="demo-command">
            <a:extLst>
              <a:ext uri="{FF2B5EF4-FFF2-40B4-BE49-F238E27FC236}">
                <a16:creationId xmlns:a16="http://schemas.microsoft.com/office/drawing/2014/main" id="{2EEE4138-782B-4956-A169-7038E6E31667}"/>
              </a:ext>
            </a:extLst>
          </p:cNvPr>
          <p:cNvSpPr>
            <a:spLocks noGrp="1"/>
          </p:cNvSpPr>
          <p:nvPr/>
        </p:nvSpPr>
        <p:spPr>
          <a:xfrm>
            <a:off x="857250" y="3305175"/>
            <a:ext cx="7429500" cy="1066800"/>
          </a:xfrm>
          <a:prstGeom prst="rect">
            <a:avLst/>
          </a:prstGeom>
          <a:solidFill>
            <a:srgbClr val="000000"/>
          </a:solidFill>
          <a:ln w="0">
            <a:noFill/>
          </a:ln>
        </p:spPr>
        <p:txBody>
          <a:bodyPr wrap="none" lIns="171450" tIns="133350" rIns="171450" bIns="114300">
            <a:noAutofit/>
          </a:bodyPr>
          <a:lstStyle>
            <a:defPPr>
              <a:defRPr sz="1350" b="0">
                <a:solidFill>
                  <a:srgbClr val="D4D4D4"/>
                </a:solidFill>
                <a:latin typeface="Menlo"/>
                <a:ea typeface="Menlo"/>
                <a:cs typeface="Menlo"/>
              </a:defRPr>
            </a:defPPr>
            <a:lvl1pPr>
              <a:defRPr sz="1350" b="0">
                <a:solidFill>
                  <a:srgbClr val="D4D4D4"/>
                </a:solidFill>
                <a:latin typeface="Menlo"/>
                <a:ea typeface="Menlo"/>
                <a:cs typeface="Menlo"/>
              </a:defRPr>
            </a:lvl1pPr>
            <a:lvl2pPr>
              <a:defRPr sz="1350" b="0">
                <a:solidFill>
                  <a:srgbClr val="D4D4D4"/>
                </a:solidFill>
                <a:latin typeface="Menlo"/>
                <a:ea typeface="Menlo"/>
                <a:cs typeface="Menlo"/>
              </a:defRPr>
            </a:lvl2pPr>
            <a:lvl3pPr>
              <a:defRPr sz="1350" b="0">
                <a:solidFill>
                  <a:srgbClr val="D4D4D4"/>
                </a:solidFill>
                <a:latin typeface="Menlo"/>
                <a:ea typeface="Menlo"/>
                <a:cs typeface="Menlo"/>
              </a:defRPr>
            </a:lvl3pPr>
            <a:lvl4pPr>
              <a:defRPr sz="1350" b="0">
                <a:solidFill>
                  <a:srgbClr val="D4D4D4"/>
                </a:solidFill>
                <a:latin typeface="Menlo"/>
                <a:ea typeface="Menlo"/>
                <a:cs typeface="Menlo"/>
              </a:defRPr>
            </a:lvl4pPr>
            <a:lvl5pPr>
              <a:defRPr sz="1350" b="0">
                <a:solidFill>
                  <a:srgbClr val="D4D4D4"/>
                </a:solidFill>
                <a:latin typeface="Menlo"/>
                <a:ea typeface="Menlo"/>
                <a:cs typeface="Menlo"/>
              </a:defRPr>
            </a:lvl5pPr>
            <a:lvl6pPr>
              <a:defRPr sz="1350" b="0">
                <a:solidFill>
                  <a:srgbClr val="D4D4D4"/>
                </a:solidFill>
                <a:latin typeface="Menlo"/>
                <a:ea typeface="Menlo"/>
                <a:cs typeface="Menlo"/>
              </a:defRPr>
            </a:lvl6pPr>
            <a:lvl7pPr>
              <a:defRPr sz="1350" b="0">
                <a:solidFill>
                  <a:srgbClr val="D4D4D4"/>
                </a:solidFill>
                <a:latin typeface="Menlo"/>
                <a:ea typeface="Menlo"/>
                <a:cs typeface="Menlo"/>
              </a:defRPr>
            </a:lvl7pPr>
            <a:lvl8pPr>
              <a:defRPr sz="1350" b="0">
                <a:solidFill>
                  <a:srgbClr val="D4D4D4"/>
                </a:solidFill>
                <a:latin typeface="Menlo"/>
                <a:ea typeface="Menlo"/>
                <a:cs typeface="Menlo"/>
              </a:defRPr>
            </a:lvl8pPr>
            <a:lvl9pPr>
              <a:defRPr sz="1350" b="0">
                <a:solidFill>
                  <a:srgbClr val="D4D4D4"/>
                </a:solidFill>
                <a:latin typeface="Menlo"/>
                <a:ea typeface="Menlo"/>
                <a:cs typeface="Menlo"/>
              </a:defRPr>
            </a:lvl9pPr>
          </a:lstStyle>
          <a:p>
            <a:pPr>
              <a:lnSpc>
                <a:spcPct val="145000"/>
              </a:lnSpc>
              <a:buNone/>
              <a:defRPr sz="1350" b="0">
                <a:solidFill>
                  <a:srgbClr val="D4D4D4"/>
                </a:solidFill>
                <a:latin typeface="Menlo"/>
                <a:ea typeface="Menlo"/>
                <a:cs typeface="Menlo"/>
              </a:defRPr>
            </a:pPr>
            <a:r>
              <a:rPr sz="1350" b="0" dirty="0">
                <a:solidFill>
                  <a:srgbClr val="D4D4D4"/>
                </a:solidFill>
                <a:latin typeface="Menlo"/>
                <a:ea typeface="Menlo"/>
                <a:cs typeface="Menlo"/>
              </a:rPr>
              <a:t>open -a Zed \</a:t>
            </a:r>
          </a:p>
          <a:p>
            <a:pPr>
              <a:lnSpc>
                <a:spcPct val="145000"/>
              </a:lnSpc>
              <a:buNone/>
              <a:defRPr sz="1350" b="0">
                <a:solidFill>
                  <a:srgbClr val="D4D4D4"/>
                </a:solidFill>
                <a:latin typeface="Menlo"/>
                <a:ea typeface="Menlo"/>
                <a:cs typeface="Menlo"/>
              </a:defRPr>
            </a:pPr>
            <a:r>
              <a:rPr sz="1350" b="0" dirty="0">
                <a:solidFill>
                  <a:srgbClr val="D4D4D4"/>
                </a:solidFill>
                <a:latin typeface="Menlo"/>
                <a:ea typeface="Menlo"/>
                <a:cs typeface="Menlo"/>
              </a:rPr>
              <a:t>  tests/fixtures/</a:t>
            </a:r>
            <a:r>
              <a:rPr sz="1350" b="0" dirty="0" err="1">
                <a:solidFill>
                  <a:srgbClr val="D4D4D4"/>
                </a:solidFill>
                <a:latin typeface="Menlo"/>
                <a:ea typeface="Menlo"/>
                <a:cs typeface="Menlo"/>
              </a:rPr>
              <a:t>lambdas.py</a:t>
            </a:r>
            <a:r>
              <a:rPr sz="1350" b="0" dirty="0">
                <a:solidFill>
                  <a:srgbClr val="D4D4D4"/>
                </a:solidFill>
                <a:latin typeface="Menlo"/>
                <a:ea typeface="Menlo"/>
                <a:cs typeface="Menlo"/>
              </a:rPr>
              <a:t> \</a:t>
            </a:r>
          </a:p>
          <a:p>
            <a:pPr>
              <a:lnSpc>
                <a:spcPct val="145000"/>
              </a:lnSpc>
              <a:buNone/>
              <a:defRPr sz="1350" b="0">
                <a:solidFill>
                  <a:srgbClr val="D4D4D4"/>
                </a:solidFill>
                <a:latin typeface="Menlo"/>
                <a:ea typeface="Menlo"/>
                <a:cs typeface="Menlo"/>
              </a:defRPr>
            </a:pPr>
            <a:r>
              <a:rPr sz="1350" b="0" dirty="0">
                <a:solidFill>
                  <a:srgbClr val="D4D4D4"/>
                </a:solidFill>
                <a:latin typeface="Menlo"/>
                <a:ea typeface="Menlo"/>
                <a:cs typeface="Menlo"/>
              </a:rPr>
              <a:t>  </a:t>
            </a:r>
            <a:r>
              <a:rPr sz="1350" b="0" dirty="0" err="1">
                <a:solidFill>
                  <a:srgbClr val="D4D4D4"/>
                </a:solidFill>
                <a:latin typeface="Menlo"/>
                <a:ea typeface="Menlo"/>
                <a:cs typeface="Menlo"/>
              </a:rPr>
              <a:t>pyproject.toml</a:t>
            </a:r>
            <a:endParaRPr sz="1350" b="0" dirty="0">
              <a:solidFill>
                <a:srgbClr val="D4D4D4"/>
              </a:solidFill>
              <a:latin typeface="Menlo"/>
              <a:ea typeface="Menlo"/>
              <a:cs typeface="Menlo"/>
            </a:endParaRPr>
          </a:p>
        </p:txBody>
      </p:sp>
    </p:spTree>
    <p:extLst>
      <p:ext uri="{BB962C8B-B14F-4D97-AF65-F5344CB8AC3E}">
        <p14:creationId xmlns:p14="http://schemas.microsoft.com/office/powerpoint/2010/main" val="12706008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ction-number">
            <a:extLst>
              <a:ext uri="{FF2B5EF4-FFF2-40B4-BE49-F238E27FC236}">
                <a16:creationId xmlns:a16="http://schemas.microsoft.com/office/drawing/2014/main" id="{E9AFBB24-DF85-49AD-B6A4-D391889FAFA3}"/>
              </a:ext>
            </a:extLst>
          </p:cNvPr>
          <p:cNvSpPr>
            <a:spLocks noGrp="1"/>
          </p:cNvSpPr>
          <p:nvPr/>
        </p:nvSpPr>
        <p:spPr>
          <a:xfrm>
            <a:off x="619125" y="1190625"/>
            <a:ext cx="7905750" cy="266700"/>
          </a:xfrm>
          <a:prstGeom prst="rect">
            <a:avLst/>
          </a:prstGeom>
          <a:noFill/>
          <a:ln w="0">
            <a:noFill/>
          </a:ln>
        </p:spPr>
        <p:txBody>
          <a:bodyPr wrap="none" lIns="0" tIns="0" rIns="0" bIns="0" anchor="t">
            <a:noAutofit/>
          </a:bodyPr>
          <a:lstStyle>
            <a:defPPr algn="l">
              <a:defRPr sz="1350" b="0">
                <a:solidFill>
                  <a:srgbClr val="B91561"/>
                </a:solidFill>
                <a:latin typeface="Ubuntu Light"/>
                <a:ea typeface="Ubuntu Light"/>
                <a:cs typeface="Ubuntu Light"/>
              </a:defRPr>
            </a:defPPr>
            <a:lvl1pPr algn="l">
              <a:defRPr sz="1350" b="0">
                <a:solidFill>
                  <a:srgbClr val="B91561"/>
                </a:solidFill>
                <a:latin typeface="Ubuntu Light"/>
                <a:ea typeface="Ubuntu Light"/>
                <a:cs typeface="Ubuntu Light"/>
              </a:defRPr>
            </a:lvl1pPr>
            <a:lvl2pPr algn="l">
              <a:defRPr sz="1350" b="0">
                <a:solidFill>
                  <a:srgbClr val="B91561"/>
                </a:solidFill>
                <a:latin typeface="Ubuntu Light"/>
                <a:ea typeface="Ubuntu Light"/>
                <a:cs typeface="Ubuntu Light"/>
              </a:defRPr>
            </a:lvl2pPr>
            <a:lvl3pPr algn="l">
              <a:defRPr sz="1350" b="0">
                <a:solidFill>
                  <a:srgbClr val="B91561"/>
                </a:solidFill>
                <a:latin typeface="Ubuntu Light"/>
                <a:ea typeface="Ubuntu Light"/>
                <a:cs typeface="Ubuntu Light"/>
              </a:defRPr>
            </a:lvl3pPr>
            <a:lvl4pPr algn="l">
              <a:defRPr sz="1350" b="0">
                <a:solidFill>
                  <a:srgbClr val="B91561"/>
                </a:solidFill>
                <a:latin typeface="Ubuntu Light"/>
                <a:ea typeface="Ubuntu Light"/>
                <a:cs typeface="Ubuntu Light"/>
              </a:defRPr>
            </a:lvl4pPr>
            <a:lvl5pPr algn="l">
              <a:defRPr sz="1350" b="0">
                <a:solidFill>
                  <a:srgbClr val="B91561"/>
                </a:solidFill>
                <a:latin typeface="Ubuntu Light"/>
                <a:ea typeface="Ubuntu Light"/>
                <a:cs typeface="Ubuntu Light"/>
              </a:defRPr>
            </a:lvl5pPr>
            <a:lvl6pPr algn="l">
              <a:defRPr sz="1350" b="0">
                <a:solidFill>
                  <a:srgbClr val="B91561"/>
                </a:solidFill>
                <a:latin typeface="Ubuntu Light"/>
                <a:ea typeface="Ubuntu Light"/>
                <a:cs typeface="Ubuntu Light"/>
              </a:defRPr>
            </a:lvl6pPr>
            <a:lvl7pPr algn="l">
              <a:defRPr sz="1350" b="0">
                <a:solidFill>
                  <a:srgbClr val="B91561"/>
                </a:solidFill>
                <a:latin typeface="Ubuntu Light"/>
                <a:ea typeface="Ubuntu Light"/>
                <a:cs typeface="Ubuntu Light"/>
              </a:defRPr>
            </a:lvl7pPr>
            <a:lvl8pPr algn="l">
              <a:defRPr sz="1350" b="0">
                <a:solidFill>
                  <a:srgbClr val="B91561"/>
                </a:solidFill>
                <a:latin typeface="Ubuntu Light"/>
                <a:ea typeface="Ubuntu Light"/>
                <a:cs typeface="Ubuntu Light"/>
              </a:defRPr>
            </a:lvl8pPr>
            <a:lvl9pPr algn="l">
              <a:defRPr sz="1350" b="0">
                <a:solidFill>
                  <a:srgbClr val="B91561"/>
                </a:solidFill>
                <a:latin typeface="Ubuntu Light"/>
                <a:ea typeface="Ubuntu Light"/>
                <a:cs typeface="Ubuntu Light"/>
              </a:defRPr>
            </a:lvl9pPr>
          </a:lstStyle>
          <a:p>
            <a:pPr algn="l">
              <a:defRPr sz="1350" b="0">
                <a:solidFill>
                  <a:srgbClr val="B91561"/>
                </a:solidFill>
                <a:latin typeface="Ubuntu Light"/>
                <a:ea typeface="Ubuntu Light"/>
                <a:cs typeface="Ubuntu Light"/>
              </a:defRPr>
            </a:pPr>
            <a:r>
              <a:rPr lang="en-HK" sz="1600" b="1" dirty="0">
                <a:latin typeface="Ubuntu Light"/>
                <a:ea typeface="Ubuntu Light"/>
                <a:cs typeface="Ubuntu Light"/>
              </a:rPr>
              <a:t>SECTION 05</a:t>
            </a:r>
            <a:endParaRPr sz="1600" b="1" dirty="0">
              <a:latin typeface="Ubuntu Light"/>
              <a:ea typeface="Ubuntu Light"/>
              <a:cs typeface="Ubuntu Light"/>
            </a:endParaRPr>
          </a:p>
        </p:txBody>
      </p:sp>
      <p:sp>
        <p:nvSpPr>
          <p:cNvPr id="2" name="section-question">
            <a:extLst>
              <a:ext uri="{FF2B5EF4-FFF2-40B4-BE49-F238E27FC236}">
                <a16:creationId xmlns:a16="http://schemas.microsoft.com/office/drawing/2014/main" id="{41CDD867-A346-4C5B-8F82-4723BF057EB3}"/>
              </a:ext>
            </a:extLst>
          </p:cNvPr>
          <p:cNvSpPr>
            <a:spLocks noGrp="1"/>
          </p:cNvSpPr>
          <p:nvPr/>
        </p:nvSpPr>
        <p:spPr>
          <a:xfrm>
            <a:off x="619125" y="1857375"/>
            <a:ext cx="7905750" cy="1905000"/>
          </a:xfrm>
          <a:prstGeom prst="rect">
            <a:avLst/>
          </a:prstGeom>
          <a:noFill/>
          <a:ln w="0">
            <a:noFill/>
          </a:ln>
        </p:spPr>
        <p:txBody>
          <a:bodyPr wrap="none" lIns="0" tIns="0" rIns="0" bIns="0" anchor="t">
            <a:noAutofit/>
          </a:bodyPr>
          <a:lstStyle>
            <a:defPPr algn="l">
              <a:defRPr sz="3300" b="0">
                <a:solidFill>
                  <a:srgbClr val="202D3E"/>
                </a:solidFill>
                <a:latin typeface="Ubuntu Light"/>
                <a:ea typeface="Ubuntu Light"/>
                <a:cs typeface="Ubuntu Light"/>
              </a:defRPr>
            </a:defPPr>
            <a:lvl1pPr algn="l">
              <a:defRPr sz="3300" b="0">
                <a:solidFill>
                  <a:srgbClr val="202D3E"/>
                </a:solidFill>
                <a:latin typeface="Ubuntu Light"/>
                <a:ea typeface="Ubuntu Light"/>
                <a:cs typeface="Ubuntu Light"/>
              </a:defRPr>
            </a:lvl1pPr>
            <a:lvl2pPr algn="l">
              <a:defRPr sz="3300" b="0">
                <a:solidFill>
                  <a:srgbClr val="202D3E"/>
                </a:solidFill>
                <a:latin typeface="Ubuntu Light"/>
                <a:ea typeface="Ubuntu Light"/>
                <a:cs typeface="Ubuntu Light"/>
              </a:defRPr>
            </a:lvl2pPr>
            <a:lvl3pPr algn="l">
              <a:defRPr sz="3300" b="0">
                <a:solidFill>
                  <a:srgbClr val="202D3E"/>
                </a:solidFill>
                <a:latin typeface="Ubuntu Light"/>
                <a:ea typeface="Ubuntu Light"/>
                <a:cs typeface="Ubuntu Light"/>
              </a:defRPr>
            </a:lvl3pPr>
            <a:lvl4pPr algn="l">
              <a:defRPr sz="3300" b="0">
                <a:solidFill>
                  <a:srgbClr val="202D3E"/>
                </a:solidFill>
                <a:latin typeface="Ubuntu Light"/>
                <a:ea typeface="Ubuntu Light"/>
                <a:cs typeface="Ubuntu Light"/>
              </a:defRPr>
            </a:lvl4pPr>
            <a:lvl5pPr algn="l">
              <a:defRPr sz="3300" b="0">
                <a:solidFill>
                  <a:srgbClr val="202D3E"/>
                </a:solidFill>
                <a:latin typeface="Ubuntu Light"/>
                <a:ea typeface="Ubuntu Light"/>
                <a:cs typeface="Ubuntu Light"/>
              </a:defRPr>
            </a:lvl5pPr>
            <a:lvl6pPr algn="l">
              <a:defRPr sz="3300" b="0">
                <a:solidFill>
                  <a:srgbClr val="202D3E"/>
                </a:solidFill>
                <a:latin typeface="Ubuntu Light"/>
                <a:ea typeface="Ubuntu Light"/>
                <a:cs typeface="Ubuntu Light"/>
              </a:defRPr>
            </a:lvl6pPr>
            <a:lvl7pPr algn="l">
              <a:defRPr sz="3300" b="0">
                <a:solidFill>
                  <a:srgbClr val="202D3E"/>
                </a:solidFill>
                <a:latin typeface="Ubuntu Light"/>
                <a:ea typeface="Ubuntu Light"/>
                <a:cs typeface="Ubuntu Light"/>
              </a:defRPr>
            </a:lvl7pPr>
            <a:lvl8pPr algn="l">
              <a:defRPr sz="3300" b="0">
                <a:solidFill>
                  <a:srgbClr val="202D3E"/>
                </a:solidFill>
                <a:latin typeface="Ubuntu Light"/>
                <a:ea typeface="Ubuntu Light"/>
                <a:cs typeface="Ubuntu Light"/>
              </a:defRPr>
            </a:lvl8pPr>
            <a:lvl9pPr algn="l">
              <a:defRPr sz="3300" b="0">
                <a:solidFill>
                  <a:srgbClr val="202D3E"/>
                </a:solidFill>
                <a:latin typeface="Ubuntu Light"/>
                <a:ea typeface="Ubuntu Light"/>
                <a:cs typeface="Ubuntu Light"/>
              </a:defRPr>
            </a:lvl9pPr>
          </a:lstStyle>
          <a:p>
            <a:pPr algn="l">
              <a:defRPr sz="3300" b="0">
                <a:solidFill>
                  <a:srgbClr val="202D3E"/>
                </a:solidFill>
                <a:latin typeface="Ubuntu Light"/>
                <a:ea typeface="Ubuntu Light"/>
                <a:cs typeface="Ubuntu Light"/>
              </a:defRPr>
            </a:pPr>
            <a:r>
              <a:rPr lang="en-US" b="0" dirty="0">
                <a:latin typeface="Ubuntu Light"/>
                <a:ea typeface="Ubuntu Light"/>
                <a:cs typeface="Ubuntu Light"/>
              </a:rPr>
              <a:t>Happy paths are ideal,</a:t>
            </a:r>
          </a:p>
          <a:p>
            <a:pPr algn="l">
              <a:defRPr sz="3300" b="0">
                <a:solidFill>
                  <a:srgbClr val="202D3E"/>
                </a:solidFill>
                <a:latin typeface="Ubuntu Light"/>
                <a:ea typeface="Ubuntu Light"/>
                <a:cs typeface="Ubuntu Light"/>
              </a:defRPr>
            </a:pPr>
            <a:r>
              <a:rPr lang="en-US" b="0" dirty="0">
                <a:latin typeface="Ubuntu Light"/>
                <a:ea typeface="Ubuntu Light"/>
                <a:cs typeface="Ubuntu Light"/>
              </a:rPr>
              <a:t>how about testing unhappy paths</a:t>
            </a:r>
            <a:r>
              <a:rPr b="0" dirty="0">
                <a:latin typeface="Ubuntu Light"/>
                <a:ea typeface="Ubuntu Light"/>
                <a:cs typeface="Ubuntu Light"/>
              </a:rPr>
              <a:t>?</a:t>
            </a:r>
          </a:p>
        </p:txBody>
      </p:sp>
    </p:spTree>
    <p:extLst>
      <p:ext uri="{BB962C8B-B14F-4D97-AF65-F5344CB8AC3E}">
        <p14:creationId xmlns:p14="http://schemas.microsoft.com/office/powerpoint/2010/main" val="8134678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title">
            <a:extLst>
              <a:ext uri="{FF2B5EF4-FFF2-40B4-BE49-F238E27FC236}">
                <a16:creationId xmlns:a16="http://schemas.microsoft.com/office/drawing/2014/main" id="{5A2DE90D-5BC0-4AA5-ADB7-BEA0EBFBDF18}"/>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b="0" dirty="0">
                <a:latin typeface="Ubuntu Light"/>
                <a:ea typeface="Ubuntu Light"/>
                <a:cs typeface="Ubuntu Light"/>
              </a:rPr>
              <a:t>The failure point changes the outcome</a:t>
            </a:r>
          </a:p>
        </p:txBody>
      </p:sp>
      <p:graphicFrame>
        <p:nvGraphicFramePr>
          <p:cNvPr id="2" name="Table 1">
            <a:extLst>
              <a:ext uri="{FF2B5EF4-FFF2-40B4-BE49-F238E27FC236}">
                <a16:creationId xmlns:a16="http://schemas.microsoft.com/office/drawing/2014/main" id="{791AE75B-7634-41C8-B09C-FDBF20122258}"/>
              </a:ext>
            </a:extLst>
          </p:cNvPr>
          <p:cNvGraphicFramePr/>
          <p:nvPr>
            <p:extLst>
              <p:ext uri="{D42A27DB-BD31-4B8C-83A1-F6EECF244321}">
                <p14:modId xmlns:p14="http://schemas.microsoft.com/office/powerpoint/2010/main" val="491496212"/>
              </p:ext>
            </p:extLst>
          </p:nvPr>
        </p:nvGraphicFramePr>
        <p:xfrm>
          <a:off x="619125" y="1571625"/>
          <a:ext cx="7905750" cy="2714625"/>
        </p:xfrm>
        <a:graphic>
          <a:graphicData uri="http://schemas.openxmlformats.org/drawingml/2006/table">
            <a:tbl>
              <a:tblPr firstRow="1"/>
              <a:tblGrid>
                <a:gridCol w="3762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tblGrid>
              <a:tr h="542925">
                <a:tc>
                  <a:txBody>
                    <a:bodyPr/>
                    <a:lstStyle/>
                    <a:p>
                      <a:pPr algn="l"/>
                      <a:r>
                        <a:rPr sz="1650" b="0">
                          <a:solidFill>
                            <a:srgbClr val="FFFFFF"/>
                          </a:solidFill>
                          <a:latin typeface="Ubuntu Light"/>
                          <a:ea typeface="Ubuntu Light"/>
                          <a:cs typeface="Ubuntu Light"/>
                        </a:rPr>
                        <a:t>Situation</a:t>
                      </a:r>
                    </a:p>
                  </a:txBody>
                  <a:tcPr anchor="ctr">
                    <a:lnL w="9525">
                      <a:solidFill>
                        <a:srgbClr val="D6DFE9"/>
                      </a:solidFill>
                      <a:prstDash val="solid"/>
                    </a:lnL>
                    <a:lnR w="9525">
                      <a:solidFill>
                        <a:srgbClr val="D6DFE9"/>
                      </a:solidFill>
                      <a:prstDash val="solid"/>
                    </a:lnR>
                    <a:lnT w="9525">
                      <a:solidFill>
                        <a:srgbClr val="D6DFE9"/>
                      </a:solidFill>
                      <a:prstDash val="solid"/>
                    </a:lnT>
                    <a:lnB w="9525">
                      <a:solidFill>
                        <a:srgbClr val="D6DFE9"/>
                      </a:solidFill>
                      <a:prstDash val="solid"/>
                    </a:lnB>
                    <a:solidFill>
                      <a:srgbClr val="202D3E"/>
                    </a:solidFill>
                  </a:tcPr>
                </a:tc>
                <a:tc>
                  <a:txBody>
                    <a:bodyPr/>
                    <a:lstStyle/>
                    <a:p>
                      <a:pPr algn="l"/>
                      <a:r>
                        <a:rPr sz="1650" b="0" dirty="0">
                          <a:solidFill>
                            <a:srgbClr val="FFFFFF"/>
                          </a:solidFill>
                          <a:latin typeface="Ubuntu Light"/>
                          <a:ea typeface="Ubuntu Light"/>
                          <a:cs typeface="Ubuntu Light"/>
                        </a:rPr>
                        <a:t>Workflow response</a:t>
                      </a:r>
                    </a:p>
                  </a:txBody>
                  <a:tcPr anchor="ctr">
                    <a:lnL w="9525" cap="flat" cmpd="sng" algn="ctr">
                      <a:solidFill>
                        <a:srgbClr val="D6DFE9"/>
                      </a:solidFill>
                      <a:prstDash val="solid"/>
                      <a:round/>
                      <a:headEnd type="none" w="med" len="med"/>
                      <a:tailEnd type="none" w="med" len="med"/>
                    </a:lnL>
                    <a:lnR w="9525">
                      <a:solidFill>
                        <a:srgbClr val="D6DFE9"/>
                      </a:solidFill>
                      <a:prstDash val="solid"/>
                    </a:lnR>
                    <a:lnT w="9525">
                      <a:solidFill>
                        <a:srgbClr val="D6DFE9"/>
                      </a:solidFill>
                      <a:prstDash val="solid"/>
                    </a:lnT>
                    <a:lnB w="9525">
                      <a:solidFill>
                        <a:srgbClr val="D6DFE9"/>
                      </a:solidFill>
                      <a:prstDash val="solid"/>
                    </a:lnB>
                    <a:solidFill>
                      <a:srgbClr val="202D3E"/>
                    </a:solidFill>
                  </a:tcPr>
                </a:tc>
                <a:extLst>
                  <a:ext uri="{0D108BD9-81ED-4DB2-BD59-A6C34878D82A}">
                    <a16:rowId xmlns:a16="http://schemas.microsoft.com/office/drawing/2014/main" val="10000"/>
                  </a:ext>
                </a:extLst>
              </a:tr>
              <a:tr h="542925">
                <a:tc>
                  <a:txBody>
                    <a:bodyPr/>
                    <a:lstStyle/>
                    <a:p>
                      <a:pPr algn="l"/>
                      <a:r>
                        <a:rPr lang="en-US" sz="1650" b="0" dirty="0">
                          <a:solidFill>
                            <a:srgbClr val="202D3E"/>
                          </a:solidFill>
                          <a:latin typeface="Ubuntu Light"/>
                          <a:ea typeface="Ubuntu Light"/>
                          <a:cs typeface="Ubuntu Light"/>
                        </a:rPr>
                        <a:t>Merchant a</a:t>
                      </a:r>
                      <a:r>
                        <a:rPr sz="1650" b="0" dirty="0">
                          <a:solidFill>
                            <a:srgbClr val="202D3E"/>
                          </a:solidFill>
                          <a:latin typeface="Ubuntu Light"/>
                          <a:ea typeface="Ubuntu Light"/>
                          <a:cs typeface="Ubuntu Light"/>
                        </a:rPr>
                        <a:t>pproval deadline expires</a:t>
                      </a:r>
                    </a:p>
                  </a:txBody>
                  <a:tcPr anchor="ctr">
                    <a:lnL w="9525">
                      <a:solidFill>
                        <a:srgbClr val="D6DFE9"/>
                      </a:solidFill>
                      <a:prstDash val="solid"/>
                    </a:lnL>
                    <a:lnR w="9525">
                      <a:solidFill>
                        <a:srgbClr val="D6DFE9"/>
                      </a:solidFill>
                      <a:prstDash val="solid"/>
                    </a:lnR>
                    <a:lnT w="9525" cap="flat" cmpd="sng" algn="ctr">
                      <a:solidFill>
                        <a:srgbClr val="D6DFE9"/>
                      </a:solidFill>
                      <a:prstDash val="solid"/>
                      <a:round/>
                      <a:headEnd type="none" w="med" len="med"/>
                      <a:tailEnd type="none" w="med" len="med"/>
                    </a:lnT>
                    <a:lnB w="9525">
                      <a:solidFill>
                        <a:srgbClr val="D6DFE9"/>
                      </a:solidFill>
                      <a:prstDash val="solid"/>
                    </a:lnB>
                    <a:solidFill>
                      <a:srgbClr val="FFFFFF"/>
                    </a:solidFill>
                  </a:tcPr>
                </a:tc>
                <a:tc>
                  <a:txBody>
                    <a:bodyPr/>
                    <a:lstStyle/>
                    <a:p>
                      <a:pPr algn="l"/>
                      <a:r>
                        <a:rPr sz="1650" b="0" dirty="0">
                          <a:solidFill>
                            <a:srgbClr val="202D3E"/>
                          </a:solidFill>
                          <a:latin typeface="Menlo"/>
                          <a:ea typeface="Menlo"/>
                          <a:cs typeface="Menlo"/>
                        </a:rPr>
                        <a:t>Catch</a:t>
                      </a:r>
                      <a:r>
                        <a:rPr sz="1650" b="0" dirty="0">
                          <a:solidFill>
                            <a:srgbClr val="202D3E"/>
                          </a:solidFill>
                          <a:latin typeface="Ubuntu Light"/>
                          <a:ea typeface="Ubuntu Light"/>
                          <a:cs typeface="Ubuntu Light"/>
                        </a:rPr>
                        <a:t>: cancel the unpaid order</a:t>
                      </a:r>
                    </a:p>
                  </a:txBody>
                  <a:tcPr anchor="ctr">
                    <a:lnL w="9525" cap="flat" cmpd="sng" algn="ctr">
                      <a:solidFill>
                        <a:srgbClr val="D6DFE9"/>
                      </a:solidFill>
                      <a:prstDash val="solid"/>
                      <a:round/>
                      <a:headEnd type="none" w="med" len="med"/>
                      <a:tailEnd type="none" w="med" len="med"/>
                    </a:lnL>
                    <a:lnR w="9525">
                      <a:solidFill>
                        <a:srgbClr val="D6DFE9"/>
                      </a:solidFill>
                      <a:prstDash val="solid"/>
                    </a:lnR>
                    <a:lnT w="9525" cap="flat" cmpd="sng" algn="ctr">
                      <a:solidFill>
                        <a:srgbClr val="D6DFE9"/>
                      </a:solidFill>
                      <a:prstDash val="solid"/>
                      <a:round/>
                      <a:headEnd type="none" w="med" len="med"/>
                      <a:tailEnd type="none" w="med" len="med"/>
                    </a:lnT>
                    <a:lnB w="9525">
                      <a:solidFill>
                        <a:srgbClr val="D6DFE9"/>
                      </a:solidFill>
                      <a:prstDash val="solid"/>
                    </a:lnB>
                    <a:solidFill>
                      <a:srgbClr val="FFFFFF"/>
                    </a:solidFill>
                  </a:tcPr>
                </a:tc>
                <a:extLst>
                  <a:ext uri="{0D108BD9-81ED-4DB2-BD59-A6C34878D82A}">
                    <a16:rowId xmlns:a16="http://schemas.microsoft.com/office/drawing/2014/main" val="10001"/>
                  </a:ext>
                </a:extLst>
              </a:tr>
              <a:tr h="542925">
                <a:tc>
                  <a:txBody>
                    <a:bodyPr/>
                    <a:lstStyle/>
                    <a:p>
                      <a:pPr algn="l"/>
                      <a:r>
                        <a:rPr sz="1650" b="0" dirty="0">
                          <a:solidFill>
                            <a:srgbClr val="202D3E"/>
                          </a:solidFill>
                          <a:latin typeface="Ubuntu Light"/>
                          <a:ea typeface="Ubuntu Light"/>
                          <a:cs typeface="Ubuntu Light"/>
                        </a:rPr>
                        <a:t>Temporary stock error</a:t>
                      </a:r>
                    </a:p>
                  </a:txBody>
                  <a:tcPr anchor="ctr">
                    <a:lnL w="9525">
                      <a:solidFill>
                        <a:srgbClr val="D6DFE9"/>
                      </a:solidFill>
                      <a:prstDash val="solid"/>
                    </a:lnL>
                    <a:lnR w="9525">
                      <a:solidFill>
                        <a:srgbClr val="D6DFE9"/>
                      </a:solidFill>
                      <a:prstDash val="solid"/>
                    </a:lnR>
                    <a:lnT w="9525" cap="flat" cmpd="sng" algn="ctr">
                      <a:solidFill>
                        <a:srgbClr val="D6DFE9"/>
                      </a:solidFill>
                      <a:prstDash val="solid"/>
                      <a:round/>
                      <a:headEnd type="none" w="med" len="med"/>
                      <a:tailEnd type="none" w="med" len="med"/>
                    </a:lnT>
                    <a:lnB w="9525">
                      <a:solidFill>
                        <a:srgbClr val="D6DFE9"/>
                      </a:solidFill>
                      <a:prstDash val="solid"/>
                    </a:lnB>
                    <a:solidFill>
                      <a:srgbClr val="F2F5F8"/>
                    </a:solidFill>
                  </a:tcPr>
                </a:tc>
                <a:tc>
                  <a:txBody>
                    <a:bodyPr/>
                    <a:lstStyle/>
                    <a:p>
                      <a:pPr algn="l"/>
                      <a:r>
                        <a:rPr sz="1650" b="0" dirty="0">
                          <a:solidFill>
                            <a:srgbClr val="202D3E"/>
                          </a:solidFill>
                          <a:latin typeface="Menlo"/>
                          <a:ea typeface="Menlo"/>
                          <a:cs typeface="Menlo"/>
                        </a:rPr>
                        <a:t>Retry</a:t>
                      </a:r>
                      <a:r>
                        <a:rPr sz="1650" b="0" dirty="0">
                          <a:solidFill>
                            <a:srgbClr val="202D3E"/>
                          </a:solidFill>
                          <a:latin typeface="Ubuntu Light"/>
                          <a:ea typeface="Ubuntu Light"/>
                          <a:cs typeface="Ubuntu Light"/>
                        </a:rPr>
                        <a:t> the stock task</a:t>
                      </a:r>
                    </a:p>
                  </a:txBody>
                  <a:tcPr anchor="ctr">
                    <a:lnL w="9525" cap="flat" cmpd="sng" algn="ctr">
                      <a:solidFill>
                        <a:srgbClr val="D6DFE9"/>
                      </a:solidFill>
                      <a:prstDash val="solid"/>
                      <a:round/>
                      <a:headEnd type="none" w="med" len="med"/>
                      <a:tailEnd type="none" w="med" len="med"/>
                    </a:lnL>
                    <a:lnR w="9525">
                      <a:solidFill>
                        <a:srgbClr val="D6DFE9"/>
                      </a:solidFill>
                      <a:prstDash val="solid"/>
                    </a:lnR>
                    <a:lnT w="9525" cap="flat" cmpd="sng" algn="ctr">
                      <a:solidFill>
                        <a:srgbClr val="D6DFE9"/>
                      </a:solidFill>
                      <a:prstDash val="solid"/>
                      <a:round/>
                      <a:headEnd type="none" w="med" len="med"/>
                      <a:tailEnd type="none" w="med" len="med"/>
                    </a:lnT>
                    <a:lnB w="9525">
                      <a:solidFill>
                        <a:srgbClr val="D6DFE9"/>
                      </a:solidFill>
                      <a:prstDash val="solid"/>
                    </a:lnB>
                    <a:solidFill>
                      <a:srgbClr val="F2F5F8"/>
                    </a:solidFill>
                  </a:tcPr>
                </a:tc>
                <a:extLst>
                  <a:ext uri="{0D108BD9-81ED-4DB2-BD59-A6C34878D82A}">
                    <a16:rowId xmlns:a16="http://schemas.microsoft.com/office/drawing/2014/main" val="10002"/>
                  </a:ext>
                </a:extLst>
              </a:tr>
              <a:tr h="542925">
                <a:tc>
                  <a:txBody>
                    <a:bodyPr/>
                    <a:lstStyle/>
                    <a:p>
                      <a:pPr algn="l"/>
                      <a:r>
                        <a:rPr sz="1650" b="0">
                          <a:solidFill>
                            <a:srgbClr val="202D3E"/>
                          </a:solidFill>
                          <a:latin typeface="Ubuntu Light"/>
                          <a:ea typeface="Ubuntu Light"/>
                          <a:cs typeface="Ubuntu Light"/>
                        </a:rPr>
                        <a:t>Payment is definitely rejected</a:t>
                      </a:r>
                    </a:p>
                  </a:txBody>
                  <a:tcPr anchor="ctr">
                    <a:lnL w="9525">
                      <a:solidFill>
                        <a:srgbClr val="D6DFE9"/>
                      </a:solidFill>
                      <a:prstDash val="solid"/>
                    </a:lnL>
                    <a:lnR w="9525">
                      <a:solidFill>
                        <a:srgbClr val="D6DFE9"/>
                      </a:solidFill>
                      <a:prstDash val="solid"/>
                    </a:lnR>
                    <a:lnT w="9525" cap="flat" cmpd="sng" algn="ctr">
                      <a:solidFill>
                        <a:srgbClr val="D6DFE9"/>
                      </a:solidFill>
                      <a:prstDash val="solid"/>
                      <a:round/>
                      <a:headEnd type="none" w="med" len="med"/>
                      <a:tailEnd type="none" w="med" len="med"/>
                    </a:lnT>
                    <a:lnB w="9525">
                      <a:solidFill>
                        <a:srgbClr val="D6DFE9"/>
                      </a:solidFill>
                      <a:prstDash val="solid"/>
                    </a:lnB>
                    <a:solidFill>
                      <a:srgbClr val="FFFFFF"/>
                    </a:solidFill>
                  </a:tcPr>
                </a:tc>
                <a:tc>
                  <a:txBody>
                    <a:bodyPr/>
                    <a:lstStyle/>
                    <a:p>
                      <a:pPr algn="l"/>
                      <a:r>
                        <a:rPr sz="1650" b="0" dirty="0">
                          <a:solidFill>
                            <a:srgbClr val="202D3E"/>
                          </a:solidFill>
                          <a:latin typeface="Menlo"/>
                          <a:ea typeface="Menlo"/>
                          <a:cs typeface="Menlo"/>
                        </a:rPr>
                        <a:t>Catch</a:t>
                      </a:r>
                      <a:r>
                        <a:rPr sz="1650" b="0" dirty="0">
                          <a:solidFill>
                            <a:srgbClr val="202D3E"/>
                          </a:solidFill>
                          <a:latin typeface="Ubuntu Light"/>
                          <a:ea typeface="Ubuntu Light"/>
                          <a:cs typeface="Ubuntu Light"/>
                        </a:rPr>
                        <a:t>: restore stock and cancel</a:t>
                      </a:r>
                      <a:r>
                        <a:rPr lang="en-US" sz="1650" b="0" dirty="0">
                          <a:solidFill>
                            <a:srgbClr val="202D3E"/>
                          </a:solidFill>
                          <a:latin typeface="Ubuntu Light"/>
                          <a:ea typeface="Ubuntu Light"/>
                          <a:cs typeface="Ubuntu Light"/>
                        </a:rPr>
                        <a:t> order</a:t>
                      </a:r>
                      <a:endParaRPr sz="1650" b="0" dirty="0">
                        <a:solidFill>
                          <a:srgbClr val="202D3E"/>
                        </a:solidFill>
                        <a:latin typeface="Ubuntu Light"/>
                        <a:ea typeface="Ubuntu Light"/>
                        <a:cs typeface="Ubuntu Light"/>
                      </a:endParaRPr>
                    </a:p>
                  </a:txBody>
                  <a:tcPr anchor="ctr">
                    <a:lnL w="9525" cap="flat" cmpd="sng" algn="ctr">
                      <a:solidFill>
                        <a:srgbClr val="D6DFE9"/>
                      </a:solidFill>
                      <a:prstDash val="solid"/>
                      <a:round/>
                      <a:headEnd type="none" w="med" len="med"/>
                      <a:tailEnd type="none" w="med" len="med"/>
                    </a:lnL>
                    <a:lnR w="9525">
                      <a:solidFill>
                        <a:srgbClr val="D6DFE9"/>
                      </a:solidFill>
                      <a:prstDash val="solid"/>
                    </a:lnR>
                    <a:lnT w="9525" cap="flat" cmpd="sng" algn="ctr">
                      <a:solidFill>
                        <a:srgbClr val="D6DFE9"/>
                      </a:solidFill>
                      <a:prstDash val="solid"/>
                      <a:round/>
                      <a:headEnd type="none" w="med" len="med"/>
                      <a:tailEnd type="none" w="med" len="med"/>
                    </a:lnT>
                    <a:lnB w="9525">
                      <a:solidFill>
                        <a:srgbClr val="D6DFE9"/>
                      </a:solidFill>
                      <a:prstDash val="solid"/>
                    </a:lnB>
                    <a:solidFill>
                      <a:srgbClr val="FFFFFF"/>
                    </a:solidFill>
                  </a:tcPr>
                </a:tc>
                <a:extLst>
                  <a:ext uri="{0D108BD9-81ED-4DB2-BD59-A6C34878D82A}">
                    <a16:rowId xmlns:a16="http://schemas.microsoft.com/office/drawing/2014/main" val="10003"/>
                  </a:ext>
                </a:extLst>
              </a:tr>
              <a:tr h="542925">
                <a:tc>
                  <a:txBody>
                    <a:bodyPr/>
                    <a:lstStyle/>
                    <a:p>
                      <a:pPr algn="l"/>
                      <a:r>
                        <a:rPr sz="1650" b="0" dirty="0">
                          <a:solidFill>
                            <a:srgbClr val="202D3E"/>
                          </a:solidFill>
                          <a:latin typeface="Ubuntu Light"/>
                          <a:ea typeface="Ubuntu Light"/>
                          <a:cs typeface="Ubuntu Light"/>
                        </a:rPr>
                        <a:t>Charge succeeds, reply is lost</a:t>
                      </a:r>
                    </a:p>
                  </a:txBody>
                  <a:tcPr anchor="ctr">
                    <a:lnL w="9525">
                      <a:solidFill>
                        <a:srgbClr val="D6DFE9"/>
                      </a:solidFill>
                      <a:prstDash val="solid"/>
                    </a:lnL>
                    <a:lnR w="9525">
                      <a:solidFill>
                        <a:srgbClr val="D6DFE9"/>
                      </a:solidFill>
                      <a:prstDash val="solid"/>
                    </a:lnR>
                    <a:lnT w="9525" cap="flat" cmpd="sng" algn="ctr">
                      <a:solidFill>
                        <a:srgbClr val="D6DFE9"/>
                      </a:solidFill>
                      <a:prstDash val="solid"/>
                      <a:round/>
                      <a:headEnd type="none" w="med" len="med"/>
                      <a:tailEnd type="none" w="med" len="med"/>
                    </a:lnT>
                    <a:lnB w="9525">
                      <a:solidFill>
                        <a:srgbClr val="D6DFE9"/>
                      </a:solidFill>
                      <a:prstDash val="solid"/>
                    </a:lnB>
                    <a:solidFill>
                      <a:srgbClr val="F2F5F8"/>
                    </a:solidFill>
                  </a:tcPr>
                </a:tc>
                <a:tc>
                  <a:txBody>
                    <a:bodyPr/>
                    <a:lstStyle/>
                    <a:p>
                      <a:pPr algn="l"/>
                      <a:r>
                        <a:rPr sz="1650" b="0" dirty="0">
                          <a:solidFill>
                            <a:srgbClr val="202D3E"/>
                          </a:solidFill>
                          <a:latin typeface="Ubuntu Light"/>
                          <a:ea typeface="Ubuntu Light"/>
                          <a:cs typeface="Ubuntu Light"/>
                        </a:rPr>
                        <a:t>Stop and check payment records</a:t>
                      </a:r>
                    </a:p>
                  </a:txBody>
                  <a:tcPr anchor="ctr">
                    <a:lnL w="9525" cap="flat" cmpd="sng" algn="ctr">
                      <a:solidFill>
                        <a:srgbClr val="D6DFE9"/>
                      </a:solidFill>
                      <a:prstDash val="solid"/>
                      <a:round/>
                      <a:headEnd type="none" w="med" len="med"/>
                      <a:tailEnd type="none" w="med" len="med"/>
                    </a:lnL>
                    <a:lnR w="9525">
                      <a:solidFill>
                        <a:srgbClr val="D6DFE9"/>
                      </a:solidFill>
                      <a:prstDash val="solid"/>
                    </a:lnR>
                    <a:lnT w="9525" cap="flat" cmpd="sng" algn="ctr">
                      <a:solidFill>
                        <a:srgbClr val="D6DFE9"/>
                      </a:solidFill>
                      <a:prstDash val="solid"/>
                      <a:round/>
                      <a:headEnd type="none" w="med" len="med"/>
                      <a:tailEnd type="none" w="med" len="med"/>
                    </a:lnT>
                    <a:lnB w="9525">
                      <a:solidFill>
                        <a:srgbClr val="D6DFE9"/>
                      </a:solidFill>
                      <a:prstDash val="solid"/>
                    </a:lnB>
                    <a:solidFill>
                      <a:srgbClr val="F2F5F8"/>
                    </a:solidFill>
                  </a:tcPr>
                </a:tc>
                <a:extLst>
                  <a:ext uri="{0D108BD9-81ED-4DB2-BD59-A6C34878D82A}">
                    <a16:rowId xmlns:a16="http://schemas.microsoft.com/office/drawing/2014/main" val="10004"/>
                  </a:ext>
                </a:extLst>
              </a:tr>
            </a:tbl>
          </a:graphicData>
        </a:graphic>
      </p:graphicFrame>
      <p:sp>
        <p:nvSpPr>
          <p:cNvPr id="3" name="cue-27-1-label">
            <a:extLst>
              <a:ext uri="{FF2B5EF4-FFF2-40B4-BE49-F238E27FC236}">
                <a16:creationId xmlns:a16="http://schemas.microsoft.com/office/drawing/2014/main" id="{76057437-A6BC-471E-AE71-C7A5F5C2F356}"/>
              </a:ext>
            </a:extLst>
          </p:cNvPr>
          <p:cNvSpPr>
            <a:spLocks noGrp="1"/>
          </p:cNvSpPr>
          <p:nvPr/>
        </p:nvSpPr>
        <p:spPr>
          <a:xfrm>
            <a:off x="2571750" y="4476750"/>
            <a:ext cx="4000500" cy="400050"/>
          </a:xfrm>
          <a:prstGeom prst="rect">
            <a:avLst/>
          </a:prstGeom>
          <a:solidFill>
            <a:srgbClr val="255DA8"/>
          </a:solidFill>
          <a:ln w="0">
            <a:noFill/>
          </a:ln>
        </p:spPr>
        <p:txBody>
          <a:bodyPr wrap="none" lIns="114300" tIns="38100" rIns="114300" bIns="28575" anchor="ctr">
            <a:noAutofit/>
          </a:bodyPr>
          <a:lstStyle>
            <a:defPPr algn="ctr">
              <a:defRPr sz="1650" b="0">
                <a:solidFill>
                  <a:srgbClr val="FFFFFF"/>
                </a:solidFill>
                <a:latin typeface="Ubuntu Light"/>
                <a:ea typeface="Ubuntu Light"/>
                <a:cs typeface="Ubuntu Light"/>
              </a:defRPr>
            </a:defPPr>
            <a:lvl1pPr algn="ctr">
              <a:defRPr sz="1650" b="0">
                <a:solidFill>
                  <a:srgbClr val="FFFFFF"/>
                </a:solidFill>
                <a:latin typeface="Ubuntu Light"/>
                <a:ea typeface="Ubuntu Light"/>
                <a:cs typeface="Ubuntu Light"/>
              </a:defRPr>
            </a:lvl1pPr>
            <a:lvl2pPr algn="ctr">
              <a:defRPr sz="1650" b="0">
                <a:solidFill>
                  <a:srgbClr val="FFFFFF"/>
                </a:solidFill>
                <a:latin typeface="Ubuntu Light"/>
                <a:ea typeface="Ubuntu Light"/>
                <a:cs typeface="Ubuntu Light"/>
              </a:defRPr>
            </a:lvl2pPr>
            <a:lvl3pPr algn="ctr">
              <a:defRPr sz="1650" b="0">
                <a:solidFill>
                  <a:srgbClr val="FFFFFF"/>
                </a:solidFill>
                <a:latin typeface="Ubuntu Light"/>
                <a:ea typeface="Ubuntu Light"/>
                <a:cs typeface="Ubuntu Light"/>
              </a:defRPr>
            </a:lvl3pPr>
            <a:lvl4pPr algn="ctr">
              <a:defRPr sz="1650" b="0">
                <a:solidFill>
                  <a:srgbClr val="FFFFFF"/>
                </a:solidFill>
                <a:latin typeface="Ubuntu Light"/>
                <a:ea typeface="Ubuntu Light"/>
                <a:cs typeface="Ubuntu Light"/>
              </a:defRPr>
            </a:lvl4pPr>
            <a:lvl5pPr algn="ctr">
              <a:defRPr sz="1650" b="0">
                <a:solidFill>
                  <a:srgbClr val="FFFFFF"/>
                </a:solidFill>
                <a:latin typeface="Ubuntu Light"/>
                <a:ea typeface="Ubuntu Light"/>
                <a:cs typeface="Ubuntu Light"/>
              </a:defRPr>
            </a:lvl5pPr>
            <a:lvl6pPr algn="ctr">
              <a:defRPr sz="1650" b="0">
                <a:solidFill>
                  <a:srgbClr val="FFFFFF"/>
                </a:solidFill>
                <a:latin typeface="Ubuntu Light"/>
                <a:ea typeface="Ubuntu Light"/>
                <a:cs typeface="Ubuntu Light"/>
              </a:defRPr>
            </a:lvl6pPr>
            <a:lvl7pPr algn="ctr">
              <a:defRPr sz="1650" b="0">
                <a:solidFill>
                  <a:srgbClr val="FFFFFF"/>
                </a:solidFill>
                <a:latin typeface="Ubuntu Light"/>
                <a:ea typeface="Ubuntu Light"/>
                <a:cs typeface="Ubuntu Light"/>
              </a:defRPr>
            </a:lvl7pPr>
            <a:lvl8pPr algn="ctr">
              <a:defRPr sz="1650" b="0">
                <a:solidFill>
                  <a:srgbClr val="FFFFFF"/>
                </a:solidFill>
                <a:latin typeface="Ubuntu Light"/>
                <a:ea typeface="Ubuntu Light"/>
                <a:cs typeface="Ubuntu Light"/>
              </a:defRPr>
            </a:lvl8pPr>
            <a:lvl9pPr algn="ctr">
              <a:defRPr sz="1650" b="0">
                <a:solidFill>
                  <a:srgbClr val="FFFFFF"/>
                </a:solidFill>
                <a:latin typeface="Ubuntu Light"/>
                <a:ea typeface="Ubuntu Light"/>
                <a:cs typeface="Ubuntu Light"/>
              </a:defRPr>
            </a:lvl9pPr>
          </a:lstStyle>
          <a:p>
            <a:pPr algn="ctr">
              <a:defRPr sz="1650" b="0">
                <a:solidFill>
                  <a:srgbClr val="FFFFFF"/>
                </a:solidFill>
                <a:latin typeface="Ubuntu Light"/>
                <a:ea typeface="Ubuntu Light"/>
                <a:cs typeface="Ubuntu Light"/>
              </a:defRPr>
            </a:pPr>
            <a:r>
              <a:rPr b="0">
                <a:latin typeface="Ubuntu Light"/>
                <a:ea typeface="Ubuntu Light"/>
                <a:cs typeface="Ubuntu Light"/>
              </a:rPr>
              <a:t>How can we test these errors?</a:t>
            </a:r>
          </a:p>
        </p:txBody>
      </p:sp>
    </p:spTree>
    <p:extLst>
      <p:ext uri="{BB962C8B-B14F-4D97-AF65-F5344CB8AC3E}">
        <p14:creationId xmlns:p14="http://schemas.microsoft.com/office/powerpoint/2010/main" val="127060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lide-title">
            <a:extLst>
              <a:ext uri="{FF2B5EF4-FFF2-40B4-BE49-F238E27FC236}">
                <a16:creationId xmlns:a16="http://schemas.microsoft.com/office/drawing/2014/main" id="{3F57FB20-9772-4AD6-A912-870D00651C31}"/>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b="0" dirty="0" err="1">
                <a:latin typeface="Ubuntu Light"/>
                <a:ea typeface="Ubuntu Light"/>
                <a:cs typeface="Ubuntu Light"/>
              </a:rPr>
              <a:t>OpenResty</a:t>
            </a:r>
            <a:r>
              <a:rPr b="0" dirty="0">
                <a:latin typeface="Ubuntu Light"/>
                <a:ea typeface="Ubuntu Light"/>
                <a:cs typeface="Ubuntu Light"/>
              </a:rPr>
              <a:t> returns HTTP 500 without calling Floci</a:t>
            </a:r>
          </a:p>
        </p:txBody>
      </p:sp>
      <p:sp>
        <p:nvSpPr>
          <p:cNvPr id="2" name="routing-proxy-role">
            <a:extLst>
              <a:ext uri="{FF2B5EF4-FFF2-40B4-BE49-F238E27FC236}">
                <a16:creationId xmlns:a16="http://schemas.microsoft.com/office/drawing/2014/main" id="{8E685B9B-F414-4EF3-AFBD-623AC28D0CC9}"/>
              </a:ext>
            </a:extLst>
          </p:cNvPr>
          <p:cNvSpPr>
            <a:spLocks noGrp="1"/>
          </p:cNvSpPr>
          <p:nvPr/>
        </p:nvSpPr>
        <p:spPr>
          <a:xfrm>
            <a:off x="3286125" y="1533525"/>
            <a:ext cx="2190750" cy="257175"/>
          </a:xfrm>
          <a:prstGeom prst="rect">
            <a:avLst/>
          </a:prstGeom>
          <a:noFill/>
          <a:ln w="0">
            <a:noFill/>
          </a:ln>
        </p:spPr>
        <p:txBody>
          <a:bodyPr wrap="none" lIns="0" tIns="0" rIns="0" bIns="0" anchor="t">
            <a:noAutofit/>
          </a:bodyPr>
          <a:lstStyle>
            <a:defPPr algn="ctr">
              <a:defRPr sz="1500" b="0">
                <a:solidFill>
                  <a:srgbClr val="255DA8"/>
                </a:solidFill>
                <a:latin typeface="Ubuntu Light"/>
                <a:ea typeface="Ubuntu Light"/>
                <a:cs typeface="Ubuntu Light"/>
              </a:defRPr>
            </a:defPPr>
            <a:lvl1pPr algn="ctr">
              <a:defRPr sz="1500" b="0">
                <a:solidFill>
                  <a:srgbClr val="255DA8"/>
                </a:solidFill>
                <a:latin typeface="Ubuntu Light"/>
                <a:ea typeface="Ubuntu Light"/>
                <a:cs typeface="Ubuntu Light"/>
              </a:defRPr>
            </a:lvl1pPr>
            <a:lvl2pPr algn="ctr">
              <a:defRPr sz="1500" b="0">
                <a:solidFill>
                  <a:srgbClr val="255DA8"/>
                </a:solidFill>
                <a:latin typeface="Ubuntu Light"/>
                <a:ea typeface="Ubuntu Light"/>
                <a:cs typeface="Ubuntu Light"/>
              </a:defRPr>
            </a:lvl2pPr>
            <a:lvl3pPr algn="ctr">
              <a:defRPr sz="1500" b="0">
                <a:solidFill>
                  <a:srgbClr val="255DA8"/>
                </a:solidFill>
                <a:latin typeface="Ubuntu Light"/>
                <a:ea typeface="Ubuntu Light"/>
                <a:cs typeface="Ubuntu Light"/>
              </a:defRPr>
            </a:lvl3pPr>
            <a:lvl4pPr algn="ctr">
              <a:defRPr sz="1500" b="0">
                <a:solidFill>
                  <a:srgbClr val="255DA8"/>
                </a:solidFill>
                <a:latin typeface="Ubuntu Light"/>
                <a:ea typeface="Ubuntu Light"/>
                <a:cs typeface="Ubuntu Light"/>
              </a:defRPr>
            </a:lvl4pPr>
            <a:lvl5pPr algn="ctr">
              <a:defRPr sz="1500" b="0">
                <a:solidFill>
                  <a:srgbClr val="255DA8"/>
                </a:solidFill>
                <a:latin typeface="Ubuntu Light"/>
                <a:ea typeface="Ubuntu Light"/>
                <a:cs typeface="Ubuntu Light"/>
              </a:defRPr>
            </a:lvl5pPr>
            <a:lvl6pPr algn="ctr">
              <a:defRPr sz="1500" b="0">
                <a:solidFill>
                  <a:srgbClr val="255DA8"/>
                </a:solidFill>
                <a:latin typeface="Ubuntu Light"/>
                <a:ea typeface="Ubuntu Light"/>
                <a:cs typeface="Ubuntu Light"/>
              </a:defRPr>
            </a:lvl6pPr>
            <a:lvl7pPr algn="ctr">
              <a:defRPr sz="1500" b="0">
                <a:solidFill>
                  <a:srgbClr val="255DA8"/>
                </a:solidFill>
                <a:latin typeface="Ubuntu Light"/>
                <a:ea typeface="Ubuntu Light"/>
                <a:cs typeface="Ubuntu Light"/>
              </a:defRPr>
            </a:lvl7pPr>
            <a:lvl8pPr algn="ctr">
              <a:defRPr sz="1500" b="0">
                <a:solidFill>
                  <a:srgbClr val="255DA8"/>
                </a:solidFill>
                <a:latin typeface="Ubuntu Light"/>
                <a:ea typeface="Ubuntu Light"/>
                <a:cs typeface="Ubuntu Light"/>
              </a:defRPr>
            </a:lvl8pPr>
            <a:lvl9pPr algn="ctr">
              <a:defRPr sz="1500" b="0">
                <a:solidFill>
                  <a:srgbClr val="255DA8"/>
                </a:solidFill>
                <a:latin typeface="Ubuntu Light"/>
                <a:ea typeface="Ubuntu Light"/>
                <a:cs typeface="Ubuntu Light"/>
              </a:defRPr>
            </a:lvl9pPr>
          </a:lstStyle>
          <a:p>
            <a:pPr algn="ctr">
              <a:defRPr sz="1500" b="0">
                <a:solidFill>
                  <a:srgbClr val="255DA8"/>
                </a:solidFill>
                <a:latin typeface="Ubuntu Light"/>
                <a:ea typeface="Ubuntu Light"/>
                <a:cs typeface="Ubuntu Light"/>
              </a:defRPr>
            </a:pPr>
            <a:r>
              <a:rPr b="0">
                <a:latin typeface="Ubuntu Light"/>
                <a:ea typeface="Ubuntu Light"/>
                <a:cs typeface="Ubuntu Light"/>
              </a:rPr>
              <a:t>Through OpenResty</a:t>
            </a:r>
          </a:p>
        </p:txBody>
      </p:sp>
      <p:sp>
        <p:nvSpPr>
          <p:cNvPr id="3" name="routing-proxy-setting">
            <a:extLst>
              <a:ext uri="{FF2B5EF4-FFF2-40B4-BE49-F238E27FC236}">
                <a16:creationId xmlns:a16="http://schemas.microsoft.com/office/drawing/2014/main" id="{6D4C6093-3D40-4941-900D-D2A2B9170A4A}"/>
              </a:ext>
            </a:extLst>
          </p:cNvPr>
          <p:cNvSpPr>
            <a:spLocks noGrp="1"/>
          </p:cNvSpPr>
          <p:nvPr/>
        </p:nvSpPr>
        <p:spPr>
          <a:xfrm>
            <a:off x="3095625" y="1828800"/>
            <a:ext cx="2571750" cy="238125"/>
          </a:xfrm>
          <a:prstGeom prst="rect">
            <a:avLst/>
          </a:prstGeom>
          <a:noFill/>
          <a:ln w="0">
            <a:noFill/>
          </a:ln>
        </p:spPr>
        <p:txBody>
          <a:bodyPr wrap="none" lIns="0" tIns="0" rIns="0" bIns="0" anchor="t">
            <a:noAutofit/>
          </a:bodyPr>
          <a:lstStyle>
            <a:defPPr algn="ctr">
              <a:defRPr sz="1350" b="0">
                <a:solidFill>
                  <a:srgbClr val="255DA8"/>
                </a:solidFill>
                <a:latin typeface="Ubuntu Light"/>
                <a:ea typeface="Ubuntu Light"/>
                <a:cs typeface="Ubuntu Light"/>
              </a:defRPr>
            </a:defPPr>
            <a:lvl1pPr algn="ctr">
              <a:defRPr sz="1350" b="0">
                <a:solidFill>
                  <a:srgbClr val="255DA8"/>
                </a:solidFill>
                <a:latin typeface="Ubuntu Light"/>
                <a:ea typeface="Ubuntu Light"/>
                <a:cs typeface="Ubuntu Light"/>
              </a:defRPr>
            </a:lvl1pPr>
            <a:lvl2pPr algn="ctr">
              <a:defRPr sz="1350" b="0">
                <a:solidFill>
                  <a:srgbClr val="255DA8"/>
                </a:solidFill>
                <a:latin typeface="Ubuntu Light"/>
                <a:ea typeface="Ubuntu Light"/>
                <a:cs typeface="Ubuntu Light"/>
              </a:defRPr>
            </a:lvl2pPr>
            <a:lvl3pPr algn="ctr">
              <a:defRPr sz="1350" b="0">
                <a:solidFill>
                  <a:srgbClr val="255DA8"/>
                </a:solidFill>
                <a:latin typeface="Ubuntu Light"/>
                <a:ea typeface="Ubuntu Light"/>
                <a:cs typeface="Ubuntu Light"/>
              </a:defRPr>
            </a:lvl3pPr>
            <a:lvl4pPr algn="ctr">
              <a:defRPr sz="1350" b="0">
                <a:solidFill>
                  <a:srgbClr val="255DA8"/>
                </a:solidFill>
                <a:latin typeface="Ubuntu Light"/>
                <a:ea typeface="Ubuntu Light"/>
                <a:cs typeface="Ubuntu Light"/>
              </a:defRPr>
            </a:lvl4pPr>
            <a:lvl5pPr algn="ctr">
              <a:defRPr sz="1350" b="0">
                <a:solidFill>
                  <a:srgbClr val="255DA8"/>
                </a:solidFill>
                <a:latin typeface="Ubuntu Light"/>
                <a:ea typeface="Ubuntu Light"/>
                <a:cs typeface="Ubuntu Light"/>
              </a:defRPr>
            </a:lvl5pPr>
            <a:lvl6pPr algn="ctr">
              <a:defRPr sz="1350" b="0">
                <a:solidFill>
                  <a:srgbClr val="255DA8"/>
                </a:solidFill>
                <a:latin typeface="Ubuntu Light"/>
                <a:ea typeface="Ubuntu Light"/>
                <a:cs typeface="Ubuntu Light"/>
              </a:defRPr>
            </a:lvl6pPr>
            <a:lvl7pPr algn="ctr">
              <a:defRPr sz="1350" b="0">
                <a:solidFill>
                  <a:srgbClr val="255DA8"/>
                </a:solidFill>
                <a:latin typeface="Ubuntu Light"/>
                <a:ea typeface="Ubuntu Light"/>
                <a:cs typeface="Ubuntu Light"/>
              </a:defRPr>
            </a:lvl7pPr>
            <a:lvl8pPr algn="ctr">
              <a:defRPr sz="1350" b="0">
                <a:solidFill>
                  <a:srgbClr val="255DA8"/>
                </a:solidFill>
                <a:latin typeface="Ubuntu Light"/>
                <a:ea typeface="Ubuntu Light"/>
                <a:cs typeface="Ubuntu Light"/>
              </a:defRPr>
            </a:lvl8pPr>
            <a:lvl9pPr algn="ctr">
              <a:defRPr sz="1350" b="0">
                <a:solidFill>
                  <a:srgbClr val="255DA8"/>
                </a:solidFill>
                <a:latin typeface="Ubuntu Light"/>
                <a:ea typeface="Ubuntu Light"/>
                <a:cs typeface="Ubuntu Light"/>
              </a:defRPr>
            </a:lvl9pPr>
          </a:lstStyle>
          <a:p>
            <a:pPr algn="ctr">
              <a:defRPr sz="1350" b="0">
                <a:solidFill>
                  <a:srgbClr val="255DA8"/>
                </a:solidFill>
                <a:latin typeface="Ubuntu Light"/>
                <a:ea typeface="Ubuntu Light"/>
                <a:cs typeface="Ubuntu Light"/>
              </a:defRPr>
            </a:pPr>
            <a:r>
              <a:rPr b="0">
                <a:latin typeface="Menlo"/>
                <a:ea typeface="Menlo"/>
                <a:cs typeface="Menlo"/>
              </a:rPr>
              <a:t>HTTP_PROXY</a:t>
            </a:r>
          </a:p>
        </p:txBody>
      </p:sp>
      <p:sp>
        <p:nvSpPr>
          <p:cNvPr id="4" name="routing-endpoint-role">
            <a:extLst>
              <a:ext uri="{FF2B5EF4-FFF2-40B4-BE49-F238E27FC236}">
                <a16:creationId xmlns:a16="http://schemas.microsoft.com/office/drawing/2014/main" id="{904607C4-0E85-4E70-8775-544D6E0146D2}"/>
              </a:ext>
            </a:extLst>
          </p:cNvPr>
          <p:cNvSpPr>
            <a:spLocks noGrp="1"/>
          </p:cNvSpPr>
          <p:nvPr/>
        </p:nvSpPr>
        <p:spPr>
          <a:xfrm>
            <a:off x="6429375" y="1495425"/>
            <a:ext cx="2190750" cy="257175"/>
          </a:xfrm>
          <a:prstGeom prst="rect">
            <a:avLst/>
          </a:prstGeom>
          <a:noFill/>
          <a:ln w="0">
            <a:noFill/>
          </a:ln>
        </p:spPr>
        <p:txBody>
          <a:bodyPr wrap="none" lIns="0" tIns="0" rIns="0" bIns="0" anchor="t">
            <a:noAutofit/>
          </a:bodyPr>
          <a:lstStyle>
            <a:defPPr algn="ctr">
              <a:defRPr sz="1500" b="0">
                <a:solidFill>
                  <a:srgbClr val="255DA8"/>
                </a:solidFill>
                <a:latin typeface="Ubuntu Light"/>
                <a:ea typeface="Ubuntu Light"/>
                <a:cs typeface="Ubuntu Light"/>
              </a:defRPr>
            </a:defPPr>
            <a:lvl1pPr algn="ctr">
              <a:defRPr sz="1500" b="0">
                <a:solidFill>
                  <a:srgbClr val="255DA8"/>
                </a:solidFill>
                <a:latin typeface="Ubuntu Light"/>
                <a:ea typeface="Ubuntu Light"/>
                <a:cs typeface="Ubuntu Light"/>
              </a:defRPr>
            </a:lvl1pPr>
            <a:lvl2pPr algn="ctr">
              <a:defRPr sz="1500" b="0">
                <a:solidFill>
                  <a:srgbClr val="255DA8"/>
                </a:solidFill>
                <a:latin typeface="Ubuntu Light"/>
                <a:ea typeface="Ubuntu Light"/>
                <a:cs typeface="Ubuntu Light"/>
              </a:defRPr>
            </a:lvl2pPr>
            <a:lvl3pPr algn="ctr">
              <a:defRPr sz="1500" b="0">
                <a:solidFill>
                  <a:srgbClr val="255DA8"/>
                </a:solidFill>
                <a:latin typeface="Ubuntu Light"/>
                <a:ea typeface="Ubuntu Light"/>
                <a:cs typeface="Ubuntu Light"/>
              </a:defRPr>
            </a:lvl3pPr>
            <a:lvl4pPr algn="ctr">
              <a:defRPr sz="1500" b="0">
                <a:solidFill>
                  <a:srgbClr val="255DA8"/>
                </a:solidFill>
                <a:latin typeface="Ubuntu Light"/>
                <a:ea typeface="Ubuntu Light"/>
                <a:cs typeface="Ubuntu Light"/>
              </a:defRPr>
            </a:lvl4pPr>
            <a:lvl5pPr algn="ctr">
              <a:defRPr sz="1500" b="0">
                <a:solidFill>
                  <a:srgbClr val="255DA8"/>
                </a:solidFill>
                <a:latin typeface="Ubuntu Light"/>
                <a:ea typeface="Ubuntu Light"/>
                <a:cs typeface="Ubuntu Light"/>
              </a:defRPr>
            </a:lvl5pPr>
            <a:lvl6pPr algn="ctr">
              <a:defRPr sz="1500" b="0">
                <a:solidFill>
                  <a:srgbClr val="255DA8"/>
                </a:solidFill>
                <a:latin typeface="Ubuntu Light"/>
                <a:ea typeface="Ubuntu Light"/>
                <a:cs typeface="Ubuntu Light"/>
              </a:defRPr>
            </a:lvl6pPr>
            <a:lvl7pPr algn="ctr">
              <a:defRPr sz="1500" b="0">
                <a:solidFill>
                  <a:srgbClr val="255DA8"/>
                </a:solidFill>
                <a:latin typeface="Ubuntu Light"/>
                <a:ea typeface="Ubuntu Light"/>
                <a:cs typeface="Ubuntu Light"/>
              </a:defRPr>
            </a:lvl7pPr>
            <a:lvl8pPr algn="ctr">
              <a:defRPr sz="1500" b="0">
                <a:solidFill>
                  <a:srgbClr val="255DA8"/>
                </a:solidFill>
                <a:latin typeface="Ubuntu Light"/>
                <a:ea typeface="Ubuntu Light"/>
                <a:cs typeface="Ubuntu Light"/>
              </a:defRPr>
            </a:lvl8pPr>
            <a:lvl9pPr algn="ctr">
              <a:defRPr sz="1500" b="0">
                <a:solidFill>
                  <a:srgbClr val="255DA8"/>
                </a:solidFill>
                <a:latin typeface="Ubuntu Light"/>
                <a:ea typeface="Ubuntu Light"/>
                <a:cs typeface="Ubuntu Light"/>
              </a:defRPr>
            </a:lvl9pPr>
          </a:lstStyle>
          <a:p>
            <a:pPr algn="ctr">
              <a:defRPr sz="1500" b="0">
                <a:solidFill>
                  <a:srgbClr val="255DA8"/>
                </a:solidFill>
                <a:latin typeface="Ubuntu Light"/>
                <a:ea typeface="Ubuntu Light"/>
                <a:cs typeface="Ubuntu Light"/>
              </a:defRPr>
            </a:pPr>
            <a:r>
              <a:rPr b="0">
                <a:latin typeface="Ubuntu Light"/>
                <a:ea typeface="Ubuntu Light"/>
                <a:cs typeface="Ubuntu Light"/>
              </a:rPr>
              <a:t>Target: Floci</a:t>
            </a:r>
          </a:p>
        </p:txBody>
      </p:sp>
      <p:sp>
        <p:nvSpPr>
          <p:cNvPr id="5" name="routing-endpoint-setting">
            <a:extLst>
              <a:ext uri="{FF2B5EF4-FFF2-40B4-BE49-F238E27FC236}">
                <a16:creationId xmlns:a16="http://schemas.microsoft.com/office/drawing/2014/main" id="{BDDE4078-9024-4C79-A32F-C27D516261A8}"/>
              </a:ext>
            </a:extLst>
          </p:cNvPr>
          <p:cNvSpPr>
            <a:spLocks noGrp="1"/>
          </p:cNvSpPr>
          <p:nvPr/>
        </p:nvSpPr>
        <p:spPr>
          <a:xfrm>
            <a:off x="6238875" y="1790700"/>
            <a:ext cx="2571750" cy="238125"/>
          </a:xfrm>
          <a:prstGeom prst="rect">
            <a:avLst/>
          </a:prstGeom>
          <a:noFill/>
          <a:ln w="0">
            <a:noFill/>
          </a:ln>
        </p:spPr>
        <p:txBody>
          <a:bodyPr wrap="none" lIns="0" tIns="0" rIns="0" bIns="0" anchor="t">
            <a:noAutofit/>
          </a:bodyPr>
          <a:lstStyle>
            <a:defPPr algn="ctr">
              <a:defRPr sz="1350" b="0">
                <a:solidFill>
                  <a:srgbClr val="255DA8"/>
                </a:solidFill>
                <a:latin typeface="Ubuntu Light"/>
                <a:ea typeface="Ubuntu Light"/>
                <a:cs typeface="Ubuntu Light"/>
              </a:defRPr>
            </a:defPPr>
            <a:lvl1pPr algn="ctr">
              <a:defRPr sz="1350" b="0">
                <a:solidFill>
                  <a:srgbClr val="255DA8"/>
                </a:solidFill>
                <a:latin typeface="Ubuntu Light"/>
                <a:ea typeface="Ubuntu Light"/>
                <a:cs typeface="Ubuntu Light"/>
              </a:defRPr>
            </a:lvl1pPr>
            <a:lvl2pPr algn="ctr">
              <a:defRPr sz="1350" b="0">
                <a:solidFill>
                  <a:srgbClr val="255DA8"/>
                </a:solidFill>
                <a:latin typeface="Ubuntu Light"/>
                <a:ea typeface="Ubuntu Light"/>
                <a:cs typeface="Ubuntu Light"/>
              </a:defRPr>
            </a:lvl2pPr>
            <a:lvl3pPr algn="ctr">
              <a:defRPr sz="1350" b="0">
                <a:solidFill>
                  <a:srgbClr val="255DA8"/>
                </a:solidFill>
                <a:latin typeface="Ubuntu Light"/>
                <a:ea typeface="Ubuntu Light"/>
                <a:cs typeface="Ubuntu Light"/>
              </a:defRPr>
            </a:lvl3pPr>
            <a:lvl4pPr algn="ctr">
              <a:defRPr sz="1350" b="0">
                <a:solidFill>
                  <a:srgbClr val="255DA8"/>
                </a:solidFill>
                <a:latin typeface="Ubuntu Light"/>
                <a:ea typeface="Ubuntu Light"/>
                <a:cs typeface="Ubuntu Light"/>
              </a:defRPr>
            </a:lvl4pPr>
            <a:lvl5pPr algn="ctr">
              <a:defRPr sz="1350" b="0">
                <a:solidFill>
                  <a:srgbClr val="255DA8"/>
                </a:solidFill>
                <a:latin typeface="Ubuntu Light"/>
                <a:ea typeface="Ubuntu Light"/>
                <a:cs typeface="Ubuntu Light"/>
              </a:defRPr>
            </a:lvl5pPr>
            <a:lvl6pPr algn="ctr">
              <a:defRPr sz="1350" b="0">
                <a:solidFill>
                  <a:srgbClr val="255DA8"/>
                </a:solidFill>
                <a:latin typeface="Ubuntu Light"/>
                <a:ea typeface="Ubuntu Light"/>
                <a:cs typeface="Ubuntu Light"/>
              </a:defRPr>
            </a:lvl6pPr>
            <a:lvl7pPr algn="ctr">
              <a:defRPr sz="1350" b="0">
                <a:solidFill>
                  <a:srgbClr val="255DA8"/>
                </a:solidFill>
                <a:latin typeface="Ubuntu Light"/>
                <a:ea typeface="Ubuntu Light"/>
                <a:cs typeface="Ubuntu Light"/>
              </a:defRPr>
            </a:lvl7pPr>
            <a:lvl8pPr algn="ctr">
              <a:defRPr sz="1350" b="0">
                <a:solidFill>
                  <a:srgbClr val="255DA8"/>
                </a:solidFill>
                <a:latin typeface="Ubuntu Light"/>
                <a:ea typeface="Ubuntu Light"/>
                <a:cs typeface="Ubuntu Light"/>
              </a:defRPr>
            </a:lvl8pPr>
            <a:lvl9pPr algn="ctr">
              <a:defRPr sz="1350" b="0">
                <a:solidFill>
                  <a:srgbClr val="255DA8"/>
                </a:solidFill>
                <a:latin typeface="Ubuntu Light"/>
                <a:ea typeface="Ubuntu Light"/>
                <a:cs typeface="Ubuntu Light"/>
              </a:defRPr>
            </a:lvl9pPr>
          </a:lstStyle>
          <a:p>
            <a:pPr algn="ctr">
              <a:defRPr sz="1350" b="0">
                <a:solidFill>
                  <a:srgbClr val="255DA8"/>
                </a:solidFill>
                <a:latin typeface="Ubuntu Light"/>
                <a:ea typeface="Ubuntu Light"/>
                <a:cs typeface="Ubuntu Light"/>
              </a:defRPr>
            </a:pPr>
            <a:r>
              <a:rPr b="0">
                <a:latin typeface="Menlo"/>
                <a:ea typeface="Menlo"/>
                <a:cs typeface="Menlo"/>
              </a:rPr>
              <a:t>AWS_ENDPOINT_URL</a:t>
            </a:r>
          </a:p>
        </p:txBody>
      </p:sp>
      <p:cxnSp>
        <p:nvCxnSpPr>
          <p:cNvPr id="6" name="routing-proxy-setting-leader">
            <a:extLst>
              <a:ext uri="{FF2B5EF4-FFF2-40B4-BE49-F238E27FC236}">
                <a16:creationId xmlns:a16="http://schemas.microsoft.com/office/drawing/2014/main" id="{7667317D-D520-4DA8-ABF5-666169470678}"/>
              </a:ext>
            </a:extLst>
          </p:cNvPr>
          <p:cNvCxnSpPr/>
          <p:nvPr/>
        </p:nvCxnSpPr>
        <p:spPr>
          <a:xfrm>
            <a:off x="4381500" y="2133600"/>
            <a:ext cx="0" cy="180975"/>
          </a:xfrm>
          <a:prstGeom prst="straightConnector1">
            <a:avLst/>
          </a:prstGeom>
          <a:ln w="19050">
            <a:solidFill>
              <a:srgbClr val="255DA8"/>
            </a:solidFill>
            <a:tailEnd type="triangle" w="sm" len="sm"/>
          </a:ln>
        </p:spPr>
      </p:cxnSp>
      <p:cxnSp>
        <p:nvCxnSpPr>
          <p:cNvPr id="7" name="routing-endpoint-setting-leader">
            <a:extLst>
              <a:ext uri="{FF2B5EF4-FFF2-40B4-BE49-F238E27FC236}">
                <a16:creationId xmlns:a16="http://schemas.microsoft.com/office/drawing/2014/main" id="{98F3D8AC-7211-4958-943B-A266CA601409}"/>
              </a:ext>
            </a:extLst>
          </p:cNvPr>
          <p:cNvCxnSpPr/>
          <p:nvPr/>
        </p:nvCxnSpPr>
        <p:spPr>
          <a:xfrm>
            <a:off x="7524750" y="2095500"/>
            <a:ext cx="0" cy="219075"/>
          </a:xfrm>
          <a:prstGeom prst="straightConnector1">
            <a:avLst/>
          </a:prstGeom>
          <a:ln w="19050">
            <a:solidFill>
              <a:srgbClr val="255DA8"/>
            </a:solidFill>
            <a:tailEnd type="triangle" w="sm" len="sm"/>
          </a:ln>
        </p:spPr>
      </p:cxnSp>
      <p:pic>
        <p:nvPicPr>
          <p:cNvPr id="8" name="Picture 7">
            <a:extLst>
              <a:ext uri="{FF2B5EF4-FFF2-40B4-BE49-F238E27FC236}">
                <a16:creationId xmlns:a16="http://schemas.microsoft.com/office/drawing/2014/main" id="{902A993D-1D96-44C2-A69E-C2045584028D}"/>
              </a:ext>
            </a:extLst>
          </p:cNvPr>
          <p:cNvPicPr>
            <a:picLocks noChangeAspect="1"/>
          </p:cNvPicPr>
          <p:nvPr/>
        </p:nvPicPr>
        <p:blipFill>
          <a:blip r:embed="rId3"/>
          <a:stretch/>
        </p:blipFill>
        <p:spPr>
          <a:xfrm>
            <a:off x="1362075" y="2352675"/>
            <a:ext cx="609600" cy="609600"/>
          </a:xfrm>
          <a:prstGeom prst="rect">
            <a:avLst/>
          </a:prstGeom>
        </p:spPr>
      </p:pic>
      <p:pic>
        <p:nvPicPr>
          <p:cNvPr id="9" name="Picture 8">
            <a:extLst>
              <a:ext uri="{FF2B5EF4-FFF2-40B4-BE49-F238E27FC236}">
                <a16:creationId xmlns:a16="http://schemas.microsoft.com/office/drawing/2014/main" id="{2305E1D0-42AD-4814-8579-749A82CC1BA5}"/>
              </a:ext>
            </a:extLst>
          </p:cNvPr>
          <p:cNvPicPr>
            <a:picLocks noChangeAspect="1"/>
          </p:cNvPicPr>
          <p:nvPr/>
        </p:nvPicPr>
        <p:blipFill>
          <a:blip r:embed="rId4"/>
          <a:stretch/>
        </p:blipFill>
        <p:spPr>
          <a:xfrm>
            <a:off x="4052888" y="2375087"/>
            <a:ext cx="609600" cy="609600"/>
          </a:xfrm>
          <a:prstGeom prst="rect">
            <a:avLst/>
          </a:prstGeom>
        </p:spPr>
      </p:pic>
      <p:pic>
        <p:nvPicPr>
          <p:cNvPr id="10" name="Picture 9">
            <a:extLst>
              <a:ext uri="{FF2B5EF4-FFF2-40B4-BE49-F238E27FC236}">
                <a16:creationId xmlns:a16="http://schemas.microsoft.com/office/drawing/2014/main" id="{30BA118B-50A0-44FB-AB99-5ED34A4DB55A}"/>
              </a:ext>
            </a:extLst>
          </p:cNvPr>
          <p:cNvPicPr>
            <a:picLocks noChangeAspect="1"/>
          </p:cNvPicPr>
          <p:nvPr/>
        </p:nvPicPr>
        <p:blipFill>
          <a:blip r:embed="rId5"/>
          <a:stretch/>
        </p:blipFill>
        <p:spPr>
          <a:xfrm>
            <a:off x="6573807" y="2381250"/>
            <a:ext cx="1901886" cy="561975"/>
          </a:xfrm>
          <a:prstGeom prst="rect">
            <a:avLst/>
          </a:prstGeom>
        </p:spPr>
      </p:pic>
      <p:sp>
        <p:nvSpPr>
          <p:cNvPr id="11" name="routing-lambda-name">
            <a:extLst>
              <a:ext uri="{FF2B5EF4-FFF2-40B4-BE49-F238E27FC236}">
                <a16:creationId xmlns:a16="http://schemas.microsoft.com/office/drawing/2014/main" id="{01C954E7-73CF-4D53-A522-31BE09FF6A69}"/>
              </a:ext>
            </a:extLst>
          </p:cNvPr>
          <p:cNvSpPr>
            <a:spLocks noGrp="1"/>
          </p:cNvSpPr>
          <p:nvPr/>
        </p:nvSpPr>
        <p:spPr>
          <a:xfrm>
            <a:off x="619125" y="3086100"/>
            <a:ext cx="2143125" cy="266700"/>
          </a:xfrm>
          <a:prstGeom prst="rect">
            <a:avLst/>
          </a:prstGeom>
          <a:noFill/>
          <a:ln w="0">
            <a:noFill/>
          </a:ln>
        </p:spPr>
        <p:txBody>
          <a:bodyPr wrap="none" lIns="0" tIns="0" rIns="0" bIns="0" anchor="t">
            <a:noAutofit/>
          </a:bodyPr>
          <a:lstStyle>
            <a:defPPr algn="ctr">
              <a:defRPr sz="1500" b="0">
                <a:solidFill>
                  <a:srgbClr val="1F2D3D"/>
                </a:solidFill>
                <a:latin typeface="Ubuntu Light"/>
                <a:ea typeface="Ubuntu Light"/>
                <a:cs typeface="Ubuntu Light"/>
              </a:defRPr>
            </a:defPPr>
            <a:lvl1pPr algn="ctr">
              <a:defRPr sz="1500" b="0">
                <a:solidFill>
                  <a:srgbClr val="1F2D3D"/>
                </a:solidFill>
                <a:latin typeface="Ubuntu Light"/>
                <a:ea typeface="Ubuntu Light"/>
                <a:cs typeface="Ubuntu Light"/>
              </a:defRPr>
            </a:lvl1pPr>
            <a:lvl2pPr algn="ctr">
              <a:defRPr sz="1500" b="0">
                <a:solidFill>
                  <a:srgbClr val="1F2D3D"/>
                </a:solidFill>
                <a:latin typeface="Ubuntu Light"/>
                <a:ea typeface="Ubuntu Light"/>
                <a:cs typeface="Ubuntu Light"/>
              </a:defRPr>
            </a:lvl2pPr>
            <a:lvl3pPr algn="ctr">
              <a:defRPr sz="1500" b="0">
                <a:solidFill>
                  <a:srgbClr val="1F2D3D"/>
                </a:solidFill>
                <a:latin typeface="Ubuntu Light"/>
                <a:ea typeface="Ubuntu Light"/>
                <a:cs typeface="Ubuntu Light"/>
              </a:defRPr>
            </a:lvl3pPr>
            <a:lvl4pPr algn="ctr">
              <a:defRPr sz="1500" b="0">
                <a:solidFill>
                  <a:srgbClr val="1F2D3D"/>
                </a:solidFill>
                <a:latin typeface="Ubuntu Light"/>
                <a:ea typeface="Ubuntu Light"/>
                <a:cs typeface="Ubuntu Light"/>
              </a:defRPr>
            </a:lvl4pPr>
            <a:lvl5pPr algn="ctr">
              <a:defRPr sz="1500" b="0">
                <a:solidFill>
                  <a:srgbClr val="1F2D3D"/>
                </a:solidFill>
                <a:latin typeface="Ubuntu Light"/>
                <a:ea typeface="Ubuntu Light"/>
                <a:cs typeface="Ubuntu Light"/>
              </a:defRPr>
            </a:lvl5pPr>
            <a:lvl6pPr algn="ctr">
              <a:defRPr sz="1500" b="0">
                <a:solidFill>
                  <a:srgbClr val="1F2D3D"/>
                </a:solidFill>
                <a:latin typeface="Ubuntu Light"/>
                <a:ea typeface="Ubuntu Light"/>
                <a:cs typeface="Ubuntu Light"/>
              </a:defRPr>
            </a:lvl6pPr>
            <a:lvl7pPr algn="ctr">
              <a:defRPr sz="1500" b="0">
                <a:solidFill>
                  <a:srgbClr val="1F2D3D"/>
                </a:solidFill>
                <a:latin typeface="Ubuntu Light"/>
                <a:ea typeface="Ubuntu Light"/>
                <a:cs typeface="Ubuntu Light"/>
              </a:defRPr>
            </a:lvl7pPr>
            <a:lvl8pPr algn="ctr">
              <a:defRPr sz="1500" b="0">
                <a:solidFill>
                  <a:srgbClr val="1F2D3D"/>
                </a:solidFill>
                <a:latin typeface="Ubuntu Light"/>
                <a:ea typeface="Ubuntu Light"/>
                <a:cs typeface="Ubuntu Light"/>
              </a:defRPr>
            </a:lvl8pPr>
            <a:lvl9pPr algn="ctr">
              <a:defRPr sz="1500" b="0">
                <a:solidFill>
                  <a:srgbClr val="1F2D3D"/>
                </a:solidFill>
                <a:latin typeface="Ubuntu Light"/>
                <a:ea typeface="Ubuntu Light"/>
                <a:cs typeface="Ubuntu Light"/>
              </a:defRPr>
            </a:lvl9pPr>
          </a:lstStyle>
          <a:p>
            <a:pPr algn="ctr">
              <a:defRPr sz="1500" b="0">
                <a:solidFill>
                  <a:srgbClr val="1F2D3D"/>
                </a:solidFill>
                <a:latin typeface="Ubuntu Light"/>
                <a:ea typeface="Ubuntu Light"/>
                <a:cs typeface="Ubuntu Light"/>
              </a:defRPr>
            </a:pPr>
            <a:r>
              <a:rPr b="0">
                <a:latin typeface="Ubuntu Light"/>
                <a:ea typeface="Ubuntu Light"/>
                <a:cs typeface="Ubuntu Light"/>
              </a:rPr>
              <a:t>Lambda (</a:t>
            </a:r>
            <a:r>
              <a:rPr b="0">
                <a:latin typeface="Menlo"/>
                <a:ea typeface="Menlo"/>
                <a:cs typeface="Menlo"/>
              </a:rPr>
              <a:t>boto3</a:t>
            </a:r>
            <a:r>
              <a:rPr b="0">
                <a:latin typeface="Ubuntu Light"/>
                <a:ea typeface="Ubuntu Light"/>
                <a:cs typeface="Ubuntu Light"/>
              </a:rPr>
              <a:t>)</a:t>
            </a:r>
          </a:p>
        </p:txBody>
      </p:sp>
      <p:sp>
        <p:nvSpPr>
          <p:cNvPr id="12" name="routing-proxy-name">
            <a:extLst>
              <a:ext uri="{FF2B5EF4-FFF2-40B4-BE49-F238E27FC236}">
                <a16:creationId xmlns:a16="http://schemas.microsoft.com/office/drawing/2014/main" id="{25747227-60A9-42D5-8D0C-80DA63787B92}"/>
              </a:ext>
            </a:extLst>
          </p:cNvPr>
          <p:cNvSpPr>
            <a:spLocks noGrp="1"/>
          </p:cNvSpPr>
          <p:nvPr/>
        </p:nvSpPr>
        <p:spPr>
          <a:xfrm>
            <a:off x="3573079" y="3083981"/>
            <a:ext cx="1465646" cy="504823"/>
          </a:xfrm>
          <a:prstGeom prst="rect">
            <a:avLst/>
          </a:prstGeom>
          <a:noFill/>
          <a:ln w="0">
            <a:noFill/>
          </a:ln>
        </p:spPr>
        <p:txBody>
          <a:bodyPr wrap="none" lIns="0" tIns="0" rIns="0" bIns="0" anchor="t">
            <a:noAutofit/>
          </a:bodyPr>
          <a:lstStyle>
            <a:defPPr algn="ctr">
              <a:defRPr sz="1500" b="0">
                <a:solidFill>
                  <a:srgbClr val="1F2D3D"/>
                </a:solidFill>
                <a:latin typeface="Ubuntu Light"/>
                <a:ea typeface="Ubuntu Light"/>
                <a:cs typeface="Ubuntu Light"/>
              </a:defRPr>
            </a:defPPr>
            <a:lvl1pPr algn="ctr">
              <a:defRPr sz="1500" b="0">
                <a:solidFill>
                  <a:srgbClr val="1F2D3D"/>
                </a:solidFill>
                <a:latin typeface="Ubuntu Light"/>
                <a:ea typeface="Ubuntu Light"/>
                <a:cs typeface="Ubuntu Light"/>
              </a:defRPr>
            </a:lvl1pPr>
            <a:lvl2pPr algn="ctr">
              <a:defRPr sz="1500" b="0">
                <a:solidFill>
                  <a:srgbClr val="1F2D3D"/>
                </a:solidFill>
                <a:latin typeface="Ubuntu Light"/>
                <a:ea typeface="Ubuntu Light"/>
                <a:cs typeface="Ubuntu Light"/>
              </a:defRPr>
            </a:lvl2pPr>
            <a:lvl3pPr algn="ctr">
              <a:defRPr sz="1500" b="0">
                <a:solidFill>
                  <a:srgbClr val="1F2D3D"/>
                </a:solidFill>
                <a:latin typeface="Ubuntu Light"/>
                <a:ea typeface="Ubuntu Light"/>
                <a:cs typeface="Ubuntu Light"/>
              </a:defRPr>
            </a:lvl3pPr>
            <a:lvl4pPr algn="ctr">
              <a:defRPr sz="1500" b="0">
                <a:solidFill>
                  <a:srgbClr val="1F2D3D"/>
                </a:solidFill>
                <a:latin typeface="Ubuntu Light"/>
                <a:ea typeface="Ubuntu Light"/>
                <a:cs typeface="Ubuntu Light"/>
              </a:defRPr>
            </a:lvl4pPr>
            <a:lvl5pPr algn="ctr">
              <a:defRPr sz="1500" b="0">
                <a:solidFill>
                  <a:srgbClr val="1F2D3D"/>
                </a:solidFill>
                <a:latin typeface="Ubuntu Light"/>
                <a:ea typeface="Ubuntu Light"/>
                <a:cs typeface="Ubuntu Light"/>
              </a:defRPr>
            </a:lvl5pPr>
            <a:lvl6pPr algn="ctr">
              <a:defRPr sz="1500" b="0">
                <a:solidFill>
                  <a:srgbClr val="1F2D3D"/>
                </a:solidFill>
                <a:latin typeface="Ubuntu Light"/>
                <a:ea typeface="Ubuntu Light"/>
                <a:cs typeface="Ubuntu Light"/>
              </a:defRPr>
            </a:lvl6pPr>
            <a:lvl7pPr algn="ctr">
              <a:defRPr sz="1500" b="0">
                <a:solidFill>
                  <a:srgbClr val="1F2D3D"/>
                </a:solidFill>
                <a:latin typeface="Ubuntu Light"/>
                <a:ea typeface="Ubuntu Light"/>
                <a:cs typeface="Ubuntu Light"/>
              </a:defRPr>
            </a:lvl7pPr>
            <a:lvl8pPr algn="ctr">
              <a:defRPr sz="1500" b="0">
                <a:solidFill>
                  <a:srgbClr val="1F2D3D"/>
                </a:solidFill>
                <a:latin typeface="Ubuntu Light"/>
                <a:ea typeface="Ubuntu Light"/>
                <a:cs typeface="Ubuntu Light"/>
              </a:defRPr>
            </a:lvl8pPr>
            <a:lvl9pPr algn="ctr">
              <a:defRPr sz="1500" b="0">
                <a:solidFill>
                  <a:srgbClr val="1F2D3D"/>
                </a:solidFill>
                <a:latin typeface="Ubuntu Light"/>
                <a:ea typeface="Ubuntu Light"/>
                <a:cs typeface="Ubuntu Light"/>
              </a:defRPr>
            </a:lvl9pPr>
          </a:lstStyle>
          <a:p>
            <a:pPr algn="ctr">
              <a:defRPr sz="1500" b="0">
                <a:solidFill>
                  <a:srgbClr val="1F2D3D"/>
                </a:solidFill>
                <a:latin typeface="Ubuntu Light"/>
                <a:ea typeface="Ubuntu Light"/>
                <a:cs typeface="Ubuntu Light"/>
              </a:defRPr>
            </a:pPr>
            <a:r>
              <a:rPr lang="en-US" b="0" dirty="0">
                <a:latin typeface="Ubuntu Light"/>
                <a:ea typeface="Ubuntu Light"/>
                <a:cs typeface="Ubuntu Light"/>
              </a:rPr>
              <a:t>Local </a:t>
            </a:r>
            <a:r>
              <a:rPr b="0" dirty="0" err="1">
                <a:latin typeface="Ubuntu Light"/>
                <a:ea typeface="Ubuntu Light"/>
                <a:cs typeface="Ubuntu Light"/>
              </a:rPr>
              <a:t>OpenResty</a:t>
            </a:r>
            <a:endParaRPr lang="en-US" b="0" dirty="0">
              <a:latin typeface="Ubuntu Light"/>
              <a:ea typeface="Ubuntu Light"/>
              <a:cs typeface="Ubuntu Light"/>
            </a:endParaRPr>
          </a:p>
          <a:p>
            <a:pPr algn="ctr">
              <a:defRPr sz="1500" b="0">
                <a:solidFill>
                  <a:srgbClr val="1F2D3D"/>
                </a:solidFill>
                <a:latin typeface="Ubuntu Light"/>
                <a:ea typeface="Ubuntu Light"/>
                <a:cs typeface="Ubuntu Light"/>
              </a:defRPr>
            </a:pPr>
            <a:r>
              <a:rPr lang="en-HK" dirty="0"/>
              <a:t>Proxy</a:t>
            </a:r>
            <a:endParaRPr b="0" dirty="0">
              <a:latin typeface="Ubuntu Light"/>
              <a:ea typeface="Ubuntu Light"/>
              <a:cs typeface="Ubuntu Light"/>
            </a:endParaRPr>
          </a:p>
        </p:txBody>
      </p:sp>
      <p:sp>
        <p:nvSpPr>
          <p:cNvPr id="13" name="routing-floci-name">
            <a:extLst>
              <a:ext uri="{FF2B5EF4-FFF2-40B4-BE49-F238E27FC236}">
                <a16:creationId xmlns:a16="http://schemas.microsoft.com/office/drawing/2014/main" id="{1859EBC1-81B8-41FA-AA9A-CAFFD787590E}"/>
              </a:ext>
            </a:extLst>
          </p:cNvPr>
          <p:cNvSpPr>
            <a:spLocks noGrp="1"/>
          </p:cNvSpPr>
          <p:nvPr/>
        </p:nvSpPr>
        <p:spPr>
          <a:xfrm>
            <a:off x="6524625" y="3086100"/>
            <a:ext cx="2000250" cy="266700"/>
          </a:xfrm>
          <a:prstGeom prst="rect">
            <a:avLst/>
          </a:prstGeom>
          <a:noFill/>
          <a:ln w="0">
            <a:noFill/>
          </a:ln>
        </p:spPr>
        <p:txBody>
          <a:bodyPr wrap="none" lIns="0" tIns="0" rIns="0" bIns="0" anchor="t">
            <a:noAutofit/>
          </a:bodyPr>
          <a:lstStyle>
            <a:defPPr algn="ctr">
              <a:defRPr sz="1500" b="0">
                <a:solidFill>
                  <a:srgbClr val="1F2D3D"/>
                </a:solidFill>
                <a:latin typeface="Ubuntu Light"/>
                <a:ea typeface="Ubuntu Light"/>
                <a:cs typeface="Ubuntu Light"/>
              </a:defRPr>
            </a:defPPr>
            <a:lvl1pPr algn="ctr">
              <a:defRPr sz="1500" b="0">
                <a:solidFill>
                  <a:srgbClr val="1F2D3D"/>
                </a:solidFill>
                <a:latin typeface="Ubuntu Light"/>
                <a:ea typeface="Ubuntu Light"/>
                <a:cs typeface="Ubuntu Light"/>
              </a:defRPr>
            </a:lvl1pPr>
            <a:lvl2pPr algn="ctr">
              <a:defRPr sz="1500" b="0">
                <a:solidFill>
                  <a:srgbClr val="1F2D3D"/>
                </a:solidFill>
                <a:latin typeface="Ubuntu Light"/>
                <a:ea typeface="Ubuntu Light"/>
                <a:cs typeface="Ubuntu Light"/>
              </a:defRPr>
            </a:lvl2pPr>
            <a:lvl3pPr algn="ctr">
              <a:defRPr sz="1500" b="0">
                <a:solidFill>
                  <a:srgbClr val="1F2D3D"/>
                </a:solidFill>
                <a:latin typeface="Ubuntu Light"/>
                <a:ea typeface="Ubuntu Light"/>
                <a:cs typeface="Ubuntu Light"/>
              </a:defRPr>
            </a:lvl3pPr>
            <a:lvl4pPr algn="ctr">
              <a:defRPr sz="1500" b="0">
                <a:solidFill>
                  <a:srgbClr val="1F2D3D"/>
                </a:solidFill>
                <a:latin typeface="Ubuntu Light"/>
                <a:ea typeface="Ubuntu Light"/>
                <a:cs typeface="Ubuntu Light"/>
              </a:defRPr>
            </a:lvl4pPr>
            <a:lvl5pPr algn="ctr">
              <a:defRPr sz="1500" b="0">
                <a:solidFill>
                  <a:srgbClr val="1F2D3D"/>
                </a:solidFill>
                <a:latin typeface="Ubuntu Light"/>
                <a:ea typeface="Ubuntu Light"/>
                <a:cs typeface="Ubuntu Light"/>
              </a:defRPr>
            </a:lvl5pPr>
            <a:lvl6pPr algn="ctr">
              <a:defRPr sz="1500" b="0">
                <a:solidFill>
                  <a:srgbClr val="1F2D3D"/>
                </a:solidFill>
                <a:latin typeface="Ubuntu Light"/>
                <a:ea typeface="Ubuntu Light"/>
                <a:cs typeface="Ubuntu Light"/>
              </a:defRPr>
            </a:lvl6pPr>
            <a:lvl7pPr algn="ctr">
              <a:defRPr sz="1500" b="0">
                <a:solidFill>
                  <a:srgbClr val="1F2D3D"/>
                </a:solidFill>
                <a:latin typeface="Ubuntu Light"/>
                <a:ea typeface="Ubuntu Light"/>
                <a:cs typeface="Ubuntu Light"/>
              </a:defRPr>
            </a:lvl7pPr>
            <a:lvl8pPr algn="ctr">
              <a:defRPr sz="1500" b="0">
                <a:solidFill>
                  <a:srgbClr val="1F2D3D"/>
                </a:solidFill>
                <a:latin typeface="Ubuntu Light"/>
                <a:ea typeface="Ubuntu Light"/>
                <a:cs typeface="Ubuntu Light"/>
              </a:defRPr>
            </a:lvl8pPr>
            <a:lvl9pPr algn="ctr">
              <a:defRPr sz="1500" b="0">
                <a:solidFill>
                  <a:srgbClr val="1F2D3D"/>
                </a:solidFill>
                <a:latin typeface="Ubuntu Light"/>
                <a:ea typeface="Ubuntu Light"/>
                <a:cs typeface="Ubuntu Light"/>
              </a:defRPr>
            </a:lvl9pPr>
          </a:lstStyle>
          <a:p>
            <a:pPr algn="ctr">
              <a:defRPr sz="1500" b="0">
                <a:solidFill>
                  <a:srgbClr val="1F2D3D"/>
                </a:solidFill>
                <a:latin typeface="Ubuntu Light"/>
                <a:ea typeface="Ubuntu Light"/>
                <a:cs typeface="Ubuntu Light"/>
              </a:defRPr>
            </a:pPr>
            <a:r>
              <a:rPr b="0">
                <a:latin typeface="Ubuntu Light"/>
                <a:ea typeface="Ubuntu Light"/>
                <a:cs typeface="Ubuntu Light"/>
              </a:rPr>
              <a:t>Local AWS APIs</a:t>
            </a:r>
          </a:p>
        </p:txBody>
      </p:sp>
      <p:cxnSp>
        <p:nvCxnSpPr>
          <p:cNvPr id="14" name="routing-sdk-request">
            <a:extLst>
              <a:ext uri="{FF2B5EF4-FFF2-40B4-BE49-F238E27FC236}">
                <a16:creationId xmlns:a16="http://schemas.microsoft.com/office/drawing/2014/main" id="{3F921FCB-4299-4043-B67A-3F60360F30F8}"/>
              </a:ext>
            </a:extLst>
          </p:cNvPr>
          <p:cNvCxnSpPr>
            <a:cxnSpLocks/>
          </p:cNvCxnSpPr>
          <p:nvPr/>
        </p:nvCxnSpPr>
        <p:spPr>
          <a:xfrm>
            <a:off x="2095500" y="2657475"/>
            <a:ext cx="1905000" cy="0"/>
          </a:xfrm>
          <a:prstGeom prst="straightConnector1">
            <a:avLst/>
          </a:prstGeom>
          <a:ln w="19050">
            <a:solidFill>
              <a:srgbClr val="1F2D3D"/>
            </a:solidFill>
            <a:tailEnd type="triangle" w="sm" len="sm"/>
          </a:ln>
        </p:spPr>
      </p:cxnSp>
      <p:sp>
        <p:nvSpPr>
          <p:cNvPr id="15" name="routing-sdk-request-label">
            <a:extLst>
              <a:ext uri="{FF2B5EF4-FFF2-40B4-BE49-F238E27FC236}">
                <a16:creationId xmlns:a16="http://schemas.microsoft.com/office/drawing/2014/main" id="{FB317BDF-C430-4800-8D7B-230609842E12}"/>
              </a:ext>
            </a:extLst>
          </p:cNvPr>
          <p:cNvSpPr>
            <a:spLocks noGrp="1"/>
          </p:cNvSpPr>
          <p:nvPr/>
        </p:nvSpPr>
        <p:spPr>
          <a:xfrm>
            <a:off x="2238375" y="2333625"/>
            <a:ext cx="1762125" cy="257175"/>
          </a:xfrm>
          <a:prstGeom prst="rect">
            <a:avLst/>
          </a:prstGeom>
          <a:noFill/>
          <a:ln w="0">
            <a:noFill/>
          </a:ln>
        </p:spPr>
        <p:txBody>
          <a:bodyPr wrap="none" lIns="0" tIns="0" rIns="0" bIns="0" anchor="t">
            <a:noAutofit/>
          </a:bodyPr>
          <a:lstStyle>
            <a:defPPr algn="ctr">
              <a:defRPr sz="1425" b="0">
                <a:solidFill>
                  <a:srgbClr val="1F2D3D"/>
                </a:solidFill>
                <a:latin typeface="Ubuntu Light"/>
                <a:ea typeface="Ubuntu Light"/>
                <a:cs typeface="Ubuntu Light"/>
              </a:defRPr>
            </a:defPPr>
            <a:lvl1pPr algn="ctr">
              <a:defRPr sz="1425" b="0">
                <a:solidFill>
                  <a:srgbClr val="1F2D3D"/>
                </a:solidFill>
                <a:latin typeface="Ubuntu Light"/>
                <a:ea typeface="Ubuntu Light"/>
                <a:cs typeface="Ubuntu Light"/>
              </a:defRPr>
            </a:lvl1pPr>
            <a:lvl2pPr algn="ctr">
              <a:defRPr sz="1425" b="0">
                <a:solidFill>
                  <a:srgbClr val="1F2D3D"/>
                </a:solidFill>
                <a:latin typeface="Ubuntu Light"/>
                <a:ea typeface="Ubuntu Light"/>
                <a:cs typeface="Ubuntu Light"/>
              </a:defRPr>
            </a:lvl2pPr>
            <a:lvl3pPr algn="ctr">
              <a:defRPr sz="1425" b="0">
                <a:solidFill>
                  <a:srgbClr val="1F2D3D"/>
                </a:solidFill>
                <a:latin typeface="Ubuntu Light"/>
                <a:ea typeface="Ubuntu Light"/>
                <a:cs typeface="Ubuntu Light"/>
              </a:defRPr>
            </a:lvl3pPr>
            <a:lvl4pPr algn="ctr">
              <a:defRPr sz="1425" b="0">
                <a:solidFill>
                  <a:srgbClr val="1F2D3D"/>
                </a:solidFill>
                <a:latin typeface="Ubuntu Light"/>
                <a:ea typeface="Ubuntu Light"/>
                <a:cs typeface="Ubuntu Light"/>
              </a:defRPr>
            </a:lvl4pPr>
            <a:lvl5pPr algn="ctr">
              <a:defRPr sz="1425" b="0">
                <a:solidFill>
                  <a:srgbClr val="1F2D3D"/>
                </a:solidFill>
                <a:latin typeface="Ubuntu Light"/>
                <a:ea typeface="Ubuntu Light"/>
                <a:cs typeface="Ubuntu Light"/>
              </a:defRPr>
            </a:lvl5pPr>
            <a:lvl6pPr algn="ctr">
              <a:defRPr sz="1425" b="0">
                <a:solidFill>
                  <a:srgbClr val="1F2D3D"/>
                </a:solidFill>
                <a:latin typeface="Ubuntu Light"/>
                <a:ea typeface="Ubuntu Light"/>
                <a:cs typeface="Ubuntu Light"/>
              </a:defRPr>
            </a:lvl6pPr>
            <a:lvl7pPr algn="ctr">
              <a:defRPr sz="1425" b="0">
                <a:solidFill>
                  <a:srgbClr val="1F2D3D"/>
                </a:solidFill>
                <a:latin typeface="Ubuntu Light"/>
                <a:ea typeface="Ubuntu Light"/>
                <a:cs typeface="Ubuntu Light"/>
              </a:defRPr>
            </a:lvl7pPr>
            <a:lvl8pPr algn="ctr">
              <a:defRPr sz="1425" b="0">
                <a:solidFill>
                  <a:srgbClr val="1F2D3D"/>
                </a:solidFill>
                <a:latin typeface="Ubuntu Light"/>
                <a:ea typeface="Ubuntu Light"/>
                <a:cs typeface="Ubuntu Light"/>
              </a:defRPr>
            </a:lvl8pPr>
            <a:lvl9pPr algn="ctr">
              <a:defRPr sz="1425" b="0">
                <a:solidFill>
                  <a:srgbClr val="1F2D3D"/>
                </a:solidFill>
                <a:latin typeface="Ubuntu Light"/>
                <a:ea typeface="Ubuntu Light"/>
                <a:cs typeface="Ubuntu Light"/>
              </a:defRPr>
            </a:lvl9pPr>
          </a:lstStyle>
          <a:p>
            <a:pPr algn="ctr">
              <a:defRPr sz="1425" b="0">
                <a:solidFill>
                  <a:srgbClr val="1F2D3D"/>
                </a:solidFill>
                <a:latin typeface="Ubuntu Light"/>
                <a:ea typeface="Ubuntu Light"/>
                <a:cs typeface="Ubuntu Light"/>
              </a:defRPr>
            </a:pPr>
            <a:r>
              <a:rPr b="0">
                <a:latin typeface="Ubuntu Light"/>
                <a:ea typeface="Ubuntu Light"/>
                <a:cs typeface="Ubuntu Light"/>
              </a:rPr>
              <a:t>HTTP request</a:t>
            </a:r>
          </a:p>
        </p:txBody>
      </p:sp>
      <p:cxnSp>
        <p:nvCxnSpPr>
          <p:cNvPr id="16" name="routing-request-stop">
            <a:extLst>
              <a:ext uri="{FF2B5EF4-FFF2-40B4-BE49-F238E27FC236}">
                <a16:creationId xmlns:a16="http://schemas.microsoft.com/office/drawing/2014/main" id="{E90BB50A-1CB0-4474-919F-6AC6DE1CCC16}"/>
              </a:ext>
            </a:extLst>
          </p:cNvPr>
          <p:cNvCxnSpPr>
            <a:cxnSpLocks/>
          </p:cNvCxnSpPr>
          <p:nvPr/>
        </p:nvCxnSpPr>
        <p:spPr>
          <a:xfrm>
            <a:off x="4743450" y="2657475"/>
            <a:ext cx="295275" cy="0"/>
          </a:xfrm>
          <a:prstGeom prst="straightConnector1">
            <a:avLst/>
          </a:prstGeom>
          <a:ln w="19050">
            <a:solidFill>
              <a:srgbClr val="1F2D3D"/>
            </a:solidFill>
          </a:ln>
        </p:spPr>
      </p:cxnSp>
      <p:pic>
        <p:nvPicPr>
          <p:cNvPr id="17" name="Picture 16">
            <a:extLst>
              <a:ext uri="{FF2B5EF4-FFF2-40B4-BE49-F238E27FC236}">
                <a16:creationId xmlns:a16="http://schemas.microsoft.com/office/drawing/2014/main" id="{C968AD44-4F75-44B1-84DB-C7B8BDC89D88}"/>
              </a:ext>
            </a:extLst>
          </p:cNvPr>
          <p:cNvPicPr>
            <a:picLocks noChangeAspect="1"/>
          </p:cNvPicPr>
          <p:nvPr/>
        </p:nvPicPr>
        <p:blipFill>
          <a:blip r:embed="rId6"/>
          <a:stretch/>
        </p:blipFill>
        <p:spPr>
          <a:xfrm>
            <a:off x="5067300" y="2486025"/>
            <a:ext cx="342900" cy="342900"/>
          </a:xfrm>
          <a:prstGeom prst="rect">
            <a:avLst/>
          </a:prstGeom>
        </p:spPr>
      </p:pic>
      <p:cxnSp>
        <p:nvCxnSpPr>
          <p:cNvPr id="18" name="routing-unreached-target-0">
            <a:extLst>
              <a:ext uri="{FF2B5EF4-FFF2-40B4-BE49-F238E27FC236}">
                <a16:creationId xmlns:a16="http://schemas.microsoft.com/office/drawing/2014/main" id="{D0A1AC6B-15A7-4D78-974E-2F5512C8E9E1}"/>
              </a:ext>
            </a:extLst>
          </p:cNvPr>
          <p:cNvCxnSpPr/>
          <p:nvPr/>
        </p:nvCxnSpPr>
        <p:spPr>
          <a:xfrm>
            <a:off x="5524500" y="2657475"/>
            <a:ext cx="142875" cy="0"/>
          </a:xfrm>
          <a:prstGeom prst="straightConnector1">
            <a:avLst/>
          </a:prstGeom>
          <a:ln w="12383">
            <a:solidFill>
              <a:srgbClr val="B8C0CA"/>
            </a:solidFill>
          </a:ln>
        </p:spPr>
      </p:cxnSp>
      <p:cxnSp>
        <p:nvCxnSpPr>
          <p:cNvPr id="19" name="routing-unreached-target-1">
            <a:extLst>
              <a:ext uri="{FF2B5EF4-FFF2-40B4-BE49-F238E27FC236}">
                <a16:creationId xmlns:a16="http://schemas.microsoft.com/office/drawing/2014/main" id="{E178CC67-5D09-40E9-A2A2-CCBB4A0DE212}"/>
              </a:ext>
            </a:extLst>
          </p:cNvPr>
          <p:cNvCxnSpPr/>
          <p:nvPr/>
        </p:nvCxnSpPr>
        <p:spPr>
          <a:xfrm>
            <a:off x="5743575" y="2657475"/>
            <a:ext cx="142875" cy="0"/>
          </a:xfrm>
          <a:prstGeom prst="straightConnector1">
            <a:avLst/>
          </a:prstGeom>
          <a:ln w="12383">
            <a:solidFill>
              <a:srgbClr val="B8C0CA"/>
            </a:solidFill>
          </a:ln>
        </p:spPr>
      </p:cxnSp>
      <p:cxnSp>
        <p:nvCxnSpPr>
          <p:cNvPr id="20" name="routing-unreached-target-2">
            <a:extLst>
              <a:ext uri="{FF2B5EF4-FFF2-40B4-BE49-F238E27FC236}">
                <a16:creationId xmlns:a16="http://schemas.microsoft.com/office/drawing/2014/main" id="{B27C87ED-F486-4E99-AB38-6011350183C4}"/>
              </a:ext>
            </a:extLst>
          </p:cNvPr>
          <p:cNvCxnSpPr/>
          <p:nvPr/>
        </p:nvCxnSpPr>
        <p:spPr>
          <a:xfrm>
            <a:off x="5962650" y="2657475"/>
            <a:ext cx="142875" cy="0"/>
          </a:xfrm>
          <a:prstGeom prst="straightConnector1">
            <a:avLst/>
          </a:prstGeom>
          <a:ln w="12383">
            <a:solidFill>
              <a:srgbClr val="B8C0CA"/>
            </a:solidFill>
          </a:ln>
        </p:spPr>
      </p:cxnSp>
      <p:cxnSp>
        <p:nvCxnSpPr>
          <p:cNvPr id="21" name="routing-unreached-target-3">
            <a:extLst>
              <a:ext uri="{FF2B5EF4-FFF2-40B4-BE49-F238E27FC236}">
                <a16:creationId xmlns:a16="http://schemas.microsoft.com/office/drawing/2014/main" id="{9B341E22-9784-4989-B697-DDAE1526DF99}"/>
              </a:ext>
            </a:extLst>
          </p:cNvPr>
          <p:cNvCxnSpPr/>
          <p:nvPr/>
        </p:nvCxnSpPr>
        <p:spPr>
          <a:xfrm>
            <a:off x="6181725" y="2657475"/>
            <a:ext cx="142875" cy="0"/>
          </a:xfrm>
          <a:prstGeom prst="straightConnector1">
            <a:avLst/>
          </a:prstGeom>
          <a:ln w="12383">
            <a:solidFill>
              <a:srgbClr val="B8C0CA"/>
            </a:solidFill>
          </a:ln>
        </p:spPr>
      </p:cxnSp>
      <p:sp>
        <p:nvSpPr>
          <p:cNvPr id="22" name="routing-no-upstream">
            <a:extLst>
              <a:ext uri="{FF2B5EF4-FFF2-40B4-BE49-F238E27FC236}">
                <a16:creationId xmlns:a16="http://schemas.microsoft.com/office/drawing/2014/main" id="{1DFEE2D6-D559-4C0E-BFF4-56E50CF37582}"/>
              </a:ext>
            </a:extLst>
          </p:cNvPr>
          <p:cNvSpPr>
            <a:spLocks noGrp="1"/>
          </p:cNvSpPr>
          <p:nvPr/>
        </p:nvSpPr>
        <p:spPr>
          <a:xfrm>
            <a:off x="5286375" y="2847975"/>
            <a:ext cx="1238250" cy="238125"/>
          </a:xfrm>
          <a:prstGeom prst="rect">
            <a:avLst/>
          </a:prstGeom>
          <a:noFill/>
          <a:ln w="0">
            <a:noFill/>
          </a:ln>
        </p:spPr>
        <p:txBody>
          <a:bodyPr wrap="none" lIns="0" tIns="0" rIns="0" bIns="0" anchor="t">
            <a:noAutofit/>
          </a:bodyPr>
          <a:lstStyle>
            <a:defPPr algn="ctr">
              <a:defRPr sz="1275" b="0">
                <a:solidFill>
                  <a:srgbClr val="8B96A3"/>
                </a:solidFill>
                <a:latin typeface="Ubuntu Light"/>
                <a:ea typeface="Ubuntu Light"/>
                <a:cs typeface="Ubuntu Light"/>
              </a:defRPr>
            </a:defPPr>
            <a:lvl1pPr algn="ctr">
              <a:defRPr sz="1275" b="0">
                <a:solidFill>
                  <a:srgbClr val="8B96A3"/>
                </a:solidFill>
                <a:latin typeface="Ubuntu Light"/>
                <a:ea typeface="Ubuntu Light"/>
                <a:cs typeface="Ubuntu Light"/>
              </a:defRPr>
            </a:lvl1pPr>
            <a:lvl2pPr algn="ctr">
              <a:defRPr sz="1275" b="0">
                <a:solidFill>
                  <a:srgbClr val="8B96A3"/>
                </a:solidFill>
                <a:latin typeface="Ubuntu Light"/>
                <a:ea typeface="Ubuntu Light"/>
                <a:cs typeface="Ubuntu Light"/>
              </a:defRPr>
            </a:lvl2pPr>
            <a:lvl3pPr algn="ctr">
              <a:defRPr sz="1275" b="0">
                <a:solidFill>
                  <a:srgbClr val="8B96A3"/>
                </a:solidFill>
                <a:latin typeface="Ubuntu Light"/>
                <a:ea typeface="Ubuntu Light"/>
                <a:cs typeface="Ubuntu Light"/>
              </a:defRPr>
            </a:lvl3pPr>
            <a:lvl4pPr algn="ctr">
              <a:defRPr sz="1275" b="0">
                <a:solidFill>
                  <a:srgbClr val="8B96A3"/>
                </a:solidFill>
                <a:latin typeface="Ubuntu Light"/>
                <a:ea typeface="Ubuntu Light"/>
                <a:cs typeface="Ubuntu Light"/>
              </a:defRPr>
            </a:lvl4pPr>
            <a:lvl5pPr algn="ctr">
              <a:defRPr sz="1275" b="0">
                <a:solidFill>
                  <a:srgbClr val="8B96A3"/>
                </a:solidFill>
                <a:latin typeface="Ubuntu Light"/>
                <a:ea typeface="Ubuntu Light"/>
                <a:cs typeface="Ubuntu Light"/>
              </a:defRPr>
            </a:lvl5pPr>
            <a:lvl6pPr algn="ctr">
              <a:defRPr sz="1275" b="0">
                <a:solidFill>
                  <a:srgbClr val="8B96A3"/>
                </a:solidFill>
                <a:latin typeface="Ubuntu Light"/>
                <a:ea typeface="Ubuntu Light"/>
                <a:cs typeface="Ubuntu Light"/>
              </a:defRPr>
            </a:lvl6pPr>
            <a:lvl7pPr algn="ctr">
              <a:defRPr sz="1275" b="0">
                <a:solidFill>
                  <a:srgbClr val="8B96A3"/>
                </a:solidFill>
                <a:latin typeface="Ubuntu Light"/>
                <a:ea typeface="Ubuntu Light"/>
                <a:cs typeface="Ubuntu Light"/>
              </a:defRPr>
            </a:lvl7pPr>
            <a:lvl8pPr algn="ctr">
              <a:defRPr sz="1275" b="0">
                <a:solidFill>
                  <a:srgbClr val="8B96A3"/>
                </a:solidFill>
                <a:latin typeface="Ubuntu Light"/>
                <a:ea typeface="Ubuntu Light"/>
                <a:cs typeface="Ubuntu Light"/>
              </a:defRPr>
            </a:lvl8pPr>
            <a:lvl9pPr algn="ctr">
              <a:defRPr sz="1275" b="0">
                <a:solidFill>
                  <a:srgbClr val="8B96A3"/>
                </a:solidFill>
                <a:latin typeface="Ubuntu Light"/>
                <a:ea typeface="Ubuntu Light"/>
                <a:cs typeface="Ubuntu Light"/>
              </a:defRPr>
            </a:lvl9pPr>
          </a:lstStyle>
          <a:p>
            <a:pPr algn="ctr">
              <a:defRPr sz="1275" b="0">
                <a:solidFill>
                  <a:srgbClr val="8B96A3"/>
                </a:solidFill>
                <a:latin typeface="Ubuntu Light"/>
                <a:ea typeface="Ubuntu Light"/>
                <a:cs typeface="Ubuntu Light"/>
              </a:defRPr>
            </a:pPr>
            <a:r>
              <a:rPr b="0">
                <a:latin typeface="Ubuntu Light"/>
                <a:ea typeface="Ubuntu Light"/>
                <a:cs typeface="Ubuntu Light"/>
              </a:rPr>
              <a:t>Not forwarded</a:t>
            </a:r>
          </a:p>
        </p:txBody>
      </p:sp>
      <p:cxnSp>
        <p:nvCxnSpPr>
          <p:cNvPr id="23" name="routing-injected-reply-0">
            <a:extLst>
              <a:ext uri="{FF2B5EF4-FFF2-40B4-BE49-F238E27FC236}">
                <a16:creationId xmlns:a16="http://schemas.microsoft.com/office/drawing/2014/main" id="{02EDAEBE-276C-4733-B2AD-AE73543955C5}"/>
              </a:ext>
            </a:extLst>
          </p:cNvPr>
          <p:cNvCxnSpPr/>
          <p:nvPr/>
        </p:nvCxnSpPr>
        <p:spPr>
          <a:xfrm>
            <a:off x="5238750" y="2857500"/>
            <a:ext cx="0" cy="952500"/>
          </a:xfrm>
          <a:prstGeom prst="straightConnector1">
            <a:avLst/>
          </a:prstGeom>
          <a:ln w="23813">
            <a:solidFill>
              <a:srgbClr val="A92525"/>
            </a:solidFill>
          </a:ln>
        </p:spPr>
      </p:cxnSp>
      <p:cxnSp>
        <p:nvCxnSpPr>
          <p:cNvPr id="24" name="routing-injected-reply-1">
            <a:extLst>
              <a:ext uri="{FF2B5EF4-FFF2-40B4-BE49-F238E27FC236}">
                <a16:creationId xmlns:a16="http://schemas.microsoft.com/office/drawing/2014/main" id="{43AE5013-521B-44F8-9913-D4BEB54C71D9}"/>
              </a:ext>
            </a:extLst>
          </p:cNvPr>
          <p:cNvCxnSpPr/>
          <p:nvPr/>
        </p:nvCxnSpPr>
        <p:spPr>
          <a:xfrm>
            <a:off x="1666875" y="3810000"/>
            <a:ext cx="3571875" cy="0"/>
          </a:xfrm>
          <a:prstGeom prst="straightConnector1">
            <a:avLst/>
          </a:prstGeom>
          <a:ln w="23813">
            <a:solidFill>
              <a:srgbClr val="A92525"/>
            </a:solidFill>
          </a:ln>
        </p:spPr>
      </p:cxnSp>
      <p:cxnSp>
        <p:nvCxnSpPr>
          <p:cNvPr id="25" name="routing-injected-reply-2">
            <a:extLst>
              <a:ext uri="{FF2B5EF4-FFF2-40B4-BE49-F238E27FC236}">
                <a16:creationId xmlns:a16="http://schemas.microsoft.com/office/drawing/2014/main" id="{FF4218EC-87A1-44B0-89E7-132501C4574A}"/>
              </a:ext>
            </a:extLst>
          </p:cNvPr>
          <p:cNvCxnSpPr/>
          <p:nvPr/>
        </p:nvCxnSpPr>
        <p:spPr>
          <a:xfrm>
            <a:off x="1666875" y="3400425"/>
            <a:ext cx="0" cy="409575"/>
          </a:xfrm>
          <a:prstGeom prst="straightConnector1">
            <a:avLst/>
          </a:prstGeom>
          <a:ln w="23813">
            <a:solidFill>
              <a:srgbClr val="A92525"/>
            </a:solidFill>
            <a:headEnd type="triangle" w="sm" len="sm"/>
          </a:ln>
        </p:spPr>
      </p:cxnSp>
      <p:sp>
        <p:nvSpPr>
          <p:cNvPr id="26" name="routing-lua-injection">
            <a:extLst>
              <a:ext uri="{FF2B5EF4-FFF2-40B4-BE49-F238E27FC236}">
                <a16:creationId xmlns:a16="http://schemas.microsoft.com/office/drawing/2014/main" id="{643897AC-8F7E-47A6-8C9C-038684D3C819}"/>
              </a:ext>
            </a:extLst>
          </p:cNvPr>
          <p:cNvSpPr>
            <a:spLocks noGrp="1"/>
          </p:cNvSpPr>
          <p:nvPr/>
        </p:nvSpPr>
        <p:spPr>
          <a:xfrm>
            <a:off x="5381625" y="3476625"/>
            <a:ext cx="2190750" cy="247650"/>
          </a:xfrm>
          <a:prstGeom prst="rect">
            <a:avLst/>
          </a:prstGeom>
          <a:noFill/>
          <a:ln w="0">
            <a:noFill/>
          </a:ln>
        </p:spPr>
        <p:txBody>
          <a:bodyPr wrap="none" lIns="0" tIns="0" rIns="0" bIns="0" anchor="t">
            <a:noAutofit/>
          </a:bodyPr>
          <a:lstStyle>
            <a:defPPr algn="l">
              <a:defRPr sz="1350" b="0">
                <a:solidFill>
                  <a:srgbClr val="A92525"/>
                </a:solidFill>
                <a:latin typeface="Ubuntu Light"/>
                <a:ea typeface="Ubuntu Light"/>
                <a:cs typeface="Ubuntu Light"/>
              </a:defRPr>
            </a:defPPr>
            <a:lvl1pPr algn="l">
              <a:defRPr sz="1350" b="0">
                <a:solidFill>
                  <a:srgbClr val="A92525"/>
                </a:solidFill>
                <a:latin typeface="Ubuntu Light"/>
                <a:ea typeface="Ubuntu Light"/>
                <a:cs typeface="Ubuntu Light"/>
              </a:defRPr>
            </a:lvl1pPr>
            <a:lvl2pPr algn="l">
              <a:defRPr sz="1350" b="0">
                <a:solidFill>
                  <a:srgbClr val="A92525"/>
                </a:solidFill>
                <a:latin typeface="Ubuntu Light"/>
                <a:ea typeface="Ubuntu Light"/>
                <a:cs typeface="Ubuntu Light"/>
              </a:defRPr>
            </a:lvl2pPr>
            <a:lvl3pPr algn="l">
              <a:defRPr sz="1350" b="0">
                <a:solidFill>
                  <a:srgbClr val="A92525"/>
                </a:solidFill>
                <a:latin typeface="Ubuntu Light"/>
                <a:ea typeface="Ubuntu Light"/>
                <a:cs typeface="Ubuntu Light"/>
              </a:defRPr>
            </a:lvl3pPr>
            <a:lvl4pPr algn="l">
              <a:defRPr sz="1350" b="0">
                <a:solidFill>
                  <a:srgbClr val="A92525"/>
                </a:solidFill>
                <a:latin typeface="Ubuntu Light"/>
                <a:ea typeface="Ubuntu Light"/>
                <a:cs typeface="Ubuntu Light"/>
              </a:defRPr>
            </a:lvl4pPr>
            <a:lvl5pPr algn="l">
              <a:defRPr sz="1350" b="0">
                <a:solidFill>
                  <a:srgbClr val="A92525"/>
                </a:solidFill>
                <a:latin typeface="Ubuntu Light"/>
                <a:ea typeface="Ubuntu Light"/>
                <a:cs typeface="Ubuntu Light"/>
              </a:defRPr>
            </a:lvl5pPr>
            <a:lvl6pPr algn="l">
              <a:defRPr sz="1350" b="0">
                <a:solidFill>
                  <a:srgbClr val="A92525"/>
                </a:solidFill>
                <a:latin typeface="Ubuntu Light"/>
                <a:ea typeface="Ubuntu Light"/>
                <a:cs typeface="Ubuntu Light"/>
              </a:defRPr>
            </a:lvl6pPr>
            <a:lvl7pPr algn="l">
              <a:defRPr sz="1350" b="0">
                <a:solidFill>
                  <a:srgbClr val="A92525"/>
                </a:solidFill>
                <a:latin typeface="Ubuntu Light"/>
                <a:ea typeface="Ubuntu Light"/>
                <a:cs typeface="Ubuntu Light"/>
              </a:defRPr>
            </a:lvl7pPr>
            <a:lvl8pPr algn="l">
              <a:defRPr sz="1350" b="0">
                <a:solidFill>
                  <a:srgbClr val="A92525"/>
                </a:solidFill>
                <a:latin typeface="Ubuntu Light"/>
                <a:ea typeface="Ubuntu Light"/>
                <a:cs typeface="Ubuntu Light"/>
              </a:defRPr>
            </a:lvl8pPr>
            <a:lvl9pPr algn="l">
              <a:defRPr sz="1350" b="0">
                <a:solidFill>
                  <a:srgbClr val="A92525"/>
                </a:solidFill>
                <a:latin typeface="Ubuntu Light"/>
                <a:ea typeface="Ubuntu Light"/>
                <a:cs typeface="Ubuntu Light"/>
              </a:defRPr>
            </a:lvl9pPr>
          </a:lstStyle>
          <a:p>
            <a:pPr algn="l">
              <a:defRPr sz="1350" b="0">
                <a:solidFill>
                  <a:srgbClr val="A92525"/>
                </a:solidFill>
                <a:latin typeface="Ubuntu Light"/>
                <a:ea typeface="Ubuntu Light"/>
                <a:cs typeface="Ubuntu Light"/>
              </a:defRPr>
            </a:pPr>
            <a:r>
              <a:rPr b="0" dirty="0">
                <a:latin typeface="Ubuntu Light"/>
                <a:ea typeface="Ubuntu Light"/>
                <a:cs typeface="Ubuntu Light"/>
              </a:rPr>
              <a:t>Lua fault injection</a:t>
            </a:r>
          </a:p>
        </p:txBody>
      </p:sp>
      <p:sp>
        <p:nvSpPr>
          <p:cNvPr id="27" name="routing-injected-status">
            <a:extLst>
              <a:ext uri="{FF2B5EF4-FFF2-40B4-BE49-F238E27FC236}">
                <a16:creationId xmlns:a16="http://schemas.microsoft.com/office/drawing/2014/main" id="{8718721F-46AE-4CDA-9A10-330CEDEF193A}"/>
              </a:ext>
            </a:extLst>
          </p:cNvPr>
          <p:cNvSpPr>
            <a:spLocks noGrp="1"/>
          </p:cNvSpPr>
          <p:nvPr/>
        </p:nvSpPr>
        <p:spPr>
          <a:xfrm>
            <a:off x="2171700" y="3914775"/>
            <a:ext cx="2571750" cy="457200"/>
          </a:xfrm>
          <a:prstGeom prst="rect">
            <a:avLst/>
          </a:prstGeom>
          <a:noFill/>
          <a:ln w="0">
            <a:noFill/>
          </a:ln>
        </p:spPr>
        <p:txBody>
          <a:bodyPr wrap="none" lIns="0" tIns="0" rIns="0" bIns="0" anchor="t">
            <a:noAutofit/>
          </a:bodyPr>
          <a:lstStyle>
            <a:defPPr algn="ctr">
              <a:defRPr sz="1350" b="0">
                <a:solidFill>
                  <a:srgbClr val="A92525"/>
                </a:solidFill>
                <a:latin typeface="Ubuntu Light"/>
                <a:ea typeface="Ubuntu Light"/>
                <a:cs typeface="Ubuntu Light"/>
              </a:defRPr>
            </a:defPPr>
            <a:lvl1pPr algn="ctr">
              <a:defRPr sz="1350" b="0">
                <a:solidFill>
                  <a:srgbClr val="A92525"/>
                </a:solidFill>
                <a:latin typeface="Ubuntu Light"/>
                <a:ea typeface="Ubuntu Light"/>
                <a:cs typeface="Ubuntu Light"/>
              </a:defRPr>
            </a:lvl1pPr>
            <a:lvl2pPr algn="ctr">
              <a:defRPr sz="1350" b="0">
                <a:solidFill>
                  <a:srgbClr val="A92525"/>
                </a:solidFill>
                <a:latin typeface="Ubuntu Light"/>
                <a:ea typeface="Ubuntu Light"/>
                <a:cs typeface="Ubuntu Light"/>
              </a:defRPr>
            </a:lvl2pPr>
            <a:lvl3pPr algn="ctr">
              <a:defRPr sz="1350" b="0">
                <a:solidFill>
                  <a:srgbClr val="A92525"/>
                </a:solidFill>
                <a:latin typeface="Ubuntu Light"/>
                <a:ea typeface="Ubuntu Light"/>
                <a:cs typeface="Ubuntu Light"/>
              </a:defRPr>
            </a:lvl3pPr>
            <a:lvl4pPr algn="ctr">
              <a:defRPr sz="1350" b="0">
                <a:solidFill>
                  <a:srgbClr val="A92525"/>
                </a:solidFill>
                <a:latin typeface="Ubuntu Light"/>
                <a:ea typeface="Ubuntu Light"/>
                <a:cs typeface="Ubuntu Light"/>
              </a:defRPr>
            </a:lvl4pPr>
            <a:lvl5pPr algn="ctr">
              <a:defRPr sz="1350" b="0">
                <a:solidFill>
                  <a:srgbClr val="A92525"/>
                </a:solidFill>
                <a:latin typeface="Ubuntu Light"/>
                <a:ea typeface="Ubuntu Light"/>
                <a:cs typeface="Ubuntu Light"/>
              </a:defRPr>
            </a:lvl5pPr>
            <a:lvl6pPr algn="ctr">
              <a:defRPr sz="1350" b="0">
                <a:solidFill>
                  <a:srgbClr val="A92525"/>
                </a:solidFill>
                <a:latin typeface="Ubuntu Light"/>
                <a:ea typeface="Ubuntu Light"/>
                <a:cs typeface="Ubuntu Light"/>
              </a:defRPr>
            </a:lvl6pPr>
            <a:lvl7pPr algn="ctr">
              <a:defRPr sz="1350" b="0">
                <a:solidFill>
                  <a:srgbClr val="A92525"/>
                </a:solidFill>
                <a:latin typeface="Ubuntu Light"/>
                <a:ea typeface="Ubuntu Light"/>
                <a:cs typeface="Ubuntu Light"/>
              </a:defRPr>
            </a:lvl7pPr>
            <a:lvl8pPr algn="ctr">
              <a:defRPr sz="1350" b="0">
                <a:solidFill>
                  <a:srgbClr val="A92525"/>
                </a:solidFill>
                <a:latin typeface="Ubuntu Light"/>
                <a:ea typeface="Ubuntu Light"/>
                <a:cs typeface="Ubuntu Light"/>
              </a:defRPr>
            </a:lvl8pPr>
            <a:lvl9pPr algn="ctr">
              <a:defRPr sz="1350" b="0">
                <a:solidFill>
                  <a:srgbClr val="A92525"/>
                </a:solidFill>
                <a:latin typeface="Ubuntu Light"/>
                <a:ea typeface="Ubuntu Light"/>
                <a:cs typeface="Ubuntu Light"/>
              </a:defRPr>
            </a:lvl9pPr>
          </a:lstStyle>
          <a:p>
            <a:pPr algn="ctr">
              <a:defRPr sz="1350" b="0">
                <a:solidFill>
                  <a:srgbClr val="A92525"/>
                </a:solidFill>
                <a:latin typeface="Ubuntu Light"/>
                <a:ea typeface="Ubuntu Light"/>
                <a:cs typeface="Ubuntu Light"/>
              </a:defRPr>
            </a:pPr>
            <a:r>
              <a:rPr b="0">
                <a:latin typeface="Menlo"/>
                <a:ea typeface="Menlo"/>
                <a:cs typeface="Menlo"/>
              </a:rPr>
              <a:t>HTTP 500</a:t>
            </a:r>
          </a:p>
          <a:p>
            <a:pPr algn="ctr">
              <a:defRPr sz="1350" b="0">
                <a:solidFill>
                  <a:srgbClr val="A92525"/>
                </a:solidFill>
                <a:latin typeface="Ubuntu Light"/>
                <a:ea typeface="Ubuntu Light"/>
                <a:cs typeface="Ubuntu Light"/>
              </a:defRPr>
            </a:pPr>
            <a:r>
              <a:rPr b="0">
                <a:latin typeface="Menlo"/>
                <a:ea typeface="Menlo"/>
                <a:cs typeface="Menlo"/>
              </a:rPr>
              <a:t>InternalServerError</a:t>
            </a:r>
          </a:p>
        </p:txBody>
      </p:sp>
    </p:spTree>
    <p:extLst>
      <p:ext uri="{BB962C8B-B14F-4D97-AF65-F5344CB8AC3E}">
        <p14:creationId xmlns:p14="http://schemas.microsoft.com/office/powerpoint/2010/main" val="12706008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title">
            <a:extLst>
              <a:ext uri="{FF2B5EF4-FFF2-40B4-BE49-F238E27FC236}">
                <a16:creationId xmlns:a16="http://schemas.microsoft.com/office/drawing/2014/main" id="{AE48BB5D-4F16-4144-AF2B-0506C274A65A}"/>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b="0">
                <a:latin typeface="Ubuntu Light"/>
                <a:ea typeface="Ubuntu Light"/>
                <a:cs typeface="Ubuntu Light"/>
              </a:rPr>
              <a:t>Load this test’s Lua into OpenResty</a:t>
            </a:r>
          </a:p>
        </p:txBody>
      </p:sp>
      <p:sp>
        <p:nvSpPr>
          <p:cNvPr id="2" name="lua-mounted">
            <a:extLst>
              <a:ext uri="{FF2B5EF4-FFF2-40B4-BE49-F238E27FC236}">
                <a16:creationId xmlns:a16="http://schemas.microsoft.com/office/drawing/2014/main" id="{99F68A0C-AEC3-472A-A92C-FBA87AA6E3C4}"/>
              </a:ext>
            </a:extLst>
          </p:cNvPr>
          <p:cNvSpPr>
            <a:spLocks noGrp="1"/>
          </p:cNvSpPr>
          <p:nvPr/>
        </p:nvSpPr>
        <p:spPr>
          <a:xfrm>
            <a:off x="619125" y="1381125"/>
            <a:ext cx="7905750" cy="285750"/>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dirty="0">
                <a:latin typeface="Ubuntu Light"/>
                <a:ea typeface="Ubuntu Light"/>
                <a:cs typeface="Ubuntu Light"/>
              </a:rPr>
              <a:t>Each test mounts its own </a:t>
            </a:r>
            <a:r>
              <a:rPr b="0" dirty="0">
                <a:latin typeface="Menlo"/>
                <a:ea typeface="Menlo"/>
                <a:cs typeface="Menlo"/>
              </a:rPr>
              <a:t>/faults/</a:t>
            </a:r>
            <a:r>
              <a:rPr b="0" dirty="0" err="1">
                <a:latin typeface="Menlo"/>
                <a:ea typeface="Menlo"/>
                <a:cs typeface="Menlo"/>
              </a:rPr>
              <a:t>fault.lua</a:t>
            </a:r>
            <a:r>
              <a:rPr b="0" dirty="0">
                <a:latin typeface="Ubuntu Light"/>
                <a:ea typeface="Ubuntu Light"/>
                <a:cs typeface="Ubuntu Light"/>
              </a:rPr>
              <a:t>.</a:t>
            </a:r>
          </a:p>
        </p:txBody>
      </p:sp>
      <p:sp>
        <p:nvSpPr>
          <p:cNvPr id="3" name="source-label">
            <a:extLst>
              <a:ext uri="{FF2B5EF4-FFF2-40B4-BE49-F238E27FC236}">
                <a16:creationId xmlns:a16="http://schemas.microsoft.com/office/drawing/2014/main" id="{8ECE1E34-FC75-4352-8471-7A43C71E90A4}"/>
              </a:ext>
            </a:extLst>
          </p:cNvPr>
          <p:cNvSpPr>
            <a:spLocks noGrp="1"/>
          </p:cNvSpPr>
          <p:nvPr/>
        </p:nvSpPr>
        <p:spPr>
          <a:xfrm>
            <a:off x="619125" y="1790700"/>
            <a:ext cx="7905750" cy="219075"/>
          </a:xfrm>
          <a:prstGeom prst="rect">
            <a:avLst/>
          </a:prstGeom>
          <a:noFill/>
          <a:ln w="0">
            <a:noFill/>
          </a:ln>
        </p:spPr>
        <p:txBody>
          <a:bodyPr wrap="none" lIns="0" tIns="0" rIns="0" bIns="0" anchor="t">
            <a:noAutofit/>
          </a:bodyPr>
          <a:lstStyle>
            <a:defPPr algn="l">
              <a:defRPr sz="1200" b="0">
                <a:solidFill>
                  <a:srgbClr val="475569"/>
                </a:solidFill>
                <a:latin typeface="Ubuntu Light"/>
                <a:ea typeface="Ubuntu Light"/>
                <a:cs typeface="Ubuntu Light"/>
              </a:defRPr>
            </a:defPPr>
            <a:lvl1pPr algn="l">
              <a:defRPr sz="1200" b="0">
                <a:solidFill>
                  <a:srgbClr val="475569"/>
                </a:solidFill>
                <a:latin typeface="Ubuntu Light"/>
                <a:ea typeface="Ubuntu Light"/>
                <a:cs typeface="Ubuntu Light"/>
              </a:defRPr>
            </a:lvl1pPr>
            <a:lvl2pPr algn="l">
              <a:defRPr sz="1200" b="0">
                <a:solidFill>
                  <a:srgbClr val="475569"/>
                </a:solidFill>
                <a:latin typeface="Ubuntu Light"/>
                <a:ea typeface="Ubuntu Light"/>
                <a:cs typeface="Ubuntu Light"/>
              </a:defRPr>
            </a:lvl2pPr>
            <a:lvl3pPr algn="l">
              <a:defRPr sz="1200" b="0">
                <a:solidFill>
                  <a:srgbClr val="475569"/>
                </a:solidFill>
                <a:latin typeface="Ubuntu Light"/>
                <a:ea typeface="Ubuntu Light"/>
                <a:cs typeface="Ubuntu Light"/>
              </a:defRPr>
            </a:lvl3pPr>
            <a:lvl4pPr algn="l">
              <a:defRPr sz="1200" b="0">
                <a:solidFill>
                  <a:srgbClr val="475569"/>
                </a:solidFill>
                <a:latin typeface="Ubuntu Light"/>
                <a:ea typeface="Ubuntu Light"/>
                <a:cs typeface="Ubuntu Light"/>
              </a:defRPr>
            </a:lvl4pPr>
            <a:lvl5pPr algn="l">
              <a:defRPr sz="1200" b="0">
                <a:solidFill>
                  <a:srgbClr val="475569"/>
                </a:solidFill>
                <a:latin typeface="Ubuntu Light"/>
                <a:ea typeface="Ubuntu Light"/>
                <a:cs typeface="Ubuntu Light"/>
              </a:defRPr>
            </a:lvl5pPr>
            <a:lvl6pPr algn="l">
              <a:defRPr sz="1200" b="0">
                <a:solidFill>
                  <a:srgbClr val="475569"/>
                </a:solidFill>
                <a:latin typeface="Ubuntu Light"/>
                <a:ea typeface="Ubuntu Light"/>
                <a:cs typeface="Ubuntu Light"/>
              </a:defRPr>
            </a:lvl6pPr>
            <a:lvl7pPr algn="l">
              <a:defRPr sz="1200" b="0">
                <a:solidFill>
                  <a:srgbClr val="475569"/>
                </a:solidFill>
                <a:latin typeface="Ubuntu Light"/>
                <a:ea typeface="Ubuntu Light"/>
                <a:cs typeface="Ubuntu Light"/>
              </a:defRPr>
            </a:lvl7pPr>
            <a:lvl8pPr algn="l">
              <a:defRPr sz="1200" b="0">
                <a:solidFill>
                  <a:srgbClr val="475569"/>
                </a:solidFill>
                <a:latin typeface="Ubuntu Light"/>
                <a:ea typeface="Ubuntu Light"/>
                <a:cs typeface="Ubuntu Light"/>
              </a:defRPr>
            </a:lvl8pPr>
            <a:lvl9pPr algn="l">
              <a:defRPr sz="1200" b="0">
                <a:solidFill>
                  <a:srgbClr val="475569"/>
                </a:solidFill>
                <a:latin typeface="Ubuntu Light"/>
                <a:ea typeface="Ubuntu Light"/>
                <a:cs typeface="Ubuntu Light"/>
              </a:defRPr>
            </a:lvl9pPr>
          </a:lstStyle>
          <a:p>
            <a:pPr algn="l">
              <a:defRPr sz="1200" b="0">
                <a:solidFill>
                  <a:srgbClr val="475569"/>
                </a:solidFill>
                <a:latin typeface="Ubuntu Light"/>
                <a:ea typeface="Ubuntu Light"/>
                <a:cs typeface="Ubuntu Light"/>
              </a:defRPr>
            </a:pPr>
            <a:r>
              <a:rPr b="1" dirty="0">
                <a:latin typeface="Ubuntu Light"/>
                <a:ea typeface="Ubuntu Light"/>
                <a:cs typeface="Ubuntu Light"/>
              </a:rPr>
              <a:t>NGINX config </a:t>
            </a:r>
            <a:r>
              <a:rPr b="0" dirty="0">
                <a:latin typeface="Ubuntu Light"/>
                <a:ea typeface="Ubuntu Light"/>
                <a:cs typeface="Ubuntu Light"/>
              </a:rPr>
              <a:t>· tests/fixtures/</a:t>
            </a:r>
            <a:r>
              <a:rPr b="0" dirty="0" err="1">
                <a:latin typeface="Ubuntu Light"/>
                <a:ea typeface="Ubuntu Light"/>
                <a:cs typeface="Ubuntu Light"/>
              </a:rPr>
              <a:t>proxy.py</a:t>
            </a:r>
            <a:endParaRPr b="0" dirty="0">
              <a:latin typeface="Ubuntu Light"/>
              <a:ea typeface="Ubuntu Light"/>
              <a:cs typeface="Ubuntu Light"/>
            </a:endParaRPr>
          </a:p>
        </p:txBody>
      </p:sp>
      <p:sp>
        <p:nvSpPr>
          <p:cNvPr id="4" name="code-background">
            <a:extLst>
              <a:ext uri="{FF2B5EF4-FFF2-40B4-BE49-F238E27FC236}">
                <a16:creationId xmlns:a16="http://schemas.microsoft.com/office/drawing/2014/main" id="{9918D7A2-B617-4CAA-B3E3-4FCC4C9CA672}"/>
              </a:ext>
            </a:extLst>
          </p:cNvPr>
          <p:cNvSpPr>
            <a:spLocks noGrp="1"/>
          </p:cNvSpPr>
          <p:nvPr/>
        </p:nvSpPr>
        <p:spPr>
          <a:xfrm>
            <a:off x="619125" y="2143125"/>
            <a:ext cx="5095875" cy="2291953"/>
          </a:xfrm>
          <a:prstGeom prst="rect">
            <a:avLst/>
          </a:prstGeom>
          <a:solidFill>
            <a:srgbClr val="000000"/>
          </a:solidFill>
          <a:ln w="0">
            <a:noFill/>
          </a:ln>
        </p:spPr>
        <p:txBody>
          <a:bodyPr/>
          <a:lstStyle/>
          <a:p>
            <a:endParaRPr lang="en-US"/>
          </a:p>
        </p:txBody>
      </p:sp>
      <p:sp>
        <p:nvSpPr>
          <p:cNvPr id="5" name="code-line-0">
            <a:extLst>
              <a:ext uri="{FF2B5EF4-FFF2-40B4-BE49-F238E27FC236}">
                <a16:creationId xmlns:a16="http://schemas.microsoft.com/office/drawing/2014/main" id="{DE5E8E2C-841F-4BBF-BA71-523B0712C7E1}"/>
              </a:ext>
            </a:extLst>
          </p:cNvPr>
          <p:cNvSpPr>
            <a:spLocks noGrp="1"/>
          </p:cNvSpPr>
          <p:nvPr/>
        </p:nvSpPr>
        <p:spPr>
          <a:xfrm>
            <a:off x="790575" y="2257425"/>
            <a:ext cx="3556040"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dirty="0" err="1">
                <a:solidFill>
                  <a:srgbClr val="569CD6"/>
                </a:solidFill>
                <a:latin typeface="Menlo"/>
                <a:ea typeface="Menlo"/>
                <a:cs typeface="Menlo"/>
              </a:rPr>
              <a:t>lua_package_path</a:t>
            </a:r>
            <a:r>
              <a:rPr b="0" dirty="0">
                <a:solidFill>
                  <a:srgbClr val="D4D4D4"/>
                </a:solidFill>
                <a:latin typeface="Menlo"/>
                <a:ea typeface="Menlo"/>
                <a:cs typeface="Menlo"/>
              </a:rPr>
              <a:t> </a:t>
            </a:r>
            <a:r>
              <a:rPr b="0" dirty="0">
                <a:solidFill>
                  <a:srgbClr val="CE9178"/>
                </a:solidFill>
                <a:latin typeface="Menlo"/>
                <a:ea typeface="Menlo"/>
                <a:cs typeface="Menlo"/>
              </a:rPr>
              <a:t>"/faults/?.</a:t>
            </a:r>
            <a:r>
              <a:rPr b="0" dirty="0" err="1">
                <a:solidFill>
                  <a:srgbClr val="CE9178"/>
                </a:solidFill>
                <a:latin typeface="Menlo"/>
                <a:ea typeface="Menlo"/>
                <a:cs typeface="Menlo"/>
              </a:rPr>
              <a:t>lua</a:t>
            </a:r>
            <a:r>
              <a:rPr b="0" dirty="0">
                <a:solidFill>
                  <a:srgbClr val="CE9178"/>
                </a:solidFill>
                <a:latin typeface="Menlo"/>
                <a:ea typeface="Menlo"/>
                <a:cs typeface="Menlo"/>
              </a:rPr>
              <a:t>;;"</a:t>
            </a:r>
            <a:r>
              <a:rPr b="0" dirty="0">
                <a:solidFill>
                  <a:srgbClr val="D4D4D4"/>
                </a:solidFill>
                <a:latin typeface="Menlo"/>
                <a:ea typeface="Menlo"/>
                <a:cs typeface="Menlo"/>
              </a:rPr>
              <a:t>;</a:t>
            </a:r>
          </a:p>
        </p:txBody>
      </p:sp>
      <p:sp>
        <p:nvSpPr>
          <p:cNvPr id="6" name="code-line-1">
            <a:extLst>
              <a:ext uri="{FF2B5EF4-FFF2-40B4-BE49-F238E27FC236}">
                <a16:creationId xmlns:a16="http://schemas.microsoft.com/office/drawing/2014/main" id="{31A18036-D0CF-474F-93D2-3980925C5069}"/>
              </a:ext>
            </a:extLst>
          </p:cNvPr>
          <p:cNvSpPr>
            <a:spLocks noGrp="1"/>
          </p:cNvSpPr>
          <p:nvPr/>
        </p:nvSpPr>
        <p:spPr>
          <a:xfrm>
            <a:off x="790575" y="2482453"/>
            <a:ext cx="1244251"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a:solidFill>
                  <a:srgbClr val="569CD6"/>
                </a:solidFill>
                <a:latin typeface="Menlo"/>
                <a:ea typeface="Menlo"/>
                <a:cs typeface="Menlo"/>
              </a:rPr>
              <a:t>location</a:t>
            </a:r>
            <a:r>
              <a:rPr b="0">
                <a:solidFill>
                  <a:srgbClr val="D4D4D4"/>
                </a:solidFill>
                <a:latin typeface="Menlo"/>
                <a:ea typeface="Menlo"/>
                <a:cs typeface="Menlo"/>
              </a:rPr>
              <a:t> / {</a:t>
            </a:r>
          </a:p>
        </p:txBody>
      </p:sp>
      <p:sp>
        <p:nvSpPr>
          <p:cNvPr id="7" name="code-line-2">
            <a:extLst>
              <a:ext uri="{FF2B5EF4-FFF2-40B4-BE49-F238E27FC236}">
                <a16:creationId xmlns:a16="http://schemas.microsoft.com/office/drawing/2014/main" id="{E0D8C283-D537-4930-91D0-4471A2A75463}"/>
              </a:ext>
            </a:extLst>
          </p:cNvPr>
          <p:cNvSpPr>
            <a:spLocks noGrp="1"/>
          </p:cNvSpPr>
          <p:nvPr/>
        </p:nvSpPr>
        <p:spPr>
          <a:xfrm>
            <a:off x="790575" y="2707481"/>
            <a:ext cx="2550914"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dirty="0">
                <a:solidFill>
                  <a:srgbClr val="D4D4D4"/>
                </a:solidFill>
                <a:latin typeface="Menlo"/>
                <a:ea typeface="Menlo"/>
                <a:cs typeface="Menlo"/>
              </a:rPr>
              <a:t>    </a:t>
            </a:r>
            <a:r>
              <a:rPr b="0" dirty="0" err="1">
                <a:solidFill>
                  <a:srgbClr val="569CD6"/>
                </a:solidFill>
                <a:latin typeface="Menlo"/>
                <a:ea typeface="Menlo"/>
                <a:cs typeface="Menlo"/>
              </a:rPr>
              <a:t>access_by_lua_block</a:t>
            </a:r>
            <a:r>
              <a:rPr b="0" dirty="0">
                <a:solidFill>
                  <a:srgbClr val="D4D4D4"/>
                </a:solidFill>
                <a:latin typeface="Menlo"/>
                <a:ea typeface="Menlo"/>
                <a:cs typeface="Menlo"/>
              </a:rPr>
              <a:t> {</a:t>
            </a:r>
          </a:p>
        </p:txBody>
      </p:sp>
      <p:sp>
        <p:nvSpPr>
          <p:cNvPr id="8" name="code-line-3">
            <a:extLst>
              <a:ext uri="{FF2B5EF4-FFF2-40B4-BE49-F238E27FC236}">
                <a16:creationId xmlns:a16="http://schemas.microsoft.com/office/drawing/2014/main" id="{DE8C2346-6300-4401-B91B-3AAFA420D85F}"/>
              </a:ext>
            </a:extLst>
          </p:cNvPr>
          <p:cNvSpPr>
            <a:spLocks noGrp="1"/>
          </p:cNvSpPr>
          <p:nvPr/>
        </p:nvSpPr>
        <p:spPr>
          <a:xfrm>
            <a:off x="790575" y="2932509"/>
            <a:ext cx="2651427"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DCDCAA"/>
                </a:solidFill>
                <a:latin typeface="Menlo"/>
                <a:ea typeface="Menlo"/>
                <a:cs typeface="Menlo"/>
              </a:rPr>
              <a:t>require</a:t>
            </a:r>
            <a:r>
              <a:rPr b="0" dirty="0">
                <a:solidFill>
                  <a:srgbClr val="D4D4D4"/>
                </a:solidFill>
                <a:latin typeface="Menlo"/>
                <a:ea typeface="Menlo"/>
                <a:cs typeface="Menlo"/>
              </a:rPr>
              <a:t>(</a:t>
            </a:r>
            <a:r>
              <a:rPr b="0" dirty="0">
                <a:solidFill>
                  <a:srgbClr val="CE9178"/>
                </a:solidFill>
                <a:latin typeface="Menlo"/>
                <a:ea typeface="Menlo"/>
                <a:cs typeface="Menlo"/>
              </a:rPr>
              <a:t>"fault"</a:t>
            </a:r>
            <a:r>
              <a:rPr b="0" dirty="0">
                <a:solidFill>
                  <a:srgbClr val="D4D4D4"/>
                </a:solidFill>
                <a:latin typeface="Menlo"/>
                <a:ea typeface="Menlo"/>
                <a:cs typeface="Menlo"/>
              </a:rPr>
              <a:t>)()</a:t>
            </a:r>
          </a:p>
        </p:txBody>
      </p:sp>
      <p:sp>
        <p:nvSpPr>
          <p:cNvPr id="9" name="code-line-4">
            <a:extLst>
              <a:ext uri="{FF2B5EF4-FFF2-40B4-BE49-F238E27FC236}">
                <a16:creationId xmlns:a16="http://schemas.microsoft.com/office/drawing/2014/main" id="{8DBF2405-3399-4B8E-95FA-35C18A5A74DA}"/>
              </a:ext>
            </a:extLst>
          </p:cNvPr>
          <p:cNvSpPr>
            <a:spLocks noGrp="1"/>
          </p:cNvSpPr>
          <p:nvPr/>
        </p:nvSpPr>
        <p:spPr>
          <a:xfrm>
            <a:off x="790575" y="3157538"/>
            <a:ext cx="540663"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a:solidFill>
                  <a:srgbClr val="D4D4D4"/>
                </a:solidFill>
                <a:latin typeface="Menlo"/>
                <a:ea typeface="Menlo"/>
                <a:cs typeface="Menlo"/>
              </a:rPr>
              <a:t>    }</a:t>
            </a:r>
          </a:p>
        </p:txBody>
      </p:sp>
      <p:sp>
        <p:nvSpPr>
          <p:cNvPr id="10" name="code-line-5">
            <a:extLst>
              <a:ext uri="{FF2B5EF4-FFF2-40B4-BE49-F238E27FC236}">
                <a16:creationId xmlns:a16="http://schemas.microsoft.com/office/drawing/2014/main" id="{C676F485-13FC-4B27-9BEA-DC1ED1BD78DF}"/>
              </a:ext>
            </a:extLst>
          </p:cNvPr>
          <p:cNvSpPr>
            <a:spLocks noGrp="1"/>
          </p:cNvSpPr>
          <p:nvPr/>
        </p:nvSpPr>
        <p:spPr>
          <a:xfrm>
            <a:off x="790575" y="3382566"/>
            <a:ext cx="942713"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a:solidFill>
                  <a:srgbClr val="D4D4D4"/>
                </a:solidFill>
                <a:latin typeface="Menlo"/>
                <a:ea typeface="Menlo"/>
                <a:cs typeface="Menlo"/>
              </a:rPr>
              <a:t>    </a:t>
            </a:r>
            <a:r>
              <a:rPr b="0">
                <a:solidFill>
                  <a:srgbClr val="6A9955"/>
                </a:solidFill>
                <a:latin typeface="Menlo"/>
                <a:ea typeface="Menlo"/>
                <a:cs typeface="Menlo"/>
              </a:rPr>
              <a:t># ...</a:t>
            </a:r>
          </a:p>
        </p:txBody>
      </p:sp>
      <p:sp>
        <p:nvSpPr>
          <p:cNvPr id="11" name="code-line-6">
            <a:extLst>
              <a:ext uri="{FF2B5EF4-FFF2-40B4-BE49-F238E27FC236}">
                <a16:creationId xmlns:a16="http://schemas.microsoft.com/office/drawing/2014/main" id="{3EDA45DA-67C0-4F9C-996B-111233189675}"/>
              </a:ext>
            </a:extLst>
          </p:cNvPr>
          <p:cNvSpPr>
            <a:spLocks noGrp="1"/>
          </p:cNvSpPr>
          <p:nvPr/>
        </p:nvSpPr>
        <p:spPr>
          <a:xfrm>
            <a:off x="790575" y="3607594"/>
            <a:ext cx="1445276"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a:solidFill>
                  <a:srgbClr val="D4D4D4"/>
                </a:solidFill>
                <a:latin typeface="Menlo"/>
                <a:ea typeface="Menlo"/>
                <a:cs typeface="Menlo"/>
              </a:rPr>
              <a:t>   </a:t>
            </a:r>
            <a:r>
              <a:rPr b="0">
                <a:solidFill>
                  <a:srgbClr val="569CD6"/>
                </a:solidFill>
                <a:latin typeface="Menlo"/>
                <a:ea typeface="Menlo"/>
                <a:cs typeface="Menlo"/>
              </a:rPr>
              <a:t> proxy_pass</a:t>
            </a:r>
          </a:p>
        </p:txBody>
      </p:sp>
      <p:sp>
        <p:nvSpPr>
          <p:cNvPr id="12" name="code-line-7">
            <a:extLst>
              <a:ext uri="{FF2B5EF4-FFF2-40B4-BE49-F238E27FC236}">
                <a16:creationId xmlns:a16="http://schemas.microsoft.com/office/drawing/2014/main" id="{F733225E-94B5-401D-A2B6-DCED7DDECBDD}"/>
              </a:ext>
            </a:extLst>
          </p:cNvPr>
          <p:cNvSpPr>
            <a:spLocks noGrp="1"/>
          </p:cNvSpPr>
          <p:nvPr/>
        </p:nvSpPr>
        <p:spPr>
          <a:xfrm>
            <a:off x="790575" y="3832622"/>
            <a:ext cx="3857577"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a:solidFill>
                  <a:srgbClr val="D4D4D4"/>
                </a:solidFill>
                <a:latin typeface="Menlo"/>
                <a:ea typeface="Menlo"/>
                <a:cs typeface="Menlo"/>
              </a:rPr>
              <a:t>        http://$</a:t>
            </a:r>
            <a:r>
              <a:rPr b="0">
                <a:solidFill>
                  <a:srgbClr val="9CDCFE"/>
                </a:solidFill>
                <a:latin typeface="Menlo"/>
                <a:ea typeface="Menlo"/>
                <a:cs typeface="Menlo"/>
              </a:rPr>
              <a:t>http_host</a:t>
            </a:r>
            <a:r>
              <a:rPr b="0">
                <a:solidFill>
                  <a:srgbClr val="D4D4D4"/>
                </a:solidFill>
                <a:latin typeface="Menlo"/>
                <a:ea typeface="Menlo"/>
                <a:cs typeface="Menlo"/>
              </a:rPr>
              <a:t>$</a:t>
            </a:r>
            <a:r>
              <a:rPr b="0">
                <a:solidFill>
                  <a:srgbClr val="9CDCFE"/>
                </a:solidFill>
                <a:latin typeface="Menlo"/>
                <a:ea typeface="Menlo"/>
                <a:cs typeface="Menlo"/>
              </a:rPr>
              <a:t>request_uri</a:t>
            </a:r>
            <a:r>
              <a:rPr b="0">
                <a:solidFill>
                  <a:srgbClr val="D4D4D4"/>
                </a:solidFill>
                <a:latin typeface="Menlo"/>
                <a:ea typeface="Menlo"/>
                <a:cs typeface="Menlo"/>
              </a:rPr>
              <a:t>;</a:t>
            </a:r>
          </a:p>
        </p:txBody>
      </p:sp>
      <p:sp>
        <p:nvSpPr>
          <p:cNvPr id="13" name="code-line-8">
            <a:extLst>
              <a:ext uri="{FF2B5EF4-FFF2-40B4-BE49-F238E27FC236}">
                <a16:creationId xmlns:a16="http://schemas.microsoft.com/office/drawing/2014/main" id="{7B3E4839-B800-4FA3-8A65-12D1486BF037}"/>
              </a:ext>
            </a:extLst>
          </p:cNvPr>
          <p:cNvSpPr>
            <a:spLocks noGrp="1"/>
          </p:cNvSpPr>
          <p:nvPr/>
        </p:nvSpPr>
        <p:spPr>
          <a:xfrm>
            <a:off x="790575" y="4057650"/>
            <a:ext cx="166688"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a:solidFill>
                  <a:srgbClr val="D4D4D4"/>
                </a:solidFill>
                <a:latin typeface="Menlo"/>
                <a:ea typeface="Menlo"/>
                <a:cs typeface="Menlo"/>
              </a:rPr>
              <a:t>}</a:t>
            </a:r>
          </a:p>
        </p:txBody>
      </p:sp>
      <p:sp>
        <p:nvSpPr>
          <p:cNvPr id="14" name="lua-write">
            <a:extLst>
              <a:ext uri="{FF2B5EF4-FFF2-40B4-BE49-F238E27FC236}">
                <a16:creationId xmlns:a16="http://schemas.microsoft.com/office/drawing/2014/main" id="{802BFAAB-79F5-4FE0-8833-0B17EA96AA47}"/>
              </a:ext>
            </a:extLst>
          </p:cNvPr>
          <p:cNvSpPr>
            <a:spLocks noGrp="1"/>
          </p:cNvSpPr>
          <p:nvPr/>
        </p:nvSpPr>
        <p:spPr>
          <a:xfrm>
            <a:off x="6048375" y="2209800"/>
            <a:ext cx="2476500" cy="266700"/>
          </a:xfrm>
          <a:prstGeom prst="rect">
            <a:avLst/>
          </a:prstGeom>
          <a:noFill/>
          <a:ln w="0">
            <a:noFill/>
          </a:ln>
        </p:spPr>
        <p:txBody>
          <a:bodyPr wrap="none" lIns="0" tIns="0" rIns="0" bIns="0" anchor="t">
            <a:noAutofit/>
          </a:bodyPr>
          <a:lstStyle>
            <a:defPPr algn="l">
              <a:defRPr sz="1425" b="0">
                <a:solidFill>
                  <a:srgbClr val="202D3E"/>
                </a:solidFill>
                <a:latin typeface="Ubuntu Light"/>
                <a:ea typeface="Ubuntu Light"/>
                <a:cs typeface="Ubuntu Light"/>
              </a:defRPr>
            </a:defPPr>
            <a:lvl1pPr algn="l">
              <a:defRPr sz="1425" b="0">
                <a:solidFill>
                  <a:srgbClr val="202D3E"/>
                </a:solidFill>
                <a:latin typeface="Ubuntu Light"/>
                <a:ea typeface="Ubuntu Light"/>
                <a:cs typeface="Ubuntu Light"/>
              </a:defRPr>
            </a:lvl1pPr>
            <a:lvl2pPr algn="l">
              <a:defRPr sz="1425" b="0">
                <a:solidFill>
                  <a:srgbClr val="202D3E"/>
                </a:solidFill>
                <a:latin typeface="Ubuntu Light"/>
                <a:ea typeface="Ubuntu Light"/>
                <a:cs typeface="Ubuntu Light"/>
              </a:defRPr>
            </a:lvl2pPr>
            <a:lvl3pPr algn="l">
              <a:defRPr sz="1425" b="0">
                <a:solidFill>
                  <a:srgbClr val="202D3E"/>
                </a:solidFill>
                <a:latin typeface="Ubuntu Light"/>
                <a:ea typeface="Ubuntu Light"/>
                <a:cs typeface="Ubuntu Light"/>
              </a:defRPr>
            </a:lvl3pPr>
            <a:lvl4pPr algn="l">
              <a:defRPr sz="1425" b="0">
                <a:solidFill>
                  <a:srgbClr val="202D3E"/>
                </a:solidFill>
                <a:latin typeface="Ubuntu Light"/>
                <a:ea typeface="Ubuntu Light"/>
                <a:cs typeface="Ubuntu Light"/>
              </a:defRPr>
            </a:lvl4pPr>
            <a:lvl5pPr algn="l">
              <a:defRPr sz="1425" b="0">
                <a:solidFill>
                  <a:srgbClr val="202D3E"/>
                </a:solidFill>
                <a:latin typeface="Ubuntu Light"/>
                <a:ea typeface="Ubuntu Light"/>
                <a:cs typeface="Ubuntu Light"/>
              </a:defRPr>
            </a:lvl5pPr>
            <a:lvl6pPr algn="l">
              <a:defRPr sz="1425" b="0">
                <a:solidFill>
                  <a:srgbClr val="202D3E"/>
                </a:solidFill>
                <a:latin typeface="Ubuntu Light"/>
                <a:ea typeface="Ubuntu Light"/>
                <a:cs typeface="Ubuntu Light"/>
              </a:defRPr>
            </a:lvl6pPr>
            <a:lvl7pPr algn="l">
              <a:defRPr sz="1425" b="0">
                <a:solidFill>
                  <a:srgbClr val="202D3E"/>
                </a:solidFill>
                <a:latin typeface="Ubuntu Light"/>
                <a:ea typeface="Ubuntu Light"/>
                <a:cs typeface="Ubuntu Light"/>
              </a:defRPr>
            </a:lvl7pPr>
            <a:lvl8pPr algn="l">
              <a:defRPr sz="1425" b="0">
                <a:solidFill>
                  <a:srgbClr val="202D3E"/>
                </a:solidFill>
                <a:latin typeface="Ubuntu Light"/>
                <a:ea typeface="Ubuntu Light"/>
                <a:cs typeface="Ubuntu Light"/>
              </a:defRPr>
            </a:lvl8pPr>
            <a:lvl9pPr algn="l">
              <a:defRPr sz="1425" b="0">
                <a:solidFill>
                  <a:srgbClr val="202D3E"/>
                </a:solidFill>
                <a:latin typeface="Ubuntu Light"/>
                <a:ea typeface="Ubuntu Light"/>
                <a:cs typeface="Ubuntu Light"/>
              </a:defRPr>
            </a:lvl9pPr>
          </a:lstStyle>
          <a:p>
            <a:pPr algn="l">
              <a:defRPr sz="1425" b="0">
                <a:solidFill>
                  <a:srgbClr val="202D3E"/>
                </a:solidFill>
                <a:latin typeface="Ubuntu Light"/>
                <a:ea typeface="Ubuntu Light"/>
                <a:cs typeface="Ubuntu Light"/>
              </a:defRPr>
            </a:pPr>
            <a:r>
              <a:rPr b="0">
                <a:latin typeface="Ubuntu Light"/>
                <a:ea typeface="Ubuntu Light"/>
                <a:cs typeface="Ubuntu Light"/>
              </a:rPr>
              <a:t>1  Test writes </a:t>
            </a:r>
            <a:r>
              <a:rPr b="0">
                <a:latin typeface="Menlo"/>
                <a:ea typeface="Menlo"/>
                <a:cs typeface="Menlo"/>
              </a:rPr>
              <a:t>fault.lua</a:t>
            </a:r>
          </a:p>
        </p:txBody>
      </p:sp>
      <p:sp>
        <p:nvSpPr>
          <p:cNvPr id="15" name="lua-restart">
            <a:extLst>
              <a:ext uri="{FF2B5EF4-FFF2-40B4-BE49-F238E27FC236}">
                <a16:creationId xmlns:a16="http://schemas.microsoft.com/office/drawing/2014/main" id="{8893FCEA-D0DA-41D9-8A56-731EF2C33C5C}"/>
              </a:ext>
            </a:extLst>
          </p:cNvPr>
          <p:cNvSpPr>
            <a:spLocks noGrp="1"/>
          </p:cNvSpPr>
          <p:nvPr/>
        </p:nvSpPr>
        <p:spPr>
          <a:xfrm>
            <a:off x="6048375" y="2895600"/>
            <a:ext cx="2476500" cy="523875"/>
          </a:xfrm>
          <a:prstGeom prst="rect">
            <a:avLst/>
          </a:prstGeom>
          <a:noFill/>
          <a:ln w="0">
            <a:noFill/>
          </a:ln>
        </p:spPr>
        <p:txBody>
          <a:bodyPr wrap="none" lIns="0" tIns="0" rIns="0" bIns="0" anchor="t">
            <a:noAutofit/>
          </a:bodyPr>
          <a:lstStyle>
            <a:defPPr algn="l">
              <a:defRPr sz="1350" b="0">
                <a:solidFill>
                  <a:srgbClr val="202D3E"/>
                </a:solidFill>
                <a:latin typeface="Ubuntu Light"/>
                <a:ea typeface="Ubuntu Light"/>
                <a:cs typeface="Ubuntu Light"/>
              </a:defRPr>
            </a:defPPr>
            <a:lvl1pPr algn="l">
              <a:defRPr sz="1350" b="0">
                <a:solidFill>
                  <a:srgbClr val="202D3E"/>
                </a:solidFill>
                <a:latin typeface="Ubuntu Light"/>
                <a:ea typeface="Ubuntu Light"/>
                <a:cs typeface="Ubuntu Light"/>
              </a:defRPr>
            </a:lvl1pPr>
            <a:lvl2pPr algn="l">
              <a:defRPr sz="1350" b="0">
                <a:solidFill>
                  <a:srgbClr val="202D3E"/>
                </a:solidFill>
                <a:latin typeface="Ubuntu Light"/>
                <a:ea typeface="Ubuntu Light"/>
                <a:cs typeface="Ubuntu Light"/>
              </a:defRPr>
            </a:lvl2pPr>
            <a:lvl3pPr algn="l">
              <a:defRPr sz="1350" b="0">
                <a:solidFill>
                  <a:srgbClr val="202D3E"/>
                </a:solidFill>
                <a:latin typeface="Ubuntu Light"/>
                <a:ea typeface="Ubuntu Light"/>
                <a:cs typeface="Ubuntu Light"/>
              </a:defRPr>
            </a:lvl3pPr>
            <a:lvl4pPr algn="l">
              <a:defRPr sz="1350" b="0">
                <a:solidFill>
                  <a:srgbClr val="202D3E"/>
                </a:solidFill>
                <a:latin typeface="Ubuntu Light"/>
                <a:ea typeface="Ubuntu Light"/>
                <a:cs typeface="Ubuntu Light"/>
              </a:defRPr>
            </a:lvl4pPr>
            <a:lvl5pPr algn="l">
              <a:defRPr sz="1350" b="0">
                <a:solidFill>
                  <a:srgbClr val="202D3E"/>
                </a:solidFill>
                <a:latin typeface="Ubuntu Light"/>
                <a:ea typeface="Ubuntu Light"/>
                <a:cs typeface="Ubuntu Light"/>
              </a:defRPr>
            </a:lvl5pPr>
            <a:lvl6pPr algn="l">
              <a:defRPr sz="1350" b="0">
                <a:solidFill>
                  <a:srgbClr val="202D3E"/>
                </a:solidFill>
                <a:latin typeface="Ubuntu Light"/>
                <a:ea typeface="Ubuntu Light"/>
                <a:cs typeface="Ubuntu Light"/>
              </a:defRPr>
            </a:lvl6pPr>
            <a:lvl7pPr algn="l">
              <a:defRPr sz="1350" b="0">
                <a:solidFill>
                  <a:srgbClr val="202D3E"/>
                </a:solidFill>
                <a:latin typeface="Ubuntu Light"/>
                <a:ea typeface="Ubuntu Light"/>
                <a:cs typeface="Ubuntu Light"/>
              </a:defRPr>
            </a:lvl7pPr>
            <a:lvl8pPr algn="l">
              <a:defRPr sz="1350" b="0">
                <a:solidFill>
                  <a:srgbClr val="202D3E"/>
                </a:solidFill>
                <a:latin typeface="Ubuntu Light"/>
                <a:ea typeface="Ubuntu Light"/>
                <a:cs typeface="Ubuntu Light"/>
              </a:defRPr>
            </a:lvl8pPr>
            <a:lvl9pPr algn="l">
              <a:defRPr sz="1350" b="0">
                <a:solidFill>
                  <a:srgbClr val="202D3E"/>
                </a:solidFill>
                <a:latin typeface="Ubuntu Light"/>
                <a:ea typeface="Ubuntu Light"/>
                <a:cs typeface="Ubuntu Light"/>
              </a:defRPr>
            </a:lvl9pPr>
          </a:lstStyle>
          <a:p>
            <a:pPr algn="l">
              <a:defRPr sz="1350" b="0">
                <a:solidFill>
                  <a:srgbClr val="202D3E"/>
                </a:solidFill>
                <a:latin typeface="Ubuntu Light"/>
                <a:ea typeface="Ubuntu Light"/>
                <a:cs typeface="Ubuntu Light"/>
              </a:defRPr>
            </a:pPr>
            <a:r>
              <a:rPr b="0" dirty="0">
                <a:latin typeface="Ubuntu Light"/>
                <a:ea typeface="Ubuntu Light"/>
                <a:cs typeface="Ubuntu Light"/>
              </a:rPr>
              <a:t>2  Restart </a:t>
            </a:r>
            <a:r>
              <a:rPr b="0" dirty="0" err="1">
                <a:latin typeface="Ubuntu Light"/>
                <a:ea typeface="Ubuntu Light"/>
                <a:cs typeface="Ubuntu Light"/>
              </a:rPr>
              <a:t>OpenResty</a:t>
            </a:r>
            <a:endParaRPr b="0" dirty="0">
              <a:latin typeface="Ubuntu Light"/>
              <a:ea typeface="Ubuntu Light"/>
              <a:cs typeface="Ubuntu Light"/>
            </a:endParaRPr>
          </a:p>
          <a:p>
            <a:pPr algn="l">
              <a:defRPr sz="1350" b="0">
                <a:solidFill>
                  <a:srgbClr val="202D3E"/>
                </a:solidFill>
                <a:latin typeface="Ubuntu Light"/>
                <a:ea typeface="Ubuntu Light"/>
                <a:cs typeface="Ubuntu Light"/>
              </a:defRPr>
            </a:pPr>
            <a:r>
              <a:rPr b="0" dirty="0">
                <a:latin typeface="Ubuntu Light"/>
                <a:ea typeface="Ubuntu Light"/>
                <a:cs typeface="Ubuntu Light"/>
              </a:rPr>
              <a:t>    to reload the Lua module</a:t>
            </a:r>
          </a:p>
        </p:txBody>
      </p:sp>
      <p:sp>
        <p:nvSpPr>
          <p:cNvPr id="16" name="lua-health">
            <a:extLst>
              <a:ext uri="{FF2B5EF4-FFF2-40B4-BE49-F238E27FC236}">
                <a16:creationId xmlns:a16="http://schemas.microsoft.com/office/drawing/2014/main" id="{0A3C0003-68F0-4E90-9DD1-24D850AD6747}"/>
              </a:ext>
            </a:extLst>
          </p:cNvPr>
          <p:cNvSpPr>
            <a:spLocks noGrp="1"/>
          </p:cNvSpPr>
          <p:nvPr/>
        </p:nvSpPr>
        <p:spPr>
          <a:xfrm>
            <a:off x="6048375" y="3790950"/>
            <a:ext cx="2476500" cy="723900"/>
          </a:xfrm>
          <a:prstGeom prst="rect">
            <a:avLst/>
          </a:prstGeom>
          <a:noFill/>
          <a:ln w="0">
            <a:noFill/>
          </a:ln>
        </p:spPr>
        <p:txBody>
          <a:bodyPr wrap="none" lIns="0" tIns="0" rIns="0" bIns="0" anchor="t">
            <a:noAutofit/>
          </a:bodyPr>
          <a:lstStyle>
            <a:defPPr algn="l">
              <a:defRPr sz="1350" b="0">
                <a:solidFill>
                  <a:srgbClr val="202D3E"/>
                </a:solidFill>
                <a:latin typeface="Ubuntu Light"/>
                <a:ea typeface="Ubuntu Light"/>
                <a:cs typeface="Ubuntu Light"/>
              </a:defRPr>
            </a:defPPr>
            <a:lvl1pPr algn="l">
              <a:defRPr sz="1350" b="0">
                <a:solidFill>
                  <a:srgbClr val="202D3E"/>
                </a:solidFill>
                <a:latin typeface="Ubuntu Light"/>
                <a:ea typeface="Ubuntu Light"/>
                <a:cs typeface="Ubuntu Light"/>
              </a:defRPr>
            </a:lvl1pPr>
            <a:lvl2pPr algn="l">
              <a:defRPr sz="1350" b="0">
                <a:solidFill>
                  <a:srgbClr val="202D3E"/>
                </a:solidFill>
                <a:latin typeface="Ubuntu Light"/>
                <a:ea typeface="Ubuntu Light"/>
                <a:cs typeface="Ubuntu Light"/>
              </a:defRPr>
            </a:lvl2pPr>
            <a:lvl3pPr algn="l">
              <a:defRPr sz="1350" b="0">
                <a:solidFill>
                  <a:srgbClr val="202D3E"/>
                </a:solidFill>
                <a:latin typeface="Ubuntu Light"/>
                <a:ea typeface="Ubuntu Light"/>
                <a:cs typeface="Ubuntu Light"/>
              </a:defRPr>
            </a:lvl3pPr>
            <a:lvl4pPr algn="l">
              <a:defRPr sz="1350" b="0">
                <a:solidFill>
                  <a:srgbClr val="202D3E"/>
                </a:solidFill>
                <a:latin typeface="Ubuntu Light"/>
                <a:ea typeface="Ubuntu Light"/>
                <a:cs typeface="Ubuntu Light"/>
              </a:defRPr>
            </a:lvl4pPr>
            <a:lvl5pPr algn="l">
              <a:defRPr sz="1350" b="0">
                <a:solidFill>
                  <a:srgbClr val="202D3E"/>
                </a:solidFill>
                <a:latin typeface="Ubuntu Light"/>
                <a:ea typeface="Ubuntu Light"/>
                <a:cs typeface="Ubuntu Light"/>
              </a:defRPr>
            </a:lvl5pPr>
            <a:lvl6pPr algn="l">
              <a:defRPr sz="1350" b="0">
                <a:solidFill>
                  <a:srgbClr val="202D3E"/>
                </a:solidFill>
                <a:latin typeface="Ubuntu Light"/>
                <a:ea typeface="Ubuntu Light"/>
                <a:cs typeface="Ubuntu Light"/>
              </a:defRPr>
            </a:lvl6pPr>
            <a:lvl7pPr algn="l">
              <a:defRPr sz="1350" b="0">
                <a:solidFill>
                  <a:srgbClr val="202D3E"/>
                </a:solidFill>
                <a:latin typeface="Ubuntu Light"/>
                <a:ea typeface="Ubuntu Light"/>
                <a:cs typeface="Ubuntu Light"/>
              </a:defRPr>
            </a:lvl7pPr>
            <a:lvl8pPr algn="l">
              <a:defRPr sz="1350" b="0">
                <a:solidFill>
                  <a:srgbClr val="202D3E"/>
                </a:solidFill>
                <a:latin typeface="Ubuntu Light"/>
                <a:ea typeface="Ubuntu Light"/>
                <a:cs typeface="Ubuntu Light"/>
              </a:defRPr>
            </a:lvl8pPr>
            <a:lvl9pPr algn="l">
              <a:defRPr sz="1350" b="0">
                <a:solidFill>
                  <a:srgbClr val="202D3E"/>
                </a:solidFill>
                <a:latin typeface="Ubuntu Light"/>
                <a:ea typeface="Ubuntu Light"/>
                <a:cs typeface="Ubuntu Light"/>
              </a:defRPr>
            </a:lvl9pPr>
          </a:lstStyle>
          <a:p>
            <a:pPr algn="l">
              <a:defRPr sz="1350" b="0">
                <a:solidFill>
                  <a:srgbClr val="202D3E"/>
                </a:solidFill>
                <a:latin typeface="Ubuntu Light"/>
                <a:ea typeface="Ubuntu Light"/>
                <a:cs typeface="Ubuntu Light"/>
              </a:defRPr>
            </a:pPr>
            <a:r>
              <a:rPr b="0">
                <a:latin typeface="Ubuntu Light"/>
                <a:ea typeface="Ubuntu Light"/>
                <a:cs typeface="Ubuntu Light"/>
              </a:rPr>
              <a:t>3  Wait for HTTP 200</a:t>
            </a:r>
          </a:p>
          <a:p>
            <a:pPr algn="l">
              <a:defRPr sz="1350" b="0">
                <a:solidFill>
                  <a:srgbClr val="202D3E"/>
                </a:solidFill>
                <a:latin typeface="Ubuntu Light"/>
                <a:ea typeface="Ubuntu Light"/>
                <a:cs typeface="Ubuntu Light"/>
              </a:defRPr>
            </a:pPr>
            <a:r>
              <a:rPr b="0">
                <a:latin typeface="Ubuntu Light"/>
                <a:ea typeface="Ubuntu Light"/>
                <a:cs typeface="Ubuntu Light"/>
              </a:rPr>
              <a:t>    from </a:t>
            </a:r>
            <a:r>
              <a:rPr b="0">
                <a:latin typeface="Menlo"/>
                <a:ea typeface="Menlo"/>
                <a:cs typeface="Menlo"/>
              </a:rPr>
              <a:t>/health</a:t>
            </a:r>
            <a:r>
              <a:rPr b="0">
                <a:latin typeface="Ubuntu Light"/>
                <a:ea typeface="Ubuntu Light"/>
                <a:cs typeface="Ubuntu Light"/>
              </a:rPr>
              <a:t>, then</a:t>
            </a:r>
          </a:p>
          <a:p>
            <a:pPr algn="l">
              <a:defRPr sz="1350" b="0">
                <a:solidFill>
                  <a:srgbClr val="202D3E"/>
                </a:solidFill>
                <a:latin typeface="Ubuntu Light"/>
                <a:ea typeface="Ubuntu Light"/>
                <a:cs typeface="Ubuntu Light"/>
              </a:defRPr>
            </a:pPr>
            <a:r>
              <a:rPr b="0">
                <a:latin typeface="Ubuntu Light"/>
                <a:ea typeface="Ubuntu Light"/>
                <a:cs typeface="Ubuntu Light"/>
              </a:rPr>
              <a:t>    start the workflow</a:t>
            </a:r>
          </a:p>
        </p:txBody>
      </p:sp>
      <p:sp>
        <p:nvSpPr>
          <p:cNvPr id="17" name="retry-owner">
            <a:extLst>
              <a:ext uri="{FF2B5EF4-FFF2-40B4-BE49-F238E27FC236}">
                <a16:creationId xmlns:a16="http://schemas.microsoft.com/office/drawing/2014/main" id="{BF7CDEB3-F846-4A1D-8F78-BCF23AA2E0E0}"/>
              </a:ext>
            </a:extLst>
          </p:cNvPr>
          <p:cNvSpPr>
            <a:spLocks noGrp="1"/>
          </p:cNvSpPr>
          <p:nvPr/>
        </p:nvSpPr>
        <p:spPr>
          <a:xfrm>
            <a:off x="619125" y="4724400"/>
            <a:ext cx="7905750" cy="257175"/>
          </a:xfrm>
          <a:prstGeom prst="rect">
            <a:avLst/>
          </a:prstGeom>
          <a:noFill/>
          <a:ln w="0">
            <a:noFill/>
          </a:ln>
        </p:spPr>
        <p:txBody>
          <a:bodyPr wrap="none" lIns="0" tIns="0" rIns="0" bIns="0" anchor="t">
            <a:noAutofit/>
          </a:bodyPr>
          <a:lstStyle>
            <a:defPPr algn="l">
              <a:defRPr sz="1313" b="0">
                <a:solidFill>
                  <a:srgbClr val="202D3E"/>
                </a:solidFill>
                <a:latin typeface="Ubuntu Light"/>
                <a:ea typeface="Ubuntu Light"/>
                <a:cs typeface="Ubuntu Light"/>
              </a:defRPr>
            </a:defPPr>
            <a:lvl1pPr algn="l">
              <a:defRPr sz="1313" b="0">
                <a:solidFill>
                  <a:srgbClr val="202D3E"/>
                </a:solidFill>
                <a:latin typeface="Ubuntu Light"/>
                <a:ea typeface="Ubuntu Light"/>
                <a:cs typeface="Ubuntu Light"/>
              </a:defRPr>
            </a:lvl1pPr>
            <a:lvl2pPr algn="l">
              <a:defRPr sz="1313" b="0">
                <a:solidFill>
                  <a:srgbClr val="202D3E"/>
                </a:solidFill>
                <a:latin typeface="Ubuntu Light"/>
                <a:ea typeface="Ubuntu Light"/>
                <a:cs typeface="Ubuntu Light"/>
              </a:defRPr>
            </a:lvl2pPr>
            <a:lvl3pPr algn="l">
              <a:defRPr sz="1313" b="0">
                <a:solidFill>
                  <a:srgbClr val="202D3E"/>
                </a:solidFill>
                <a:latin typeface="Ubuntu Light"/>
                <a:ea typeface="Ubuntu Light"/>
                <a:cs typeface="Ubuntu Light"/>
              </a:defRPr>
            </a:lvl3pPr>
            <a:lvl4pPr algn="l">
              <a:defRPr sz="1313" b="0">
                <a:solidFill>
                  <a:srgbClr val="202D3E"/>
                </a:solidFill>
                <a:latin typeface="Ubuntu Light"/>
                <a:ea typeface="Ubuntu Light"/>
                <a:cs typeface="Ubuntu Light"/>
              </a:defRPr>
            </a:lvl4pPr>
            <a:lvl5pPr algn="l">
              <a:defRPr sz="1313" b="0">
                <a:solidFill>
                  <a:srgbClr val="202D3E"/>
                </a:solidFill>
                <a:latin typeface="Ubuntu Light"/>
                <a:ea typeface="Ubuntu Light"/>
                <a:cs typeface="Ubuntu Light"/>
              </a:defRPr>
            </a:lvl5pPr>
            <a:lvl6pPr algn="l">
              <a:defRPr sz="1313" b="0">
                <a:solidFill>
                  <a:srgbClr val="202D3E"/>
                </a:solidFill>
                <a:latin typeface="Ubuntu Light"/>
                <a:ea typeface="Ubuntu Light"/>
                <a:cs typeface="Ubuntu Light"/>
              </a:defRPr>
            </a:lvl6pPr>
            <a:lvl7pPr algn="l">
              <a:defRPr sz="1313" b="0">
                <a:solidFill>
                  <a:srgbClr val="202D3E"/>
                </a:solidFill>
                <a:latin typeface="Ubuntu Light"/>
                <a:ea typeface="Ubuntu Light"/>
                <a:cs typeface="Ubuntu Light"/>
              </a:defRPr>
            </a:lvl7pPr>
            <a:lvl8pPr algn="l">
              <a:defRPr sz="1313" b="0">
                <a:solidFill>
                  <a:srgbClr val="202D3E"/>
                </a:solidFill>
                <a:latin typeface="Ubuntu Light"/>
                <a:ea typeface="Ubuntu Light"/>
                <a:cs typeface="Ubuntu Light"/>
              </a:defRPr>
            </a:lvl8pPr>
            <a:lvl9pPr algn="l">
              <a:defRPr sz="1313" b="0">
                <a:solidFill>
                  <a:srgbClr val="202D3E"/>
                </a:solidFill>
                <a:latin typeface="Ubuntu Light"/>
                <a:ea typeface="Ubuntu Light"/>
                <a:cs typeface="Ubuntu Light"/>
              </a:defRPr>
            </a:lvl9pPr>
          </a:lstStyle>
          <a:p>
            <a:pPr algn="l">
              <a:defRPr sz="1313" b="0">
                <a:solidFill>
                  <a:srgbClr val="202D3E"/>
                </a:solidFill>
                <a:latin typeface="Ubuntu Light"/>
                <a:ea typeface="Ubuntu Light"/>
                <a:cs typeface="Ubuntu Light"/>
              </a:defRPr>
            </a:pPr>
            <a:r>
              <a:rPr b="0">
                <a:latin typeface="Menlo"/>
                <a:ea typeface="Menlo"/>
                <a:cs typeface="Menlo"/>
              </a:rPr>
              <a:t>AWS_MAX_ATTEMPTS=1</a:t>
            </a:r>
            <a:r>
              <a:rPr b="0">
                <a:latin typeface="Ubuntu Light"/>
                <a:ea typeface="Ubuntu Light"/>
                <a:cs typeface="Ubuntu Light"/>
              </a:rPr>
              <a:t>: SDK retries off. Step Functions retries the task.</a:t>
            </a:r>
          </a:p>
        </p:txBody>
      </p:sp>
    </p:spTree>
    <p:extLst>
      <p:ext uri="{BB962C8B-B14F-4D97-AF65-F5344CB8AC3E}">
        <p14:creationId xmlns:p14="http://schemas.microsoft.com/office/powerpoint/2010/main" val="12706008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title">
            <a:extLst>
              <a:ext uri="{FF2B5EF4-FFF2-40B4-BE49-F238E27FC236}">
                <a16:creationId xmlns:a16="http://schemas.microsoft.com/office/drawing/2014/main" id="{90B5075D-BD58-41DC-93CB-A6B17AA92FEB}"/>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lang="en-US" b="0" dirty="0">
                <a:latin typeface="Ubuntu Light"/>
                <a:ea typeface="Ubuntu Light"/>
                <a:cs typeface="Ubuntu Light"/>
              </a:rPr>
              <a:t>Case 1: Rejects </a:t>
            </a:r>
            <a:r>
              <a:rPr b="0" dirty="0">
                <a:latin typeface="Ubuntu Light"/>
                <a:ea typeface="Ubuntu Light"/>
                <a:cs typeface="Ubuntu Light"/>
              </a:rPr>
              <a:t>the first two stock transactions</a:t>
            </a:r>
          </a:p>
        </p:txBody>
      </p:sp>
      <p:sp>
        <p:nvSpPr>
          <p:cNvPr id="2" name="source-label">
            <a:extLst>
              <a:ext uri="{FF2B5EF4-FFF2-40B4-BE49-F238E27FC236}">
                <a16:creationId xmlns:a16="http://schemas.microsoft.com/office/drawing/2014/main" id="{B6A7ACF7-412B-4B52-A610-7335D79F2C3B}"/>
              </a:ext>
            </a:extLst>
          </p:cNvPr>
          <p:cNvSpPr>
            <a:spLocks noGrp="1"/>
          </p:cNvSpPr>
          <p:nvPr/>
        </p:nvSpPr>
        <p:spPr>
          <a:xfrm>
            <a:off x="619125" y="1362075"/>
            <a:ext cx="7905750" cy="219075"/>
          </a:xfrm>
          <a:prstGeom prst="rect">
            <a:avLst/>
          </a:prstGeom>
          <a:noFill/>
          <a:ln w="0">
            <a:noFill/>
          </a:ln>
        </p:spPr>
        <p:txBody>
          <a:bodyPr wrap="none" lIns="0" tIns="0" rIns="0" bIns="0" anchor="t">
            <a:noAutofit/>
          </a:bodyPr>
          <a:lstStyle>
            <a:defPPr algn="l">
              <a:defRPr sz="1200" b="0">
                <a:solidFill>
                  <a:srgbClr val="475569"/>
                </a:solidFill>
                <a:latin typeface="Ubuntu Light"/>
                <a:ea typeface="Ubuntu Light"/>
                <a:cs typeface="Ubuntu Light"/>
              </a:defRPr>
            </a:defPPr>
            <a:lvl1pPr algn="l">
              <a:defRPr sz="1200" b="0">
                <a:solidFill>
                  <a:srgbClr val="475569"/>
                </a:solidFill>
                <a:latin typeface="Ubuntu Light"/>
                <a:ea typeface="Ubuntu Light"/>
                <a:cs typeface="Ubuntu Light"/>
              </a:defRPr>
            </a:lvl1pPr>
            <a:lvl2pPr algn="l">
              <a:defRPr sz="1200" b="0">
                <a:solidFill>
                  <a:srgbClr val="475569"/>
                </a:solidFill>
                <a:latin typeface="Ubuntu Light"/>
                <a:ea typeface="Ubuntu Light"/>
                <a:cs typeface="Ubuntu Light"/>
              </a:defRPr>
            </a:lvl2pPr>
            <a:lvl3pPr algn="l">
              <a:defRPr sz="1200" b="0">
                <a:solidFill>
                  <a:srgbClr val="475569"/>
                </a:solidFill>
                <a:latin typeface="Ubuntu Light"/>
                <a:ea typeface="Ubuntu Light"/>
                <a:cs typeface="Ubuntu Light"/>
              </a:defRPr>
            </a:lvl3pPr>
            <a:lvl4pPr algn="l">
              <a:defRPr sz="1200" b="0">
                <a:solidFill>
                  <a:srgbClr val="475569"/>
                </a:solidFill>
                <a:latin typeface="Ubuntu Light"/>
                <a:ea typeface="Ubuntu Light"/>
                <a:cs typeface="Ubuntu Light"/>
              </a:defRPr>
            </a:lvl4pPr>
            <a:lvl5pPr algn="l">
              <a:defRPr sz="1200" b="0">
                <a:solidFill>
                  <a:srgbClr val="475569"/>
                </a:solidFill>
                <a:latin typeface="Ubuntu Light"/>
                <a:ea typeface="Ubuntu Light"/>
                <a:cs typeface="Ubuntu Light"/>
              </a:defRPr>
            </a:lvl5pPr>
            <a:lvl6pPr algn="l">
              <a:defRPr sz="1200" b="0">
                <a:solidFill>
                  <a:srgbClr val="475569"/>
                </a:solidFill>
                <a:latin typeface="Ubuntu Light"/>
                <a:ea typeface="Ubuntu Light"/>
                <a:cs typeface="Ubuntu Light"/>
              </a:defRPr>
            </a:lvl6pPr>
            <a:lvl7pPr algn="l">
              <a:defRPr sz="1200" b="0">
                <a:solidFill>
                  <a:srgbClr val="475569"/>
                </a:solidFill>
                <a:latin typeface="Ubuntu Light"/>
                <a:ea typeface="Ubuntu Light"/>
                <a:cs typeface="Ubuntu Light"/>
              </a:defRPr>
            </a:lvl7pPr>
            <a:lvl8pPr algn="l">
              <a:defRPr sz="1200" b="0">
                <a:solidFill>
                  <a:srgbClr val="475569"/>
                </a:solidFill>
                <a:latin typeface="Ubuntu Light"/>
                <a:ea typeface="Ubuntu Light"/>
                <a:cs typeface="Ubuntu Light"/>
              </a:defRPr>
            </a:lvl8pPr>
            <a:lvl9pPr algn="l">
              <a:defRPr sz="1200" b="0">
                <a:solidFill>
                  <a:srgbClr val="475569"/>
                </a:solidFill>
                <a:latin typeface="Ubuntu Light"/>
                <a:ea typeface="Ubuntu Light"/>
                <a:cs typeface="Ubuntu Light"/>
              </a:defRPr>
            </a:lvl9pPr>
          </a:lstStyle>
          <a:p>
            <a:pPr algn="l">
              <a:defRPr sz="1200" b="0">
                <a:solidFill>
                  <a:srgbClr val="475569"/>
                </a:solidFill>
                <a:latin typeface="Ubuntu Light"/>
                <a:ea typeface="Ubuntu Light"/>
                <a:cs typeface="Ubuntu Light"/>
              </a:defRPr>
            </a:pPr>
            <a:r>
              <a:rPr b="0" dirty="0">
                <a:latin typeface="Ubuntu Light"/>
                <a:ea typeface="Ubuntu Light"/>
                <a:cs typeface="Ubuntu Light"/>
              </a:rPr>
              <a:t>Lua · </a:t>
            </a:r>
            <a:r>
              <a:rPr b="0" dirty="0" err="1">
                <a:latin typeface="Ubuntu Light"/>
                <a:ea typeface="Ubuntu Light"/>
                <a:cs typeface="Ubuntu Light"/>
              </a:rPr>
              <a:t>fault.lua</a:t>
            </a:r>
            <a:r>
              <a:rPr b="0" dirty="0">
                <a:latin typeface="Ubuntu Light"/>
                <a:ea typeface="Ubuntu Light"/>
                <a:cs typeface="Ubuntu Light"/>
              </a:rPr>
              <a:t>, written by </a:t>
            </a:r>
            <a:r>
              <a:rPr b="0" dirty="0" err="1">
                <a:latin typeface="Ubuntu Light"/>
                <a:ea typeface="Ubuntu Light"/>
                <a:cs typeface="Ubuntu Light"/>
              </a:rPr>
              <a:t>test_stock_reservation.py</a:t>
            </a:r>
            <a:endParaRPr b="0" dirty="0">
              <a:latin typeface="Ubuntu Light"/>
              <a:ea typeface="Ubuntu Light"/>
              <a:cs typeface="Ubuntu Light"/>
            </a:endParaRPr>
          </a:p>
        </p:txBody>
      </p:sp>
      <p:sp>
        <p:nvSpPr>
          <p:cNvPr id="3" name="code-background">
            <a:extLst>
              <a:ext uri="{FF2B5EF4-FFF2-40B4-BE49-F238E27FC236}">
                <a16:creationId xmlns:a16="http://schemas.microsoft.com/office/drawing/2014/main" id="{1BA4F8F5-CD50-4221-891B-EF6B0B2553D5}"/>
              </a:ext>
            </a:extLst>
          </p:cNvPr>
          <p:cNvSpPr>
            <a:spLocks noGrp="1"/>
          </p:cNvSpPr>
          <p:nvPr/>
        </p:nvSpPr>
        <p:spPr>
          <a:xfrm>
            <a:off x="619125" y="1619250"/>
            <a:ext cx="7905750" cy="3213735"/>
          </a:xfrm>
          <a:prstGeom prst="rect">
            <a:avLst/>
          </a:prstGeom>
          <a:solidFill>
            <a:srgbClr val="000000"/>
          </a:solidFill>
          <a:ln w="0">
            <a:noFill/>
          </a:ln>
        </p:spPr>
        <p:txBody>
          <a:bodyPr/>
          <a:lstStyle/>
          <a:p>
            <a:endParaRPr lang="en-US"/>
          </a:p>
        </p:txBody>
      </p:sp>
      <p:sp>
        <p:nvSpPr>
          <p:cNvPr id="4" name="code-line-0">
            <a:extLst>
              <a:ext uri="{FF2B5EF4-FFF2-40B4-BE49-F238E27FC236}">
                <a16:creationId xmlns:a16="http://schemas.microsoft.com/office/drawing/2014/main" id="{7FAC0057-227E-4A14-A9ED-8EADF296C57C}"/>
              </a:ext>
            </a:extLst>
          </p:cNvPr>
          <p:cNvSpPr>
            <a:spLocks noGrp="1"/>
          </p:cNvSpPr>
          <p:nvPr/>
        </p:nvSpPr>
        <p:spPr>
          <a:xfrm>
            <a:off x="790575" y="1733550"/>
            <a:ext cx="1893275" cy="239078"/>
          </a:xfrm>
          <a:prstGeom prst="rect">
            <a:avLst/>
          </a:prstGeom>
          <a:noFill/>
          <a:ln w="0">
            <a:noFill/>
          </a:ln>
        </p:spPr>
        <p:txBody>
          <a:bodyPr wrap="none" lIns="0" tIns="0" rIns="0" bIns="0">
            <a:noAutofit/>
          </a:bodyPr>
          <a:lstStyle>
            <a:defPPr>
              <a:defRPr sz="1275" b="0">
                <a:solidFill>
                  <a:srgbClr val="D4D4D4"/>
                </a:solidFill>
                <a:latin typeface="Menlo"/>
                <a:ea typeface="Menlo"/>
                <a:cs typeface="Menlo"/>
              </a:defRPr>
            </a:defPPr>
            <a:lvl1pPr>
              <a:defRPr sz="1275" b="0">
                <a:solidFill>
                  <a:srgbClr val="D4D4D4"/>
                </a:solidFill>
                <a:latin typeface="Menlo"/>
                <a:ea typeface="Menlo"/>
                <a:cs typeface="Menlo"/>
              </a:defRPr>
            </a:lvl1pPr>
            <a:lvl2pPr>
              <a:defRPr sz="1275" b="0">
                <a:solidFill>
                  <a:srgbClr val="D4D4D4"/>
                </a:solidFill>
                <a:latin typeface="Menlo"/>
                <a:ea typeface="Menlo"/>
                <a:cs typeface="Menlo"/>
              </a:defRPr>
            </a:lvl2pPr>
            <a:lvl3pPr>
              <a:defRPr sz="1275" b="0">
                <a:solidFill>
                  <a:srgbClr val="D4D4D4"/>
                </a:solidFill>
                <a:latin typeface="Menlo"/>
                <a:ea typeface="Menlo"/>
                <a:cs typeface="Menlo"/>
              </a:defRPr>
            </a:lvl3pPr>
            <a:lvl4pPr>
              <a:defRPr sz="1275" b="0">
                <a:solidFill>
                  <a:srgbClr val="D4D4D4"/>
                </a:solidFill>
                <a:latin typeface="Menlo"/>
                <a:ea typeface="Menlo"/>
                <a:cs typeface="Menlo"/>
              </a:defRPr>
            </a:lvl4pPr>
            <a:lvl5pPr>
              <a:defRPr sz="1275" b="0">
                <a:solidFill>
                  <a:srgbClr val="D4D4D4"/>
                </a:solidFill>
                <a:latin typeface="Menlo"/>
                <a:ea typeface="Menlo"/>
                <a:cs typeface="Menlo"/>
              </a:defRPr>
            </a:lvl5pPr>
            <a:lvl6pPr>
              <a:defRPr sz="1275" b="0">
                <a:solidFill>
                  <a:srgbClr val="D4D4D4"/>
                </a:solidFill>
                <a:latin typeface="Menlo"/>
                <a:ea typeface="Menlo"/>
                <a:cs typeface="Menlo"/>
              </a:defRPr>
            </a:lvl6pPr>
            <a:lvl7pPr>
              <a:defRPr sz="1275" b="0">
                <a:solidFill>
                  <a:srgbClr val="D4D4D4"/>
                </a:solidFill>
                <a:latin typeface="Menlo"/>
                <a:ea typeface="Menlo"/>
                <a:cs typeface="Menlo"/>
              </a:defRPr>
            </a:lvl7pPr>
            <a:lvl8pPr>
              <a:defRPr sz="1275" b="0">
                <a:solidFill>
                  <a:srgbClr val="D4D4D4"/>
                </a:solidFill>
                <a:latin typeface="Menlo"/>
                <a:ea typeface="Menlo"/>
                <a:cs typeface="Menlo"/>
              </a:defRPr>
            </a:lvl8pPr>
            <a:lvl9pPr>
              <a:defRPr sz="1275" b="0">
                <a:solidFill>
                  <a:srgbClr val="D4D4D4"/>
                </a:solidFill>
                <a:latin typeface="Menlo"/>
                <a:ea typeface="Menlo"/>
                <a:cs typeface="Menlo"/>
              </a:defRPr>
            </a:lvl9pPr>
          </a:lstStyle>
          <a:p>
            <a:pPr>
              <a:defRPr sz="1275" b="0">
                <a:solidFill>
                  <a:srgbClr val="D4D4D4"/>
                </a:solidFill>
                <a:latin typeface="Menlo"/>
                <a:ea typeface="Menlo"/>
                <a:cs typeface="Menlo"/>
              </a:defRPr>
            </a:pPr>
            <a:r>
              <a:rPr b="0" dirty="0">
                <a:solidFill>
                  <a:srgbClr val="569CD6"/>
                </a:solidFill>
                <a:latin typeface="Menlo"/>
                <a:ea typeface="Menlo"/>
                <a:cs typeface="Menlo"/>
              </a:rPr>
              <a:t>local</a:t>
            </a:r>
            <a:r>
              <a:rPr b="0" dirty="0">
                <a:solidFill>
                  <a:srgbClr val="D4D4D4"/>
                </a:solidFill>
                <a:latin typeface="Menlo"/>
                <a:ea typeface="Menlo"/>
                <a:cs typeface="Menlo"/>
              </a:rPr>
              <a:t> </a:t>
            </a:r>
            <a:r>
              <a:rPr b="0" dirty="0">
                <a:solidFill>
                  <a:srgbClr val="9CDCFE"/>
                </a:solidFill>
                <a:latin typeface="Menlo"/>
                <a:ea typeface="Menlo"/>
                <a:cs typeface="Menlo"/>
              </a:rPr>
              <a:t>remaining</a:t>
            </a:r>
            <a:r>
              <a:rPr b="0" dirty="0">
                <a:solidFill>
                  <a:srgbClr val="D4D4D4"/>
                </a:solidFill>
                <a:latin typeface="Menlo"/>
                <a:ea typeface="Menlo"/>
                <a:cs typeface="Menlo"/>
              </a:rPr>
              <a:t> = </a:t>
            </a:r>
            <a:r>
              <a:rPr b="0" dirty="0">
                <a:solidFill>
                  <a:srgbClr val="B5CEA8"/>
                </a:solidFill>
                <a:latin typeface="Menlo"/>
                <a:ea typeface="Menlo"/>
                <a:cs typeface="Menlo"/>
              </a:rPr>
              <a:t>2</a:t>
            </a:r>
          </a:p>
        </p:txBody>
      </p:sp>
      <p:sp>
        <p:nvSpPr>
          <p:cNvPr id="5" name="code-line-1">
            <a:extLst>
              <a:ext uri="{FF2B5EF4-FFF2-40B4-BE49-F238E27FC236}">
                <a16:creationId xmlns:a16="http://schemas.microsoft.com/office/drawing/2014/main" id="{50CDB841-C7FE-4500-961B-CFB42A02CBCB}"/>
              </a:ext>
            </a:extLst>
          </p:cNvPr>
          <p:cNvSpPr>
            <a:spLocks noGrp="1"/>
          </p:cNvSpPr>
          <p:nvPr/>
        </p:nvSpPr>
        <p:spPr>
          <a:xfrm>
            <a:off x="790575" y="1944053"/>
            <a:ext cx="1697993" cy="239078"/>
          </a:xfrm>
          <a:prstGeom prst="rect">
            <a:avLst/>
          </a:prstGeom>
          <a:noFill/>
          <a:ln w="0">
            <a:noFill/>
          </a:ln>
        </p:spPr>
        <p:txBody>
          <a:bodyPr wrap="none" lIns="0" tIns="0" rIns="0" bIns="0">
            <a:noAutofit/>
          </a:bodyPr>
          <a:lstStyle>
            <a:defPPr>
              <a:defRPr sz="1275" b="0">
                <a:solidFill>
                  <a:srgbClr val="D4D4D4"/>
                </a:solidFill>
                <a:latin typeface="Menlo"/>
                <a:ea typeface="Menlo"/>
                <a:cs typeface="Menlo"/>
              </a:defRPr>
            </a:defPPr>
            <a:lvl1pPr>
              <a:defRPr sz="1275" b="0">
                <a:solidFill>
                  <a:srgbClr val="D4D4D4"/>
                </a:solidFill>
                <a:latin typeface="Menlo"/>
                <a:ea typeface="Menlo"/>
                <a:cs typeface="Menlo"/>
              </a:defRPr>
            </a:lvl1pPr>
            <a:lvl2pPr>
              <a:defRPr sz="1275" b="0">
                <a:solidFill>
                  <a:srgbClr val="D4D4D4"/>
                </a:solidFill>
                <a:latin typeface="Menlo"/>
                <a:ea typeface="Menlo"/>
                <a:cs typeface="Menlo"/>
              </a:defRPr>
            </a:lvl2pPr>
            <a:lvl3pPr>
              <a:defRPr sz="1275" b="0">
                <a:solidFill>
                  <a:srgbClr val="D4D4D4"/>
                </a:solidFill>
                <a:latin typeface="Menlo"/>
                <a:ea typeface="Menlo"/>
                <a:cs typeface="Menlo"/>
              </a:defRPr>
            </a:lvl3pPr>
            <a:lvl4pPr>
              <a:defRPr sz="1275" b="0">
                <a:solidFill>
                  <a:srgbClr val="D4D4D4"/>
                </a:solidFill>
                <a:latin typeface="Menlo"/>
                <a:ea typeface="Menlo"/>
                <a:cs typeface="Menlo"/>
              </a:defRPr>
            </a:lvl4pPr>
            <a:lvl5pPr>
              <a:defRPr sz="1275" b="0">
                <a:solidFill>
                  <a:srgbClr val="D4D4D4"/>
                </a:solidFill>
                <a:latin typeface="Menlo"/>
                <a:ea typeface="Menlo"/>
                <a:cs typeface="Menlo"/>
              </a:defRPr>
            </a:lvl5pPr>
            <a:lvl6pPr>
              <a:defRPr sz="1275" b="0">
                <a:solidFill>
                  <a:srgbClr val="D4D4D4"/>
                </a:solidFill>
                <a:latin typeface="Menlo"/>
                <a:ea typeface="Menlo"/>
                <a:cs typeface="Menlo"/>
              </a:defRPr>
            </a:lvl6pPr>
            <a:lvl7pPr>
              <a:defRPr sz="1275" b="0">
                <a:solidFill>
                  <a:srgbClr val="D4D4D4"/>
                </a:solidFill>
                <a:latin typeface="Menlo"/>
                <a:ea typeface="Menlo"/>
                <a:cs typeface="Menlo"/>
              </a:defRPr>
            </a:lvl7pPr>
            <a:lvl8pPr>
              <a:defRPr sz="1275" b="0">
                <a:solidFill>
                  <a:srgbClr val="D4D4D4"/>
                </a:solidFill>
                <a:latin typeface="Menlo"/>
                <a:ea typeface="Menlo"/>
                <a:cs typeface="Menlo"/>
              </a:defRPr>
            </a:lvl8pPr>
            <a:lvl9pPr>
              <a:defRPr sz="1275" b="0">
                <a:solidFill>
                  <a:srgbClr val="D4D4D4"/>
                </a:solidFill>
                <a:latin typeface="Menlo"/>
                <a:ea typeface="Menlo"/>
                <a:cs typeface="Menlo"/>
              </a:defRPr>
            </a:lvl9pPr>
          </a:lstStyle>
          <a:p>
            <a:pPr>
              <a:defRPr sz="1275" b="0">
                <a:solidFill>
                  <a:srgbClr val="D4D4D4"/>
                </a:solidFill>
                <a:latin typeface="Menlo"/>
                <a:ea typeface="Menlo"/>
                <a:cs typeface="Menlo"/>
              </a:defRPr>
            </a:pPr>
            <a:r>
              <a:rPr b="0" dirty="0">
                <a:solidFill>
                  <a:srgbClr val="C586C0"/>
                </a:solidFill>
                <a:latin typeface="Menlo"/>
                <a:ea typeface="Menlo"/>
                <a:cs typeface="Menlo"/>
              </a:rPr>
              <a:t>return</a:t>
            </a:r>
            <a:r>
              <a:rPr b="0" dirty="0">
                <a:solidFill>
                  <a:srgbClr val="D4D4D4"/>
                </a:solidFill>
                <a:latin typeface="Menlo"/>
                <a:ea typeface="Menlo"/>
                <a:cs typeface="Menlo"/>
              </a:rPr>
              <a:t> </a:t>
            </a:r>
            <a:r>
              <a:rPr b="0" dirty="0">
                <a:solidFill>
                  <a:srgbClr val="C586C0"/>
                </a:solidFill>
                <a:latin typeface="Menlo"/>
                <a:ea typeface="Menlo"/>
                <a:cs typeface="Menlo"/>
              </a:rPr>
              <a:t>function</a:t>
            </a:r>
            <a:r>
              <a:rPr b="0" dirty="0">
                <a:solidFill>
                  <a:srgbClr val="D4D4D4"/>
                </a:solidFill>
                <a:latin typeface="Menlo"/>
                <a:ea typeface="Menlo"/>
                <a:cs typeface="Menlo"/>
              </a:rPr>
              <a:t>()</a:t>
            </a:r>
          </a:p>
        </p:txBody>
      </p:sp>
      <p:sp>
        <p:nvSpPr>
          <p:cNvPr id="6" name="code-line-2">
            <a:extLst>
              <a:ext uri="{FF2B5EF4-FFF2-40B4-BE49-F238E27FC236}">
                <a16:creationId xmlns:a16="http://schemas.microsoft.com/office/drawing/2014/main" id="{D2A0C402-E18D-48B0-B683-845DA7769CF5}"/>
              </a:ext>
            </a:extLst>
          </p:cNvPr>
          <p:cNvSpPr>
            <a:spLocks noGrp="1"/>
          </p:cNvSpPr>
          <p:nvPr/>
        </p:nvSpPr>
        <p:spPr>
          <a:xfrm>
            <a:off x="790575" y="2154555"/>
            <a:ext cx="4920139" cy="239078"/>
          </a:xfrm>
          <a:prstGeom prst="rect">
            <a:avLst/>
          </a:prstGeom>
          <a:noFill/>
          <a:ln w="0">
            <a:noFill/>
          </a:ln>
        </p:spPr>
        <p:txBody>
          <a:bodyPr wrap="none" lIns="0" tIns="0" rIns="0" bIns="0">
            <a:noAutofit/>
          </a:bodyPr>
          <a:lstStyle>
            <a:defPPr>
              <a:defRPr sz="1275" b="0">
                <a:solidFill>
                  <a:srgbClr val="D4D4D4"/>
                </a:solidFill>
                <a:latin typeface="Menlo"/>
                <a:ea typeface="Menlo"/>
                <a:cs typeface="Menlo"/>
              </a:defRPr>
            </a:defPPr>
            <a:lvl1pPr>
              <a:defRPr sz="1275" b="0">
                <a:solidFill>
                  <a:srgbClr val="D4D4D4"/>
                </a:solidFill>
                <a:latin typeface="Menlo"/>
                <a:ea typeface="Menlo"/>
                <a:cs typeface="Menlo"/>
              </a:defRPr>
            </a:lvl1pPr>
            <a:lvl2pPr>
              <a:defRPr sz="1275" b="0">
                <a:solidFill>
                  <a:srgbClr val="D4D4D4"/>
                </a:solidFill>
                <a:latin typeface="Menlo"/>
                <a:ea typeface="Menlo"/>
                <a:cs typeface="Menlo"/>
              </a:defRPr>
            </a:lvl2pPr>
            <a:lvl3pPr>
              <a:defRPr sz="1275" b="0">
                <a:solidFill>
                  <a:srgbClr val="D4D4D4"/>
                </a:solidFill>
                <a:latin typeface="Menlo"/>
                <a:ea typeface="Menlo"/>
                <a:cs typeface="Menlo"/>
              </a:defRPr>
            </a:lvl3pPr>
            <a:lvl4pPr>
              <a:defRPr sz="1275" b="0">
                <a:solidFill>
                  <a:srgbClr val="D4D4D4"/>
                </a:solidFill>
                <a:latin typeface="Menlo"/>
                <a:ea typeface="Menlo"/>
                <a:cs typeface="Menlo"/>
              </a:defRPr>
            </a:lvl4pPr>
            <a:lvl5pPr>
              <a:defRPr sz="1275" b="0">
                <a:solidFill>
                  <a:srgbClr val="D4D4D4"/>
                </a:solidFill>
                <a:latin typeface="Menlo"/>
                <a:ea typeface="Menlo"/>
                <a:cs typeface="Menlo"/>
              </a:defRPr>
            </a:lvl5pPr>
            <a:lvl6pPr>
              <a:defRPr sz="1275" b="0">
                <a:solidFill>
                  <a:srgbClr val="D4D4D4"/>
                </a:solidFill>
                <a:latin typeface="Menlo"/>
                <a:ea typeface="Menlo"/>
                <a:cs typeface="Menlo"/>
              </a:defRPr>
            </a:lvl6pPr>
            <a:lvl7pPr>
              <a:defRPr sz="1275" b="0">
                <a:solidFill>
                  <a:srgbClr val="D4D4D4"/>
                </a:solidFill>
                <a:latin typeface="Menlo"/>
                <a:ea typeface="Menlo"/>
                <a:cs typeface="Menlo"/>
              </a:defRPr>
            </a:lvl7pPr>
            <a:lvl8pPr>
              <a:defRPr sz="1275" b="0">
                <a:solidFill>
                  <a:srgbClr val="D4D4D4"/>
                </a:solidFill>
                <a:latin typeface="Menlo"/>
                <a:ea typeface="Menlo"/>
                <a:cs typeface="Menlo"/>
              </a:defRPr>
            </a:lvl8pPr>
            <a:lvl9pPr>
              <a:defRPr sz="1275" b="0">
                <a:solidFill>
                  <a:srgbClr val="D4D4D4"/>
                </a:solidFill>
                <a:latin typeface="Menlo"/>
                <a:ea typeface="Menlo"/>
                <a:cs typeface="Menlo"/>
              </a:defRPr>
            </a:lvl9pPr>
          </a:lstStyle>
          <a:p>
            <a:pPr>
              <a:defRPr sz="1275" b="0">
                <a:solidFill>
                  <a:srgbClr val="D4D4D4"/>
                </a:solidFill>
                <a:latin typeface="Menlo"/>
                <a:ea typeface="Menlo"/>
                <a:cs typeface="Menlo"/>
              </a:defRPr>
            </a:pPr>
            <a:r>
              <a:rPr b="0">
                <a:solidFill>
                  <a:srgbClr val="D4D4D4"/>
                </a:solidFill>
                <a:latin typeface="Menlo"/>
                <a:ea typeface="Menlo"/>
                <a:cs typeface="Menlo"/>
              </a:rPr>
              <a:t>    </a:t>
            </a:r>
            <a:r>
              <a:rPr b="0">
                <a:solidFill>
                  <a:srgbClr val="C586C0"/>
                </a:solidFill>
                <a:latin typeface="Menlo"/>
                <a:ea typeface="Menlo"/>
                <a:cs typeface="Menlo"/>
              </a:rPr>
              <a:t>if</a:t>
            </a:r>
            <a:r>
              <a:rPr b="0">
                <a:solidFill>
                  <a:srgbClr val="D4D4D4"/>
                </a:solidFill>
                <a:latin typeface="Menlo"/>
                <a:ea typeface="Menlo"/>
                <a:cs typeface="Menlo"/>
              </a:rPr>
              <a:t> </a:t>
            </a:r>
            <a:r>
              <a:rPr b="0">
                <a:solidFill>
                  <a:srgbClr val="9CDCFE"/>
                </a:solidFill>
                <a:latin typeface="Menlo"/>
                <a:ea typeface="Menlo"/>
                <a:cs typeface="Menlo"/>
              </a:rPr>
              <a:t>ngx</a:t>
            </a:r>
            <a:r>
              <a:rPr b="0">
                <a:solidFill>
                  <a:srgbClr val="D4D4D4"/>
                </a:solidFill>
                <a:latin typeface="Menlo"/>
                <a:ea typeface="Menlo"/>
                <a:cs typeface="Menlo"/>
              </a:rPr>
              <a:t>.</a:t>
            </a:r>
            <a:r>
              <a:rPr b="0">
                <a:solidFill>
                  <a:srgbClr val="DCDCAA"/>
                </a:solidFill>
                <a:latin typeface="Menlo"/>
                <a:ea typeface="Menlo"/>
                <a:cs typeface="Menlo"/>
              </a:rPr>
              <a:t>get_phase</a:t>
            </a:r>
            <a:r>
              <a:rPr b="0">
                <a:solidFill>
                  <a:srgbClr val="D4D4D4"/>
                </a:solidFill>
                <a:latin typeface="Menlo"/>
                <a:ea typeface="Menlo"/>
                <a:cs typeface="Menlo"/>
              </a:rPr>
              <a:t>() ~= </a:t>
            </a:r>
            <a:r>
              <a:rPr b="0">
                <a:solidFill>
                  <a:srgbClr val="CE9178"/>
                </a:solidFill>
                <a:latin typeface="Menlo"/>
                <a:ea typeface="Menlo"/>
                <a:cs typeface="Menlo"/>
              </a:rPr>
              <a:t>"access" </a:t>
            </a:r>
            <a:r>
              <a:rPr b="0">
                <a:solidFill>
                  <a:srgbClr val="C586C0"/>
                </a:solidFill>
                <a:latin typeface="Menlo"/>
                <a:ea typeface="Menlo"/>
                <a:cs typeface="Menlo"/>
              </a:rPr>
              <a:t>then</a:t>
            </a:r>
            <a:r>
              <a:rPr b="0">
                <a:solidFill>
                  <a:srgbClr val="D4D4D4"/>
                </a:solidFill>
                <a:latin typeface="Menlo"/>
                <a:ea typeface="Menlo"/>
                <a:cs typeface="Menlo"/>
              </a:rPr>
              <a:t> </a:t>
            </a:r>
            <a:r>
              <a:rPr b="0">
                <a:solidFill>
                  <a:srgbClr val="C586C0"/>
                </a:solidFill>
                <a:latin typeface="Menlo"/>
                <a:ea typeface="Menlo"/>
                <a:cs typeface="Menlo"/>
              </a:rPr>
              <a:t>return</a:t>
            </a:r>
            <a:r>
              <a:rPr b="0">
                <a:solidFill>
                  <a:srgbClr val="D4D4D4"/>
                </a:solidFill>
                <a:latin typeface="Menlo"/>
                <a:ea typeface="Menlo"/>
                <a:cs typeface="Menlo"/>
              </a:rPr>
              <a:t> </a:t>
            </a:r>
            <a:r>
              <a:rPr b="0">
                <a:solidFill>
                  <a:srgbClr val="C586C0"/>
                </a:solidFill>
                <a:latin typeface="Menlo"/>
                <a:ea typeface="Menlo"/>
                <a:cs typeface="Menlo"/>
              </a:rPr>
              <a:t>end</a:t>
            </a:r>
          </a:p>
        </p:txBody>
      </p:sp>
      <p:sp>
        <p:nvSpPr>
          <p:cNvPr id="7" name="code-line-3">
            <a:extLst>
              <a:ext uri="{FF2B5EF4-FFF2-40B4-BE49-F238E27FC236}">
                <a16:creationId xmlns:a16="http://schemas.microsoft.com/office/drawing/2014/main" id="{5E390DAA-19EA-4690-88DE-B88C2CFDADB2}"/>
              </a:ext>
            </a:extLst>
          </p:cNvPr>
          <p:cNvSpPr>
            <a:spLocks noGrp="1"/>
          </p:cNvSpPr>
          <p:nvPr/>
        </p:nvSpPr>
        <p:spPr>
          <a:xfrm>
            <a:off x="790575" y="2365058"/>
            <a:ext cx="5505983" cy="239078"/>
          </a:xfrm>
          <a:prstGeom prst="rect">
            <a:avLst/>
          </a:prstGeom>
          <a:noFill/>
          <a:ln w="0">
            <a:noFill/>
          </a:ln>
        </p:spPr>
        <p:txBody>
          <a:bodyPr wrap="none" lIns="0" tIns="0" rIns="0" bIns="0">
            <a:noAutofit/>
          </a:bodyPr>
          <a:lstStyle>
            <a:defPPr>
              <a:defRPr sz="1275" b="0">
                <a:solidFill>
                  <a:srgbClr val="D4D4D4"/>
                </a:solidFill>
                <a:latin typeface="Menlo"/>
                <a:ea typeface="Menlo"/>
                <a:cs typeface="Menlo"/>
              </a:defRPr>
            </a:defPPr>
            <a:lvl1pPr>
              <a:defRPr sz="1275" b="0">
                <a:solidFill>
                  <a:srgbClr val="D4D4D4"/>
                </a:solidFill>
                <a:latin typeface="Menlo"/>
                <a:ea typeface="Menlo"/>
                <a:cs typeface="Menlo"/>
              </a:defRPr>
            </a:lvl1pPr>
            <a:lvl2pPr>
              <a:defRPr sz="1275" b="0">
                <a:solidFill>
                  <a:srgbClr val="D4D4D4"/>
                </a:solidFill>
                <a:latin typeface="Menlo"/>
                <a:ea typeface="Menlo"/>
                <a:cs typeface="Menlo"/>
              </a:defRPr>
            </a:lvl2pPr>
            <a:lvl3pPr>
              <a:defRPr sz="1275" b="0">
                <a:solidFill>
                  <a:srgbClr val="D4D4D4"/>
                </a:solidFill>
                <a:latin typeface="Menlo"/>
                <a:ea typeface="Menlo"/>
                <a:cs typeface="Menlo"/>
              </a:defRPr>
            </a:lvl3pPr>
            <a:lvl4pPr>
              <a:defRPr sz="1275" b="0">
                <a:solidFill>
                  <a:srgbClr val="D4D4D4"/>
                </a:solidFill>
                <a:latin typeface="Menlo"/>
                <a:ea typeface="Menlo"/>
                <a:cs typeface="Menlo"/>
              </a:defRPr>
            </a:lvl4pPr>
            <a:lvl5pPr>
              <a:defRPr sz="1275" b="0">
                <a:solidFill>
                  <a:srgbClr val="D4D4D4"/>
                </a:solidFill>
                <a:latin typeface="Menlo"/>
                <a:ea typeface="Menlo"/>
                <a:cs typeface="Menlo"/>
              </a:defRPr>
            </a:lvl5pPr>
            <a:lvl6pPr>
              <a:defRPr sz="1275" b="0">
                <a:solidFill>
                  <a:srgbClr val="D4D4D4"/>
                </a:solidFill>
                <a:latin typeface="Menlo"/>
                <a:ea typeface="Menlo"/>
                <a:cs typeface="Menlo"/>
              </a:defRPr>
            </a:lvl6pPr>
            <a:lvl7pPr>
              <a:defRPr sz="1275" b="0">
                <a:solidFill>
                  <a:srgbClr val="D4D4D4"/>
                </a:solidFill>
                <a:latin typeface="Menlo"/>
                <a:ea typeface="Menlo"/>
                <a:cs typeface="Menlo"/>
              </a:defRPr>
            </a:lvl7pPr>
            <a:lvl8pPr>
              <a:defRPr sz="1275" b="0">
                <a:solidFill>
                  <a:srgbClr val="D4D4D4"/>
                </a:solidFill>
                <a:latin typeface="Menlo"/>
                <a:ea typeface="Menlo"/>
                <a:cs typeface="Menlo"/>
              </a:defRPr>
            </a:lvl8pPr>
            <a:lvl9pPr>
              <a:defRPr sz="1275" b="0">
                <a:solidFill>
                  <a:srgbClr val="D4D4D4"/>
                </a:solidFill>
                <a:latin typeface="Menlo"/>
                <a:ea typeface="Menlo"/>
                <a:cs typeface="Menlo"/>
              </a:defRPr>
            </a:lvl9pPr>
          </a:lstStyle>
          <a:p>
            <a:pPr>
              <a:defRPr sz="1275" b="0">
                <a:solidFill>
                  <a:srgbClr val="D4D4D4"/>
                </a:solidFill>
                <a:latin typeface="Menlo"/>
                <a:ea typeface="Menlo"/>
                <a:cs typeface="Menlo"/>
              </a:defRPr>
            </a:pPr>
            <a:r>
              <a:rPr b="0">
                <a:solidFill>
                  <a:srgbClr val="D4D4D4"/>
                </a:solidFill>
                <a:latin typeface="Menlo"/>
                <a:ea typeface="Menlo"/>
                <a:cs typeface="Menlo"/>
              </a:rPr>
              <a:t>    </a:t>
            </a:r>
            <a:r>
              <a:rPr b="0">
                <a:solidFill>
                  <a:srgbClr val="569CD6"/>
                </a:solidFill>
                <a:latin typeface="Menlo"/>
                <a:ea typeface="Menlo"/>
                <a:cs typeface="Menlo"/>
              </a:rPr>
              <a:t>local</a:t>
            </a:r>
            <a:r>
              <a:rPr b="0">
                <a:solidFill>
                  <a:srgbClr val="D4D4D4"/>
                </a:solidFill>
                <a:latin typeface="Menlo"/>
                <a:ea typeface="Menlo"/>
                <a:cs typeface="Menlo"/>
              </a:rPr>
              <a:t> </a:t>
            </a:r>
            <a:r>
              <a:rPr b="0">
                <a:solidFill>
                  <a:srgbClr val="9CDCFE"/>
                </a:solidFill>
                <a:latin typeface="Menlo"/>
                <a:ea typeface="Menlo"/>
                <a:cs typeface="Menlo"/>
              </a:rPr>
              <a:t>target</a:t>
            </a:r>
            <a:r>
              <a:rPr b="0">
                <a:solidFill>
                  <a:srgbClr val="D4D4D4"/>
                </a:solidFill>
                <a:latin typeface="Menlo"/>
                <a:ea typeface="Menlo"/>
                <a:cs typeface="Menlo"/>
              </a:rPr>
              <a:t> = </a:t>
            </a:r>
            <a:r>
              <a:rPr b="0">
                <a:solidFill>
                  <a:srgbClr val="9CDCFE"/>
                </a:solidFill>
                <a:latin typeface="Menlo"/>
                <a:ea typeface="Menlo"/>
                <a:cs typeface="Menlo"/>
              </a:rPr>
              <a:t>ngx</a:t>
            </a:r>
            <a:r>
              <a:rPr b="0">
                <a:solidFill>
                  <a:srgbClr val="D4D4D4"/>
                </a:solidFill>
                <a:latin typeface="Menlo"/>
                <a:ea typeface="Menlo"/>
                <a:cs typeface="Menlo"/>
              </a:rPr>
              <a:t>.</a:t>
            </a:r>
            <a:r>
              <a:rPr b="0">
                <a:solidFill>
                  <a:srgbClr val="4EC9B0"/>
                </a:solidFill>
                <a:latin typeface="Menlo"/>
                <a:ea typeface="Menlo"/>
                <a:cs typeface="Menlo"/>
              </a:rPr>
              <a:t>req</a:t>
            </a:r>
            <a:r>
              <a:rPr b="0">
                <a:solidFill>
                  <a:srgbClr val="D4D4D4"/>
                </a:solidFill>
                <a:latin typeface="Menlo"/>
                <a:ea typeface="Menlo"/>
                <a:cs typeface="Menlo"/>
              </a:rPr>
              <a:t>.</a:t>
            </a:r>
            <a:r>
              <a:rPr b="0">
                <a:solidFill>
                  <a:srgbClr val="DCDCAA"/>
                </a:solidFill>
                <a:latin typeface="Menlo"/>
                <a:ea typeface="Menlo"/>
                <a:cs typeface="Menlo"/>
              </a:rPr>
              <a:t>get_headers</a:t>
            </a:r>
            <a:r>
              <a:rPr b="0">
                <a:solidFill>
                  <a:srgbClr val="D4D4D4"/>
                </a:solidFill>
                <a:latin typeface="Menlo"/>
                <a:ea typeface="Menlo"/>
                <a:cs typeface="Menlo"/>
              </a:rPr>
              <a:t>()[</a:t>
            </a:r>
            <a:r>
              <a:rPr b="0">
                <a:solidFill>
                  <a:srgbClr val="CE9178"/>
                </a:solidFill>
                <a:latin typeface="Menlo"/>
                <a:ea typeface="Menlo"/>
                <a:cs typeface="Menlo"/>
              </a:rPr>
              <a:t>"x-amz-target"</a:t>
            </a:r>
            <a:r>
              <a:rPr b="0">
                <a:solidFill>
                  <a:srgbClr val="D4D4D4"/>
                </a:solidFill>
                <a:latin typeface="Menlo"/>
                <a:ea typeface="Menlo"/>
                <a:cs typeface="Menlo"/>
              </a:rPr>
              <a:t>]</a:t>
            </a:r>
          </a:p>
        </p:txBody>
      </p:sp>
      <p:sp>
        <p:nvSpPr>
          <p:cNvPr id="8" name="code-line-4">
            <a:extLst>
              <a:ext uri="{FF2B5EF4-FFF2-40B4-BE49-F238E27FC236}">
                <a16:creationId xmlns:a16="http://schemas.microsoft.com/office/drawing/2014/main" id="{616E671D-9D95-4AA7-A366-A91F40EE7C4F}"/>
              </a:ext>
            </a:extLst>
          </p:cNvPr>
          <p:cNvSpPr>
            <a:spLocks noGrp="1"/>
          </p:cNvSpPr>
          <p:nvPr/>
        </p:nvSpPr>
        <p:spPr>
          <a:xfrm>
            <a:off x="790575" y="2575560"/>
            <a:ext cx="5408343" cy="239078"/>
          </a:xfrm>
          <a:prstGeom prst="rect">
            <a:avLst/>
          </a:prstGeom>
          <a:noFill/>
          <a:ln w="0">
            <a:noFill/>
          </a:ln>
        </p:spPr>
        <p:txBody>
          <a:bodyPr wrap="none" lIns="0" tIns="0" rIns="0" bIns="0">
            <a:noAutofit/>
          </a:bodyPr>
          <a:lstStyle>
            <a:defPPr>
              <a:defRPr sz="1275" b="0">
                <a:solidFill>
                  <a:srgbClr val="D4D4D4"/>
                </a:solidFill>
                <a:latin typeface="Menlo"/>
                <a:ea typeface="Menlo"/>
                <a:cs typeface="Menlo"/>
              </a:defRPr>
            </a:defPPr>
            <a:lvl1pPr>
              <a:defRPr sz="1275" b="0">
                <a:solidFill>
                  <a:srgbClr val="D4D4D4"/>
                </a:solidFill>
                <a:latin typeface="Menlo"/>
                <a:ea typeface="Menlo"/>
                <a:cs typeface="Menlo"/>
              </a:defRPr>
            </a:lvl1pPr>
            <a:lvl2pPr>
              <a:defRPr sz="1275" b="0">
                <a:solidFill>
                  <a:srgbClr val="D4D4D4"/>
                </a:solidFill>
                <a:latin typeface="Menlo"/>
                <a:ea typeface="Menlo"/>
                <a:cs typeface="Menlo"/>
              </a:defRPr>
            </a:lvl2pPr>
            <a:lvl3pPr>
              <a:defRPr sz="1275" b="0">
                <a:solidFill>
                  <a:srgbClr val="D4D4D4"/>
                </a:solidFill>
                <a:latin typeface="Menlo"/>
                <a:ea typeface="Menlo"/>
                <a:cs typeface="Menlo"/>
              </a:defRPr>
            </a:lvl3pPr>
            <a:lvl4pPr>
              <a:defRPr sz="1275" b="0">
                <a:solidFill>
                  <a:srgbClr val="D4D4D4"/>
                </a:solidFill>
                <a:latin typeface="Menlo"/>
                <a:ea typeface="Menlo"/>
                <a:cs typeface="Menlo"/>
              </a:defRPr>
            </a:lvl4pPr>
            <a:lvl5pPr>
              <a:defRPr sz="1275" b="0">
                <a:solidFill>
                  <a:srgbClr val="D4D4D4"/>
                </a:solidFill>
                <a:latin typeface="Menlo"/>
                <a:ea typeface="Menlo"/>
                <a:cs typeface="Menlo"/>
              </a:defRPr>
            </a:lvl5pPr>
            <a:lvl6pPr>
              <a:defRPr sz="1275" b="0">
                <a:solidFill>
                  <a:srgbClr val="D4D4D4"/>
                </a:solidFill>
                <a:latin typeface="Menlo"/>
                <a:ea typeface="Menlo"/>
                <a:cs typeface="Menlo"/>
              </a:defRPr>
            </a:lvl6pPr>
            <a:lvl7pPr>
              <a:defRPr sz="1275" b="0">
                <a:solidFill>
                  <a:srgbClr val="D4D4D4"/>
                </a:solidFill>
                <a:latin typeface="Menlo"/>
                <a:ea typeface="Menlo"/>
                <a:cs typeface="Menlo"/>
              </a:defRPr>
            </a:lvl7pPr>
            <a:lvl8pPr>
              <a:defRPr sz="1275" b="0">
                <a:solidFill>
                  <a:srgbClr val="D4D4D4"/>
                </a:solidFill>
                <a:latin typeface="Menlo"/>
                <a:ea typeface="Menlo"/>
                <a:cs typeface="Menlo"/>
              </a:defRPr>
            </a:lvl8pPr>
            <a:lvl9pPr>
              <a:defRPr sz="1275" b="0">
                <a:solidFill>
                  <a:srgbClr val="D4D4D4"/>
                </a:solidFill>
                <a:latin typeface="Menlo"/>
                <a:ea typeface="Menlo"/>
                <a:cs typeface="Menlo"/>
              </a:defRPr>
            </a:lvl9pPr>
          </a:lstStyle>
          <a:p>
            <a:pPr>
              <a:defRPr sz="1275"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C586C0"/>
                </a:solidFill>
                <a:latin typeface="Menlo"/>
                <a:ea typeface="Menlo"/>
                <a:cs typeface="Menlo"/>
              </a:rPr>
              <a:t>if</a:t>
            </a:r>
            <a:r>
              <a:rPr b="0" dirty="0">
                <a:solidFill>
                  <a:srgbClr val="D4D4D4"/>
                </a:solidFill>
                <a:latin typeface="Menlo"/>
                <a:ea typeface="Menlo"/>
                <a:cs typeface="Menlo"/>
              </a:rPr>
              <a:t> </a:t>
            </a:r>
            <a:r>
              <a:rPr b="0" dirty="0">
                <a:solidFill>
                  <a:srgbClr val="9CDCFE"/>
                </a:solidFill>
                <a:latin typeface="Menlo"/>
                <a:ea typeface="Menlo"/>
                <a:cs typeface="Menlo"/>
              </a:rPr>
              <a:t>target</a:t>
            </a:r>
            <a:r>
              <a:rPr b="0" dirty="0">
                <a:solidFill>
                  <a:srgbClr val="D4D4D4"/>
                </a:solidFill>
                <a:latin typeface="Menlo"/>
                <a:ea typeface="Menlo"/>
                <a:cs typeface="Menlo"/>
              </a:rPr>
              <a:t> == </a:t>
            </a:r>
            <a:r>
              <a:rPr b="0" dirty="0">
                <a:solidFill>
                  <a:srgbClr val="CE9178"/>
                </a:solidFill>
                <a:latin typeface="Menlo"/>
                <a:ea typeface="Menlo"/>
                <a:cs typeface="Menlo"/>
              </a:rPr>
              <a:t>"DynamoDB_20120810.TransactWriteItems"</a:t>
            </a:r>
          </a:p>
        </p:txBody>
      </p:sp>
      <p:sp>
        <p:nvSpPr>
          <p:cNvPr id="9" name="code-line-5">
            <a:extLst>
              <a:ext uri="{FF2B5EF4-FFF2-40B4-BE49-F238E27FC236}">
                <a16:creationId xmlns:a16="http://schemas.microsoft.com/office/drawing/2014/main" id="{0618D406-81A6-403E-BC4A-BA9AF6AD2E6E}"/>
              </a:ext>
            </a:extLst>
          </p:cNvPr>
          <p:cNvSpPr>
            <a:spLocks noGrp="1"/>
          </p:cNvSpPr>
          <p:nvPr/>
        </p:nvSpPr>
        <p:spPr>
          <a:xfrm>
            <a:off x="790575" y="2786063"/>
            <a:ext cx="2967323" cy="239078"/>
          </a:xfrm>
          <a:prstGeom prst="rect">
            <a:avLst/>
          </a:prstGeom>
          <a:noFill/>
          <a:ln w="0">
            <a:noFill/>
          </a:ln>
        </p:spPr>
        <p:txBody>
          <a:bodyPr wrap="none" lIns="0" tIns="0" rIns="0" bIns="0">
            <a:noAutofit/>
          </a:bodyPr>
          <a:lstStyle>
            <a:defPPr>
              <a:defRPr sz="1275" b="0">
                <a:solidFill>
                  <a:srgbClr val="D4D4D4"/>
                </a:solidFill>
                <a:latin typeface="Menlo"/>
                <a:ea typeface="Menlo"/>
                <a:cs typeface="Menlo"/>
              </a:defRPr>
            </a:defPPr>
            <a:lvl1pPr>
              <a:defRPr sz="1275" b="0">
                <a:solidFill>
                  <a:srgbClr val="D4D4D4"/>
                </a:solidFill>
                <a:latin typeface="Menlo"/>
                <a:ea typeface="Menlo"/>
                <a:cs typeface="Menlo"/>
              </a:defRPr>
            </a:lvl1pPr>
            <a:lvl2pPr>
              <a:defRPr sz="1275" b="0">
                <a:solidFill>
                  <a:srgbClr val="D4D4D4"/>
                </a:solidFill>
                <a:latin typeface="Menlo"/>
                <a:ea typeface="Menlo"/>
                <a:cs typeface="Menlo"/>
              </a:defRPr>
            </a:lvl2pPr>
            <a:lvl3pPr>
              <a:defRPr sz="1275" b="0">
                <a:solidFill>
                  <a:srgbClr val="D4D4D4"/>
                </a:solidFill>
                <a:latin typeface="Menlo"/>
                <a:ea typeface="Menlo"/>
                <a:cs typeface="Menlo"/>
              </a:defRPr>
            </a:lvl3pPr>
            <a:lvl4pPr>
              <a:defRPr sz="1275" b="0">
                <a:solidFill>
                  <a:srgbClr val="D4D4D4"/>
                </a:solidFill>
                <a:latin typeface="Menlo"/>
                <a:ea typeface="Menlo"/>
                <a:cs typeface="Menlo"/>
              </a:defRPr>
            </a:lvl4pPr>
            <a:lvl5pPr>
              <a:defRPr sz="1275" b="0">
                <a:solidFill>
                  <a:srgbClr val="D4D4D4"/>
                </a:solidFill>
                <a:latin typeface="Menlo"/>
                <a:ea typeface="Menlo"/>
                <a:cs typeface="Menlo"/>
              </a:defRPr>
            </a:lvl5pPr>
            <a:lvl6pPr>
              <a:defRPr sz="1275" b="0">
                <a:solidFill>
                  <a:srgbClr val="D4D4D4"/>
                </a:solidFill>
                <a:latin typeface="Menlo"/>
                <a:ea typeface="Menlo"/>
                <a:cs typeface="Menlo"/>
              </a:defRPr>
            </a:lvl6pPr>
            <a:lvl7pPr>
              <a:defRPr sz="1275" b="0">
                <a:solidFill>
                  <a:srgbClr val="D4D4D4"/>
                </a:solidFill>
                <a:latin typeface="Menlo"/>
                <a:ea typeface="Menlo"/>
                <a:cs typeface="Menlo"/>
              </a:defRPr>
            </a:lvl7pPr>
            <a:lvl8pPr>
              <a:defRPr sz="1275" b="0">
                <a:solidFill>
                  <a:srgbClr val="D4D4D4"/>
                </a:solidFill>
                <a:latin typeface="Menlo"/>
                <a:ea typeface="Menlo"/>
                <a:cs typeface="Menlo"/>
              </a:defRPr>
            </a:lvl8pPr>
            <a:lvl9pPr>
              <a:defRPr sz="1275" b="0">
                <a:solidFill>
                  <a:srgbClr val="D4D4D4"/>
                </a:solidFill>
                <a:latin typeface="Menlo"/>
                <a:ea typeface="Menlo"/>
                <a:cs typeface="Menlo"/>
              </a:defRPr>
            </a:lvl9pPr>
          </a:lstStyle>
          <a:p>
            <a:pPr>
              <a:defRPr sz="1275" b="0">
                <a:solidFill>
                  <a:srgbClr val="D4D4D4"/>
                </a:solidFill>
                <a:latin typeface="Menlo"/>
                <a:ea typeface="Menlo"/>
                <a:cs typeface="Menlo"/>
              </a:defRPr>
            </a:pPr>
            <a:r>
              <a:rPr b="0" dirty="0">
                <a:solidFill>
                  <a:srgbClr val="D4D4D4"/>
                </a:solidFill>
                <a:latin typeface="Menlo"/>
                <a:ea typeface="Menlo"/>
                <a:cs typeface="Menlo"/>
              </a:rPr>
              <a:t>        and </a:t>
            </a:r>
            <a:r>
              <a:rPr b="0" dirty="0">
                <a:solidFill>
                  <a:srgbClr val="9CDCFE"/>
                </a:solidFill>
                <a:latin typeface="Menlo"/>
                <a:ea typeface="Menlo"/>
                <a:cs typeface="Menlo"/>
              </a:rPr>
              <a:t>remaining</a:t>
            </a:r>
            <a:r>
              <a:rPr b="0" dirty="0">
                <a:solidFill>
                  <a:srgbClr val="D4D4D4"/>
                </a:solidFill>
                <a:latin typeface="Menlo"/>
                <a:ea typeface="Menlo"/>
                <a:cs typeface="Menlo"/>
              </a:rPr>
              <a:t> &gt; </a:t>
            </a:r>
            <a:r>
              <a:rPr b="0" dirty="0">
                <a:solidFill>
                  <a:srgbClr val="B5CEA8"/>
                </a:solidFill>
                <a:latin typeface="Menlo"/>
                <a:ea typeface="Menlo"/>
                <a:cs typeface="Menlo"/>
              </a:rPr>
              <a:t>0</a:t>
            </a:r>
            <a:r>
              <a:rPr b="0" dirty="0">
                <a:solidFill>
                  <a:srgbClr val="D4D4D4"/>
                </a:solidFill>
                <a:latin typeface="Menlo"/>
                <a:ea typeface="Menlo"/>
                <a:cs typeface="Menlo"/>
              </a:rPr>
              <a:t> </a:t>
            </a:r>
            <a:r>
              <a:rPr b="0" dirty="0">
                <a:solidFill>
                  <a:srgbClr val="C586C0"/>
                </a:solidFill>
                <a:latin typeface="Menlo"/>
                <a:ea typeface="Menlo"/>
                <a:cs typeface="Menlo"/>
              </a:rPr>
              <a:t>then</a:t>
            </a:r>
          </a:p>
        </p:txBody>
      </p:sp>
      <p:sp>
        <p:nvSpPr>
          <p:cNvPr id="10" name="code-line-6">
            <a:extLst>
              <a:ext uri="{FF2B5EF4-FFF2-40B4-BE49-F238E27FC236}">
                <a16:creationId xmlns:a16="http://schemas.microsoft.com/office/drawing/2014/main" id="{9E895F29-04BE-454B-82A1-250A6F39829E}"/>
              </a:ext>
            </a:extLst>
          </p:cNvPr>
          <p:cNvSpPr>
            <a:spLocks noGrp="1"/>
          </p:cNvSpPr>
          <p:nvPr/>
        </p:nvSpPr>
        <p:spPr>
          <a:xfrm>
            <a:off x="790575" y="2996565"/>
            <a:ext cx="3260246" cy="239078"/>
          </a:xfrm>
          <a:prstGeom prst="rect">
            <a:avLst/>
          </a:prstGeom>
          <a:noFill/>
          <a:ln w="0">
            <a:noFill/>
          </a:ln>
        </p:spPr>
        <p:txBody>
          <a:bodyPr wrap="none" lIns="0" tIns="0" rIns="0" bIns="0">
            <a:noAutofit/>
          </a:bodyPr>
          <a:lstStyle>
            <a:defPPr>
              <a:defRPr sz="1275" b="0">
                <a:solidFill>
                  <a:srgbClr val="D4D4D4"/>
                </a:solidFill>
                <a:latin typeface="Menlo"/>
                <a:ea typeface="Menlo"/>
                <a:cs typeface="Menlo"/>
              </a:defRPr>
            </a:defPPr>
            <a:lvl1pPr>
              <a:defRPr sz="1275" b="0">
                <a:solidFill>
                  <a:srgbClr val="D4D4D4"/>
                </a:solidFill>
                <a:latin typeface="Menlo"/>
                <a:ea typeface="Menlo"/>
                <a:cs typeface="Menlo"/>
              </a:defRPr>
            </a:lvl1pPr>
            <a:lvl2pPr>
              <a:defRPr sz="1275" b="0">
                <a:solidFill>
                  <a:srgbClr val="D4D4D4"/>
                </a:solidFill>
                <a:latin typeface="Menlo"/>
                <a:ea typeface="Menlo"/>
                <a:cs typeface="Menlo"/>
              </a:defRPr>
            </a:lvl2pPr>
            <a:lvl3pPr>
              <a:defRPr sz="1275" b="0">
                <a:solidFill>
                  <a:srgbClr val="D4D4D4"/>
                </a:solidFill>
                <a:latin typeface="Menlo"/>
                <a:ea typeface="Menlo"/>
                <a:cs typeface="Menlo"/>
              </a:defRPr>
            </a:lvl3pPr>
            <a:lvl4pPr>
              <a:defRPr sz="1275" b="0">
                <a:solidFill>
                  <a:srgbClr val="D4D4D4"/>
                </a:solidFill>
                <a:latin typeface="Menlo"/>
                <a:ea typeface="Menlo"/>
                <a:cs typeface="Menlo"/>
              </a:defRPr>
            </a:lvl4pPr>
            <a:lvl5pPr>
              <a:defRPr sz="1275" b="0">
                <a:solidFill>
                  <a:srgbClr val="D4D4D4"/>
                </a:solidFill>
                <a:latin typeface="Menlo"/>
                <a:ea typeface="Menlo"/>
                <a:cs typeface="Menlo"/>
              </a:defRPr>
            </a:lvl5pPr>
            <a:lvl6pPr>
              <a:defRPr sz="1275" b="0">
                <a:solidFill>
                  <a:srgbClr val="D4D4D4"/>
                </a:solidFill>
                <a:latin typeface="Menlo"/>
                <a:ea typeface="Menlo"/>
                <a:cs typeface="Menlo"/>
              </a:defRPr>
            </a:lvl6pPr>
            <a:lvl7pPr>
              <a:defRPr sz="1275" b="0">
                <a:solidFill>
                  <a:srgbClr val="D4D4D4"/>
                </a:solidFill>
                <a:latin typeface="Menlo"/>
                <a:ea typeface="Menlo"/>
                <a:cs typeface="Menlo"/>
              </a:defRPr>
            </a:lvl7pPr>
            <a:lvl8pPr>
              <a:defRPr sz="1275" b="0">
                <a:solidFill>
                  <a:srgbClr val="D4D4D4"/>
                </a:solidFill>
                <a:latin typeface="Menlo"/>
                <a:ea typeface="Menlo"/>
                <a:cs typeface="Menlo"/>
              </a:defRPr>
            </a:lvl8pPr>
            <a:lvl9pPr>
              <a:defRPr sz="1275" b="0">
                <a:solidFill>
                  <a:srgbClr val="D4D4D4"/>
                </a:solidFill>
                <a:latin typeface="Menlo"/>
                <a:ea typeface="Menlo"/>
                <a:cs typeface="Menlo"/>
              </a:defRPr>
            </a:lvl9pPr>
          </a:lstStyle>
          <a:p>
            <a:pPr>
              <a:defRPr sz="1275"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9CDCFE"/>
                </a:solidFill>
                <a:latin typeface="Menlo"/>
                <a:ea typeface="Menlo"/>
                <a:cs typeface="Menlo"/>
              </a:rPr>
              <a:t>remaining</a:t>
            </a:r>
            <a:r>
              <a:rPr b="0" dirty="0">
                <a:solidFill>
                  <a:srgbClr val="D4D4D4"/>
                </a:solidFill>
                <a:latin typeface="Menlo"/>
                <a:ea typeface="Menlo"/>
                <a:cs typeface="Menlo"/>
              </a:rPr>
              <a:t> = </a:t>
            </a:r>
            <a:r>
              <a:rPr b="0" dirty="0">
                <a:solidFill>
                  <a:srgbClr val="9CDCFE"/>
                </a:solidFill>
                <a:latin typeface="Menlo"/>
                <a:ea typeface="Menlo"/>
                <a:cs typeface="Menlo"/>
              </a:rPr>
              <a:t>remaining</a:t>
            </a:r>
            <a:r>
              <a:rPr b="0" dirty="0">
                <a:solidFill>
                  <a:srgbClr val="D4D4D4"/>
                </a:solidFill>
                <a:latin typeface="Menlo"/>
                <a:ea typeface="Menlo"/>
                <a:cs typeface="Menlo"/>
              </a:rPr>
              <a:t> - </a:t>
            </a:r>
            <a:r>
              <a:rPr b="0" dirty="0">
                <a:solidFill>
                  <a:srgbClr val="B5CEA8"/>
                </a:solidFill>
                <a:latin typeface="Menlo"/>
                <a:ea typeface="Menlo"/>
                <a:cs typeface="Menlo"/>
              </a:rPr>
              <a:t>1</a:t>
            </a:r>
          </a:p>
        </p:txBody>
      </p:sp>
      <p:sp>
        <p:nvSpPr>
          <p:cNvPr id="11" name="code-line-7">
            <a:extLst>
              <a:ext uri="{FF2B5EF4-FFF2-40B4-BE49-F238E27FC236}">
                <a16:creationId xmlns:a16="http://schemas.microsoft.com/office/drawing/2014/main" id="{B5E90087-2058-4724-9290-42DBE61E7F20}"/>
              </a:ext>
            </a:extLst>
          </p:cNvPr>
          <p:cNvSpPr>
            <a:spLocks noGrp="1"/>
          </p:cNvSpPr>
          <p:nvPr/>
        </p:nvSpPr>
        <p:spPr>
          <a:xfrm>
            <a:off x="790575" y="3207068"/>
            <a:ext cx="2381479" cy="239078"/>
          </a:xfrm>
          <a:prstGeom prst="rect">
            <a:avLst/>
          </a:prstGeom>
          <a:noFill/>
          <a:ln w="0">
            <a:noFill/>
          </a:ln>
        </p:spPr>
        <p:txBody>
          <a:bodyPr wrap="none" lIns="0" tIns="0" rIns="0" bIns="0">
            <a:noAutofit/>
          </a:bodyPr>
          <a:lstStyle>
            <a:defPPr>
              <a:defRPr sz="1275" b="0">
                <a:solidFill>
                  <a:srgbClr val="D4D4D4"/>
                </a:solidFill>
                <a:latin typeface="Menlo"/>
                <a:ea typeface="Menlo"/>
                <a:cs typeface="Menlo"/>
              </a:defRPr>
            </a:defPPr>
            <a:lvl1pPr>
              <a:defRPr sz="1275" b="0">
                <a:solidFill>
                  <a:srgbClr val="D4D4D4"/>
                </a:solidFill>
                <a:latin typeface="Menlo"/>
                <a:ea typeface="Menlo"/>
                <a:cs typeface="Menlo"/>
              </a:defRPr>
            </a:lvl1pPr>
            <a:lvl2pPr>
              <a:defRPr sz="1275" b="0">
                <a:solidFill>
                  <a:srgbClr val="D4D4D4"/>
                </a:solidFill>
                <a:latin typeface="Menlo"/>
                <a:ea typeface="Menlo"/>
                <a:cs typeface="Menlo"/>
              </a:defRPr>
            </a:lvl2pPr>
            <a:lvl3pPr>
              <a:defRPr sz="1275" b="0">
                <a:solidFill>
                  <a:srgbClr val="D4D4D4"/>
                </a:solidFill>
                <a:latin typeface="Menlo"/>
                <a:ea typeface="Menlo"/>
                <a:cs typeface="Menlo"/>
              </a:defRPr>
            </a:lvl3pPr>
            <a:lvl4pPr>
              <a:defRPr sz="1275" b="0">
                <a:solidFill>
                  <a:srgbClr val="D4D4D4"/>
                </a:solidFill>
                <a:latin typeface="Menlo"/>
                <a:ea typeface="Menlo"/>
                <a:cs typeface="Menlo"/>
              </a:defRPr>
            </a:lvl4pPr>
            <a:lvl5pPr>
              <a:defRPr sz="1275" b="0">
                <a:solidFill>
                  <a:srgbClr val="D4D4D4"/>
                </a:solidFill>
                <a:latin typeface="Menlo"/>
                <a:ea typeface="Menlo"/>
                <a:cs typeface="Menlo"/>
              </a:defRPr>
            </a:lvl5pPr>
            <a:lvl6pPr>
              <a:defRPr sz="1275" b="0">
                <a:solidFill>
                  <a:srgbClr val="D4D4D4"/>
                </a:solidFill>
                <a:latin typeface="Menlo"/>
                <a:ea typeface="Menlo"/>
                <a:cs typeface="Menlo"/>
              </a:defRPr>
            </a:lvl6pPr>
            <a:lvl7pPr>
              <a:defRPr sz="1275" b="0">
                <a:solidFill>
                  <a:srgbClr val="D4D4D4"/>
                </a:solidFill>
                <a:latin typeface="Menlo"/>
                <a:ea typeface="Menlo"/>
                <a:cs typeface="Menlo"/>
              </a:defRPr>
            </a:lvl7pPr>
            <a:lvl8pPr>
              <a:defRPr sz="1275" b="0">
                <a:solidFill>
                  <a:srgbClr val="D4D4D4"/>
                </a:solidFill>
                <a:latin typeface="Menlo"/>
                <a:ea typeface="Menlo"/>
                <a:cs typeface="Menlo"/>
              </a:defRPr>
            </a:lvl8pPr>
            <a:lvl9pPr>
              <a:defRPr sz="1275" b="0">
                <a:solidFill>
                  <a:srgbClr val="D4D4D4"/>
                </a:solidFill>
                <a:latin typeface="Menlo"/>
                <a:ea typeface="Menlo"/>
                <a:cs typeface="Menlo"/>
              </a:defRPr>
            </a:lvl9pPr>
          </a:lstStyle>
          <a:p>
            <a:pPr>
              <a:defRPr sz="1275" b="0">
                <a:solidFill>
                  <a:srgbClr val="D4D4D4"/>
                </a:solidFill>
                <a:latin typeface="Menlo"/>
                <a:ea typeface="Menlo"/>
                <a:cs typeface="Menlo"/>
              </a:defRPr>
            </a:pPr>
            <a:r>
              <a:rPr b="0" dirty="0">
                <a:solidFill>
                  <a:srgbClr val="D4D4D4"/>
                </a:solidFill>
                <a:latin typeface="Menlo"/>
                <a:ea typeface="Menlo"/>
                <a:cs typeface="Menlo"/>
              </a:rPr>
              <a:t>        </a:t>
            </a:r>
            <a:r>
              <a:rPr b="0" dirty="0" err="1">
                <a:solidFill>
                  <a:srgbClr val="9CDCFE"/>
                </a:solidFill>
                <a:latin typeface="Menlo"/>
                <a:ea typeface="Menlo"/>
                <a:cs typeface="Menlo"/>
              </a:rPr>
              <a:t>ngx</a:t>
            </a:r>
            <a:r>
              <a:rPr b="0" dirty="0" err="1">
                <a:solidFill>
                  <a:srgbClr val="D4D4D4"/>
                </a:solidFill>
                <a:latin typeface="Menlo"/>
                <a:ea typeface="Menlo"/>
                <a:cs typeface="Menlo"/>
              </a:rPr>
              <a:t>.</a:t>
            </a:r>
            <a:r>
              <a:rPr b="0" dirty="0" err="1">
                <a:solidFill>
                  <a:srgbClr val="4EC9B0"/>
                </a:solidFill>
                <a:latin typeface="Menlo"/>
                <a:ea typeface="Menlo"/>
                <a:cs typeface="Menlo"/>
              </a:rPr>
              <a:t>status</a:t>
            </a:r>
            <a:r>
              <a:rPr b="0" dirty="0">
                <a:solidFill>
                  <a:srgbClr val="D4D4D4"/>
                </a:solidFill>
                <a:latin typeface="Menlo"/>
                <a:ea typeface="Menlo"/>
                <a:cs typeface="Menlo"/>
              </a:rPr>
              <a:t> = </a:t>
            </a:r>
            <a:r>
              <a:rPr b="0" dirty="0">
                <a:solidFill>
                  <a:srgbClr val="B5CEA8"/>
                </a:solidFill>
                <a:latin typeface="Menlo"/>
                <a:ea typeface="Menlo"/>
                <a:cs typeface="Menlo"/>
              </a:rPr>
              <a:t>500</a:t>
            </a:r>
          </a:p>
        </p:txBody>
      </p:sp>
      <p:sp>
        <p:nvSpPr>
          <p:cNvPr id="12" name="code-line-8">
            <a:extLst>
              <a:ext uri="{FF2B5EF4-FFF2-40B4-BE49-F238E27FC236}">
                <a16:creationId xmlns:a16="http://schemas.microsoft.com/office/drawing/2014/main" id="{3C10244F-6BE5-4667-9998-FFB91FC78216}"/>
              </a:ext>
            </a:extLst>
          </p:cNvPr>
          <p:cNvSpPr>
            <a:spLocks noGrp="1"/>
          </p:cNvSpPr>
          <p:nvPr/>
        </p:nvSpPr>
        <p:spPr>
          <a:xfrm>
            <a:off x="790575" y="3417570"/>
            <a:ext cx="6091828" cy="239078"/>
          </a:xfrm>
          <a:prstGeom prst="rect">
            <a:avLst/>
          </a:prstGeom>
          <a:noFill/>
          <a:ln w="0">
            <a:noFill/>
          </a:ln>
        </p:spPr>
        <p:txBody>
          <a:bodyPr wrap="none" lIns="0" tIns="0" rIns="0" bIns="0">
            <a:noAutofit/>
          </a:bodyPr>
          <a:lstStyle>
            <a:defPPr>
              <a:defRPr sz="1275" b="0">
                <a:solidFill>
                  <a:srgbClr val="D4D4D4"/>
                </a:solidFill>
                <a:latin typeface="Menlo"/>
                <a:ea typeface="Menlo"/>
                <a:cs typeface="Menlo"/>
              </a:defRPr>
            </a:defPPr>
            <a:lvl1pPr>
              <a:defRPr sz="1275" b="0">
                <a:solidFill>
                  <a:srgbClr val="D4D4D4"/>
                </a:solidFill>
                <a:latin typeface="Menlo"/>
                <a:ea typeface="Menlo"/>
                <a:cs typeface="Menlo"/>
              </a:defRPr>
            </a:lvl1pPr>
            <a:lvl2pPr>
              <a:defRPr sz="1275" b="0">
                <a:solidFill>
                  <a:srgbClr val="D4D4D4"/>
                </a:solidFill>
                <a:latin typeface="Menlo"/>
                <a:ea typeface="Menlo"/>
                <a:cs typeface="Menlo"/>
              </a:defRPr>
            </a:lvl2pPr>
            <a:lvl3pPr>
              <a:defRPr sz="1275" b="0">
                <a:solidFill>
                  <a:srgbClr val="D4D4D4"/>
                </a:solidFill>
                <a:latin typeface="Menlo"/>
                <a:ea typeface="Menlo"/>
                <a:cs typeface="Menlo"/>
              </a:defRPr>
            </a:lvl3pPr>
            <a:lvl4pPr>
              <a:defRPr sz="1275" b="0">
                <a:solidFill>
                  <a:srgbClr val="D4D4D4"/>
                </a:solidFill>
                <a:latin typeface="Menlo"/>
                <a:ea typeface="Menlo"/>
                <a:cs typeface="Menlo"/>
              </a:defRPr>
            </a:lvl4pPr>
            <a:lvl5pPr>
              <a:defRPr sz="1275" b="0">
                <a:solidFill>
                  <a:srgbClr val="D4D4D4"/>
                </a:solidFill>
                <a:latin typeface="Menlo"/>
                <a:ea typeface="Menlo"/>
                <a:cs typeface="Menlo"/>
              </a:defRPr>
            </a:lvl5pPr>
            <a:lvl6pPr>
              <a:defRPr sz="1275" b="0">
                <a:solidFill>
                  <a:srgbClr val="D4D4D4"/>
                </a:solidFill>
                <a:latin typeface="Menlo"/>
                <a:ea typeface="Menlo"/>
                <a:cs typeface="Menlo"/>
              </a:defRPr>
            </a:lvl6pPr>
            <a:lvl7pPr>
              <a:defRPr sz="1275" b="0">
                <a:solidFill>
                  <a:srgbClr val="D4D4D4"/>
                </a:solidFill>
                <a:latin typeface="Menlo"/>
                <a:ea typeface="Menlo"/>
                <a:cs typeface="Menlo"/>
              </a:defRPr>
            </a:lvl7pPr>
            <a:lvl8pPr>
              <a:defRPr sz="1275" b="0">
                <a:solidFill>
                  <a:srgbClr val="D4D4D4"/>
                </a:solidFill>
                <a:latin typeface="Menlo"/>
                <a:ea typeface="Menlo"/>
                <a:cs typeface="Menlo"/>
              </a:defRPr>
            </a:lvl8pPr>
            <a:lvl9pPr>
              <a:defRPr sz="1275" b="0">
                <a:solidFill>
                  <a:srgbClr val="D4D4D4"/>
                </a:solidFill>
                <a:latin typeface="Menlo"/>
                <a:ea typeface="Menlo"/>
                <a:cs typeface="Menlo"/>
              </a:defRPr>
            </a:lvl9pPr>
          </a:lstStyle>
          <a:p>
            <a:pPr>
              <a:defRPr sz="1275" b="0">
                <a:solidFill>
                  <a:srgbClr val="D4D4D4"/>
                </a:solidFill>
                <a:latin typeface="Menlo"/>
                <a:ea typeface="Menlo"/>
                <a:cs typeface="Menlo"/>
              </a:defRPr>
            </a:pPr>
            <a:r>
              <a:rPr b="0" dirty="0">
                <a:solidFill>
                  <a:srgbClr val="D4D4D4"/>
                </a:solidFill>
                <a:latin typeface="Menlo"/>
                <a:ea typeface="Menlo"/>
                <a:cs typeface="Menlo"/>
              </a:rPr>
              <a:t>        </a:t>
            </a:r>
            <a:r>
              <a:rPr b="0" dirty="0" err="1">
                <a:solidFill>
                  <a:srgbClr val="9CDCFE"/>
                </a:solidFill>
                <a:latin typeface="Menlo"/>
                <a:ea typeface="Menlo"/>
                <a:cs typeface="Menlo"/>
              </a:rPr>
              <a:t>ngx</a:t>
            </a:r>
            <a:r>
              <a:rPr b="0" dirty="0" err="1">
                <a:solidFill>
                  <a:srgbClr val="D4D4D4"/>
                </a:solidFill>
                <a:latin typeface="Menlo"/>
                <a:ea typeface="Menlo"/>
                <a:cs typeface="Menlo"/>
              </a:rPr>
              <a:t>.</a:t>
            </a:r>
            <a:r>
              <a:rPr b="0" dirty="0" err="1">
                <a:solidFill>
                  <a:srgbClr val="4EC9B0"/>
                </a:solidFill>
                <a:latin typeface="Menlo"/>
                <a:ea typeface="Menlo"/>
                <a:cs typeface="Menlo"/>
              </a:rPr>
              <a:t>header</a:t>
            </a:r>
            <a:r>
              <a:rPr b="0" dirty="0" err="1">
                <a:solidFill>
                  <a:srgbClr val="D4D4D4"/>
                </a:solidFill>
                <a:latin typeface="Menlo"/>
                <a:ea typeface="Menlo"/>
                <a:cs typeface="Menlo"/>
              </a:rPr>
              <a:t>.</a:t>
            </a:r>
            <a:r>
              <a:rPr b="0" dirty="0" err="1">
                <a:solidFill>
                  <a:srgbClr val="4EC9B0"/>
                </a:solidFill>
                <a:latin typeface="Menlo"/>
                <a:ea typeface="Menlo"/>
                <a:cs typeface="Menlo"/>
              </a:rPr>
              <a:t>content_type</a:t>
            </a:r>
            <a:r>
              <a:rPr b="0" dirty="0">
                <a:solidFill>
                  <a:srgbClr val="D4D4D4"/>
                </a:solidFill>
                <a:latin typeface="Menlo"/>
                <a:ea typeface="Menlo"/>
                <a:cs typeface="Menlo"/>
              </a:rPr>
              <a:t> = </a:t>
            </a:r>
            <a:r>
              <a:rPr b="0" dirty="0">
                <a:solidFill>
                  <a:srgbClr val="CE9178"/>
                </a:solidFill>
                <a:latin typeface="Menlo"/>
                <a:ea typeface="Menlo"/>
                <a:cs typeface="Menlo"/>
              </a:rPr>
              <a:t>"application/x-amz-json-1.0"</a:t>
            </a:r>
          </a:p>
        </p:txBody>
      </p:sp>
      <p:sp>
        <p:nvSpPr>
          <p:cNvPr id="13" name="code-line-9">
            <a:extLst>
              <a:ext uri="{FF2B5EF4-FFF2-40B4-BE49-F238E27FC236}">
                <a16:creationId xmlns:a16="http://schemas.microsoft.com/office/drawing/2014/main" id="{4B005DF6-BF47-44EB-99A9-CEDB01C1E4BF}"/>
              </a:ext>
            </a:extLst>
          </p:cNvPr>
          <p:cNvSpPr>
            <a:spLocks noGrp="1"/>
          </p:cNvSpPr>
          <p:nvPr/>
        </p:nvSpPr>
        <p:spPr>
          <a:xfrm>
            <a:off x="790575" y="3628073"/>
            <a:ext cx="4920139" cy="239078"/>
          </a:xfrm>
          <a:prstGeom prst="rect">
            <a:avLst/>
          </a:prstGeom>
          <a:noFill/>
          <a:ln w="0">
            <a:noFill/>
          </a:ln>
        </p:spPr>
        <p:txBody>
          <a:bodyPr wrap="none" lIns="0" tIns="0" rIns="0" bIns="0">
            <a:noAutofit/>
          </a:bodyPr>
          <a:lstStyle>
            <a:defPPr>
              <a:defRPr sz="1275" b="0">
                <a:solidFill>
                  <a:srgbClr val="D4D4D4"/>
                </a:solidFill>
                <a:latin typeface="Menlo"/>
                <a:ea typeface="Menlo"/>
                <a:cs typeface="Menlo"/>
              </a:defRPr>
            </a:defPPr>
            <a:lvl1pPr>
              <a:defRPr sz="1275" b="0">
                <a:solidFill>
                  <a:srgbClr val="D4D4D4"/>
                </a:solidFill>
                <a:latin typeface="Menlo"/>
                <a:ea typeface="Menlo"/>
                <a:cs typeface="Menlo"/>
              </a:defRPr>
            </a:lvl1pPr>
            <a:lvl2pPr>
              <a:defRPr sz="1275" b="0">
                <a:solidFill>
                  <a:srgbClr val="D4D4D4"/>
                </a:solidFill>
                <a:latin typeface="Menlo"/>
                <a:ea typeface="Menlo"/>
                <a:cs typeface="Menlo"/>
              </a:defRPr>
            </a:lvl2pPr>
            <a:lvl3pPr>
              <a:defRPr sz="1275" b="0">
                <a:solidFill>
                  <a:srgbClr val="D4D4D4"/>
                </a:solidFill>
                <a:latin typeface="Menlo"/>
                <a:ea typeface="Menlo"/>
                <a:cs typeface="Menlo"/>
              </a:defRPr>
            </a:lvl3pPr>
            <a:lvl4pPr>
              <a:defRPr sz="1275" b="0">
                <a:solidFill>
                  <a:srgbClr val="D4D4D4"/>
                </a:solidFill>
                <a:latin typeface="Menlo"/>
                <a:ea typeface="Menlo"/>
                <a:cs typeface="Menlo"/>
              </a:defRPr>
            </a:lvl4pPr>
            <a:lvl5pPr>
              <a:defRPr sz="1275" b="0">
                <a:solidFill>
                  <a:srgbClr val="D4D4D4"/>
                </a:solidFill>
                <a:latin typeface="Menlo"/>
                <a:ea typeface="Menlo"/>
                <a:cs typeface="Menlo"/>
              </a:defRPr>
            </a:lvl5pPr>
            <a:lvl6pPr>
              <a:defRPr sz="1275" b="0">
                <a:solidFill>
                  <a:srgbClr val="D4D4D4"/>
                </a:solidFill>
                <a:latin typeface="Menlo"/>
                <a:ea typeface="Menlo"/>
                <a:cs typeface="Menlo"/>
              </a:defRPr>
            </a:lvl6pPr>
            <a:lvl7pPr>
              <a:defRPr sz="1275" b="0">
                <a:solidFill>
                  <a:srgbClr val="D4D4D4"/>
                </a:solidFill>
                <a:latin typeface="Menlo"/>
                <a:ea typeface="Menlo"/>
                <a:cs typeface="Menlo"/>
              </a:defRPr>
            </a:lvl7pPr>
            <a:lvl8pPr>
              <a:defRPr sz="1275" b="0">
                <a:solidFill>
                  <a:srgbClr val="D4D4D4"/>
                </a:solidFill>
                <a:latin typeface="Menlo"/>
                <a:ea typeface="Menlo"/>
                <a:cs typeface="Menlo"/>
              </a:defRPr>
            </a:lvl8pPr>
            <a:lvl9pPr>
              <a:defRPr sz="1275" b="0">
                <a:solidFill>
                  <a:srgbClr val="D4D4D4"/>
                </a:solidFill>
                <a:latin typeface="Menlo"/>
                <a:ea typeface="Menlo"/>
                <a:cs typeface="Menlo"/>
              </a:defRPr>
            </a:lvl9pPr>
          </a:lstStyle>
          <a:p>
            <a:pPr>
              <a:defRPr sz="1275" b="0">
                <a:solidFill>
                  <a:srgbClr val="D4D4D4"/>
                </a:solidFill>
                <a:latin typeface="Menlo"/>
                <a:ea typeface="Menlo"/>
                <a:cs typeface="Menlo"/>
              </a:defRPr>
            </a:pPr>
            <a:r>
              <a:rPr b="0">
                <a:solidFill>
                  <a:srgbClr val="D4D4D4"/>
                </a:solidFill>
                <a:latin typeface="Menlo"/>
                <a:ea typeface="Menlo"/>
                <a:cs typeface="Menlo"/>
              </a:rPr>
              <a:t>        </a:t>
            </a:r>
            <a:r>
              <a:rPr b="0">
                <a:solidFill>
                  <a:srgbClr val="9CDCFE"/>
                </a:solidFill>
                <a:latin typeface="Menlo"/>
                <a:ea typeface="Menlo"/>
                <a:cs typeface="Menlo"/>
              </a:rPr>
              <a:t>ngx</a:t>
            </a:r>
            <a:r>
              <a:rPr b="0">
                <a:solidFill>
                  <a:srgbClr val="D4D4D4"/>
                </a:solidFill>
                <a:latin typeface="Menlo"/>
                <a:ea typeface="Menlo"/>
                <a:cs typeface="Menlo"/>
              </a:rPr>
              <a:t>.</a:t>
            </a:r>
            <a:r>
              <a:rPr b="0">
                <a:solidFill>
                  <a:srgbClr val="DCDCAA"/>
                </a:solidFill>
                <a:latin typeface="Menlo"/>
                <a:ea typeface="Menlo"/>
                <a:cs typeface="Menlo"/>
              </a:rPr>
              <a:t>say</a:t>
            </a:r>
            <a:r>
              <a:rPr b="0">
                <a:solidFill>
                  <a:srgbClr val="D4D4D4"/>
                </a:solidFill>
                <a:latin typeface="Menlo"/>
                <a:ea typeface="Menlo"/>
                <a:cs typeface="Menlo"/>
              </a:rPr>
              <a:t>(</a:t>
            </a:r>
            <a:r>
              <a:rPr b="0">
                <a:solidFill>
                  <a:srgbClr val="CE9178"/>
                </a:solidFill>
                <a:latin typeface="Menlo"/>
                <a:ea typeface="Menlo"/>
                <a:cs typeface="Menlo"/>
              </a:rPr>
              <a:t>[[{"__type":"InternalServerError",</a:t>
            </a:r>
          </a:p>
        </p:txBody>
      </p:sp>
      <p:sp>
        <p:nvSpPr>
          <p:cNvPr id="14" name="code-line-10">
            <a:extLst>
              <a:ext uri="{FF2B5EF4-FFF2-40B4-BE49-F238E27FC236}">
                <a16:creationId xmlns:a16="http://schemas.microsoft.com/office/drawing/2014/main" id="{CCC91F8E-18AE-4A56-AE97-BAD5E1AB2CFA}"/>
              </a:ext>
            </a:extLst>
          </p:cNvPr>
          <p:cNvSpPr>
            <a:spLocks noGrp="1"/>
          </p:cNvSpPr>
          <p:nvPr/>
        </p:nvSpPr>
        <p:spPr>
          <a:xfrm>
            <a:off x="790575" y="3838575"/>
            <a:ext cx="5310702" cy="239078"/>
          </a:xfrm>
          <a:prstGeom prst="rect">
            <a:avLst/>
          </a:prstGeom>
          <a:noFill/>
          <a:ln w="0">
            <a:noFill/>
          </a:ln>
        </p:spPr>
        <p:txBody>
          <a:bodyPr wrap="none" lIns="0" tIns="0" rIns="0" bIns="0">
            <a:noAutofit/>
          </a:bodyPr>
          <a:lstStyle>
            <a:defPPr>
              <a:defRPr sz="1275" b="0">
                <a:solidFill>
                  <a:srgbClr val="D4D4D4"/>
                </a:solidFill>
                <a:latin typeface="Menlo"/>
                <a:ea typeface="Menlo"/>
                <a:cs typeface="Menlo"/>
              </a:defRPr>
            </a:defPPr>
            <a:lvl1pPr>
              <a:defRPr sz="1275" b="0">
                <a:solidFill>
                  <a:srgbClr val="D4D4D4"/>
                </a:solidFill>
                <a:latin typeface="Menlo"/>
                <a:ea typeface="Menlo"/>
                <a:cs typeface="Menlo"/>
              </a:defRPr>
            </a:lvl1pPr>
            <a:lvl2pPr>
              <a:defRPr sz="1275" b="0">
                <a:solidFill>
                  <a:srgbClr val="D4D4D4"/>
                </a:solidFill>
                <a:latin typeface="Menlo"/>
                <a:ea typeface="Menlo"/>
                <a:cs typeface="Menlo"/>
              </a:defRPr>
            </a:lvl2pPr>
            <a:lvl3pPr>
              <a:defRPr sz="1275" b="0">
                <a:solidFill>
                  <a:srgbClr val="D4D4D4"/>
                </a:solidFill>
                <a:latin typeface="Menlo"/>
                <a:ea typeface="Menlo"/>
                <a:cs typeface="Menlo"/>
              </a:defRPr>
            </a:lvl3pPr>
            <a:lvl4pPr>
              <a:defRPr sz="1275" b="0">
                <a:solidFill>
                  <a:srgbClr val="D4D4D4"/>
                </a:solidFill>
                <a:latin typeface="Menlo"/>
                <a:ea typeface="Menlo"/>
                <a:cs typeface="Menlo"/>
              </a:defRPr>
            </a:lvl4pPr>
            <a:lvl5pPr>
              <a:defRPr sz="1275" b="0">
                <a:solidFill>
                  <a:srgbClr val="D4D4D4"/>
                </a:solidFill>
                <a:latin typeface="Menlo"/>
                <a:ea typeface="Menlo"/>
                <a:cs typeface="Menlo"/>
              </a:defRPr>
            </a:lvl5pPr>
            <a:lvl6pPr>
              <a:defRPr sz="1275" b="0">
                <a:solidFill>
                  <a:srgbClr val="D4D4D4"/>
                </a:solidFill>
                <a:latin typeface="Menlo"/>
                <a:ea typeface="Menlo"/>
                <a:cs typeface="Menlo"/>
              </a:defRPr>
            </a:lvl6pPr>
            <a:lvl7pPr>
              <a:defRPr sz="1275" b="0">
                <a:solidFill>
                  <a:srgbClr val="D4D4D4"/>
                </a:solidFill>
                <a:latin typeface="Menlo"/>
                <a:ea typeface="Menlo"/>
                <a:cs typeface="Menlo"/>
              </a:defRPr>
            </a:lvl7pPr>
            <a:lvl8pPr>
              <a:defRPr sz="1275" b="0">
                <a:solidFill>
                  <a:srgbClr val="D4D4D4"/>
                </a:solidFill>
                <a:latin typeface="Menlo"/>
                <a:ea typeface="Menlo"/>
                <a:cs typeface="Menlo"/>
              </a:defRPr>
            </a:lvl8pPr>
            <a:lvl9pPr>
              <a:defRPr sz="1275" b="0">
                <a:solidFill>
                  <a:srgbClr val="D4D4D4"/>
                </a:solidFill>
                <a:latin typeface="Menlo"/>
                <a:ea typeface="Menlo"/>
                <a:cs typeface="Menlo"/>
              </a:defRPr>
            </a:lvl9pPr>
          </a:lstStyle>
          <a:p>
            <a:pPr>
              <a:defRPr sz="1275" b="0">
                <a:solidFill>
                  <a:srgbClr val="D4D4D4"/>
                </a:solidFill>
                <a:latin typeface="Menlo"/>
                <a:ea typeface="Menlo"/>
                <a:cs typeface="Menlo"/>
              </a:defRPr>
            </a:pPr>
            <a:r>
              <a:rPr b="0" dirty="0">
                <a:solidFill>
                  <a:srgbClr val="CE9178"/>
                </a:solidFill>
                <a:latin typeface="Menlo"/>
                <a:ea typeface="Menlo"/>
                <a:cs typeface="Menlo"/>
              </a:rPr>
              <a:t>            "</a:t>
            </a:r>
            <a:r>
              <a:rPr b="0" dirty="0" err="1">
                <a:solidFill>
                  <a:srgbClr val="CE9178"/>
                </a:solidFill>
                <a:latin typeface="Menlo"/>
                <a:ea typeface="Menlo"/>
                <a:cs typeface="Menlo"/>
              </a:rPr>
              <a:t>message":"Temporary</a:t>
            </a:r>
            <a:r>
              <a:rPr b="0" dirty="0">
                <a:solidFill>
                  <a:srgbClr val="CE9178"/>
                </a:solidFill>
                <a:latin typeface="Menlo"/>
                <a:ea typeface="Menlo"/>
                <a:cs typeface="Menlo"/>
              </a:rPr>
              <a:t> DynamoDB failure"}]]</a:t>
            </a:r>
            <a:r>
              <a:rPr b="0" dirty="0">
                <a:solidFill>
                  <a:srgbClr val="D4D4D4"/>
                </a:solidFill>
                <a:latin typeface="Menlo"/>
                <a:ea typeface="Menlo"/>
                <a:cs typeface="Menlo"/>
              </a:rPr>
              <a:t>)</a:t>
            </a:r>
          </a:p>
        </p:txBody>
      </p:sp>
      <p:sp>
        <p:nvSpPr>
          <p:cNvPr id="15" name="code-line-11">
            <a:extLst>
              <a:ext uri="{FF2B5EF4-FFF2-40B4-BE49-F238E27FC236}">
                <a16:creationId xmlns:a16="http://schemas.microsoft.com/office/drawing/2014/main" id="{CE74121D-7ED3-4F2A-B4C4-A4B072BF3BEA}"/>
              </a:ext>
            </a:extLst>
          </p:cNvPr>
          <p:cNvSpPr>
            <a:spLocks noGrp="1"/>
          </p:cNvSpPr>
          <p:nvPr/>
        </p:nvSpPr>
        <p:spPr>
          <a:xfrm>
            <a:off x="790575" y="4049078"/>
            <a:ext cx="2772042" cy="239078"/>
          </a:xfrm>
          <a:prstGeom prst="rect">
            <a:avLst/>
          </a:prstGeom>
          <a:noFill/>
          <a:ln w="0">
            <a:noFill/>
          </a:ln>
        </p:spPr>
        <p:txBody>
          <a:bodyPr wrap="none" lIns="0" tIns="0" rIns="0" bIns="0">
            <a:noAutofit/>
          </a:bodyPr>
          <a:lstStyle>
            <a:defPPr>
              <a:defRPr sz="1275" b="0">
                <a:solidFill>
                  <a:srgbClr val="D4D4D4"/>
                </a:solidFill>
                <a:latin typeface="Menlo"/>
                <a:ea typeface="Menlo"/>
                <a:cs typeface="Menlo"/>
              </a:defRPr>
            </a:defPPr>
            <a:lvl1pPr>
              <a:defRPr sz="1275" b="0">
                <a:solidFill>
                  <a:srgbClr val="D4D4D4"/>
                </a:solidFill>
                <a:latin typeface="Menlo"/>
                <a:ea typeface="Menlo"/>
                <a:cs typeface="Menlo"/>
              </a:defRPr>
            </a:lvl1pPr>
            <a:lvl2pPr>
              <a:defRPr sz="1275" b="0">
                <a:solidFill>
                  <a:srgbClr val="D4D4D4"/>
                </a:solidFill>
                <a:latin typeface="Menlo"/>
                <a:ea typeface="Menlo"/>
                <a:cs typeface="Menlo"/>
              </a:defRPr>
            </a:lvl2pPr>
            <a:lvl3pPr>
              <a:defRPr sz="1275" b="0">
                <a:solidFill>
                  <a:srgbClr val="D4D4D4"/>
                </a:solidFill>
                <a:latin typeface="Menlo"/>
                <a:ea typeface="Menlo"/>
                <a:cs typeface="Menlo"/>
              </a:defRPr>
            </a:lvl3pPr>
            <a:lvl4pPr>
              <a:defRPr sz="1275" b="0">
                <a:solidFill>
                  <a:srgbClr val="D4D4D4"/>
                </a:solidFill>
                <a:latin typeface="Menlo"/>
                <a:ea typeface="Menlo"/>
                <a:cs typeface="Menlo"/>
              </a:defRPr>
            </a:lvl4pPr>
            <a:lvl5pPr>
              <a:defRPr sz="1275" b="0">
                <a:solidFill>
                  <a:srgbClr val="D4D4D4"/>
                </a:solidFill>
                <a:latin typeface="Menlo"/>
                <a:ea typeface="Menlo"/>
                <a:cs typeface="Menlo"/>
              </a:defRPr>
            </a:lvl5pPr>
            <a:lvl6pPr>
              <a:defRPr sz="1275" b="0">
                <a:solidFill>
                  <a:srgbClr val="D4D4D4"/>
                </a:solidFill>
                <a:latin typeface="Menlo"/>
                <a:ea typeface="Menlo"/>
                <a:cs typeface="Menlo"/>
              </a:defRPr>
            </a:lvl6pPr>
            <a:lvl7pPr>
              <a:defRPr sz="1275" b="0">
                <a:solidFill>
                  <a:srgbClr val="D4D4D4"/>
                </a:solidFill>
                <a:latin typeface="Menlo"/>
                <a:ea typeface="Menlo"/>
                <a:cs typeface="Menlo"/>
              </a:defRPr>
            </a:lvl7pPr>
            <a:lvl8pPr>
              <a:defRPr sz="1275" b="0">
                <a:solidFill>
                  <a:srgbClr val="D4D4D4"/>
                </a:solidFill>
                <a:latin typeface="Menlo"/>
                <a:ea typeface="Menlo"/>
                <a:cs typeface="Menlo"/>
              </a:defRPr>
            </a:lvl8pPr>
            <a:lvl9pPr>
              <a:defRPr sz="1275" b="0">
                <a:solidFill>
                  <a:srgbClr val="D4D4D4"/>
                </a:solidFill>
                <a:latin typeface="Menlo"/>
                <a:ea typeface="Menlo"/>
                <a:cs typeface="Menlo"/>
              </a:defRPr>
            </a:lvl9pPr>
          </a:lstStyle>
          <a:p>
            <a:pPr>
              <a:defRPr sz="1275"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C586C0"/>
                </a:solidFill>
                <a:latin typeface="Menlo"/>
                <a:ea typeface="Menlo"/>
                <a:cs typeface="Menlo"/>
              </a:rPr>
              <a:t>return</a:t>
            </a:r>
            <a:r>
              <a:rPr b="0" dirty="0">
                <a:solidFill>
                  <a:srgbClr val="D4D4D4"/>
                </a:solidFill>
                <a:latin typeface="Menlo"/>
                <a:ea typeface="Menlo"/>
                <a:cs typeface="Menlo"/>
              </a:rPr>
              <a:t> </a:t>
            </a:r>
            <a:r>
              <a:rPr b="0" dirty="0" err="1">
                <a:solidFill>
                  <a:srgbClr val="9CDCFE"/>
                </a:solidFill>
                <a:latin typeface="Menlo"/>
                <a:ea typeface="Menlo"/>
                <a:cs typeface="Menlo"/>
              </a:rPr>
              <a:t>ngx</a:t>
            </a:r>
            <a:r>
              <a:rPr b="0" dirty="0" err="1">
                <a:solidFill>
                  <a:srgbClr val="D4D4D4"/>
                </a:solidFill>
                <a:latin typeface="Menlo"/>
                <a:ea typeface="Menlo"/>
                <a:cs typeface="Menlo"/>
              </a:rPr>
              <a:t>.</a:t>
            </a:r>
            <a:r>
              <a:rPr b="0" dirty="0" err="1">
                <a:solidFill>
                  <a:srgbClr val="DCDCAA"/>
                </a:solidFill>
                <a:latin typeface="Menlo"/>
                <a:ea typeface="Menlo"/>
                <a:cs typeface="Menlo"/>
              </a:rPr>
              <a:t>exit</a:t>
            </a:r>
            <a:r>
              <a:rPr b="0" dirty="0">
                <a:solidFill>
                  <a:srgbClr val="D4D4D4"/>
                </a:solidFill>
                <a:latin typeface="Menlo"/>
                <a:ea typeface="Menlo"/>
                <a:cs typeface="Menlo"/>
              </a:rPr>
              <a:t>(</a:t>
            </a:r>
            <a:r>
              <a:rPr b="0" dirty="0">
                <a:solidFill>
                  <a:srgbClr val="B5CEA8"/>
                </a:solidFill>
                <a:latin typeface="Menlo"/>
                <a:ea typeface="Menlo"/>
                <a:cs typeface="Menlo"/>
              </a:rPr>
              <a:t>500</a:t>
            </a:r>
            <a:r>
              <a:rPr b="0" dirty="0">
                <a:solidFill>
                  <a:srgbClr val="D4D4D4"/>
                </a:solidFill>
                <a:latin typeface="Menlo"/>
                <a:ea typeface="Menlo"/>
                <a:cs typeface="Menlo"/>
              </a:rPr>
              <a:t>)</a:t>
            </a:r>
          </a:p>
        </p:txBody>
      </p:sp>
      <p:sp>
        <p:nvSpPr>
          <p:cNvPr id="16" name="code-line-12">
            <a:extLst>
              <a:ext uri="{FF2B5EF4-FFF2-40B4-BE49-F238E27FC236}">
                <a16:creationId xmlns:a16="http://schemas.microsoft.com/office/drawing/2014/main" id="{6DF6A9BC-24C3-428C-A2FF-86F0D39EEBFD}"/>
              </a:ext>
            </a:extLst>
          </p:cNvPr>
          <p:cNvSpPr>
            <a:spLocks noGrp="1"/>
          </p:cNvSpPr>
          <p:nvPr/>
        </p:nvSpPr>
        <p:spPr>
          <a:xfrm>
            <a:off x="790575" y="4259580"/>
            <a:ext cx="721585" cy="239078"/>
          </a:xfrm>
          <a:prstGeom prst="rect">
            <a:avLst/>
          </a:prstGeom>
          <a:noFill/>
          <a:ln w="0">
            <a:noFill/>
          </a:ln>
        </p:spPr>
        <p:txBody>
          <a:bodyPr wrap="none" lIns="0" tIns="0" rIns="0" bIns="0">
            <a:noAutofit/>
          </a:bodyPr>
          <a:lstStyle>
            <a:defPPr>
              <a:defRPr sz="1275" b="0">
                <a:solidFill>
                  <a:srgbClr val="D4D4D4"/>
                </a:solidFill>
                <a:latin typeface="Menlo"/>
                <a:ea typeface="Menlo"/>
                <a:cs typeface="Menlo"/>
              </a:defRPr>
            </a:defPPr>
            <a:lvl1pPr>
              <a:defRPr sz="1275" b="0">
                <a:solidFill>
                  <a:srgbClr val="D4D4D4"/>
                </a:solidFill>
                <a:latin typeface="Menlo"/>
                <a:ea typeface="Menlo"/>
                <a:cs typeface="Menlo"/>
              </a:defRPr>
            </a:lvl1pPr>
            <a:lvl2pPr>
              <a:defRPr sz="1275" b="0">
                <a:solidFill>
                  <a:srgbClr val="D4D4D4"/>
                </a:solidFill>
                <a:latin typeface="Menlo"/>
                <a:ea typeface="Menlo"/>
                <a:cs typeface="Menlo"/>
              </a:defRPr>
            </a:lvl2pPr>
            <a:lvl3pPr>
              <a:defRPr sz="1275" b="0">
                <a:solidFill>
                  <a:srgbClr val="D4D4D4"/>
                </a:solidFill>
                <a:latin typeface="Menlo"/>
                <a:ea typeface="Menlo"/>
                <a:cs typeface="Menlo"/>
              </a:defRPr>
            </a:lvl3pPr>
            <a:lvl4pPr>
              <a:defRPr sz="1275" b="0">
                <a:solidFill>
                  <a:srgbClr val="D4D4D4"/>
                </a:solidFill>
                <a:latin typeface="Menlo"/>
                <a:ea typeface="Menlo"/>
                <a:cs typeface="Menlo"/>
              </a:defRPr>
            </a:lvl4pPr>
            <a:lvl5pPr>
              <a:defRPr sz="1275" b="0">
                <a:solidFill>
                  <a:srgbClr val="D4D4D4"/>
                </a:solidFill>
                <a:latin typeface="Menlo"/>
                <a:ea typeface="Menlo"/>
                <a:cs typeface="Menlo"/>
              </a:defRPr>
            </a:lvl5pPr>
            <a:lvl6pPr>
              <a:defRPr sz="1275" b="0">
                <a:solidFill>
                  <a:srgbClr val="D4D4D4"/>
                </a:solidFill>
                <a:latin typeface="Menlo"/>
                <a:ea typeface="Menlo"/>
                <a:cs typeface="Menlo"/>
              </a:defRPr>
            </a:lvl6pPr>
            <a:lvl7pPr>
              <a:defRPr sz="1275" b="0">
                <a:solidFill>
                  <a:srgbClr val="D4D4D4"/>
                </a:solidFill>
                <a:latin typeface="Menlo"/>
                <a:ea typeface="Menlo"/>
                <a:cs typeface="Menlo"/>
              </a:defRPr>
            </a:lvl7pPr>
            <a:lvl8pPr>
              <a:defRPr sz="1275" b="0">
                <a:solidFill>
                  <a:srgbClr val="D4D4D4"/>
                </a:solidFill>
                <a:latin typeface="Menlo"/>
                <a:ea typeface="Menlo"/>
                <a:cs typeface="Menlo"/>
              </a:defRPr>
            </a:lvl8pPr>
            <a:lvl9pPr>
              <a:defRPr sz="1275" b="0">
                <a:solidFill>
                  <a:srgbClr val="D4D4D4"/>
                </a:solidFill>
                <a:latin typeface="Menlo"/>
                <a:ea typeface="Menlo"/>
                <a:cs typeface="Menlo"/>
              </a:defRPr>
            </a:lvl9pPr>
          </a:lstStyle>
          <a:p>
            <a:pPr>
              <a:defRPr sz="1275" b="0">
                <a:solidFill>
                  <a:srgbClr val="D4D4D4"/>
                </a:solidFill>
                <a:latin typeface="Menlo"/>
                <a:ea typeface="Menlo"/>
                <a:cs typeface="Menlo"/>
              </a:defRPr>
            </a:pPr>
            <a:r>
              <a:rPr b="0">
                <a:solidFill>
                  <a:srgbClr val="D4D4D4"/>
                </a:solidFill>
                <a:latin typeface="Menlo"/>
                <a:ea typeface="Menlo"/>
                <a:cs typeface="Menlo"/>
              </a:rPr>
              <a:t>    </a:t>
            </a:r>
            <a:r>
              <a:rPr b="0">
                <a:solidFill>
                  <a:srgbClr val="C586C0"/>
                </a:solidFill>
                <a:latin typeface="Menlo"/>
                <a:ea typeface="Menlo"/>
                <a:cs typeface="Menlo"/>
              </a:rPr>
              <a:t>end</a:t>
            </a:r>
          </a:p>
        </p:txBody>
      </p:sp>
      <p:sp>
        <p:nvSpPr>
          <p:cNvPr id="17" name="code-line-13">
            <a:extLst>
              <a:ext uri="{FF2B5EF4-FFF2-40B4-BE49-F238E27FC236}">
                <a16:creationId xmlns:a16="http://schemas.microsoft.com/office/drawing/2014/main" id="{5AFD922D-0797-4EB0-83F6-5396B965631A}"/>
              </a:ext>
            </a:extLst>
          </p:cNvPr>
          <p:cNvSpPr>
            <a:spLocks noGrp="1"/>
          </p:cNvSpPr>
          <p:nvPr/>
        </p:nvSpPr>
        <p:spPr>
          <a:xfrm>
            <a:off x="790575" y="4470083"/>
            <a:ext cx="331022" cy="239078"/>
          </a:xfrm>
          <a:prstGeom prst="rect">
            <a:avLst/>
          </a:prstGeom>
          <a:noFill/>
          <a:ln w="0">
            <a:noFill/>
          </a:ln>
        </p:spPr>
        <p:txBody>
          <a:bodyPr wrap="none" lIns="0" tIns="0" rIns="0" bIns="0">
            <a:noAutofit/>
          </a:bodyPr>
          <a:lstStyle>
            <a:defPPr>
              <a:defRPr sz="1275" b="0">
                <a:solidFill>
                  <a:srgbClr val="D4D4D4"/>
                </a:solidFill>
                <a:latin typeface="Menlo"/>
                <a:ea typeface="Menlo"/>
                <a:cs typeface="Menlo"/>
              </a:defRPr>
            </a:defPPr>
            <a:lvl1pPr>
              <a:defRPr sz="1275" b="0">
                <a:solidFill>
                  <a:srgbClr val="D4D4D4"/>
                </a:solidFill>
                <a:latin typeface="Menlo"/>
                <a:ea typeface="Menlo"/>
                <a:cs typeface="Menlo"/>
              </a:defRPr>
            </a:lvl1pPr>
            <a:lvl2pPr>
              <a:defRPr sz="1275" b="0">
                <a:solidFill>
                  <a:srgbClr val="D4D4D4"/>
                </a:solidFill>
                <a:latin typeface="Menlo"/>
                <a:ea typeface="Menlo"/>
                <a:cs typeface="Menlo"/>
              </a:defRPr>
            </a:lvl2pPr>
            <a:lvl3pPr>
              <a:defRPr sz="1275" b="0">
                <a:solidFill>
                  <a:srgbClr val="D4D4D4"/>
                </a:solidFill>
                <a:latin typeface="Menlo"/>
                <a:ea typeface="Menlo"/>
                <a:cs typeface="Menlo"/>
              </a:defRPr>
            </a:lvl3pPr>
            <a:lvl4pPr>
              <a:defRPr sz="1275" b="0">
                <a:solidFill>
                  <a:srgbClr val="D4D4D4"/>
                </a:solidFill>
                <a:latin typeface="Menlo"/>
                <a:ea typeface="Menlo"/>
                <a:cs typeface="Menlo"/>
              </a:defRPr>
            </a:lvl4pPr>
            <a:lvl5pPr>
              <a:defRPr sz="1275" b="0">
                <a:solidFill>
                  <a:srgbClr val="D4D4D4"/>
                </a:solidFill>
                <a:latin typeface="Menlo"/>
                <a:ea typeface="Menlo"/>
                <a:cs typeface="Menlo"/>
              </a:defRPr>
            </a:lvl5pPr>
            <a:lvl6pPr>
              <a:defRPr sz="1275" b="0">
                <a:solidFill>
                  <a:srgbClr val="D4D4D4"/>
                </a:solidFill>
                <a:latin typeface="Menlo"/>
                <a:ea typeface="Menlo"/>
                <a:cs typeface="Menlo"/>
              </a:defRPr>
            </a:lvl6pPr>
            <a:lvl7pPr>
              <a:defRPr sz="1275" b="0">
                <a:solidFill>
                  <a:srgbClr val="D4D4D4"/>
                </a:solidFill>
                <a:latin typeface="Menlo"/>
                <a:ea typeface="Menlo"/>
                <a:cs typeface="Menlo"/>
              </a:defRPr>
            </a:lvl7pPr>
            <a:lvl8pPr>
              <a:defRPr sz="1275" b="0">
                <a:solidFill>
                  <a:srgbClr val="D4D4D4"/>
                </a:solidFill>
                <a:latin typeface="Menlo"/>
                <a:ea typeface="Menlo"/>
                <a:cs typeface="Menlo"/>
              </a:defRPr>
            </a:lvl8pPr>
            <a:lvl9pPr>
              <a:defRPr sz="1275" b="0">
                <a:solidFill>
                  <a:srgbClr val="D4D4D4"/>
                </a:solidFill>
                <a:latin typeface="Menlo"/>
                <a:ea typeface="Menlo"/>
                <a:cs typeface="Menlo"/>
              </a:defRPr>
            </a:lvl9pPr>
          </a:lstStyle>
          <a:p>
            <a:pPr>
              <a:defRPr sz="1275" b="0">
                <a:solidFill>
                  <a:srgbClr val="D4D4D4"/>
                </a:solidFill>
                <a:latin typeface="Menlo"/>
                <a:ea typeface="Menlo"/>
                <a:cs typeface="Menlo"/>
              </a:defRPr>
            </a:pPr>
            <a:r>
              <a:rPr b="0">
                <a:solidFill>
                  <a:srgbClr val="C586C0"/>
                </a:solidFill>
                <a:latin typeface="Menlo"/>
                <a:ea typeface="Menlo"/>
                <a:cs typeface="Menlo"/>
              </a:rPr>
              <a:t>end</a:t>
            </a:r>
          </a:p>
        </p:txBody>
      </p:sp>
      <p:sp>
        <p:nvSpPr>
          <p:cNvPr id="18" name="cue-29-1-focus">
            <a:extLst>
              <a:ext uri="{FF2B5EF4-FFF2-40B4-BE49-F238E27FC236}">
                <a16:creationId xmlns:a16="http://schemas.microsoft.com/office/drawing/2014/main" id="{412CC238-05C2-43B3-AA78-A84D55F6B743}"/>
              </a:ext>
            </a:extLst>
          </p:cNvPr>
          <p:cNvSpPr>
            <a:spLocks noGrp="1"/>
          </p:cNvSpPr>
          <p:nvPr/>
        </p:nvSpPr>
        <p:spPr>
          <a:xfrm>
            <a:off x="752475" y="1724025"/>
            <a:ext cx="1931375" cy="220028"/>
          </a:xfrm>
          <a:prstGeom prst="rect">
            <a:avLst/>
          </a:prstGeom>
          <a:noFill/>
          <a:ln w="20955">
            <a:solidFill>
              <a:srgbClr val="FF5874"/>
            </a:solidFill>
          </a:ln>
        </p:spPr>
        <p:txBody>
          <a:bodyPr/>
          <a:lstStyle/>
          <a:p>
            <a:endParaRPr lang="en-US"/>
          </a:p>
        </p:txBody>
      </p:sp>
      <p:cxnSp>
        <p:nvCxnSpPr>
          <p:cNvPr id="19" name="cue-29-1-leader-0">
            <a:extLst>
              <a:ext uri="{FF2B5EF4-FFF2-40B4-BE49-F238E27FC236}">
                <a16:creationId xmlns:a16="http://schemas.microsoft.com/office/drawing/2014/main" id="{7C1C44A2-2398-45E4-99DD-D85934C50ABB}"/>
              </a:ext>
            </a:extLst>
          </p:cNvPr>
          <p:cNvCxnSpPr/>
          <p:nvPr/>
        </p:nvCxnSpPr>
        <p:spPr>
          <a:xfrm>
            <a:off x="2712425" y="1834039"/>
            <a:ext cx="859450" cy="0"/>
          </a:xfrm>
          <a:prstGeom prst="straightConnector1">
            <a:avLst/>
          </a:prstGeom>
          <a:ln w="20955">
            <a:solidFill>
              <a:srgbClr val="FF5874"/>
            </a:solidFill>
            <a:headEnd type="triangle" w="sm" len="sm"/>
          </a:ln>
        </p:spPr>
      </p:cxnSp>
      <p:sp>
        <p:nvSpPr>
          <p:cNvPr id="20" name="cue-29-1-label">
            <a:extLst>
              <a:ext uri="{FF2B5EF4-FFF2-40B4-BE49-F238E27FC236}">
                <a16:creationId xmlns:a16="http://schemas.microsoft.com/office/drawing/2014/main" id="{D8CA836B-83CF-481B-B85E-5DFEBBCC5BD7}"/>
              </a:ext>
            </a:extLst>
          </p:cNvPr>
          <p:cNvSpPr>
            <a:spLocks noGrp="1"/>
          </p:cNvSpPr>
          <p:nvPr/>
        </p:nvSpPr>
        <p:spPr>
          <a:xfrm>
            <a:off x="3619500" y="1700689"/>
            <a:ext cx="3857625" cy="266700"/>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b="0" dirty="0">
                <a:latin typeface="Menlo"/>
                <a:ea typeface="Menlo"/>
                <a:cs typeface="Menlo"/>
              </a:rPr>
              <a:t>remaining</a:t>
            </a:r>
            <a:r>
              <a:rPr b="0" dirty="0">
                <a:latin typeface="Ubuntu Light"/>
                <a:ea typeface="Ubuntu Light"/>
                <a:cs typeface="Ubuntu Light"/>
              </a:rPr>
              <a:t> = </a:t>
            </a:r>
            <a:r>
              <a:rPr b="0" dirty="0">
                <a:latin typeface="Menlo"/>
                <a:ea typeface="Menlo"/>
                <a:cs typeface="Menlo"/>
              </a:rPr>
              <a:t>0</a:t>
            </a:r>
            <a:r>
              <a:rPr b="0" dirty="0">
                <a:latin typeface="Ubuntu Light"/>
                <a:ea typeface="Ubuntu Light"/>
                <a:cs typeface="Ubuntu Light"/>
              </a:rPr>
              <a:t>: NGINX forwards requests</a:t>
            </a:r>
          </a:p>
        </p:txBody>
      </p:sp>
      <p:sp>
        <p:nvSpPr>
          <p:cNvPr id="22" name="cue-29-1-label">
            <a:extLst>
              <a:ext uri="{FF2B5EF4-FFF2-40B4-BE49-F238E27FC236}">
                <a16:creationId xmlns:a16="http://schemas.microsoft.com/office/drawing/2014/main" id="{443780A4-FA66-D617-B5D8-838CA04C46D5}"/>
              </a:ext>
            </a:extLst>
          </p:cNvPr>
          <p:cNvSpPr>
            <a:spLocks noGrp="1"/>
          </p:cNvSpPr>
          <p:nvPr/>
        </p:nvSpPr>
        <p:spPr>
          <a:xfrm>
            <a:off x="5179039" y="2928938"/>
            <a:ext cx="2159214" cy="292197"/>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defRPr sz="1350" b="0">
                <a:solidFill>
                  <a:srgbClr val="FFFFFF"/>
                </a:solidFill>
                <a:latin typeface="Ubuntu Light"/>
                <a:ea typeface="Ubuntu Light"/>
                <a:cs typeface="Ubuntu Light"/>
              </a:defRPr>
            </a:pPr>
            <a:r>
              <a:rPr lang="en-HK" dirty="0"/>
              <a:t>Return 500 HTTP Error</a:t>
            </a:r>
            <a:endParaRPr b="1" dirty="0">
              <a:latin typeface="Ubuntu" panose="020B0504030602030204" pitchFamily="34" charset="0"/>
            </a:endParaRPr>
          </a:p>
        </p:txBody>
      </p:sp>
      <p:cxnSp>
        <p:nvCxnSpPr>
          <p:cNvPr id="23" name="cue-29-1-leader-0">
            <a:extLst>
              <a:ext uri="{FF2B5EF4-FFF2-40B4-BE49-F238E27FC236}">
                <a16:creationId xmlns:a16="http://schemas.microsoft.com/office/drawing/2014/main" id="{84EDF1EF-6A9E-8152-1ED8-ABD5FFC3AEF7}"/>
              </a:ext>
            </a:extLst>
          </p:cNvPr>
          <p:cNvCxnSpPr>
            <a:cxnSpLocks/>
          </p:cNvCxnSpPr>
          <p:nvPr/>
        </p:nvCxnSpPr>
        <p:spPr>
          <a:xfrm flipV="1">
            <a:off x="3343504" y="3082346"/>
            <a:ext cx="1749677" cy="241989"/>
          </a:xfrm>
          <a:prstGeom prst="straightConnector1">
            <a:avLst/>
          </a:prstGeom>
          <a:ln w="20955">
            <a:solidFill>
              <a:srgbClr val="FF5874"/>
            </a:solidFill>
            <a:headEnd type="triangle" w="sm" len="sm"/>
          </a:ln>
        </p:spPr>
      </p:cxnSp>
      <p:sp>
        <p:nvSpPr>
          <p:cNvPr id="26" name="cue-29-1-focus">
            <a:extLst>
              <a:ext uri="{FF2B5EF4-FFF2-40B4-BE49-F238E27FC236}">
                <a16:creationId xmlns:a16="http://schemas.microsoft.com/office/drawing/2014/main" id="{29C02CF5-41B4-719E-EE8E-C85B6789B655}"/>
              </a:ext>
            </a:extLst>
          </p:cNvPr>
          <p:cNvSpPr>
            <a:spLocks noGrp="1"/>
          </p:cNvSpPr>
          <p:nvPr/>
        </p:nvSpPr>
        <p:spPr>
          <a:xfrm>
            <a:off x="1512161" y="3216593"/>
            <a:ext cx="1722818" cy="215485"/>
          </a:xfrm>
          <a:prstGeom prst="rect">
            <a:avLst/>
          </a:prstGeom>
          <a:noFill/>
          <a:ln w="20955">
            <a:solidFill>
              <a:srgbClr val="FF5874"/>
            </a:solidFill>
          </a:ln>
        </p:spPr>
        <p:txBody>
          <a:bodyPr/>
          <a:lstStyle/>
          <a:p>
            <a:endParaRPr lang="en-US"/>
          </a:p>
        </p:txBody>
      </p:sp>
    </p:spTree>
    <p:extLst>
      <p:ext uri="{BB962C8B-B14F-4D97-AF65-F5344CB8AC3E}">
        <p14:creationId xmlns:p14="http://schemas.microsoft.com/office/powerpoint/2010/main" val="127060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2" grpId="0" animBg="1"/>
      <p:bldP spid="23" grpId="0" animBg="1"/>
      <p:bldP spid="2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title">
            <a:extLst>
              <a:ext uri="{FF2B5EF4-FFF2-40B4-BE49-F238E27FC236}">
                <a16:creationId xmlns:a16="http://schemas.microsoft.com/office/drawing/2014/main" id="{2309571C-C21E-4C84-9AA4-5F28FD4B102E}"/>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lang="en-US" b="0" dirty="0">
                <a:latin typeface="Ubuntu Light"/>
                <a:ea typeface="Ubuntu Light"/>
                <a:cs typeface="Ubuntu Light"/>
              </a:rPr>
              <a:t>Case 2: </a:t>
            </a:r>
            <a:r>
              <a:rPr b="0" dirty="0">
                <a:latin typeface="Ubuntu Light"/>
                <a:ea typeface="Ubuntu Light"/>
                <a:cs typeface="Ubuntu Light"/>
              </a:rPr>
              <a:t>The charge succeeds before the client times out</a:t>
            </a:r>
          </a:p>
        </p:txBody>
      </p:sp>
      <p:sp>
        <p:nvSpPr>
          <p:cNvPr id="2" name="source-label">
            <a:extLst>
              <a:ext uri="{FF2B5EF4-FFF2-40B4-BE49-F238E27FC236}">
                <a16:creationId xmlns:a16="http://schemas.microsoft.com/office/drawing/2014/main" id="{CA4FBD57-A0B5-43B6-B24E-F83222513D98}"/>
              </a:ext>
            </a:extLst>
          </p:cNvPr>
          <p:cNvSpPr>
            <a:spLocks noGrp="1"/>
          </p:cNvSpPr>
          <p:nvPr/>
        </p:nvSpPr>
        <p:spPr>
          <a:xfrm>
            <a:off x="619125" y="1362075"/>
            <a:ext cx="7905750" cy="219075"/>
          </a:xfrm>
          <a:prstGeom prst="rect">
            <a:avLst/>
          </a:prstGeom>
          <a:noFill/>
          <a:ln w="0">
            <a:noFill/>
          </a:ln>
        </p:spPr>
        <p:txBody>
          <a:bodyPr wrap="none" lIns="0" tIns="0" rIns="0" bIns="0" anchor="t">
            <a:noAutofit/>
          </a:bodyPr>
          <a:lstStyle>
            <a:defPPr algn="l">
              <a:defRPr sz="1200" b="0">
                <a:solidFill>
                  <a:srgbClr val="475569"/>
                </a:solidFill>
                <a:latin typeface="Ubuntu Light"/>
                <a:ea typeface="Ubuntu Light"/>
                <a:cs typeface="Ubuntu Light"/>
              </a:defRPr>
            </a:defPPr>
            <a:lvl1pPr algn="l">
              <a:defRPr sz="1200" b="0">
                <a:solidFill>
                  <a:srgbClr val="475569"/>
                </a:solidFill>
                <a:latin typeface="Ubuntu Light"/>
                <a:ea typeface="Ubuntu Light"/>
                <a:cs typeface="Ubuntu Light"/>
              </a:defRPr>
            </a:lvl1pPr>
            <a:lvl2pPr algn="l">
              <a:defRPr sz="1200" b="0">
                <a:solidFill>
                  <a:srgbClr val="475569"/>
                </a:solidFill>
                <a:latin typeface="Ubuntu Light"/>
                <a:ea typeface="Ubuntu Light"/>
                <a:cs typeface="Ubuntu Light"/>
              </a:defRPr>
            </a:lvl2pPr>
            <a:lvl3pPr algn="l">
              <a:defRPr sz="1200" b="0">
                <a:solidFill>
                  <a:srgbClr val="475569"/>
                </a:solidFill>
                <a:latin typeface="Ubuntu Light"/>
                <a:ea typeface="Ubuntu Light"/>
                <a:cs typeface="Ubuntu Light"/>
              </a:defRPr>
            </a:lvl3pPr>
            <a:lvl4pPr algn="l">
              <a:defRPr sz="1200" b="0">
                <a:solidFill>
                  <a:srgbClr val="475569"/>
                </a:solidFill>
                <a:latin typeface="Ubuntu Light"/>
                <a:ea typeface="Ubuntu Light"/>
                <a:cs typeface="Ubuntu Light"/>
              </a:defRPr>
            </a:lvl4pPr>
            <a:lvl5pPr algn="l">
              <a:defRPr sz="1200" b="0">
                <a:solidFill>
                  <a:srgbClr val="475569"/>
                </a:solidFill>
                <a:latin typeface="Ubuntu Light"/>
                <a:ea typeface="Ubuntu Light"/>
                <a:cs typeface="Ubuntu Light"/>
              </a:defRPr>
            </a:lvl5pPr>
            <a:lvl6pPr algn="l">
              <a:defRPr sz="1200" b="0">
                <a:solidFill>
                  <a:srgbClr val="475569"/>
                </a:solidFill>
                <a:latin typeface="Ubuntu Light"/>
                <a:ea typeface="Ubuntu Light"/>
                <a:cs typeface="Ubuntu Light"/>
              </a:defRPr>
            </a:lvl6pPr>
            <a:lvl7pPr algn="l">
              <a:defRPr sz="1200" b="0">
                <a:solidFill>
                  <a:srgbClr val="475569"/>
                </a:solidFill>
                <a:latin typeface="Ubuntu Light"/>
                <a:ea typeface="Ubuntu Light"/>
                <a:cs typeface="Ubuntu Light"/>
              </a:defRPr>
            </a:lvl7pPr>
            <a:lvl8pPr algn="l">
              <a:defRPr sz="1200" b="0">
                <a:solidFill>
                  <a:srgbClr val="475569"/>
                </a:solidFill>
                <a:latin typeface="Ubuntu Light"/>
                <a:ea typeface="Ubuntu Light"/>
                <a:cs typeface="Ubuntu Light"/>
              </a:defRPr>
            </a:lvl8pPr>
            <a:lvl9pPr algn="l">
              <a:defRPr sz="1200" b="0">
                <a:solidFill>
                  <a:srgbClr val="475569"/>
                </a:solidFill>
                <a:latin typeface="Ubuntu Light"/>
                <a:ea typeface="Ubuntu Light"/>
                <a:cs typeface="Ubuntu Light"/>
              </a:defRPr>
            </a:lvl9pPr>
          </a:lstStyle>
          <a:p>
            <a:pPr algn="l">
              <a:defRPr sz="1200" b="0">
                <a:solidFill>
                  <a:srgbClr val="475569"/>
                </a:solidFill>
                <a:latin typeface="Ubuntu Light"/>
                <a:ea typeface="Ubuntu Light"/>
                <a:cs typeface="Ubuntu Light"/>
              </a:defRPr>
            </a:pPr>
            <a:r>
              <a:rPr b="0" dirty="0">
                <a:latin typeface="Ubuntu Light"/>
                <a:ea typeface="Ubuntu Light"/>
                <a:cs typeface="Ubuntu Light"/>
              </a:rPr>
              <a:t>Lua · </a:t>
            </a:r>
            <a:r>
              <a:rPr b="0" dirty="0" err="1">
                <a:latin typeface="Ubuntu Light"/>
                <a:ea typeface="Ubuntu Light"/>
                <a:cs typeface="Ubuntu Light"/>
              </a:rPr>
              <a:t>test_payment_uncertainty.py</a:t>
            </a:r>
            <a:endParaRPr b="0" dirty="0">
              <a:latin typeface="Ubuntu Light"/>
              <a:ea typeface="Ubuntu Light"/>
              <a:cs typeface="Ubuntu Light"/>
            </a:endParaRPr>
          </a:p>
        </p:txBody>
      </p:sp>
      <p:sp>
        <p:nvSpPr>
          <p:cNvPr id="3" name="code-background">
            <a:extLst>
              <a:ext uri="{FF2B5EF4-FFF2-40B4-BE49-F238E27FC236}">
                <a16:creationId xmlns:a16="http://schemas.microsoft.com/office/drawing/2014/main" id="{417B012D-AC37-4D70-8FCA-FCEE9737C688}"/>
              </a:ext>
            </a:extLst>
          </p:cNvPr>
          <p:cNvSpPr>
            <a:spLocks noGrp="1"/>
          </p:cNvSpPr>
          <p:nvPr/>
        </p:nvSpPr>
        <p:spPr>
          <a:xfrm>
            <a:off x="619125" y="2362200"/>
            <a:ext cx="6191250" cy="1905476"/>
          </a:xfrm>
          <a:prstGeom prst="rect">
            <a:avLst/>
          </a:prstGeom>
          <a:solidFill>
            <a:srgbClr val="000000"/>
          </a:solidFill>
          <a:ln w="0">
            <a:noFill/>
          </a:ln>
        </p:spPr>
        <p:txBody>
          <a:bodyPr/>
          <a:lstStyle/>
          <a:p>
            <a:endParaRPr lang="en-US"/>
          </a:p>
        </p:txBody>
      </p:sp>
      <p:sp>
        <p:nvSpPr>
          <p:cNvPr id="4" name="code-line-0">
            <a:extLst>
              <a:ext uri="{FF2B5EF4-FFF2-40B4-BE49-F238E27FC236}">
                <a16:creationId xmlns:a16="http://schemas.microsoft.com/office/drawing/2014/main" id="{875414A0-5391-4B99-B623-9FF79DD0670D}"/>
              </a:ext>
            </a:extLst>
          </p:cNvPr>
          <p:cNvSpPr>
            <a:spLocks noGrp="1"/>
          </p:cNvSpPr>
          <p:nvPr/>
        </p:nvSpPr>
        <p:spPr>
          <a:xfrm>
            <a:off x="790575" y="2476500"/>
            <a:ext cx="4075833"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569CD6"/>
                </a:solidFill>
                <a:latin typeface="Menlo"/>
                <a:ea typeface="Menlo"/>
                <a:cs typeface="Menlo"/>
              </a:rPr>
              <a:t>local</a:t>
            </a:r>
            <a:r>
              <a:rPr b="0" dirty="0">
                <a:solidFill>
                  <a:srgbClr val="D4D4D4"/>
                </a:solidFill>
                <a:latin typeface="Menlo"/>
                <a:ea typeface="Menlo"/>
                <a:cs typeface="Menlo"/>
              </a:rPr>
              <a:t> </a:t>
            </a:r>
            <a:r>
              <a:rPr b="0" dirty="0">
                <a:solidFill>
                  <a:srgbClr val="9CDCFE"/>
                </a:solidFill>
                <a:latin typeface="Menlo"/>
                <a:ea typeface="Menlo"/>
                <a:cs typeface="Menlo"/>
              </a:rPr>
              <a:t>response</a:t>
            </a:r>
            <a:r>
              <a:rPr b="0" dirty="0">
                <a:solidFill>
                  <a:srgbClr val="D4D4D4"/>
                </a:solidFill>
                <a:latin typeface="Menlo"/>
                <a:ea typeface="Menlo"/>
                <a:cs typeface="Menlo"/>
              </a:rPr>
              <a:t> = </a:t>
            </a:r>
            <a:r>
              <a:rPr b="0" dirty="0" err="1">
                <a:solidFill>
                  <a:srgbClr val="9CDCFE"/>
                </a:solidFill>
                <a:latin typeface="Menlo"/>
                <a:ea typeface="Menlo"/>
                <a:cs typeface="Menlo"/>
              </a:rPr>
              <a:t>ngx</a:t>
            </a:r>
            <a:r>
              <a:rPr b="0" dirty="0" err="1">
                <a:solidFill>
                  <a:srgbClr val="D4D4D4"/>
                </a:solidFill>
                <a:latin typeface="Menlo"/>
                <a:ea typeface="Menlo"/>
                <a:cs typeface="Menlo"/>
              </a:rPr>
              <a:t>.</a:t>
            </a:r>
            <a:r>
              <a:rPr b="0" dirty="0" err="1">
                <a:solidFill>
                  <a:srgbClr val="4EC9B0"/>
                </a:solidFill>
                <a:latin typeface="Menlo"/>
                <a:ea typeface="Menlo"/>
                <a:cs typeface="Menlo"/>
              </a:rPr>
              <a:t>location</a:t>
            </a:r>
            <a:r>
              <a:rPr b="0" dirty="0" err="1">
                <a:solidFill>
                  <a:srgbClr val="D4D4D4"/>
                </a:solidFill>
                <a:latin typeface="Menlo"/>
                <a:ea typeface="Menlo"/>
                <a:cs typeface="Menlo"/>
              </a:rPr>
              <a:t>.</a:t>
            </a:r>
            <a:r>
              <a:rPr b="0" dirty="0" err="1">
                <a:solidFill>
                  <a:srgbClr val="DCDCAA"/>
                </a:solidFill>
                <a:latin typeface="Menlo"/>
                <a:ea typeface="Menlo"/>
                <a:cs typeface="Menlo"/>
              </a:rPr>
              <a:t>capture</a:t>
            </a:r>
            <a:r>
              <a:rPr b="0" dirty="0">
                <a:solidFill>
                  <a:srgbClr val="D4D4D4"/>
                </a:solidFill>
                <a:latin typeface="Menlo"/>
                <a:ea typeface="Menlo"/>
                <a:cs typeface="Menlo"/>
              </a:rPr>
              <a:t>(</a:t>
            </a:r>
          </a:p>
        </p:txBody>
      </p:sp>
      <p:sp>
        <p:nvSpPr>
          <p:cNvPr id="5" name="code-line-1">
            <a:extLst>
              <a:ext uri="{FF2B5EF4-FFF2-40B4-BE49-F238E27FC236}">
                <a16:creationId xmlns:a16="http://schemas.microsoft.com/office/drawing/2014/main" id="{33798A01-6FCA-41B1-A5F7-FFB87BA74503}"/>
              </a:ext>
            </a:extLst>
          </p:cNvPr>
          <p:cNvSpPr>
            <a:spLocks noGrp="1"/>
          </p:cNvSpPr>
          <p:nvPr/>
        </p:nvSpPr>
        <p:spPr>
          <a:xfrm>
            <a:off x="790575" y="2749629"/>
            <a:ext cx="3013272"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CE9178"/>
                </a:solidFill>
                <a:latin typeface="Menlo"/>
                <a:ea typeface="Menlo"/>
                <a:cs typeface="Menlo"/>
              </a:rPr>
              <a:t>"/v1/</a:t>
            </a:r>
            <a:r>
              <a:rPr b="0" dirty="0" err="1">
                <a:solidFill>
                  <a:srgbClr val="CE9178"/>
                </a:solidFill>
                <a:latin typeface="Menlo"/>
                <a:ea typeface="Menlo"/>
                <a:cs typeface="Menlo"/>
              </a:rPr>
              <a:t>payment_intents</a:t>
            </a:r>
            <a:r>
              <a:rPr b="0" dirty="0">
                <a:solidFill>
                  <a:srgbClr val="CE9178"/>
                </a:solidFill>
                <a:latin typeface="Menlo"/>
                <a:ea typeface="Menlo"/>
                <a:cs typeface="Menlo"/>
              </a:rPr>
              <a:t>"</a:t>
            </a:r>
            <a:r>
              <a:rPr b="0" dirty="0">
                <a:solidFill>
                  <a:srgbClr val="D4D4D4"/>
                </a:solidFill>
                <a:latin typeface="Menlo"/>
                <a:ea typeface="Menlo"/>
                <a:cs typeface="Menlo"/>
              </a:rPr>
              <a:t>, {</a:t>
            </a:r>
          </a:p>
        </p:txBody>
      </p:sp>
      <p:sp>
        <p:nvSpPr>
          <p:cNvPr id="6" name="code-line-2">
            <a:extLst>
              <a:ext uri="{FF2B5EF4-FFF2-40B4-BE49-F238E27FC236}">
                <a16:creationId xmlns:a16="http://schemas.microsoft.com/office/drawing/2014/main" id="{6A5AE0E8-55BC-4F9C-AEF9-904BFF960AC8}"/>
              </a:ext>
            </a:extLst>
          </p:cNvPr>
          <p:cNvSpPr>
            <a:spLocks noGrp="1"/>
          </p:cNvSpPr>
          <p:nvPr/>
        </p:nvSpPr>
        <p:spPr>
          <a:xfrm>
            <a:off x="790575" y="3022759"/>
            <a:ext cx="2907016"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4D4D4"/>
                </a:solidFill>
                <a:latin typeface="Menlo"/>
                <a:ea typeface="Menlo"/>
                <a:cs typeface="Menlo"/>
              </a:rPr>
              <a:t>    </a:t>
            </a:r>
            <a:r>
              <a:rPr b="0">
                <a:solidFill>
                  <a:srgbClr val="9CDCFE"/>
                </a:solidFill>
                <a:latin typeface="Menlo"/>
                <a:ea typeface="Menlo"/>
                <a:cs typeface="Menlo"/>
              </a:rPr>
              <a:t>method</a:t>
            </a:r>
            <a:r>
              <a:rPr b="0">
                <a:solidFill>
                  <a:srgbClr val="D4D4D4"/>
                </a:solidFill>
                <a:latin typeface="Menlo"/>
                <a:ea typeface="Menlo"/>
                <a:cs typeface="Menlo"/>
              </a:rPr>
              <a:t> = </a:t>
            </a:r>
            <a:r>
              <a:rPr b="0">
                <a:solidFill>
                  <a:srgbClr val="9CDCFE"/>
                </a:solidFill>
                <a:latin typeface="Menlo"/>
                <a:ea typeface="Menlo"/>
                <a:cs typeface="Menlo"/>
              </a:rPr>
              <a:t>ngx</a:t>
            </a:r>
            <a:r>
              <a:rPr b="0">
                <a:solidFill>
                  <a:srgbClr val="D4D4D4"/>
                </a:solidFill>
                <a:latin typeface="Menlo"/>
                <a:ea typeface="Menlo"/>
                <a:cs typeface="Menlo"/>
              </a:rPr>
              <a:t>.</a:t>
            </a:r>
            <a:r>
              <a:rPr b="0">
                <a:solidFill>
                  <a:srgbClr val="4EC9B0"/>
                </a:solidFill>
                <a:latin typeface="Menlo"/>
                <a:ea typeface="Menlo"/>
                <a:cs typeface="Menlo"/>
              </a:rPr>
              <a:t>HTTP_POST</a:t>
            </a:r>
            <a:r>
              <a:rPr b="0">
                <a:solidFill>
                  <a:srgbClr val="D4D4D4"/>
                </a:solidFill>
                <a:latin typeface="Menlo"/>
                <a:ea typeface="Menlo"/>
                <a:cs typeface="Menlo"/>
              </a:rPr>
              <a:t>,</a:t>
            </a:r>
          </a:p>
        </p:txBody>
      </p:sp>
      <p:sp>
        <p:nvSpPr>
          <p:cNvPr id="7" name="code-line-3">
            <a:extLst>
              <a:ext uri="{FF2B5EF4-FFF2-40B4-BE49-F238E27FC236}">
                <a16:creationId xmlns:a16="http://schemas.microsoft.com/office/drawing/2014/main" id="{D4C5857F-AB8E-476B-AE09-8B478471E10B}"/>
              </a:ext>
            </a:extLst>
          </p:cNvPr>
          <p:cNvSpPr>
            <a:spLocks noGrp="1"/>
          </p:cNvSpPr>
          <p:nvPr/>
        </p:nvSpPr>
        <p:spPr>
          <a:xfrm>
            <a:off x="790575" y="3295888"/>
            <a:ext cx="3757065"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4D4D4"/>
                </a:solidFill>
                <a:latin typeface="Menlo"/>
                <a:ea typeface="Menlo"/>
                <a:cs typeface="Menlo"/>
              </a:rPr>
              <a:t>    </a:t>
            </a:r>
            <a:r>
              <a:rPr b="0">
                <a:solidFill>
                  <a:srgbClr val="9CDCFE"/>
                </a:solidFill>
                <a:latin typeface="Menlo"/>
                <a:ea typeface="Menlo"/>
                <a:cs typeface="Menlo"/>
              </a:rPr>
              <a:t>body</a:t>
            </a:r>
            <a:r>
              <a:rPr b="0">
                <a:solidFill>
                  <a:srgbClr val="D4D4D4"/>
                </a:solidFill>
                <a:latin typeface="Menlo"/>
                <a:ea typeface="Menlo"/>
                <a:cs typeface="Menlo"/>
              </a:rPr>
              <a:t> = </a:t>
            </a:r>
            <a:r>
              <a:rPr b="0">
                <a:solidFill>
                  <a:srgbClr val="9CDCFE"/>
                </a:solidFill>
                <a:latin typeface="Menlo"/>
                <a:ea typeface="Menlo"/>
                <a:cs typeface="Menlo"/>
              </a:rPr>
              <a:t>ngx</a:t>
            </a:r>
            <a:r>
              <a:rPr b="0">
                <a:solidFill>
                  <a:srgbClr val="D4D4D4"/>
                </a:solidFill>
                <a:latin typeface="Menlo"/>
                <a:ea typeface="Menlo"/>
                <a:cs typeface="Menlo"/>
              </a:rPr>
              <a:t>.</a:t>
            </a:r>
            <a:r>
              <a:rPr b="0">
                <a:solidFill>
                  <a:srgbClr val="4EC9B0"/>
                </a:solidFill>
                <a:latin typeface="Menlo"/>
                <a:ea typeface="Menlo"/>
                <a:cs typeface="Menlo"/>
              </a:rPr>
              <a:t>req</a:t>
            </a:r>
            <a:r>
              <a:rPr b="0">
                <a:solidFill>
                  <a:srgbClr val="D4D4D4"/>
                </a:solidFill>
                <a:latin typeface="Menlo"/>
                <a:ea typeface="Menlo"/>
                <a:cs typeface="Menlo"/>
              </a:rPr>
              <a:t>.</a:t>
            </a:r>
            <a:r>
              <a:rPr b="0">
                <a:solidFill>
                  <a:srgbClr val="DCDCAA"/>
                </a:solidFill>
                <a:latin typeface="Menlo"/>
                <a:ea typeface="Menlo"/>
                <a:cs typeface="Menlo"/>
              </a:rPr>
              <a:t>get_body_data</a:t>
            </a:r>
            <a:r>
              <a:rPr b="0">
                <a:solidFill>
                  <a:srgbClr val="D4D4D4"/>
                </a:solidFill>
                <a:latin typeface="Menlo"/>
                <a:ea typeface="Menlo"/>
                <a:cs typeface="Menlo"/>
              </a:rPr>
              <a:t>(),</a:t>
            </a:r>
          </a:p>
        </p:txBody>
      </p:sp>
      <p:sp>
        <p:nvSpPr>
          <p:cNvPr id="8" name="code-line-4">
            <a:extLst>
              <a:ext uri="{FF2B5EF4-FFF2-40B4-BE49-F238E27FC236}">
                <a16:creationId xmlns:a16="http://schemas.microsoft.com/office/drawing/2014/main" id="{AB4C5CD1-2CEF-448E-BAF4-5F2CE9EEEBB8}"/>
              </a:ext>
            </a:extLst>
          </p:cNvPr>
          <p:cNvSpPr>
            <a:spLocks noGrp="1"/>
          </p:cNvSpPr>
          <p:nvPr/>
        </p:nvSpPr>
        <p:spPr>
          <a:xfrm>
            <a:off x="790575" y="3569018"/>
            <a:ext cx="250612"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4D4D4"/>
                </a:solidFill>
                <a:latin typeface="Menlo"/>
                <a:ea typeface="Menlo"/>
                <a:cs typeface="Menlo"/>
              </a:rPr>
              <a:t>})</a:t>
            </a:r>
          </a:p>
        </p:txBody>
      </p:sp>
      <p:sp>
        <p:nvSpPr>
          <p:cNvPr id="9" name="code-line-5">
            <a:extLst>
              <a:ext uri="{FF2B5EF4-FFF2-40B4-BE49-F238E27FC236}">
                <a16:creationId xmlns:a16="http://schemas.microsoft.com/office/drawing/2014/main" id="{614AB302-7752-43F0-A711-00ADF3FB0023}"/>
              </a:ext>
            </a:extLst>
          </p:cNvPr>
          <p:cNvSpPr>
            <a:spLocks noGrp="1"/>
          </p:cNvSpPr>
          <p:nvPr/>
        </p:nvSpPr>
        <p:spPr>
          <a:xfrm>
            <a:off x="790575" y="3842147"/>
            <a:ext cx="1525686"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err="1">
                <a:solidFill>
                  <a:srgbClr val="9CDCFE"/>
                </a:solidFill>
                <a:latin typeface="Menlo"/>
                <a:ea typeface="Menlo"/>
                <a:cs typeface="Menlo"/>
              </a:rPr>
              <a:t>ngx</a:t>
            </a:r>
            <a:r>
              <a:rPr b="0" dirty="0" err="1">
                <a:solidFill>
                  <a:srgbClr val="D4D4D4"/>
                </a:solidFill>
                <a:latin typeface="Menlo"/>
                <a:ea typeface="Menlo"/>
                <a:cs typeface="Menlo"/>
              </a:rPr>
              <a:t>.</a:t>
            </a:r>
            <a:r>
              <a:rPr b="0" dirty="0" err="1">
                <a:solidFill>
                  <a:srgbClr val="DCDCAA"/>
                </a:solidFill>
                <a:latin typeface="Menlo"/>
                <a:ea typeface="Menlo"/>
                <a:cs typeface="Menlo"/>
              </a:rPr>
              <a:t>sleep</a:t>
            </a:r>
            <a:r>
              <a:rPr b="0" dirty="0">
                <a:solidFill>
                  <a:srgbClr val="D4D4D4"/>
                </a:solidFill>
                <a:latin typeface="Menlo"/>
                <a:ea typeface="Menlo"/>
                <a:cs typeface="Menlo"/>
              </a:rPr>
              <a:t>(</a:t>
            </a:r>
            <a:r>
              <a:rPr b="0" dirty="0">
                <a:solidFill>
                  <a:srgbClr val="B5CEA8"/>
                </a:solidFill>
                <a:latin typeface="Menlo"/>
                <a:ea typeface="Menlo"/>
                <a:cs typeface="Menlo"/>
              </a:rPr>
              <a:t>3.5</a:t>
            </a:r>
            <a:r>
              <a:rPr b="0" dirty="0">
                <a:solidFill>
                  <a:srgbClr val="D4D4D4"/>
                </a:solidFill>
                <a:latin typeface="Menlo"/>
                <a:ea typeface="Menlo"/>
                <a:cs typeface="Menlo"/>
              </a:rPr>
              <a:t>)</a:t>
            </a:r>
          </a:p>
        </p:txBody>
      </p:sp>
      <p:sp>
        <p:nvSpPr>
          <p:cNvPr id="10" name="uncertainty-result">
            <a:extLst>
              <a:ext uri="{FF2B5EF4-FFF2-40B4-BE49-F238E27FC236}">
                <a16:creationId xmlns:a16="http://schemas.microsoft.com/office/drawing/2014/main" id="{284B97FA-752B-43DE-89D6-E01C585F2148}"/>
              </a:ext>
            </a:extLst>
          </p:cNvPr>
          <p:cNvSpPr>
            <a:spLocks noGrp="1"/>
          </p:cNvSpPr>
          <p:nvPr/>
        </p:nvSpPr>
        <p:spPr>
          <a:xfrm>
            <a:off x="4260157" y="4467225"/>
            <a:ext cx="2355796" cy="394335"/>
          </a:xfrm>
          <a:prstGeom prst="rect">
            <a:avLst/>
          </a:prstGeom>
          <a:noFill/>
          <a:ln w="0">
            <a:noFill/>
          </a:ln>
        </p:spPr>
        <p:txBody>
          <a:bodyPr wrap="none" lIns="0" tIns="0" rIns="0" bIns="0" anchor="t">
            <a:noAutofit/>
          </a:bodyPr>
          <a:lstStyle>
            <a:defPPr algn="l">
              <a:defRPr sz="1313" b="0">
                <a:solidFill>
                  <a:srgbClr val="202D3E"/>
                </a:solidFill>
                <a:latin typeface="Ubuntu Light"/>
                <a:ea typeface="Ubuntu Light"/>
                <a:cs typeface="Ubuntu Light"/>
              </a:defRPr>
            </a:defPPr>
            <a:lvl1pPr algn="l">
              <a:defRPr sz="1313" b="0">
                <a:solidFill>
                  <a:srgbClr val="202D3E"/>
                </a:solidFill>
                <a:latin typeface="Ubuntu Light"/>
                <a:ea typeface="Ubuntu Light"/>
                <a:cs typeface="Ubuntu Light"/>
              </a:defRPr>
            </a:lvl1pPr>
            <a:lvl2pPr algn="l">
              <a:defRPr sz="1313" b="0">
                <a:solidFill>
                  <a:srgbClr val="202D3E"/>
                </a:solidFill>
                <a:latin typeface="Ubuntu Light"/>
                <a:ea typeface="Ubuntu Light"/>
                <a:cs typeface="Ubuntu Light"/>
              </a:defRPr>
            </a:lvl2pPr>
            <a:lvl3pPr algn="l">
              <a:defRPr sz="1313" b="0">
                <a:solidFill>
                  <a:srgbClr val="202D3E"/>
                </a:solidFill>
                <a:latin typeface="Ubuntu Light"/>
                <a:ea typeface="Ubuntu Light"/>
                <a:cs typeface="Ubuntu Light"/>
              </a:defRPr>
            </a:lvl3pPr>
            <a:lvl4pPr algn="l">
              <a:defRPr sz="1313" b="0">
                <a:solidFill>
                  <a:srgbClr val="202D3E"/>
                </a:solidFill>
                <a:latin typeface="Ubuntu Light"/>
                <a:ea typeface="Ubuntu Light"/>
                <a:cs typeface="Ubuntu Light"/>
              </a:defRPr>
            </a:lvl4pPr>
            <a:lvl5pPr algn="l">
              <a:defRPr sz="1313" b="0">
                <a:solidFill>
                  <a:srgbClr val="202D3E"/>
                </a:solidFill>
                <a:latin typeface="Ubuntu Light"/>
                <a:ea typeface="Ubuntu Light"/>
                <a:cs typeface="Ubuntu Light"/>
              </a:defRPr>
            </a:lvl5pPr>
            <a:lvl6pPr algn="l">
              <a:defRPr sz="1313" b="0">
                <a:solidFill>
                  <a:srgbClr val="202D3E"/>
                </a:solidFill>
                <a:latin typeface="Ubuntu Light"/>
                <a:ea typeface="Ubuntu Light"/>
                <a:cs typeface="Ubuntu Light"/>
              </a:defRPr>
            </a:lvl6pPr>
            <a:lvl7pPr algn="l">
              <a:defRPr sz="1313" b="0">
                <a:solidFill>
                  <a:srgbClr val="202D3E"/>
                </a:solidFill>
                <a:latin typeface="Ubuntu Light"/>
                <a:ea typeface="Ubuntu Light"/>
                <a:cs typeface="Ubuntu Light"/>
              </a:defRPr>
            </a:lvl7pPr>
            <a:lvl8pPr algn="l">
              <a:defRPr sz="1313" b="0">
                <a:solidFill>
                  <a:srgbClr val="202D3E"/>
                </a:solidFill>
                <a:latin typeface="Ubuntu Light"/>
                <a:ea typeface="Ubuntu Light"/>
                <a:cs typeface="Ubuntu Light"/>
              </a:defRPr>
            </a:lvl8pPr>
            <a:lvl9pPr algn="l">
              <a:defRPr sz="1313" b="0">
                <a:solidFill>
                  <a:srgbClr val="202D3E"/>
                </a:solidFill>
                <a:latin typeface="Ubuntu Light"/>
                <a:ea typeface="Ubuntu Light"/>
                <a:cs typeface="Ubuntu Light"/>
              </a:defRPr>
            </a:lvl9pPr>
          </a:lstStyle>
          <a:p>
            <a:pPr algn="l">
              <a:defRPr sz="1313" b="0">
                <a:solidFill>
                  <a:srgbClr val="202D3E"/>
                </a:solidFill>
                <a:latin typeface="Ubuntu Light"/>
                <a:ea typeface="Ubuntu Light"/>
                <a:cs typeface="Ubuntu Light"/>
              </a:defRPr>
            </a:pPr>
            <a:r>
              <a:rPr b="0" dirty="0">
                <a:solidFill>
                  <a:srgbClr val="A92525"/>
                </a:solidFill>
                <a:latin typeface="Ubuntu Light"/>
                <a:ea typeface="Ubuntu Light"/>
                <a:cs typeface="Ubuntu Light"/>
              </a:rPr>
              <a:t>Workflow: </a:t>
            </a:r>
            <a:r>
              <a:rPr b="0" dirty="0">
                <a:solidFill>
                  <a:srgbClr val="A92525"/>
                </a:solidFill>
                <a:latin typeface="Menlo"/>
                <a:ea typeface="Menlo"/>
                <a:cs typeface="Menlo"/>
              </a:rPr>
              <a:t>FAILED</a:t>
            </a:r>
            <a:r>
              <a:rPr b="0" dirty="0">
                <a:solidFill>
                  <a:srgbClr val="202D3E"/>
                </a:solidFill>
                <a:latin typeface="Ubuntu Light"/>
                <a:ea typeface="Ubuntu Light"/>
                <a:cs typeface="Ubuntu Light"/>
              </a:rPr>
              <a:t> · charges: 1</a:t>
            </a:r>
          </a:p>
          <a:p>
            <a:pPr algn="l">
              <a:defRPr sz="1313" b="0">
                <a:solidFill>
                  <a:srgbClr val="202D3E"/>
                </a:solidFill>
                <a:latin typeface="Ubuntu Light"/>
                <a:ea typeface="Ubuntu Light"/>
                <a:cs typeface="Ubuntu Light"/>
              </a:defRPr>
            </a:pPr>
            <a:r>
              <a:rPr b="0" dirty="0">
                <a:solidFill>
                  <a:srgbClr val="126447"/>
                </a:solidFill>
                <a:latin typeface="Ubuntu Light"/>
                <a:ea typeface="Ubuntu Light"/>
                <a:cs typeface="Ubuntu Light"/>
              </a:rPr>
              <a:t>Order: </a:t>
            </a:r>
            <a:r>
              <a:rPr b="0" dirty="0">
                <a:solidFill>
                  <a:srgbClr val="126447"/>
                </a:solidFill>
                <a:latin typeface="Menlo"/>
                <a:ea typeface="Menlo"/>
                <a:cs typeface="Menlo"/>
              </a:rPr>
              <a:t>RESERVED</a:t>
            </a:r>
            <a:r>
              <a:rPr b="0" dirty="0">
                <a:solidFill>
                  <a:srgbClr val="202D3E"/>
                </a:solidFill>
                <a:latin typeface="Ubuntu Light"/>
                <a:ea typeface="Ubuntu Light"/>
                <a:cs typeface="Ubuntu Light"/>
              </a:rPr>
              <a:t> · stock: 8</a:t>
            </a:r>
          </a:p>
        </p:txBody>
      </p:sp>
      <p:sp>
        <p:nvSpPr>
          <p:cNvPr id="11" name="cue-30-1-focus">
            <a:extLst>
              <a:ext uri="{FF2B5EF4-FFF2-40B4-BE49-F238E27FC236}">
                <a16:creationId xmlns:a16="http://schemas.microsoft.com/office/drawing/2014/main" id="{8F5666EB-CA03-4F0D-8FD4-E06DBC9F2B11}"/>
              </a:ext>
            </a:extLst>
          </p:cNvPr>
          <p:cNvSpPr>
            <a:spLocks noGrp="1"/>
          </p:cNvSpPr>
          <p:nvPr/>
        </p:nvSpPr>
        <p:spPr>
          <a:xfrm>
            <a:off x="2558829" y="2466975"/>
            <a:ext cx="2201323" cy="282654"/>
          </a:xfrm>
          <a:prstGeom prst="rect">
            <a:avLst/>
          </a:prstGeom>
          <a:noFill/>
          <a:ln w="20955">
            <a:solidFill>
              <a:srgbClr val="FF5874"/>
            </a:solidFill>
          </a:ln>
        </p:spPr>
        <p:txBody>
          <a:bodyPr/>
          <a:lstStyle/>
          <a:p>
            <a:endParaRPr lang="en-US"/>
          </a:p>
        </p:txBody>
      </p:sp>
      <p:cxnSp>
        <p:nvCxnSpPr>
          <p:cNvPr id="12" name="cue-30-1-leader-0">
            <a:extLst>
              <a:ext uri="{FF2B5EF4-FFF2-40B4-BE49-F238E27FC236}">
                <a16:creationId xmlns:a16="http://schemas.microsoft.com/office/drawing/2014/main" id="{A3B2CC7C-A869-4DCF-BD85-79DCF5613CAE}"/>
              </a:ext>
            </a:extLst>
          </p:cNvPr>
          <p:cNvCxnSpPr/>
          <p:nvPr/>
        </p:nvCxnSpPr>
        <p:spPr>
          <a:xfrm>
            <a:off x="3659491" y="2219325"/>
            <a:ext cx="0" cy="209550"/>
          </a:xfrm>
          <a:prstGeom prst="straightConnector1">
            <a:avLst/>
          </a:prstGeom>
          <a:ln w="20955">
            <a:solidFill>
              <a:srgbClr val="FF5874"/>
            </a:solidFill>
            <a:tailEnd type="triangle" w="sm" len="sm"/>
          </a:ln>
        </p:spPr>
      </p:cxnSp>
      <p:sp>
        <p:nvSpPr>
          <p:cNvPr id="13" name="cue-30-1-label">
            <a:extLst>
              <a:ext uri="{FF2B5EF4-FFF2-40B4-BE49-F238E27FC236}">
                <a16:creationId xmlns:a16="http://schemas.microsoft.com/office/drawing/2014/main" id="{172CA287-35BC-4DF2-8C11-0FEF6C3A98BD}"/>
              </a:ext>
            </a:extLst>
          </p:cNvPr>
          <p:cNvSpPr>
            <a:spLocks noGrp="1"/>
          </p:cNvSpPr>
          <p:nvPr/>
        </p:nvSpPr>
        <p:spPr>
          <a:xfrm>
            <a:off x="1952625" y="1695450"/>
            <a:ext cx="4000500" cy="495300"/>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lang="en-US" dirty="0"/>
              <a:t>1. </a:t>
            </a:r>
            <a:r>
              <a:rPr b="0" dirty="0">
                <a:latin typeface="Ubuntu Light"/>
                <a:ea typeface="Ubuntu Light"/>
                <a:cs typeface="Ubuntu Light"/>
              </a:rPr>
              <a:t>Charge succeeds</a:t>
            </a:r>
          </a:p>
          <a:p>
            <a:pPr algn="ctr">
              <a:defRPr sz="1350" b="0">
                <a:solidFill>
                  <a:srgbClr val="FFFFFF"/>
                </a:solidFill>
                <a:latin typeface="Ubuntu Light"/>
                <a:ea typeface="Ubuntu Light"/>
                <a:cs typeface="Ubuntu Light"/>
              </a:defRPr>
            </a:pPr>
            <a:r>
              <a:rPr b="0" dirty="0" err="1">
                <a:latin typeface="Ubuntu Light"/>
                <a:ea typeface="Ubuntu Light"/>
                <a:cs typeface="Ubuntu Light"/>
              </a:rPr>
              <a:t>localstripe</a:t>
            </a:r>
            <a:r>
              <a:rPr b="0" dirty="0">
                <a:latin typeface="Ubuntu Light"/>
                <a:ea typeface="Ubuntu Light"/>
                <a:cs typeface="Ubuntu Light"/>
              </a:rPr>
              <a:t> records it before the delay</a:t>
            </a:r>
          </a:p>
        </p:txBody>
      </p:sp>
      <p:sp>
        <p:nvSpPr>
          <p:cNvPr id="14" name="cue-30-2-focus">
            <a:extLst>
              <a:ext uri="{FF2B5EF4-FFF2-40B4-BE49-F238E27FC236}">
                <a16:creationId xmlns:a16="http://schemas.microsoft.com/office/drawing/2014/main" id="{683EEB94-AB41-42D6-8B11-B082DAC706FA}"/>
              </a:ext>
            </a:extLst>
          </p:cNvPr>
          <p:cNvSpPr>
            <a:spLocks noGrp="1"/>
          </p:cNvSpPr>
          <p:nvPr/>
        </p:nvSpPr>
        <p:spPr>
          <a:xfrm>
            <a:off x="752475" y="3832622"/>
            <a:ext cx="1563786" cy="282654"/>
          </a:xfrm>
          <a:prstGeom prst="rect">
            <a:avLst/>
          </a:prstGeom>
          <a:noFill/>
          <a:ln w="20955">
            <a:solidFill>
              <a:srgbClr val="FF5874"/>
            </a:solidFill>
          </a:ln>
        </p:spPr>
        <p:txBody>
          <a:bodyPr/>
          <a:lstStyle/>
          <a:p>
            <a:endParaRPr lang="en-US">
              <a:solidFill>
                <a:srgbClr val="C00000"/>
              </a:solidFill>
            </a:endParaRPr>
          </a:p>
        </p:txBody>
      </p:sp>
      <p:cxnSp>
        <p:nvCxnSpPr>
          <p:cNvPr id="15" name="cue-30-2-leader-0">
            <a:extLst>
              <a:ext uri="{FF2B5EF4-FFF2-40B4-BE49-F238E27FC236}">
                <a16:creationId xmlns:a16="http://schemas.microsoft.com/office/drawing/2014/main" id="{B2A3FCC7-8A6F-41CD-8441-C7E5BFE4774F}"/>
              </a:ext>
            </a:extLst>
          </p:cNvPr>
          <p:cNvCxnSpPr/>
          <p:nvPr/>
        </p:nvCxnSpPr>
        <p:spPr>
          <a:xfrm>
            <a:off x="1534368" y="4153376"/>
            <a:ext cx="0" cy="285274"/>
          </a:xfrm>
          <a:prstGeom prst="straightConnector1">
            <a:avLst/>
          </a:prstGeom>
          <a:ln w="20955">
            <a:solidFill>
              <a:srgbClr val="FF5874"/>
            </a:solidFill>
            <a:headEnd type="triangle" w="sm" len="sm"/>
          </a:ln>
        </p:spPr>
      </p:cxnSp>
      <p:sp>
        <p:nvSpPr>
          <p:cNvPr id="16" name="cue-30-2-label">
            <a:extLst>
              <a:ext uri="{FF2B5EF4-FFF2-40B4-BE49-F238E27FC236}">
                <a16:creationId xmlns:a16="http://schemas.microsoft.com/office/drawing/2014/main" id="{3DFBC1D2-73B3-46D8-B2DC-6D50A86E038F}"/>
              </a:ext>
            </a:extLst>
          </p:cNvPr>
          <p:cNvSpPr>
            <a:spLocks noGrp="1"/>
          </p:cNvSpPr>
          <p:nvPr/>
        </p:nvSpPr>
        <p:spPr>
          <a:xfrm>
            <a:off x="619125" y="4467225"/>
            <a:ext cx="3381375" cy="533400"/>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b="0" dirty="0">
                <a:latin typeface="Ubuntu Light"/>
                <a:ea typeface="Ubuntu Light"/>
                <a:cs typeface="Ubuntu Light"/>
              </a:rPr>
              <a:t>2</a:t>
            </a:r>
            <a:r>
              <a:rPr lang="en-US" dirty="0"/>
              <a:t>. </a:t>
            </a:r>
            <a:r>
              <a:rPr b="0" dirty="0">
                <a:latin typeface="Ubuntu Light"/>
                <a:ea typeface="Ubuntu Light"/>
                <a:cs typeface="Ubuntu Light"/>
              </a:rPr>
              <a:t>Client times out after 2 s</a:t>
            </a:r>
          </a:p>
          <a:p>
            <a:pPr algn="ctr">
              <a:defRPr sz="1350" b="0">
                <a:solidFill>
                  <a:srgbClr val="FFFFFF"/>
                </a:solidFill>
                <a:latin typeface="Ubuntu Light"/>
                <a:ea typeface="Ubuntu Light"/>
                <a:cs typeface="Ubuntu Light"/>
              </a:defRPr>
            </a:pPr>
            <a:r>
              <a:rPr b="0" dirty="0" err="1">
                <a:latin typeface="Ubuntu Light"/>
                <a:ea typeface="Ubuntu Light"/>
                <a:cs typeface="Ubuntu Light"/>
              </a:rPr>
              <a:t>OpenResty</a:t>
            </a:r>
            <a:r>
              <a:rPr b="0" dirty="0">
                <a:latin typeface="Ubuntu Light"/>
                <a:ea typeface="Ubuntu Light"/>
                <a:cs typeface="Ubuntu Light"/>
              </a:rPr>
              <a:t> holds the reply for 3.5 s</a:t>
            </a:r>
          </a:p>
        </p:txBody>
      </p:sp>
      <p:sp>
        <p:nvSpPr>
          <p:cNvPr id="200" name="pay-flow-title">
            <a:extLst>
              <a:ext uri="{FF2B5EF4-FFF2-40B4-BE49-F238E27FC236}">
                <a16:creationId xmlns:a16="http://schemas.microsoft.com/office/drawing/2014/main" id="{9B7F2E39-FBA8-430D-BDEA-7048AC861A25}"/>
              </a:ext>
            </a:extLst>
          </p:cNvPr>
          <p:cNvSpPr>
            <a:spLocks noGrp="1"/>
          </p:cNvSpPr>
          <p:nvPr/>
        </p:nvSpPr>
        <p:spPr>
          <a:xfrm>
            <a:off x="7429500" y="1362075"/>
            <a:ext cx="1476375" cy="266700"/>
          </a:xfrm>
          <a:prstGeom prst="rect">
            <a:avLst/>
          </a:prstGeom>
          <a:noFill/>
          <a:ln w="0">
            <a:noFill/>
          </a:ln>
        </p:spPr>
        <p:txBody>
          <a:bodyPr wrap="none" lIns="0" tIns="0" rIns="0" bIns="0" anchor="ctr">
            <a:noAutofit/>
          </a:bodyPr>
          <a:lstStyle>
            <a:defPPr algn="ctr">
              <a:defRPr sz="1425" b="1">
                <a:solidFill>
                  <a:srgbClr val="126447"/>
                </a:solidFill>
                <a:latin typeface="Ubuntu Light"/>
                <a:ea typeface="Ubuntu Light"/>
                <a:cs typeface="Ubuntu Light"/>
              </a:defRPr>
            </a:defPPr>
            <a:lvl1pPr algn="ctr">
              <a:defRPr sz="1425" b="1">
                <a:solidFill>
                  <a:srgbClr val="126447"/>
                </a:solidFill>
                <a:latin typeface="Ubuntu Light"/>
                <a:ea typeface="Ubuntu Light"/>
                <a:cs typeface="Ubuntu Light"/>
              </a:defRPr>
            </a:lvl1pPr>
            <a:lvl2pPr algn="ctr">
              <a:defRPr sz="1425" b="1">
                <a:solidFill>
                  <a:srgbClr val="126447"/>
                </a:solidFill>
                <a:latin typeface="Ubuntu Light"/>
                <a:ea typeface="Ubuntu Light"/>
                <a:cs typeface="Ubuntu Light"/>
              </a:defRPr>
            </a:lvl2pPr>
            <a:lvl3pPr algn="ctr">
              <a:defRPr sz="1425" b="1">
                <a:solidFill>
                  <a:srgbClr val="126447"/>
                </a:solidFill>
                <a:latin typeface="Ubuntu Light"/>
                <a:ea typeface="Ubuntu Light"/>
                <a:cs typeface="Ubuntu Light"/>
              </a:defRPr>
            </a:lvl3pPr>
            <a:lvl4pPr algn="ctr">
              <a:defRPr sz="1425" b="1">
                <a:solidFill>
                  <a:srgbClr val="126447"/>
                </a:solidFill>
                <a:latin typeface="Ubuntu Light"/>
                <a:ea typeface="Ubuntu Light"/>
                <a:cs typeface="Ubuntu Light"/>
              </a:defRPr>
            </a:lvl4pPr>
            <a:lvl5pPr algn="ctr">
              <a:defRPr sz="1425" b="1">
                <a:solidFill>
                  <a:srgbClr val="126447"/>
                </a:solidFill>
                <a:latin typeface="Ubuntu Light"/>
                <a:ea typeface="Ubuntu Light"/>
                <a:cs typeface="Ubuntu Light"/>
              </a:defRPr>
            </a:lvl5pPr>
            <a:lvl6pPr algn="ctr">
              <a:defRPr sz="1425" b="1">
                <a:solidFill>
                  <a:srgbClr val="126447"/>
                </a:solidFill>
                <a:latin typeface="Ubuntu Light"/>
                <a:ea typeface="Ubuntu Light"/>
                <a:cs typeface="Ubuntu Light"/>
              </a:defRPr>
            </a:lvl6pPr>
            <a:lvl7pPr algn="ctr">
              <a:defRPr sz="1425" b="1">
                <a:solidFill>
                  <a:srgbClr val="126447"/>
                </a:solidFill>
                <a:latin typeface="Ubuntu Light"/>
                <a:ea typeface="Ubuntu Light"/>
                <a:cs typeface="Ubuntu Light"/>
              </a:defRPr>
            </a:lvl7pPr>
            <a:lvl8pPr algn="ctr">
              <a:defRPr sz="1425" b="1">
                <a:solidFill>
                  <a:srgbClr val="126447"/>
                </a:solidFill>
                <a:latin typeface="Ubuntu Light"/>
                <a:ea typeface="Ubuntu Light"/>
                <a:cs typeface="Ubuntu Light"/>
              </a:defRPr>
            </a:lvl8pPr>
            <a:lvl9pPr algn="ctr">
              <a:defRPr sz="1425" b="1">
                <a:solidFill>
                  <a:srgbClr val="126447"/>
                </a:solidFill>
                <a:latin typeface="Ubuntu Light"/>
                <a:ea typeface="Ubuntu Light"/>
                <a:cs typeface="Ubuntu Light"/>
              </a:defRPr>
            </a:lvl9pPr>
          </a:lstStyle>
          <a:p>
            <a:pPr algn="ctr">
              <a:defRPr sz="1425" b="1">
                <a:solidFill>
                  <a:srgbClr val="126447"/>
                </a:solidFill>
                <a:latin typeface="Ubuntu Light"/>
                <a:ea typeface="Ubuntu Light"/>
                <a:cs typeface="Ubuntu Light"/>
              </a:defRPr>
            </a:pPr>
            <a:r>
              <a:t>Create order</a:t>
            </a:r>
          </a:p>
        </p:txBody>
      </p:sp>
      <p:sp>
        <p:nvSpPr>
          <p:cNvPr id="201" name="pay-merchant">
            <a:extLst>
              <a:ext uri="{FF2B5EF4-FFF2-40B4-BE49-F238E27FC236}">
                <a16:creationId xmlns:a16="http://schemas.microsoft.com/office/drawing/2014/main" id="{D2B738BD-120C-47F9-93EF-5FE759AB83E2}"/>
              </a:ext>
            </a:extLst>
          </p:cNvPr>
          <p:cNvSpPr>
            <a:spLocks noGrp="1"/>
          </p:cNvSpPr>
          <p:nvPr/>
        </p:nvSpPr>
        <p:spPr>
          <a:xfrm>
            <a:off x="7429500" y="1695450"/>
            <a:ext cx="1476375" cy="514350"/>
          </a:xfrm>
          <a:prstGeom prst="roundRect">
            <a:avLst>
              <a:gd name="adj" fmla="val 14815"/>
            </a:avLst>
          </a:prstGeom>
          <a:solidFill>
            <a:srgbClr val="FFFFFF"/>
          </a:solidFill>
          <a:ln w="9525">
            <a:solidFill>
              <a:srgbClr val="475569"/>
            </a:solidFill>
          </a:ln>
        </p:spPr>
        <p:txBody>
          <a:bodyPr wrap="none" lIns="28575" tIns="28575" rIns="28575" bIns="28575" anchor="ctr">
            <a:noAutofit/>
          </a:bodyPr>
          <a:lstStyle>
            <a:defPPr algn="ctr">
              <a:defRPr sz="1350" b="0">
                <a:solidFill>
                  <a:srgbClr val="202D3E"/>
                </a:solidFill>
                <a:latin typeface="Ubuntu Light"/>
                <a:ea typeface="Ubuntu Light"/>
                <a:cs typeface="Ubuntu Light"/>
              </a:defRPr>
            </a:defPPr>
            <a:lvl1pPr algn="ctr">
              <a:defRPr sz="1350" b="0">
                <a:solidFill>
                  <a:srgbClr val="202D3E"/>
                </a:solidFill>
                <a:latin typeface="Ubuntu Light"/>
                <a:ea typeface="Ubuntu Light"/>
                <a:cs typeface="Ubuntu Light"/>
              </a:defRPr>
            </a:lvl1pPr>
            <a:lvl2pPr algn="ctr">
              <a:defRPr sz="1350" b="0">
                <a:solidFill>
                  <a:srgbClr val="202D3E"/>
                </a:solidFill>
                <a:latin typeface="Ubuntu Light"/>
                <a:ea typeface="Ubuntu Light"/>
                <a:cs typeface="Ubuntu Light"/>
              </a:defRPr>
            </a:lvl2pPr>
            <a:lvl3pPr algn="ctr">
              <a:defRPr sz="1350" b="0">
                <a:solidFill>
                  <a:srgbClr val="202D3E"/>
                </a:solidFill>
                <a:latin typeface="Ubuntu Light"/>
                <a:ea typeface="Ubuntu Light"/>
                <a:cs typeface="Ubuntu Light"/>
              </a:defRPr>
            </a:lvl3pPr>
            <a:lvl4pPr algn="ctr">
              <a:defRPr sz="1350" b="0">
                <a:solidFill>
                  <a:srgbClr val="202D3E"/>
                </a:solidFill>
                <a:latin typeface="Ubuntu Light"/>
                <a:ea typeface="Ubuntu Light"/>
                <a:cs typeface="Ubuntu Light"/>
              </a:defRPr>
            </a:lvl4pPr>
            <a:lvl5pPr algn="ctr">
              <a:defRPr sz="1350" b="0">
                <a:solidFill>
                  <a:srgbClr val="202D3E"/>
                </a:solidFill>
                <a:latin typeface="Ubuntu Light"/>
                <a:ea typeface="Ubuntu Light"/>
                <a:cs typeface="Ubuntu Light"/>
              </a:defRPr>
            </a:lvl5pPr>
            <a:lvl6pPr algn="ctr">
              <a:defRPr sz="1350" b="0">
                <a:solidFill>
                  <a:srgbClr val="202D3E"/>
                </a:solidFill>
                <a:latin typeface="Ubuntu Light"/>
                <a:ea typeface="Ubuntu Light"/>
                <a:cs typeface="Ubuntu Light"/>
              </a:defRPr>
            </a:lvl6pPr>
            <a:lvl7pPr algn="ctr">
              <a:defRPr sz="1350" b="0">
                <a:solidFill>
                  <a:srgbClr val="202D3E"/>
                </a:solidFill>
                <a:latin typeface="Ubuntu Light"/>
                <a:ea typeface="Ubuntu Light"/>
                <a:cs typeface="Ubuntu Light"/>
              </a:defRPr>
            </a:lvl7pPr>
            <a:lvl8pPr algn="ctr">
              <a:defRPr sz="1350" b="0">
                <a:solidFill>
                  <a:srgbClr val="202D3E"/>
                </a:solidFill>
                <a:latin typeface="Ubuntu Light"/>
                <a:ea typeface="Ubuntu Light"/>
                <a:cs typeface="Ubuntu Light"/>
              </a:defRPr>
            </a:lvl8pPr>
            <a:lvl9pPr algn="ctr">
              <a:defRPr sz="1350" b="0">
                <a:solidFill>
                  <a:srgbClr val="202D3E"/>
                </a:solidFill>
                <a:latin typeface="Ubuntu Light"/>
                <a:ea typeface="Ubuntu Light"/>
                <a:cs typeface="Ubuntu Light"/>
              </a:defRPr>
            </a:lvl9pPr>
          </a:lstStyle>
          <a:p>
            <a:pPr algn="ctr">
              <a:defRPr sz="1350" b="0">
                <a:solidFill>
                  <a:srgbClr val="202D3E"/>
                </a:solidFill>
                <a:latin typeface="Ubuntu Light"/>
                <a:ea typeface="Ubuntu Light"/>
                <a:cs typeface="Ubuntu Light"/>
              </a:defRPr>
            </a:pPr>
            <a:r>
              <a:t>Await merchant</a:t>
            </a:r>
          </a:p>
          <a:p>
            <a:pPr algn="ctr">
              <a:defRPr sz="1350" b="0">
                <a:solidFill>
                  <a:srgbClr val="202D3E"/>
                </a:solidFill>
                <a:latin typeface="Ubuntu Light"/>
                <a:ea typeface="Ubuntu Light"/>
                <a:cs typeface="Ubuntu Light"/>
              </a:defRPr>
            </a:pPr>
            <a:r>
              <a:t>approval</a:t>
            </a:r>
          </a:p>
        </p:txBody>
      </p:sp>
      <p:cxnSp>
        <p:nvCxnSpPr>
          <p:cNvPr id="202" name="pay-approved">
            <a:extLst>
              <a:ext uri="{FF2B5EF4-FFF2-40B4-BE49-F238E27FC236}">
                <a16:creationId xmlns:a16="http://schemas.microsoft.com/office/drawing/2014/main" id="{CFE2C474-B6C6-4FED-BA51-F918B309A98C}"/>
              </a:ext>
            </a:extLst>
          </p:cNvPr>
          <p:cNvCxnSpPr/>
          <p:nvPr/>
        </p:nvCxnSpPr>
        <p:spPr>
          <a:xfrm>
            <a:off x="8167688" y="2247900"/>
            <a:ext cx="0" cy="352425"/>
          </a:xfrm>
          <a:prstGeom prst="straightConnector1">
            <a:avLst/>
          </a:prstGeom>
          <a:ln w="17145">
            <a:solidFill>
              <a:srgbClr val="202D3E"/>
            </a:solidFill>
            <a:tailEnd type="triangle" w="sm" len="sm"/>
          </a:ln>
        </p:spPr>
      </p:cxnSp>
      <p:sp>
        <p:nvSpPr>
          <p:cNvPr id="203" name="pay-approved-label">
            <a:extLst>
              <a:ext uri="{FF2B5EF4-FFF2-40B4-BE49-F238E27FC236}">
                <a16:creationId xmlns:a16="http://schemas.microsoft.com/office/drawing/2014/main" id="{4C005312-17F5-4FE1-BB76-C75212A6D983}"/>
              </a:ext>
            </a:extLst>
          </p:cNvPr>
          <p:cNvSpPr>
            <a:spLocks noGrp="1"/>
          </p:cNvSpPr>
          <p:nvPr/>
        </p:nvSpPr>
        <p:spPr>
          <a:xfrm>
            <a:off x="6905625" y="2314575"/>
            <a:ext cx="952500" cy="228600"/>
          </a:xfrm>
          <a:prstGeom prst="rect">
            <a:avLst/>
          </a:prstGeom>
          <a:noFill/>
          <a:ln w="0">
            <a:noFill/>
          </a:ln>
        </p:spPr>
        <p:txBody>
          <a:bodyPr wrap="none" lIns="0" tIns="0" rIns="0" bIns="0" anchor="ctr">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t>Approved</a:t>
            </a:r>
          </a:p>
        </p:txBody>
      </p:sp>
      <p:sp>
        <p:nvSpPr>
          <p:cNvPr id="204" name="pay-reserve">
            <a:extLst>
              <a:ext uri="{FF2B5EF4-FFF2-40B4-BE49-F238E27FC236}">
                <a16:creationId xmlns:a16="http://schemas.microsoft.com/office/drawing/2014/main" id="{D86EF0CA-94EA-450B-A70C-A60412109F1D}"/>
              </a:ext>
            </a:extLst>
          </p:cNvPr>
          <p:cNvSpPr>
            <a:spLocks noGrp="1"/>
          </p:cNvSpPr>
          <p:nvPr/>
        </p:nvSpPr>
        <p:spPr>
          <a:xfrm>
            <a:off x="7429500" y="2628900"/>
            <a:ext cx="1476375" cy="514350"/>
          </a:xfrm>
          <a:prstGeom prst="roundRect">
            <a:avLst>
              <a:gd name="adj" fmla="val 14815"/>
            </a:avLst>
          </a:prstGeom>
          <a:solidFill>
            <a:srgbClr val="FFFFFF"/>
          </a:solidFill>
          <a:ln w="9525">
            <a:solidFill>
              <a:srgbClr val="475569"/>
            </a:solidFill>
          </a:ln>
        </p:spPr>
        <p:txBody>
          <a:bodyPr wrap="none" lIns="28575" tIns="28575" rIns="28575" bIns="28575" anchor="ctr">
            <a:noAutofit/>
          </a:bodyPr>
          <a:lstStyle>
            <a:defPPr algn="ctr">
              <a:defRPr sz="1350" b="0">
                <a:solidFill>
                  <a:srgbClr val="202D3E"/>
                </a:solidFill>
                <a:latin typeface="Ubuntu Light"/>
                <a:ea typeface="Ubuntu Light"/>
                <a:cs typeface="Ubuntu Light"/>
              </a:defRPr>
            </a:defPPr>
            <a:lvl1pPr algn="ctr">
              <a:defRPr sz="1350" b="0">
                <a:solidFill>
                  <a:srgbClr val="202D3E"/>
                </a:solidFill>
                <a:latin typeface="Ubuntu Light"/>
                <a:ea typeface="Ubuntu Light"/>
                <a:cs typeface="Ubuntu Light"/>
              </a:defRPr>
            </a:lvl1pPr>
            <a:lvl2pPr algn="ctr">
              <a:defRPr sz="1350" b="0">
                <a:solidFill>
                  <a:srgbClr val="202D3E"/>
                </a:solidFill>
                <a:latin typeface="Ubuntu Light"/>
                <a:ea typeface="Ubuntu Light"/>
                <a:cs typeface="Ubuntu Light"/>
              </a:defRPr>
            </a:lvl2pPr>
            <a:lvl3pPr algn="ctr">
              <a:defRPr sz="1350" b="0">
                <a:solidFill>
                  <a:srgbClr val="202D3E"/>
                </a:solidFill>
                <a:latin typeface="Ubuntu Light"/>
                <a:ea typeface="Ubuntu Light"/>
                <a:cs typeface="Ubuntu Light"/>
              </a:defRPr>
            </a:lvl3pPr>
            <a:lvl4pPr algn="ctr">
              <a:defRPr sz="1350" b="0">
                <a:solidFill>
                  <a:srgbClr val="202D3E"/>
                </a:solidFill>
                <a:latin typeface="Ubuntu Light"/>
                <a:ea typeface="Ubuntu Light"/>
                <a:cs typeface="Ubuntu Light"/>
              </a:defRPr>
            </a:lvl4pPr>
            <a:lvl5pPr algn="ctr">
              <a:defRPr sz="1350" b="0">
                <a:solidFill>
                  <a:srgbClr val="202D3E"/>
                </a:solidFill>
                <a:latin typeface="Ubuntu Light"/>
                <a:ea typeface="Ubuntu Light"/>
                <a:cs typeface="Ubuntu Light"/>
              </a:defRPr>
            </a:lvl5pPr>
            <a:lvl6pPr algn="ctr">
              <a:defRPr sz="1350" b="0">
                <a:solidFill>
                  <a:srgbClr val="202D3E"/>
                </a:solidFill>
                <a:latin typeface="Ubuntu Light"/>
                <a:ea typeface="Ubuntu Light"/>
                <a:cs typeface="Ubuntu Light"/>
              </a:defRPr>
            </a:lvl6pPr>
            <a:lvl7pPr algn="ctr">
              <a:defRPr sz="1350" b="0">
                <a:solidFill>
                  <a:srgbClr val="202D3E"/>
                </a:solidFill>
                <a:latin typeface="Ubuntu Light"/>
                <a:ea typeface="Ubuntu Light"/>
                <a:cs typeface="Ubuntu Light"/>
              </a:defRPr>
            </a:lvl7pPr>
            <a:lvl8pPr algn="ctr">
              <a:defRPr sz="1350" b="0">
                <a:solidFill>
                  <a:srgbClr val="202D3E"/>
                </a:solidFill>
                <a:latin typeface="Ubuntu Light"/>
                <a:ea typeface="Ubuntu Light"/>
                <a:cs typeface="Ubuntu Light"/>
              </a:defRPr>
            </a:lvl8pPr>
            <a:lvl9pPr algn="ctr">
              <a:defRPr sz="1350" b="0">
                <a:solidFill>
                  <a:srgbClr val="202D3E"/>
                </a:solidFill>
                <a:latin typeface="Ubuntu Light"/>
                <a:ea typeface="Ubuntu Light"/>
                <a:cs typeface="Ubuntu Light"/>
              </a:defRPr>
            </a:lvl9pPr>
          </a:lstStyle>
          <a:p>
            <a:pPr algn="ctr">
              <a:defRPr sz="1350" b="0">
                <a:solidFill>
                  <a:srgbClr val="202D3E"/>
                </a:solidFill>
                <a:latin typeface="Ubuntu Light"/>
                <a:ea typeface="Ubuntu Light"/>
                <a:cs typeface="Ubuntu Light"/>
              </a:defRPr>
            </a:pPr>
            <a:r>
              <a:t>Reserve</a:t>
            </a:r>
          </a:p>
          <a:p>
            <a:pPr algn="ctr">
              <a:defRPr sz="1350" b="0">
                <a:solidFill>
                  <a:srgbClr val="202D3E"/>
                </a:solidFill>
                <a:latin typeface="Ubuntu Light"/>
                <a:ea typeface="Ubuntu Light"/>
                <a:cs typeface="Ubuntu Light"/>
              </a:defRPr>
            </a:pPr>
            <a:r>
              <a:t>2 units</a:t>
            </a:r>
          </a:p>
        </p:txBody>
      </p:sp>
      <p:sp>
        <p:nvSpPr>
          <p:cNvPr id="205" name="pay-stock-label">
            <a:extLst>
              <a:ext uri="{FF2B5EF4-FFF2-40B4-BE49-F238E27FC236}">
                <a16:creationId xmlns:a16="http://schemas.microsoft.com/office/drawing/2014/main" id="{236AC58C-45F8-44B6-A578-26EB88F1D163}"/>
              </a:ext>
            </a:extLst>
          </p:cNvPr>
          <p:cNvSpPr>
            <a:spLocks noGrp="1"/>
          </p:cNvSpPr>
          <p:nvPr/>
        </p:nvSpPr>
        <p:spPr>
          <a:xfrm>
            <a:off x="6858000" y="3171825"/>
            <a:ext cx="1190625" cy="238125"/>
          </a:xfrm>
          <a:prstGeom prst="rect">
            <a:avLst/>
          </a:prstGeom>
          <a:noFill/>
          <a:ln w="0">
            <a:noFill/>
          </a:ln>
        </p:spPr>
        <p:txBody>
          <a:bodyPr wrap="none" lIns="0" tIns="0" rIns="0" bIns="0" anchor="ctr">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t>Stock: 10 → 8</a:t>
            </a:r>
          </a:p>
        </p:txBody>
      </p:sp>
      <p:cxnSp>
        <p:nvCxnSpPr>
          <p:cNvPr id="206" name="pay-reserved">
            <a:extLst>
              <a:ext uri="{FF2B5EF4-FFF2-40B4-BE49-F238E27FC236}">
                <a16:creationId xmlns:a16="http://schemas.microsoft.com/office/drawing/2014/main" id="{BEA3E9C5-76A6-49FC-B0BA-0B3321F18439}"/>
              </a:ext>
            </a:extLst>
          </p:cNvPr>
          <p:cNvCxnSpPr/>
          <p:nvPr/>
        </p:nvCxnSpPr>
        <p:spPr>
          <a:xfrm>
            <a:off x="8167688" y="3181350"/>
            <a:ext cx="0" cy="323850"/>
          </a:xfrm>
          <a:prstGeom prst="straightConnector1">
            <a:avLst/>
          </a:prstGeom>
          <a:ln w="17145">
            <a:solidFill>
              <a:srgbClr val="202D3E"/>
            </a:solidFill>
            <a:tailEnd type="triangle" w="sm" len="sm"/>
          </a:ln>
        </p:spPr>
      </p:cxnSp>
      <p:sp>
        <p:nvSpPr>
          <p:cNvPr id="207" name="pay-charge">
            <a:extLst>
              <a:ext uri="{FF2B5EF4-FFF2-40B4-BE49-F238E27FC236}">
                <a16:creationId xmlns:a16="http://schemas.microsoft.com/office/drawing/2014/main" id="{4E54FE59-72DB-4155-8FC8-92450BAB3BA3}"/>
              </a:ext>
            </a:extLst>
          </p:cNvPr>
          <p:cNvSpPr>
            <a:spLocks noGrp="1"/>
          </p:cNvSpPr>
          <p:nvPr/>
        </p:nvSpPr>
        <p:spPr>
          <a:xfrm>
            <a:off x="7429500" y="3543300"/>
            <a:ext cx="1476375" cy="533400"/>
          </a:xfrm>
          <a:prstGeom prst="roundRect">
            <a:avLst>
              <a:gd name="adj" fmla="val 14286"/>
            </a:avLst>
          </a:prstGeom>
          <a:solidFill>
            <a:srgbClr val="F0F8F3"/>
          </a:solidFill>
          <a:ln w="9525">
            <a:solidFill>
              <a:srgbClr val="126447"/>
            </a:solidFill>
          </a:ln>
        </p:spPr>
        <p:txBody>
          <a:bodyPr wrap="none" lIns="28575" tIns="28575" rIns="28575" bIns="28575" anchor="ctr">
            <a:noAutofit/>
          </a:bodyPr>
          <a:lstStyle>
            <a:defPPr algn="ctr">
              <a:defRPr sz="1350" b="0">
                <a:solidFill>
                  <a:srgbClr val="126447"/>
                </a:solidFill>
                <a:latin typeface="Ubuntu Light"/>
                <a:ea typeface="Ubuntu Light"/>
                <a:cs typeface="Ubuntu Light"/>
              </a:defRPr>
            </a:defPPr>
            <a:lvl1pPr algn="ctr">
              <a:defRPr sz="1350" b="0">
                <a:solidFill>
                  <a:srgbClr val="126447"/>
                </a:solidFill>
                <a:latin typeface="Ubuntu Light"/>
                <a:ea typeface="Ubuntu Light"/>
                <a:cs typeface="Ubuntu Light"/>
              </a:defRPr>
            </a:lvl1pPr>
            <a:lvl2pPr algn="ctr">
              <a:defRPr sz="1350" b="0">
                <a:solidFill>
                  <a:srgbClr val="126447"/>
                </a:solidFill>
                <a:latin typeface="Ubuntu Light"/>
                <a:ea typeface="Ubuntu Light"/>
                <a:cs typeface="Ubuntu Light"/>
              </a:defRPr>
            </a:lvl2pPr>
            <a:lvl3pPr algn="ctr">
              <a:defRPr sz="1350" b="0">
                <a:solidFill>
                  <a:srgbClr val="126447"/>
                </a:solidFill>
                <a:latin typeface="Ubuntu Light"/>
                <a:ea typeface="Ubuntu Light"/>
                <a:cs typeface="Ubuntu Light"/>
              </a:defRPr>
            </a:lvl3pPr>
            <a:lvl4pPr algn="ctr">
              <a:defRPr sz="1350" b="0">
                <a:solidFill>
                  <a:srgbClr val="126447"/>
                </a:solidFill>
                <a:latin typeface="Ubuntu Light"/>
                <a:ea typeface="Ubuntu Light"/>
                <a:cs typeface="Ubuntu Light"/>
              </a:defRPr>
            </a:lvl4pPr>
            <a:lvl5pPr algn="ctr">
              <a:defRPr sz="1350" b="0">
                <a:solidFill>
                  <a:srgbClr val="126447"/>
                </a:solidFill>
                <a:latin typeface="Ubuntu Light"/>
                <a:ea typeface="Ubuntu Light"/>
                <a:cs typeface="Ubuntu Light"/>
              </a:defRPr>
            </a:lvl5pPr>
            <a:lvl6pPr algn="ctr">
              <a:defRPr sz="1350" b="0">
                <a:solidFill>
                  <a:srgbClr val="126447"/>
                </a:solidFill>
                <a:latin typeface="Ubuntu Light"/>
                <a:ea typeface="Ubuntu Light"/>
                <a:cs typeface="Ubuntu Light"/>
              </a:defRPr>
            </a:lvl6pPr>
            <a:lvl7pPr algn="ctr">
              <a:defRPr sz="1350" b="0">
                <a:solidFill>
                  <a:srgbClr val="126447"/>
                </a:solidFill>
                <a:latin typeface="Ubuntu Light"/>
                <a:ea typeface="Ubuntu Light"/>
                <a:cs typeface="Ubuntu Light"/>
              </a:defRPr>
            </a:lvl7pPr>
            <a:lvl8pPr algn="ctr">
              <a:defRPr sz="1350" b="0">
                <a:solidFill>
                  <a:srgbClr val="126447"/>
                </a:solidFill>
                <a:latin typeface="Ubuntu Light"/>
                <a:ea typeface="Ubuntu Light"/>
                <a:cs typeface="Ubuntu Light"/>
              </a:defRPr>
            </a:lvl8pPr>
            <a:lvl9pPr algn="ctr">
              <a:defRPr sz="1350" b="0">
                <a:solidFill>
                  <a:srgbClr val="126447"/>
                </a:solidFill>
                <a:latin typeface="Ubuntu Light"/>
                <a:ea typeface="Ubuntu Light"/>
                <a:cs typeface="Ubuntu Light"/>
              </a:defRPr>
            </a:lvl9pPr>
          </a:lstStyle>
          <a:p>
            <a:pPr algn="ctr">
              <a:defRPr sz="1350" b="0">
                <a:solidFill>
                  <a:srgbClr val="126447"/>
                </a:solidFill>
                <a:latin typeface="Ubuntu Light"/>
                <a:ea typeface="Ubuntu Light"/>
                <a:cs typeface="Ubuntu Light"/>
              </a:defRPr>
            </a:pPr>
            <a:r>
              <a:t>Charge succeeds</a:t>
            </a:r>
          </a:p>
          <a:p>
            <a:pPr algn="ctr">
              <a:defRPr sz="1350" b="0">
                <a:solidFill>
                  <a:srgbClr val="126447"/>
                </a:solidFill>
                <a:latin typeface="Ubuntu Light"/>
                <a:ea typeface="Ubuntu Light"/>
                <a:cs typeface="Ubuntu Light"/>
              </a:defRPr>
            </a:pPr>
            <a:r>
              <a:t>1 charge</a:t>
            </a:r>
          </a:p>
        </p:txBody>
      </p:sp>
      <p:cxnSp>
        <p:nvCxnSpPr>
          <p:cNvPr id="208" name="pay-reply">
            <a:extLst>
              <a:ext uri="{FF2B5EF4-FFF2-40B4-BE49-F238E27FC236}">
                <a16:creationId xmlns:a16="http://schemas.microsoft.com/office/drawing/2014/main" id="{03972051-6205-45CE-B33C-C6E12EE64206}"/>
              </a:ext>
            </a:extLst>
          </p:cNvPr>
          <p:cNvCxnSpPr/>
          <p:nvPr/>
        </p:nvCxnSpPr>
        <p:spPr>
          <a:xfrm>
            <a:off x="8167688" y="4114800"/>
            <a:ext cx="0" cy="304800"/>
          </a:xfrm>
          <a:prstGeom prst="straightConnector1">
            <a:avLst/>
          </a:prstGeom>
          <a:ln w="17145">
            <a:solidFill>
              <a:srgbClr val="A92525"/>
            </a:solidFill>
            <a:tailEnd type="triangle" w="sm" len="sm"/>
          </a:ln>
        </p:spPr>
      </p:cxnSp>
      <p:sp>
        <p:nvSpPr>
          <p:cNvPr id="209" name="pay-timeout">
            <a:extLst>
              <a:ext uri="{FF2B5EF4-FFF2-40B4-BE49-F238E27FC236}">
                <a16:creationId xmlns:a16="http://schemas.microsoft.com/office/drawing/2014/main" id="{CD6AAA35-ED53-46DD-8D7A-3E5051642915}"/>
              </a:ext>
            </a:extLst>
          </p:cNvPr>
          <p:cNvSpPr>
            <a:spLocks noGrp="1"/>
          </p:cNvSpPr>
          <p:nvPr/>
        </p:nvSpPr>
        <p:spPr>
          <a:xfrm>
            <a:off x="7429500" y="4457700"/>
            <a:ext cx="1476375" cy="438150"/>
          </a:xfrm>
          <a:prstGeom prst="roundRect">
            <a:avLst>
              <a:gd name="adj" fmla="val 17391"/>
            </a:avLst>
          </a:prstGeom>
          <a:solidFill>
            <a:srgbClr val="FFF4F4"/>
          </a:solidFill>
          <a:ln w="9525">
            <a:solidFill>
              <a:srgbClr val="A92525"/>
            </a:solidFill>
          </a:ln>
        </p:spPr>
        <p:txBody>
          <a:bodyPr wrap="none" lIns="28575" tIns="28575" rIns="28575" bIns="28575" anchor="ctr">
            <a:noAutofit/>
          </a:bodyPr>
          <a:lstStyle>
            <a:defPPr algn="ctr">
              <a:defRPr sz="1350" b="0">
                <a:solidFill>
                  <a:srgbClr val="A92525"/>
                </a:solidFill>
                <a:latin typeface="Ubuntu Light"/>
                <a:ea typeface="Ubuntu Light"/>
                <a:cs typeface="Ubuntu Light"/>
              </a:defRPr>
            </a:defPPr>
            <a:lvl1pPr algn="ctr">
              <a:defRPr sz="1350" b="0">
                <a:solidFill>
                  <a:srgbClr val="A92525"/>
                </a:solidFill>
                <a:latin typeface="Ubuntu Light"/>
                <a:ea typeface="Ubuntu Light"/>
                <a:cs typeface="Ubuntu Light"/>
              </a:defRPr>
            </a:lvl1pPr>
            <a:lvl2pPr algn="ctr">
              <a:defRPr sz="1350" b="0">
                <a:solidFill>
                  <a:srgbClr val="A92525"/>
                </a:solidFill>
                <a:latin typeface="Ubuntu Light"/>
                <a:ea typeface="Ubuntu Light"/>
                <a:cs typeface="Ubuntu Light"/>
              </a:defRPr>
            </a:lvl2pPr>
            <a:lvl3pPr algn="ctr">
              <a:defRPr sz="1350" b="0">
                <a:solidFill>
                  <a:srgbClr val="A92525"/>
                </a:solidFill>
                <a:latin typeface="Ubuntu Light"/>
                <a:ea typeface="Ubuntu Light"/>
                <a:cs typeface="Ubuntu Light"/>
              </a:defRPr>
            </a:lvl3pPr>
            <a:lvl4pPr algn="ctr">
              <a:defRPr sz="1350" b="0">
                <a:solidFill>
                  <a:srgbClr val="A92525"/>
                </a:solidFill>
                <a:latin typeface="Ubuntu Light"/>
                <a:ea typeface="Ubuntu Light"/>
                <a:cs typeface="Ubuntu Light"/>
              </a:defRPr>
            </a:lvl4pPr>
            <a:lvl5pPr algn="ctr">
              <a:defRPr sz="1350" b="0">
                <a:solidFill>
                  <a:srgbClr val="A92525"/>
                </a:solidFill>
                <a:latin typeface="Ubuntu Light"/>
                <a:ea typeface="Ubuntu Light"/>
                <a:cs typeface="Ubuntu Light"/>
              </a:defRPr>
            </a:lvl5pPr>
            <a:lvl6pPr algn="ctr">
              <a:defRPr sz="1350" b="0">
                <a:solidFill>
                  <a:srgbClr val="A92525"/>
                </a:solidFill>
                <a:latin typeface="Ubuntu Light"/>
                <a:ea typeface="Ubuntu Light"/>
                <a:cs typeface="Ubuntu Light"/>
              </a:defRPr>
            </a:lvl6pPr>
            <a:lvl7pPr algn="ctr">
              <a:defRPr sz="1350" b="0">
                <a:solidFill>
                  <a:srgbClr val="A92525"/>
                </a:solidFill>
                <a:latin typeface="Ubuntu Light"/>
                <a:ea typeface="Ubuntu Light"/>
                <a:cs typeface="Ubuntu Light"/>
              </a:defRPr>
            </a:lvl7pPr>
            <a:lvl8pPr algn="ctr">
              <a:defRPr sz="1350" b="0">
                <a:solidFill>
                  <a:srgbClr val="A92525"/>
                </a:solidFill>
                <a:latin typeface="Ubuntu Light"/>
                <a:ea typeface="Ubuntu Light"/>
                <a:cs typeface="Ubuntu Light"/>
              </a:defRPr>
            </a:lvl8pPr>
            <a:lvl9pPr algn="ctr">
              <a:defRPr sz="1350" b="0">
                <a:solidFill>
                  <a:srgbClr val="A92525"/>
                </a:solidFill>
                <a:latin typeface="Ubuntu Light"/>
                <a:ea typeface="Ubuntu Light"/>
                <a:cs typeface="Ubuntu Light"/>
              </a:defRPr>
            </a:lvl9pPr>
          </a:lstStyle>
          <a:p>
            <a:pPr algn="ctr">
              <a:defRPr sz="1350" b="0">
                <a:solidFill>
                  <a:srgbClr val="A92525"/>
                </a:solidFill>
                <a:latin typeface="Ubuntu Light"/>
                <a:ea typeface="Ubuntu Light"/>
                <a:cs typeface="Ubuntu Light"/>
              </a:defRPr>
            </a:pPr>
            <a:r>
              <a:t>Reply timeout</a:t>
            </a:r>
          </a:p>
          <a:p>
            <a:pPr algn="ctr">
              <a:defRPr sz="1350" b="0">
                <a:solidFill>
                  <a:srgbClr val="A92525"/>
                </a:solidFill>
                <a:latin typeface="Ubuntu Light"/>
                <a:ea typeface="Ubuntu Light"/>
                <a:cs typeface="Ubuntu Light"/>
              </a:defRPr>
            </a:pPr>
            <a:r>
              <a:t>2 s</a:t>
            </a:r>
          </a:p>
        </p:txBody>
      </p:sp>
      <p:pic>
        <p:nvPicPr>
          <p:cNvPr id="210" name="Picture 209">
            <a:extLst>
              <a:ext uri="{FF2B5EF4-FFF2-40B4-BE49-F238E27FC236}">
                <a16:creationId xmlns:a16="http://schemas.microsoft.com/office/drawing/2014/main" id="{BBCD7874-213D-441F-A711-0F106C519641}"/>
              </a:ext>
            </a:extLst>
          </p:cNvPr>
          <p:cNvPicPr>
            <a:picLocks noChangeAspect="1"/>
          </p:cNvPicPr>
          <p:nvPr/>
        </p:nvPicPr>
        <p:blipFill>
          <a:blip r:embed="rId3"/>
          <a:stretch/>
        </p:blipFill>
        <p:spPr>
          <a:xfrm>
            <a:off x="8058150" y="4152900"/>
            <a:ext cx="219075" cy="219075"/>
          </a:xfrm>
          <a:prstGeom prst="rect">
            <a:avLst/>
          </a:prstGeom>
        </p:spPr>
      </p:pic>
    </p:spTree>
    <p:extLst>
      <p:ext uri="{BB962C8B-B14F-4D97-AF65-F5344CB8AC3E}">
        <p14:creationId xmlns:p14="http://schemas.microsoft.com/office/powerpoint/2010/main" val="127060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ction-number">
            <a:extLst>
              <a:ext uri="{FF2B5EF4-FFF2-40B4-BE49-F238E27FC236}">
                <a16:creationId xmlns:a16="http://schemas.microsoft.com/office/drawing/2014/main" id="{5F542E91-00F1-48E7-83D6-F02EDD9C6F02}"/>
              </a:ext>
            </a:extLst>
          </p:cNvPr>
          <p:cNvSpPr>
            <a:spLocks noGrp="1"/>
          </p:cNvSpPr>
          <p:nvPr/>
        </p:nvSpPr>
        <p:spPr>
          <a:xfrm>
            <a:off x="619125" y="1190625"/>
            <a:ext cx="7905750" cy="266700"/>
          </a:xfrm>
          <a:prstGeom prst="rect">
            <a:avLst/>
          </a:prstGeom>
          <a:noFill/>
          <a:ln w="0">
            <a:noFill/>
          </a:ln>
        </p:spPr>
        <p:txBody>
          <a:bodyPr wrap="none" lIns="0" tIns="0" rIns="0" bIns="0" anchor="t">
            <a:noAutofit/>
          </a:bodyPr>
          <a:lstStyle>
            <a:defPPr algn="l">
              <a:defRPr sz="1350" b="0">
                <a:solidFill>
                  <a:srgbClr val="B91561"/>
                </a:solidFill>
                <a:latin typeface="Ubuntu Light"/>
                <a:ea typeface="Ubuntu Light"/>
                <a:cs typeface="Ubuntu Light"/>
              </a:defRPr>
            </a:defPPr>
            <a:lvl1pPr algn="l">
              <a:defRPr sz="1350" b="0">
                <a:solidFill>
                  <a:srgbClr val="B91561"/>
                </a:solidFill>
                <a:latin typeface="Ubuntu Light"/>
                <a:ea typeface="Ubuntu Light"/>
                <a:cs typeface="Ubuntu Light"/>
              </a:defRPr>
            </a:lvl1pPr>
            <a:lvl2pPr algn="l">
              <a:defRPr sz="1350" b="0">
                <a:solidFill>
                  <a:srgbClr val="B91561"/>
                </a:solidFill>
                <a:latin typeface="Ubuntu Light"/>
                <a:ea typeface="Ubuntu Light"/>
                <a:cs typeface="Ubuntu Light"/>
              </a:defRPr>
            </a:lvl2pPr>
            <a:lvl3pPr algn="l">
              <a:defRPr sz="1350" b="0">
                <a:solidFill>
                  <a:srgbClr val="B91561"/>
                </a:solidFill>
                <a:latin typeface="Ubuntu Light"/>
                <a:ea typeface="Ubuntu Light"/>
                <a:cs typeface="Ubuntu Light"/>
              </a:defRPr>
            </a:lvl3pPr>
            <a:lvl4pPr algn="l">
              <a:defRPr sz="1350" b="0">
                <a:solidFill>
                  <a:srgbClr val="B91561"/>
                </a:solidFill>
                <a:latin typeface="Ubuntu Light"/>
                <a:ea typeface="Ubuntu Light"/>
                <a:cs typeface="Ubuntu Light"/>
              </a:defRPr>
            </a:lvl4pPr>
            <a:lvl5pPr algn="l">
              <a:defRPr sz="1350" b="0">
                <a:solidFill>
                  <a:srgbClr val="B91561"/>
                </a:solidFill>
                <a:latin typeface="Ubuntu Light"/>
                <a:ea typeface="Ubuntu Light"/>
                <a:cs typeface="Ubuntu Light"/>
              </a:defRPr>
            </a:lvl5pPr>
            <a:lvl6pPr algn="l">
              <a:defRPr sz="1350" b="0">
                <a:solidFill>
                  <a:srgbClr val="B91561"/>
                </a:solidFill>
                <a:latin typeface="Ubuntu Light"/>
                <a:ea typeface="Ubuntu Light"/>
                <a:cs typeface="Ubuntu Light"/>
              </a:defRPr>
            </a:lvl6pPr>
            <a:lvl7pPr algn="l">
              <a:defRPr sz="1350" b="0">
                <a:solidFill>
                  <a:srgbClr val="B91561"/>
                </a:solidFill>
                <a:latin typeface="Ubuntu Light"/>
                <a:ea typeface="Ubuntu Light"/>
                <a:cs typeface="Ubuntu Light"/>
              </a:defRPr>
            </a:lvl7pPr>
            <a:lvl8pPr algn="l">
              <a:defRPr sz="1350" b="0">
                <a:solidFill>
                  <a:srgbClr val="B91561"/>
                </a:solidFill>
                <a:latin typeface="Ubuntu Light"/>
                <a:ea typeface="Ubuntu Light"/>
                <a:cs typeface="Ubuntu Light"/>
              </a:defRPr>
            </a:lvl8pPr>
            <a:lvl9pPr algn="l">
              <a:defRPr sz="1350" b="0">
                <a:solidFill>
                  <a:srgbClr val="B91561"/>
                </a:solidFill>
                <a:latin typeface="Ubuntu Light"/>
                <a:ea typeface="Ubuntu Light"/>
                <a:cs typeface="Ubuntu Light"/>
              </a:defRPr>
            </a:lvl9pPr>
          </a:lstStyle>
          <a:p>
            <a:pPr algn="l">
              <a:defRPr sz="1350" b="0">
                <a:solidFill>
                  <a:srgbClr val="B91561"/>
                </a:solidFill>
                <a:latin typeface="Ubuntu Light"/>
                <a:ea typeface="Ubuntu Light"/>
                <a:cs typeface="Ubuntu Light"/>
              </a:defRPr>
            </a:pPr>
            <a:r>
              <a:rPr sz="1600" b="1" dirty="0">
                <a:latin typeface="Ubuntu Light"/>
                <a:ea typeface="Ubuntu Light"/>
                <a:cs typeface="Ubuntu Light"/>
              </a:rPr>
              <a:t>SECTION 06</a:t>
            </a:r>
          </a:p>
        </p:txBody>
      </p:sp>
      <p:sp>
        <p:nvSpPr>
          <p:cNvPr id="2" name="section-question">
            <a:extLst>
              <a:ext uri="{FF2B5EF4-FFF2-40B4-BE49-F238E27FC236}">
                <a16:creationId xmlns:a16="http://schemas.microsoft.com/office/drawing/2014/main" id="{FBE0A5B6-9E0A-46F8-B588-C229A02B8E10}"/>
              </a:ext>
            </a:extLst>
          </p:cNvPr>
          <p:cNvSpPr>
            <a:spLocks noGrp="1"/>
          </p:cNvSpPr>
          <p:nvPr/>
        </p:nvSpPr>
        <p:spPr>
          <a:xfrm>
            <a:off x="619125" y="1857375"/>
            <a:ext cx="7905750" cy="1905000"/>
          </a:xfrm>
          <a:prstGeom prst="rect">
            <a:avLst/>
          </a:prstGeom>
          <a:noFill/>
          <a:ln w="0">
            <a:noFill/>
          </a:ln>
        </p:spPr>
        <p:txBody>
          <a:bodyPr wrap="none" lIns="0" tIns="0" rIns="0" bIns="0" anchor="t">
            <a:noAutofit/>
          </a:bodyPr>
          <a:lstStyle>
            <a:defPPr algn="l">
              <a:defRPr sz="3300" b="0">
                <a:solidFill>
                  <a:srgbClr val="202D3E"/>
                </a:solidFill>
                <a:latin typeface="Ubuntu Light"/>
                <a:ea typeface="Ubuntu Light"/>
                <a:cs typeface="Ubuntu Light"/>
              </a:defRPr>
            </a:defPPr>
            <a:lvl1pPr algn="l">
              <a:buNone/>
              <a:defRPr sz="3300" b="0">
                <a:solidFill>
                  <a:srgbClr val="202D3E"/>
                </a:solidFill>
                <a:latin typeface="Ubuntu Light"/>
                <a:ea typeface="Ubuntu Light"/>
                <a:cs typeface="Ubuntu Light"/>
              </a:defRPr>
            </a:lvl1pPr>
            <a:lvl2pPr algn="l">
              <a:buNone/>
              <a:defRPr sz="3300" b="0">
                <a:solidFill>
                  <a:srgbClr val="202D3E"/>
                </a:solidFill>
                <a:latin typeface="Ubuntu Light"/>
                <a:ea typeface="Ubuntu Light"/>
                <a:cs typeface="Ubuntu Light"/>
              </a:defRPr>
            </a:lvl2pPr>
            <a:lvl3pPr algn="l">
              <a:buNone/>
              <a:defRPr sz="3300" b="0">
                <a:solidFill>
                  <a:srgbClr val="202D3E"/>
                </a:solidFill>
                <a:latin typeface="Ubuntu Light"/>
                <a:ea typeface="Ubuntu Light"/>
                <a:cs typeface="Ubuntu Light"/>
              </a:defRPr>
            </a:lvl3pPr>
            <a:lvl4pPr algn="l">
              <a:buNone/>
              <a:defRPr sz="3300" b="0">
                <a:solidFill>
                  <a:srgbClr val="202D3E"/>
                </a:solidFill>
                <a:latin typeface="Ubuntu Light"/>
                <a:ea typeface="Ubuntu Light"/>
                <a:cs typeface="Ubuntu Light"/>
              </a:defRPr>
            </a:lvl4pPr>
            <a:lvl5pPr algn="l">
              <a:buNone/>
              <a:defRPr sz="3300" b="0">
                <a:solidFill>
                  <a:srgbClr val="202D3E"/>
                </a:solidFill>
                <a:latin typeface="Ubuntu Light"/>
                <a:ea typeface="Ubuntu Light"/>
                <a:cs typeface="Ubuntu Light"/>
              </a:defRPr>
            </a:lvl5pPr>
            <a:lvl6pPr algn="l">
              <a:buNone/>
              <a:defRPr sz="3300" b="0">
                <a:solidFill>
                  <a:srgbClr val="202D3E"/>
                </a:solidFill>
                <a:latin typeface="Ubuntu Light"/>
                <a:ea typeface="Ubuntu Light"/>
                <a:cs typeface="Ubuntu Light"/>
              </a:defRPr>
            </a:lvl6pPr>
            <a:lvl7pPr algn="l">
              <a:buNone/>
              <a:defRPr sz="3300" b="0">
                <a:solidFill>
                  <a:srgbClr val="202D3E"/>
                </a:solidFill>
                <a:latin typeface="Ubuntu Light"/>
                <a:ea typeface="Ubuntu Light"/>
                <a:cs typeface="Ubuntu Light"/>
              </a:defRPr>
            </a:lvl7pPr>
            <a:lvl8pPr algn="l">
              <a:buNone/>
              <a:defRPr sz="3300" b="0">
                <a:solidFill>
                  <a:srgbClr val="202D3E"/>
                </a:solidFill>
                <a:latin typeface="Ubuntu Light"/>
                <a:ea typeface="Ubuntu Light"/>
                <a:cs typeface="Ubuntu Light"/>
              </a:defRPr>
            </a:lvl8pPr>
            <a:lvl9pPr algn="l">
              <a:buNone/>
              <a:defRPr sz="3300" b="0">
                <a:solidFill>
                  <a:srgbClr val="202D3E"/>
                </a:solidFill>
                <a:latin typeface="Ubuntu Light"/>
                <a:ea typeface="Ubuntu Light"/>
                <a:cs typeface="Ubuntu Light"/>
              </a:defRPr>
            </a:lvl9pPr>
          </a:lstStyle>
          <a:p>
            <a:pPr algn="l">
              <a:buNone/>
              <a:defRPr sz="3300" b="0">
                <a:solidFill>
                  <a:srgbClr val="202D3E"/>
                </a:solidFill>
                <a:latin typeface="Ubuntu Light"/>
                <a:ea typeface="Ubuntu Light"/>
                <a:cs typeface="Ubuntu Light"/>
              </a:defRPr>
            </a:pPr>
            <a:r>
              <a:rPr b="0">
                <a:latin typeface="Ubuntu Light"/>
                <a:ea typeface="Ubuntu Light"/>
                <a:cs typeface="Ubuntu Light"/>
              </a:rPr>
              <a:t>How do we know</a:t>
            </a:r>
          </a:p>
          <a:p>
            <a:pPr algn="l">
              <a:buNone/>
              <a:defRPr sz="3300" b="0">
                <a:solidFill>
                  <a:srgbClr val="202D3E"/>
                </a:solidFill>
                <a:latin typeface="Ubuntu Light"/>
                <a:ea typeface="Ubuntu Light"/>
                <a:cs typeface="Ubuntu Light"/>
              </a:defRPr>
            </a:pPr>
            <a:r>
              <a:rPr b="0">
                <a:latin typeface="Ubuntu Light"/>
                <a:ea typeface="Ubuntu Light"/>
                <a:cs typeface="Ubuntu Light"/>
              </a:rPr>
              <a:t>the recovery worked?</a:t>
            </a:r>
          </a:p>
        </p:txBody>
      </p:sp>
    </p:spTree>
    <p:extLst>
      <p:ext uri="{BB962C8B-B14F-4D97-AF65-F5344CB8AC3E}">
        <p14:creationId xmlns:p14="http://schemas.microsoft.com/office/powerpoint/2010/main" val="8134678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slide-title">
            <a:extLst>
              <a:ext uri="{FF2B5EF4-FFF2-40B4-BE49-F238E27FC236}">
                <a16:creationId xmlns:a16="http://schemas.microsoft.com/office/drawing/2014/main" id="{A985AB11-DA97-4B85-A8E0-8D52E4A942B1}"/>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buNone/>
              <a:defRPr sz="2250" b="0">
                <a:solidFill>
                  <a:srgbClr val="202D3E"/>
                </a:solidFill>
                <a:latin typeface="Ubuntu Light"/>
                <a:ea typeface="Ubuntu Light"/>
                <a:cs typeface="Ubuntu Light"/>
              </a:defRPr>
            </a:lvl1pPr>
            <a:lvl2pPr algn="l">
              <a:buNone/>
              <a:defRPr sz="2250" b="0">
                <a:solidFill>
                  <a:srgbClr val="202D3E"/>
                </a:solidFill>
                <a:latin typeface="Ubuntu Light"/>
                <a:ea typeface="Ubuntu Light"/>
                <a:cs typeface="Ubuntu Light"/>
              </a:defRPr>
            </a:lvl2pPr>
            <a:lvl3pPr algn="l">
              <a:buNone/>
              <a:defRPr sz="2250" b="0">
                <a:solidFill>
                  <a:srgbClr val="202D3E"/>
                </a:solidFill>
                <a:latin typeface="Ubuntu Light"/>
                <a:ea typeface="Ubuntu Light"/>
                <a:cs typeface="Ubuntu Light"/>
              </a:defRPr>
            </a:lvl3pPr>
            <a:lvl4pPr algn="l">
              <a:buNone/>
              <a:defRPr sz="2250" b="0">
                <a:solidFill>
                  <a:srgbClr val="202D3E"/>
                </a:solidFill>
                <a:latin typeface="Ubuntu Light"/>
                <a:ea typeface="Ubuntu Light"/>
                <a:cs typeface="Ubuntu Light"/>
              </a:defRPr>
            </a:lvl4pPr>
            <a:lvl5pPr algn="l">
              <a:buNone/>
              <a:defRPr sz="2250" b="0">
                <a:solidFill>
                  <a:srgbClr val="202D3E"/>
                </a:solidFill>
                <a:latin typeface="Ubuntu Light"/>
                <a:ea typeface="Ubuntu Light"/>
                <a:cs typeface="Ubuntu Light"/>
              </a:defRPr>
            </a:lvl5pPr>
            <a:lvl6pPr algn="l">
              <a:buNone/>
              <a:defRPr sz="2250" b="0">
                <a:solidFill>
                  <a:srgbClr val="202D3E"/>
                </a:solidFill>
                <a:latin typeface="Ubuntu Light"/>
                <a:ea typeface="Ubuntu Light"/>
                <a:cs typeface="Ubuntu Light"/>
              </a:defRPr>
            </a:lvl6pPr>
            <a:lvl7pPr algn="l">
              <a:buNone/>
              <a:defRPr sz="2250" b="0">
                <a:solidFill>
                  <a:srgbClr val="202D3E"/>
                </a:solidFill>
                <a:latin typeface="Ubuntu Light"/>
                <a:ea typeface="Ubuntu Light"/>
                <a:cs typeface="Ubuntu Light"/>
              </a:defRPr>
            </a:lvl7pPr>
            <a:lvl8pPr algn="l">
              <a:buNone/>
              <a:defRPr sz="2250" b="0">
                <a:solidFill>
                  <a:srgbClr val="202D3E"/>
                </a:solidFill>
                <a:latin typeface="Ubuntu Light"/>
                <a:ea typeface="Ubuntu Light"/>
                <a:cs typeface="Ubuntu Light"/>
              </a:defRPr>
            </a:lvl8pPr>
            <a:lvl9pPr algn="l">
              <a:buNone/>
              <a:defRPr sz="2250" b="0">
                <a:solidFill>
                  <a:srgbClr val="202D3E"/>
                </a:solidFill>
                <a:latin typeface="Ubuntu Light"/>
                <a:ea typeface="Ubuntu Light"/>
                <a:cs typeface="Ubuntu Light"/>
              </a:defRPr>
            </a:lvl9pPr>
          </a:lstStyle>
          <a:p>
            <a:pPr algn="l">
              <a:buNone/>
              <a:defRPr sz="2250" b="0">
                <a:solidFill>
                  <a:srgbClr val="202D3E"/>
                </a:solidFill>
                <a:latin typeface="Ubuntu Light"/>
                <a:ea typeface="Ubuntu Light"/>
                <a:cs typeface="Ubuntu Light"/>
              </a:defRPr>
            </a:pPr>
            <a:r>
              <a:rPr b="0">
                <a:latin typeface="Ubuntu Light"/>
                <a:ea typeface="Ubuntu Light"/>
                <a:cs typeface="Ubuntu Light"/>
              </a:rPr>
              <a:t>Stock retry: the results we assert</a:t>
            </a:r>
          </a:p>
        </p:txBody>
      </p:sp>
      <p:sp>
        <p:nvSpPr>
          <p:cNvPr id="2" name="stock-flow-input">
            <a:extLst>
              <a:ext uri="{FF2B5EF4-FFF2-40B4-BE49-F238E27FC236}">
                <a16:creationId xmlns:a16="http://schemas.microsoft.com/office/drawing/2014/main" id="{2B0CF425-C60C-49ED-9AA9-2D67BAFB902E}"/>
              </a:ext>
            </a:extLst>
          </p:cNvPr>
          <p:cNvSpPr>
            <a:spLocks noGrp="1"/>
          </p:cNvSpPr>
          <p:nvPr/>
        </p:nvSpPr>
        <p:spPr>
          <a:xfrm>
            <a:off x="619125" y="1381125"/>
            <a:ext cx="7905750" cy="285750"/>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dirty="0" err="1">
                <a:latin typeface="Menlo"/>
                <a:ea typeface="Menlo"/>
                <a:cs typeface="Menlo"/>
              </a:rPr>
              <a:t>create_order</a:t>
            </a:r>
            <a:r>
              <a:rPr b="0" dirty="0">
                <a:latin typeface="Ubuntu Light"/>
                <a:ea typeface="Ubuntu Light"/>
                <a:cs typeface="Ubuntu Light"/>
              </a:rPr>
              <a:t> workflow. 2 units. Initial stock: 10.</a:t>
            </a:r>
          </a:p>
        </p:txBody>
      </p:sp>
      <p:sp>
        <p:nvSpPr>
          <p:cNvPr id="3" name="stock-flow-create">
            <a:extLst>
              <a:ext uri="{FF2B5EF4-FFF2-40B4-BE49-F238E27FC236}">
                <a16:creationId xmlns:a16="http://schemas.microsoft.com/office/drawing/2014/main" id="{427373DD-4645-4AD9-B7DB-616CB2770610}"/>
              </a:ext>
            </a:extLst>
          </p:cNvPr>
          <p:cNvSpPr>
            <a:spLocks noGrp="1"/>
          </p:cNvSpPr>
          <p:nvPr/>
        </p:nvSpPr>
        <p:spPr>
          <a:xfrm>
            <a:off x="619125" y="1876425"/>
            <a:ext cx="1714500" cy="571500"/>
          </a:xfrm>
          <a:prstGeom prst="rect">
            <a:avLst/>
          </a:prstGeom>
          <a:solidFill>
            <a:srgbClr val="FFFFFF"/>
          </a:solidFill>
          <a:ln w="11430">
            <a:solidFill>
              <a:srgbClr val="202D3E"/>
            </a:solidFill>
          </a:ln>
        </p:spPr>
        <p:txBody>
          <a:bodyPr/>
          <a:lstStyle/>
          <a:p>
            <a:endParaRPr lang="en-US"/>
          </a:p>
        </p:txBody>
      </p:sp>
      <p:sp>
        <p:nvSpPr>
          <p:cNvPr id="4" name="stock-flow-create-label">
            <a:extLst>
              <a:ext uri="{FF2B5EF4-FFF2-40B4-BE49-F238E27FC236}">
                <a16:creationId xmlns:a16="http://schemas.microsoft.com/office/drawing/2014/main" id="{A56280A7-F0EA-4496-8696-6D159CE728D0}"/>
              </a:ext>
            </a:extLst>
          </p:cNvPr>
          <p:cNvSpPr>
            <a:spLocks noGrp="1"/>
          </p:cNvSpPr>
          <p:nvPr/>
        </p:nvSpPr>
        <p:spPr>
          <a:xfrm>
            <a:off x="714375" y="2038350"/>
            <a:ext cx="1524000" cy="276225"/>
          </a:xfrm>
          <a:prstGeom prst="rect">
            <a:avLst/>
          </a:prstGeom>
          <a:noFill/>
          <a:ln w="0">
            <a:noFill/>
          </a:ln>
        </p:spPr>
        <p:txBody>
          <a:bodyPr wrap="none" lIns="0" tIns="0" rIns="0" bIns="0" anchor="t">
            <a:noAutofit/>
          </a:bodyPr>
          <a:lstStyle>
            <a:defPPr algn="ctr">
              <a:defRPr sz="1575" b="0">
                <a:solidFill>
                  <a:srgbClr val="202D3E"/>
                </a:solidFill>
                <a:latin typeface="Ubuntu Light"/>
                <a:ea typeface="Ubuntu Light"/>
                <a:cs typeface="Ubuntu Light"/>
              </a:defRPr>
            </a:defPPr>
            <a:lvl1pPr algn="ctr">
              <a:defRPr sz="1575" b="0">
                <a:solidFill>
                  <a:srgbClr val="202D3E"/>
                </a:solidFill>
                <a:latin typeface="Ubuntu Light"/>
                <a:ea typeface="Ubuntu Light"/>
                <a:cs typeface="Ubuntu Light"/>
              </a:defRPr>
            </a:lvl1pPr>
            <a:lvl2pPr algn="ctr">
              <a:defRPr sz="1575" b="0">
                <a:solidFill>
                  <a:srgbClr val="202D3E"/>
                </a:solidFill>
                <a:latin typeface="Ubuntu Light"/>
                <a:ea typeface="Ubuntu Light"/>
                <a:cs typeface="Ubuntu Light"/>
              </a:defRPr>
            </a:lvl2pPr>
            <a:lvl3pPr algn="ctr">
              <a:defRPr sz="1575" b="0">
                <a:solidFill>
                  <a:srgbClr val="202D3E"/>
                </a:solidFill>
                <a:latin typeface="Ubuntu Light"/>
                <a:ea typeface="Ubuntu Light"/>
                <a:cs typeface="Ubuntu Light"/>
              </a:defRPr>
            </a:lvl3pPr>
            <a:lvl4pPr algn="ctr">
              <a:defRPr sz="1575" b="0">
                <a:solidFill>
                  <a:srgbClr val="202D3E"/>
                </a:solidFill>
                <a:latin typeface="Ubuntu Light"/>
                <a:ea typeface="Ubuntu Light"/>
                <a:cs typeface="Ubuntu Light"/>
              </a:defRPr>
            </a:lvl4pPr>
            <a:lvl5pPr algn="ctr">
              <a:defRPr sz="1575" b="0">
                <a:solidFill>
                  <a:srgbClr val="202D3E"/>
                </a:solidFill>
                <a:latin typeface="Ubuntu Light"/>
                <a:ea typeface="Ubuntu Light"/>
                <a:cs typeface="Ubuntu Light"/>
              </a:defRPr>
            </a:lvl5pPr>
            <a:lvl6pPr algn="ctr">
              <a:defRPr sz="1575" b="0">
                <a:solidFill>
                  <a:srgbClr val="202D3E"/>
                </a:solidFill>
                <a:latin typeface="Ubuntu Light"/>
                <a:ea typeface="Ubuntu Light"/>
                <a:cs typeface="Ubuntu Light"/>
              </a:defRPr>
            </a:lvl6pPr>
            <a:lvl7pPr algn="ctr">
              <a:defRPr sz="1575" b="0">
                <a:solidFill>
                  <a:srgbClr val="202D3E"/>
                </a:solidFill>
                <a:latin typeface="Ubuntu Light"/>
                <a:ea typeface="Ubuntu Light"/>
                <a:cs typeface="Ubuntu Light"/>
              </a:defRPr>
            </a:lvl7pPr>
            <a:lvl8pPr algn="ctr">
              <a:defRPr sz="1575" b="0">
                <a:solidFill>
                  <a:srgbClr val="202D3E"/>
                </a:solidFill>
                <a:latin typeface="Ubuntu Light"/>
                <a:ea typeface="Ubuntu Light"/>
                <a:cs typeface="Ubuntu Light"/>
              </a:defRPr>
            </a:lvl8pPr>
            <a:lvl9pPr algn="ctr">
              <a:defRPr sz="1575" b="0">
                <a:solidFill>
                  <a:srgbClr val="202D3E"/>
                </a:solidFill>
                <a:latin typeface="Ubuntu Light"/>
                <a:ea typeface="Ubuntu Light"/>
                <a:cs typeface="Ubuntu Light"/>
              </a:defRPr>
            </a:lvl9pPr>
          </a:lstStyle>
          <a:p>
            <a:pPr algn="ctr">
              <a:defRPr sz="1575" b="0">
                <a:solidFill>
                  <a:srgbClr val="202D3E"/>
                </a:solidFill>
                <a:latin typeface="Ubuntu Light"/>
                <a:ea typeface="Ubuntu Light"/>
                <a:cs typeface="Ubuntu Light"/>
              </a:defRPr>
            </a:pPr>
            <a:r>
              <a:rPr b="0" dirty="0">
                <a:latin typeface="Ubuntu Light"/>
                <a:ea typeface="Ubuntu Light"/>
                <a:cs typeface="Ubuntu Light"/>
              </a:rPr>
              <a:t>Create order</a:t>
            </a:r>
          </a:p>
        </p:txBody>
      </p:sp>
      <p:sp>
        <p:nvSpPr>
          <p:cNvPr id="5" name="stock-flow-merchant">
            <a:extLst>
              <a:ext uri="{FF2B5EF4-FFF2-40B4-BE49-F238E27FC236}">
                <a16:creationId xmlns:a16="http://schemas.microsoft.com/office/drawing/2014/main" id="{A72432AD-7D5D-41CA-9C82-FEB220823238}"/>
              </a:ext>
            </a:extLst>
          </p:cNvPr>
          <p:cNvSpPr>
            <a:spLocks noGrp="1"/>
          </p:cNvSpPr>
          <p:nvPr/>
        </p:nvSpPr>
        <p:spPr>
          <a:xfrm>
            <a:off x="619125" y="2809875"/>
            <a:ext cx="1714500" cy="571500"/>
          </a:xfrm>
          <a:prstGeom prst="rect">
            <a:avLst/>
          </a:prstGeom>
          <a:solidFill>
            <a:srgbClr val="FFFFFF"/>
          </a:solidFill>
          <a:ln w="11430">
            <a:solidFill>
              <a:srgbClr val="202D3E"/>
            </a:solidFill>
          </a:ln>
        </p:spPr>
        <p:txBody>
          <a:bodyPr/>
          <a:lstStyle/>
          <a:p>
            <a:endParaRPr lang="en-US"/>
          </a:p>
        </p:txBody>
      </p:sp>
      <p:sp>
        <p:nvSpPr>
          <p:cNvPr id="6" name="stock-flow-merchant-label">
            <a:extLst>
              <a:ext uri="{FF2B5EF4-FFF2-40B4-BE49-F238E27FC236}">
                <a16:creationId xmlns:a16="http://schemas.microsoft.com/office/drawing/2014/main" id="{A3B5350D-7EAE-4A7C-BA05-007D55EBAECC}"/>
              </a:ext>
            </a:extLst>
          </p:cNvPr>
          <p:cNvSpPr>
            <a:spLocks noGrp="1"/>
          </p:cNvSpPr>
          <p:nvPr/>
        </p:nvSpPr>
        <p:spPr>
          <a:xfrm>
            <a:off x="714375" y="2876550"/>
            <a:ext cx="1524000" cy="466725"/>
          </a:xfrm>
          <a:prstGeom prst="rect">
            <a:avLst/>
          </a:prstGeom>
          <a:noFill/>
          <a:ln w="0">
            <a:noFill/>
          </a:ln>
        </p:spPr>
        <p:txBody>
          <a:bodyPr wrap="none" lIns="0" tIns="0" rIns="0" bIns="0" anchor="t">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defRPr sz="1500" b="0">
                <a:solidFill>
                  <a:srgbClr val="202D3E"/>
                </a:solidFill>
                <a:latin typeface="Ubuntu Light"/>
                <a:ea typeface="Ubuntu Light"/>
                <a:cs typeface="Ubuntu Light"/>
              </a:defRPr>
            </a:pPr>
            <a:r>
              <a:rPr b="0" dirty="0">
                <a:latin typeface="Ubuntu Light"/>
                <a:ea typeface="Ubuntu Light"/>
                <a:cs typeface="Ubuntu Light"/>
              </a:rPr>
              <a:t>Merchant</a:t>
            </a:r>
          </a:p>
          <a:p>
            <a:pPr algn="ctr">
              <a:defRPr sz="1500" b="0">
                <a:solidFill>
                  <a:srgbClr val="202D3E"/>
                </a:solidFill>
                <a:latin typeface="Ubuntu Light"/>
                <a:ea typeface="Ubuntu Light"/>
                <a:cs typeface="Ubuntu Light"/>
              </a:defRPr>
            </a:pPr>
            <a:r>
              <a:rPr b="0" dirty="0">
                <a:latin typeface="Ubuntu Light"/>
                <a:ea typeface="Ubuntu Light"/>
                <a:cs typeface="Ubuntu Light"/>
              </a:rPr>
              <a:t>approves</a:t>
            </a:r>
          </a:p>
        </p:txBody>
      </p:sp>
      <p:cxnSp>
        <p:nvCxnSpPr>
          <p:cNvPr id="7" name="stock-flow-request-approval-0">
            <a:extLst>
              <a:ext uri="{FF2B5EF4-FFF2-40B4-BE49-F238E27FC236}">
                <a16:creationId xmlns:a16="http://schemas.microsoft.com/office/drawing/2014/main" id="{7521A911-2734-4360-A79E-F1854C2B34BC}"/>
              </a:ext>
            </a:extLst>
          </p:cNvPr>
          <p:cNvCxnSpPr>
            <a:cxnSpLocks/>
            <a:stCxn id="3" idx="2"/>
          </p:cNvCxnSpPr>
          <p:nvPr/>
        </p:nvCxnSpPr>
        <p:spPr>
          <a:xfrm>
            <a:off x="1476375" y="2447925"/>
            <a:ext cx="0" cy="361950"/>
          </a:xfrm>
          <a:prstGeom prst="straightConnector1">
            <a:avLst/>
          </a:prstGeom>
          <a:ln w="17145">
            <a:solidFill>
              <a:srgbClr val="202D3E"/>
            </a:solidFill>
            <a:tailEnd type="triangle" w="sm" len="sm"/>
          </a:ln>
        </p:spPr>
      </p:cxnSp>
      <p:sp>
        <p:nvSpPr>
          <p:cNvPr id="8" name="stock-flow-request-label">
            <a:extLst>
              <a:ext uri="{FF2B5EF4-FFF2-40B4-BE49-F238E27FC236}">
                <a16:creationId xmlns:a16="http://schemas.microsoft.com/office/drawing/2014/main" id="{6F1BAA10-348E-40B5-A9FC-11CAD92A8C5B}"/>
              </a:ext>
            </a:extLst>
          </p:cNvPr>
          <p:cNvSpPr>
            <a:spLocks noGrp="1"/>
          </p:cNvSpPr>
          <p:nvPr/>
        </p:nvSpPr>
        <p:spPr>
          <a:xfrm>
            <a:off x="685800" y="2517967"/>
            <a:ext cx="742950" cy="209550"/>
          </a:xfrm>
          <a:prstGeom prst="rect">
            <a:avLst/>
          </a:prstGeom>
          <a:noFill/>
          <a:ln w="0">
            <a:noFill/>
          </a:ln>
        </p:spPr>
        <p:txBody>
          <a:bodyPr wrap="none" lIns="0" tIns="0" rIns="0" bIns="0" anchor="t">
            <a:noAutofit/>
          </a:bodyPr>
          <a:lstStyle>
            <a:defPPr algn="l">
              <a:defRPr sz="1125" b="0">
                <a:solidFill>
                  <a:srgbClr val="202D3E"/>
                </a:solidFill>
                <a:latin typeface="Ubuntu Light"/>
                <a:ea typeface="Ubuntu Light"/>
                <a:cs typeface="Ubuntu Light"/>
              </a:defRPr>
            </a:defPPr>
            <a:lvl1pPr algn="l">
              <a:defRPr sz="1125" b="0">
                <a:solidFill>
                  <a:srgbClr val="202D3E"/>
                </a:solidFill>
                <a:latin typeface="Ubuntu Light"/>
                <a:ea typeface="Ubuntu Light"/>
                <a:cs typeface="Ubuntu Light"/>
              </a:defRPr>
            </a:lvl1pPr>
            <a:lvl2pPr algn="l">
              <a:defRPr sz="1125" b="0">
                <a:solidFill>
                  <a:srgbClr val="202D3E"/>
                </a:solidFill>
                <a:latin typeface="Ubuntu Light"/>
                <a:ea typeface="Ubuntu Light"/>
                <a:cs typeface="Ubuntu Light"/>
              </a:defRPr>
            </a:lvl2pPr>
            <a:lvl3pPr algn="l">
              <a:defRPr sz="1125" b="0">
                <a:solidFill>
                  <a:srgbClr val="202D3E"/>
                </a:solidFill>
                <a:latin typeface="Ubuntu Light"/>
                <a:ea typeface="Ubuntu Light"/>
                <a:cs typeface="Ubuntu Light"/>
              </a:defRPr>
            </a:lvl3pPr>
            <a:lvl4pPr algn="l">
              <a:defRPr sz="1125" b="0">
                <a:solidFill>
                  <a:srgbClr val="202D3E"/>
                </a:solidFill>
                <a:latin typeface="Ubuntu Light"/>
                <a:ea typeface="Ubuntu Light"/>
                <a:cs typeface="Ubuntu Light"/>
              </a:defRPr>
            </a:lvl4pPr>
            <a:lvl5pPr algn="l">
              <a:defRPr sz="1125" b="0">
                <a:solidFill>
                  <a:srgbClr val="202D3E"/>
                </a:solidFill>
                <a:latin typeface="Ubuntu Light"/>
                <a:ea typeface="Ubuntu Light"/>
                <a:cs typeface="Ubuntu Light"/>
              </a:defRPr>
            </a:lvl5pPr>
            <a:lvl6pPr algn="l">
              <a:defRPr sz="1125" b="0">
                <a:solidFill>
                  <a:srgbClr val="202D3E"/>
                </a:solidFill>
                <a:latin typeface="Ubuntu Light"/>
                <a:ea typeface="Ubuntu Light"/>
                <a:cs typeface="Ubuntu Light"/>
              </a:defRPr>
            </a:lvl6pPr>
            <a:lvl7pPr algn="l">
              <a:defRPr sz="1125" b="0">
                <a:solidFill>
                  <a:srgbClr val="202D3E"/>
                </a:solidFill>
                <a:latin typeface="Ubuntu Light"/>
                <a:ea typeface="Ubuntu Light"/>
                <a:cs typeface="Ubuntu Light"/>
              </a:defRPr>
            </a:lvl7pPr>
            <a:lvl8pPr algn="l">
              <a:defRPr sz="1125" b="0">
                <a:solidFill>
                  <a:srgbClr val="202D3E"/>
                </a:solidFill>
                <a:latin typeface="Ubuntu Light"/>
                <a:ea typeface="Ubuntu Light"/>
                <a:cs typeface="Ubuntu Light"/>
              </a:defRPr>
            </a:lvl8pPr>
            <a:lvl9pPr algn="l">
              <a:defRPr sz="1125" b="0">
                <a:solidFill>
                  <a:srgbClr val="202D3E"/>
                </a:solidFill>
                <a:latin typeface="Ubuntu Light"/>
                <a:ea typeface="Ubuntu Light"/>
                <a:cs typeface="Ubuntu Light"/>
              </a:defRPr>
            </a:lvl9pPr>
          </a:lstStyle>
          <a:p>
            <a:pPr algn="l">
              <a:defRPr sz="1125" b="0">
                <a:solidFill>
                  <a:srgbClr val="202D3E"/>
                </a:solidFill>
                <a:latin typeface="Ubuntu Light"/>
                <a:ea typeface="Ubuntu Light"/>
                <a:cs typeface="Ubuntu Light"/>
              </a:defRPr>
            </a:pPr>
            <a:r>
              <a:rPr b="0" dirty="0">
                <a:latin typeface="Ubuntu Light"/>
                <a:ea typeface="Ubuntu Light"/>
                <a:cs typeface="Ubuntu Light"/>
              </a:rPr>
              <a:t>Approval</a:t>
            </a:r>
          </a:p>
        </p:txBody>
      </p:sp>
      <p:sp>
        <p:nvSpPr>
          <p:cNvPr id="9" name="stock-flow-reserve-state">
            <a:extLst>
              <a:ext uri="{FF2B5EF4-FFF2-40B4-BE49-F238E27FC236}">
                <a16:creationId xmlns:a16="http://schemas.microsoft.com/office/drawing/2014/main" id="{83620D3C-6EDE-4439-9348-144EA433026E}"/>
              </a:ext>
            </a:extLst>
          </p:cNvPr>
          <p:cNvSpPr>
            <a:spLocks noGrp="1"/>
          </p:cNvSpPr>
          <p:nvPr/>
        </p:nvSpPr>
        <p:spPr>
          <a:xfrm>
            <a:off x="2952750" y="1809750"/>
            <a:ext cx="2476500" cy="2571750"/>
          </a:xfrm>
          <a:prstGeom prst="rect">
            <a:avLst/>
          </a:prstGeom>
          <a:solidFill>
            <a:srgbClr val="F5F7FB"/>
          </a:solidFill>
          <a:ln w="11430">
            <a:solidFill>
              <a:srgbClr val="9BAFC4"/>
            </a:solidFill>
          </a:ln>
        </p:spPr>
        <p:txBody>
          <a:bodyPr/>
          <a:lstStyle/>
          <a:p>
            <a:endParaRPr lang="en-US"/>
          </a:p>
        </p:txBody>
      </p:sp>
      <p:sp>
        <p:nvSpPr>
          <p:cNvPr id="10" name="stock-flow-reserve-name">
            <a:extLst>
              <a:ext uri="{FF2B5EF4-FFF2-40B4-BE49-F238E27FC236}">
                <a16:creationId xmlns:a16="http://schemas.microsoft.com/office/drawing/2014/main" id="{8B36A931-4501-4095-8112-00033AA154B0}"/>
              </a:ext>
            </a:extLst>
          </p:cNvPr>
          <p:cNvSpPr>
            <a:spLocks noGrp="1"/>
          </p:cNvSpPr>
          <p:nvPr/>
        </p:nvSpPr>
        <p:spPr>
          <a:xfrm>
            <a:off x="3095625" y="1943100"/>
            <a:ext cx="2190750" cy="266700"/>
          </a:xfrm>
          <a:prstGeom prst="rect">
            <a:avLst/>
          </a:prstGeom>
          <a:noFill/>
          <a:ln w="0">
            <a:noFill/>
          </a:ln>
        </p:spPr>
        <p:txBody>
          <a:bodyPr wrap="none" lIns="0" tIns="0" rIns="0" bIns="0" anchor="t">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defRPr sz="1500" b="0">
                <a:solidFill>
                  <a:srgbClr val="202D3E"/>
                </a:solidFill>
                <a:latin typeface="Ubuntu Light"/>
                <a:ea typeface="Ubuntu Light"/>
                <a:cs typeface="Ubuntu Light"/>
              </a:defRPr>
            </a:pPr>
            <a:r>
              <a:rPr b="0">
                <a:latin typeface="Menlo"/>
                <a:ea typeface="Menlo"/>
                <a:cs typeface="Menlo"/>
              </a:rPr>
              <a:t>ReserveStock</a:t>
            </a:r>
          </a:p>
        </p:txBody>
      </p:sp>
      <p:sp>
        <p:nvSpPr>
          <p:cNvPr id="11" name="stock-flow-attempt-1">
            <a:extLst>
              <a:ext uri="{FF2B5EF4-FFF2-40B4-BE49-F238E27FC236}">
                <a16:creationId xmlns:a16="http://schemas.microsoft.com/office/drawing/2014/main" id="{DDEC04A4-0460-4AE3-9C2F-54C0748D4BE3}"/>
              </a:ext>
            </a:extLst>
          </p:cNvPr>
          <p:cNvSpPr>
            <a:spLocks noGrp="1"/>
          </p:cNvSpPr>
          <p:nvPr/>
        </p:nvSpPr>
        <p:spPr>
          <a:xfrm>
            <a:off x="3143250" y="2381250"/>
            <a:ext cx="2095500" cy="381000"/>
          </a:xfrm>
          <a:prstGeom prst="rect">
            <a:avLst/>
          </a:prstGeom>
          <a:solidFill>
            <a:srgbClr val="FFF5F5"/>
          </a:solidFill>
          <a:ln w="11430">
            <a:solidFill>
              <a:srgbClr val="A92525"/>
            </a:solidFill>
          </a:ln>
        </p:spPr>
        <p:txBody>
          <a:bodyPr/>
          <a:lstStyle/>
          <a:p>
            <a:endParaRPr lang="en-US"/>
          </a:p>
        </p:txBody>
      </p:sp>
      <p:sp>
        <p:nvSpPr>
          <p:cNvPr id="12" name="stock-flow-attempt-1-label">
            <a:extLst>
              <a:ext uri="{FF2B5EF4-FFF2-40B4-BE49-F238E27FC236}">
                <a16:creationId xmlns:a16="http://schemas.microsoft.com/office/drawing/2014/main" id="{87824DA4-3CF5-460D-A32D-31D18729BE4F}"/>
              </a:ext>
            </a:extLst>
          </p:cNvPr>
          <p:cNvSpPr>
            <a:spLocks noGrp="1"/>
          </p:cNvSpPr>
          <p:nvPr/>
        </p:nvSpPr>
        <p:spPr>
          <a:xfrm>
            <a:off x="3238500" y="2447120"/>
            <a:ext cx="1905000" cy="266700"/>
          </a:xfrm>
          <a:prstGeom prst="rect">
            <a:avLst/>
          </a:prstGeom>
          <a:noFill/>
          <a:ln w="0">
            <a:noFill/>
          </a:ln>
        </p:spPr>
        <p:txBody>
          <a:bodyPr wrap="none" lIns="0" tIns="0" rIns="0" bIns="0" anchor="t">
            <a:noAutofit/>
          </a:bodyPr>
          <a:lstStyle>
            <a:defPPr algn="ctr">
              <a:defRPr sz="1500" b="0">
                <a:solidFill>
                  <a:srgbClr val="A92525"/>
                </a:solidFill>
                <a:latin typeface="Ubuntu Light"/>
                <a:ea typeface="Ubuntu Light"/>
                <a:cs typeface="Ubuntu Light"/>
              </a:defRPr>
            </a:defPPr>
            <a:lvl1pPr algn="ctr">
              <a:defRPr sz="1500" b="0">
                <a:solidFill>
                  <a:srgbClr val="A92525"/>
                </a:solidFill>
                <a:latin typeface="Ubuntu Light"/>
                <a:ea typeface="Ubuntu Light"/>
                <a:cs typeface="Ubuntu Light"/>
              </a:defRPr>
            </a:lvl1pPr>
            <a:lvl2pPr algn="ctr">
              <a:defRPr sz="1500" b="0">
                <a:solidFill>
                  <a:srgbClr val="A92525"/>
                </a:solidFill>
                <a:latin typeface="Ubuntu Light"/>
                <a:ea typeface="Ubuntu Light"/>
                <a:cs typeface="Ubuntu Light"/>
              </a:defRPr>
            </a:lvl2pPr>
            <a:lvl3pPr algn="ctr">
              <a:defRPr sz="1500" b="0">
                <a:solidFill>
                  <a:srgbClr val="A92525"/>
                </a:solidFill>
                <a:latin typeface="Ubuntu Light"/>
                <a:ea typeface="Ubuntu Light"/>
                <a:cs typeface="Ubuntu Light"/>
              </a:defRPr>
            </a:lvl3pPr>
            <a:lvl4pPr algn="ctr">
              <a:defRPr sz="1500" b="0">
                <a:solidFill>
                  <a:srgbClr val="A92525"/>
                </a:solidFill>
                <a:latin typeface="Ubuntu Light"/>
                <a:ea typeface="Ubuntu Light"/>
                <a:cs typeface="Ubuntu Light"/>
              </a:defRPr>
            </a:lvl4pPr>
            <a:lvl5pPr algn="ctr">
              <a:defRPr sz="1500" b="0">
                <a:solidFill>
                  <a:srgbClr val="A92525"/>
                </a:solidFill>
                <a:latin typeface="Ubuntu Light"/>
                <a:ea typeface="Ubuntu Light"/>
                <a:cs typeface="Ubuntu Light"/>
              </a:defRPr>
            </a:lvl5pPr>
            <a:lvl6pPr algn="ctr">
              <a:defRPr sz="1500" b="0">
                <a:solidFill>
                  <a:srgbClr val="A92525"/>
                </a:solidFill>
                <a:latin typeface="Ubuntu Light"/>
                <a:ea typeface="Ubuntu Light"/>
                <a:cs typeface="Ubuntu Light"/>
              </a:defRPr>
            </a:lvl6pPr>
            <a:lvl7pPr algn="ctr">
              <a:defRPr sz="1500" b="0">
                <a:solidFill>
                  <a:srgbClr val="A92525"/>
                </a:solidFill>
                <a:latin typeface="Ubuntu Light"/>
                <a:ea typeface="Ubuntu Light"/>
                <a:cs typeface="Ubuntu Light"/>
              </a:defRPr>
            </a:lvl7pPr>
            <a:lvl8pPr algn="ctr">
              <a:defRPr sz="1500" b="0">
                <a:solidFill>
                  <a:srgbClr val="A92525"/>
                </a:solidFill>
                <a:latin typeface="Ubuntu Light"/>
                <a:ea typeface="Ubuntu Light"/>
                <a:cs typeface="Ubuntu Light"/>
              </a:defRPr>
            </a:lvl8pPr>
            <a:lvl9pPr algn="ctr">
              <a:defRPr sz="1500" b="0">
                <a:solidFill>
                  <a:srgbClr val="A92525"/>
                </a:solidFill>
                <a:latin typeface="Ubuntu Light"/>
                <a:ea typeface="Ubuntu Light"/>
                <a:cs typeface="Ubuntu Light"/>
              </a:defRPr>
            </a:lvl9pPr>
          </a:lstStyle>
          <a:p>
            <a:pPr algn="ctr">
              <a:defRPr sz="1500" b="0">
                <a:solidFill>
                  <a:srgbClr val="A92525"/>
                </a:solidFill>
                <a:latin typeface="Ubuntu Light"/>
                <a:ea typeface="Ubuntu Light"/>
                <a:cs typeface="Ubuntu Light"/>
              </a:defRPr>
            </a:pPr>
            <a:r>
              <a:rPr b="0" dirty="0">
                <a:latin typeface="Ubuntu Light"/>
                <a:ea typeface="Ubuntu Light"/>
                <a:cs typeface="Ubuntu Light"/>
              </a:rPr>
              <a:t>1</a:t>
            </a:r>
            <a:r>
              <a:rPr lang="en-US" b="0" dirty="0">
                <a:latin typeface="Ubuntu Light"/>
                <a:ea typeface="Ubuntu Light"/>
                <a:cs typeface="Ubuntu Light"/>
              </a:rPr>
              <a:t>.</a:t>
            </a:r>
            <a:r>
              <a:rPr b="0" dirty="0">
                <a:latin typeface="Ubuntu Light"/>
                <a:ea typeface="Ubuntu Light"/>
                <a:cs typeface="Ubuntu Light"/>
              </a:rPr>
              <a:t>  HTTP 500</a:t>
            </a:r>
          </a:p>
        </p:txBody>
      </p:sp>
      <p:sp>
        <p:nvSpPr>
          <p:cNvPr id="13" name="stock-flow-attempt-2">
            <a:extLst>
              <a:ext uri="{FF2B5EF4-FFF2-40B4-BE49-F238E27FC236}">
                <a16:creationId xmlns:a16="http://schemas.microsoft.com/office/drawing/2014/main" id="{D4BB60EF-02F5-4D9F-908B-76243DA7620F}"/>
              </a:ext>
            </a:extLst>
          </p:cNvPr>
          <p:cNvSpPr>
            <a:spLocks noGrp="1"/>
          </p:cNvSpPr>
          <p:nvPr/>
        </p:nvSpPr>
        <p:spPr>
          <a:xfrm>
            <a:off x="3143250" y="3067050"/>
            <a:ext cx="2095500" cy="361950"/>
          </a:xfrm>
          <a:prstGeom prst="rect">
            <a:avLst/>
          </a:prstGeom>
          <a:solidFill>
            <a:srgbClr val="FFF5F5"/>
          </a:solidFill>
          <a:ln w="11430">
            <a:solidFill>
              <a:srgbClr val="A92525"/>
            </a:solidFill>
          </a:ln>
        </p:spPr>
        <p:txBody>
          <a:bodyPr/>
          <a:lstStyle/>
          <a:p>
            <a:endParaRPr lang="en-US"/>
          </a:p>
        </p:txBody>
      </p:sp>
      <p:sp>
        <p:nvSpPr>
          <p:cNvPr id="14" name="stock-flow-attempt-2-label">
            <a:extLst>
              <a:ext uri="{FF2B5EF4-FFF2-40B4-BE49-F238E27FC236}">
                <a16:creationId xmlns:a16="http://schemas.microsoft.com/office/drawing/2014/main" id="{5488D09C-F29B-4DA2-9CFE-6F6C8733FA27}"/>
              </a:ext>
            </a:extLst>
          </p:cNvPr>
          <p:cNvSpPr>
            <a:spLocks noGrp="1"/>
          </p:cNvSpPr>
          <p:nvPr/>
        </p:nvSpPr>
        <p:spPr>
          <a:xfrm>
            <a:off x="3238500" y="3133725"/>
            <a:ext cx="1905000" cy="266700"/>
          </a:xfrm>
          <a:prstGeom prst="rect">
            <a:avLst/>
          </a:prstGeom>
          <a:noFill/>
          <a:ln w="0">
            <a:noFill/>
          </a:ln>
        </p:spPr>
        <p:txBody>
          <a:bodyPr wrap="none" lIns="0" tIns="0" rIns="0" bIns="0" anchor="t">
            <a:noAutofit/>
          </a:bodyPr>
          <a:lstStyle>
            <a:defPPr algn="ctr">
              <a:defRPr sz="1500" b="0">
                <a:solidFill>
                  <a:srgbClr val="A92525"/>
                </a:solidFill>
                <a:latin typeface="Ubuntu Light"/>
                <a:ea typeface="Ubuntu Light"/>
                <a:cs typeface="Ubuntu Light"/>
              </a:defRPr>
            </a:defPPr>
            <a:lvl1pPr algn="ctr">
              <a:defRPr sz="1500" b="0">
                <a:solidFill>
                  <a:srgbClr val="A92525"/>
                </a:solidFill>
                <a:latin typeface="Ubuntu Light"/>
                <a:ea typeface="Ubuntu Light"/>
                <a:cs typeface="Ubuntu Light"/>
              </a:defRPr>
            </a:lvl1pPr>
            <a:lvl2pPr algn="ctr">
              <a:defRPr sz="1500" b="0">
                <a:solidFill>
                  <a:srgbClr val="A92525"/>
                </a:solidFill>
                <a:latin typeface="Ubuntu Light"/>
                <a:ea typeface="Ubuntu Light"/>
                <a:cs typeface="Ubuntu Light"/>
              </a:defRPr>
            </a:lvl2pPr>
            <a:lvl3pPr algn="ctr">
              <a:defRPr sz="1500" b="0">
                <a:solidFill>
                  <a:srgbClr val="A92525"/>
                </a:solidFill>
                <a:latin typeface="Ubuntu Light"/>
                <a:ea typeface="Ubuntu Light"/>
                <a:cs typeface="Ubuntu Light"/>
              </a:defRPr>
            </a:lvl3pPr>
            <a:lvl4pPr algn="ctr">
              <a:defRPr sz="1500" b="0">
                <a:solidFill>
                  <a:srgbClr val="A92525"/>
                </a:solidFill>
                <a:latin typeface="Ubuntu Light"/>
                <a:ea typeface="Ubuntu Light"/>
                <a:cs typeface="Ubuntu Light"/>
              </a:defRPr>
            </a:lvl4pPr>
            <a:lvl5pPr algn="ctr">
              <a:defRPr sz="1500" b="0">
                <a:solidFill>
                  <a:srgbClr val="A92525"/>
                </a:solidFill>
                <a:latin typeface="Ubuntu Light"/>
                <a:ea typeface="Ubuntu Light"/>
                <a:cs typeface="Ubuntu Light"/>
              </a:defRPr>
            </a:lvl5pPr>
            <a:lvl6pPr algn="ctr">
              <a:defRPr sz="1500" b="0">
                <a:solidFill>
                  <a:srgbClr val="A92525"/>
                </a:solidFill>
                <a:latin typeface="Ubuntu Light"/>
                <a:ea typeface="Ubuntu Light"/>
                <a:cs typeface="Ubuntu Light"/>
              </a:defRPr>
            </a:lvl6pPr>
            <a:lvl7pPr algn="ctr">
              <a:defRPr sz="1500" b="0">
                <a:solidFill>
                  <a:srgbClr val="A92525"/>
                </a:solidFill>
                <a:latin typeface="Ubuntu Light"/>
                <a:ea typeface="Ubuntu Light"/>
                <a:cs typeface="Ubuntu Light"/>
              </a:defRPr>
            </a:lvl7pPr>
            <a:lvl8pPr algn="ctr">
              <a:defRPr sz="1500" b="0">
                <a:solidFill>
                  <a:srgbClr val="A92525"/>
                </a:solidFill>
                <a:latin typeface="Ubuntu Light"/>
                <a:ea typeface="Ubuntu Light"/>
                <a:cs typeface="Ubuntu Light"/>
              </a:defRPr>
            </a:lvl8pPr>
            <a:lvl9pPr algn="ctr">
              <a:defRPr sz="1500" b="0">
                <a:solidFill>
                  <a:srgbClr val="A92525"/>
                </a:solidFill>
                <a:latin typeface="Ubuntu Light"/>
                <a:ea typeface="Ubuntu Light"/>
                <a:cs typeface="Ubuntu Light"/>
              </a:defRPr>
            </a:lvl9pPr>
          </a:lstStyle>
          <a:p>
            <a:pPr algn="ctr">
              <a:defRPr sz="1500" b="0">
                <a:solidFill>
                  <a:srgbClr val="A92525"/>
                </a:solidFill>
                <a:latin typeface="Ubuntu Light"/>
                <a:ea typeface="Ubuntu Light"/>
                <a:cs typeface="Ubuntu Light"/>
              </a:defRPr>
            </a:pPr>
            <a:r>
              <a:rPr b="0" dirty="0">
                <a:latin typeface="Ubuntu Light"/>
                <a:ea typeface="Ubuntu Light"/>
                <a:cs typeface="Ubuntu Light"/>
              </a:rPr>
              <a:t>2</a:t>
            </a:r>
            <a:r>
              <a:rPr lang="en-US" b="0" dirty="0">
                <a:latin typeface="Ubuntu Light"/>
                <a:ea typeface="Ubuntu Light"/>
                <a:cs typeface="Ubuntu Light"/>
              </a:rPr>
              <a:t>.</a:t>
            </a:r>
            <a:r>
              <a:rPr b="0" dirty="0">
                <a:latin typeface="Ubuntu Light"/>
                <a:ea typeface="Ubuntu Light"/>
                <a:cs typeface="Ubuntu Light"/>
              </a:rPr>
              <a:t>  HTTP 500</a:t>
            </a:r>
          </a:p>
        </p:txBody>
      </p:sp>
      <p:sp>
        <p:nvSpPr>
          <p:cNvPr id="15" name="stock-flow-attempt-3">
            <a:extLst>
              <a:ext uri="{FF2B5EF4-FFF2-40B4-BE49-F238E27FC236}">
                <a16:creationId xmlns:a16="http://schemas.microsoft.com/office/drawing/2014/main" id="{6A78FB24-40BF-4169-9AD6-DE0B86B498FE}"/>
              </a:ext>
            </a:extLst>
          </p:cNvPr>
          <p:cNvSpPr>
            <a:spLocks noGrp="1"/>
          </p:cNvSpPr>
          <p:nvPr/>
        </p:nvSpPr>
        <p:spPr>
          <a:xfrm>
            <a:off x="3143250" y="3714750"/>
            <a:ext cx="2095500" cy="514350"/>
          </a:xfrm>
          <a:prstGeom prst="rect">
            <a:avLst/>
          </a:prstGeom>
          <a:solidFill>
            <a:srgbClr val="F1F8F4"/>
          </a:solidFill>
          <a:ln w="11430">
            <a:solidFill>
              <a:srgbClr val="12674D"/>
            </a:solidFill>
          </a:ln>
        </p:spPr>
        <p:txBody>
          <a:bodyPr/>
          <a:lstStyle/>
          <a:p>
            <a:endParaRPr lang="en-US"/>
          </a:p>
        </p:txBody>
      </p:sp>
      <p:sp>
        <p:nvSpPr>
          <p:cNvPr id="16" name="stock-flow-attempt-3-label">
            <a:extLst>
              <a:ext uri="{FF2B5EF4-FFF2-40B4-BE49-F238E27FC236}">
                <a16:creationId xmlns:a16="http://schemas.microsoft.com/office/drawing/2014/main" id="{F8A17D89-DB94-44CB-9864-678F7F2EE70E}"/>
              </a:ext>
            </a:extLst>
          </p:cNvPr>
          <p:cNvSpPr>
            <a:spLocks noGrp="1"/>
          </p:cNvSpPr>
          <p:nvPr/>
        </p:nvSpPr>
        <p:spPr>
          <a:xfrm>
            <a:off x="3238500" y="3771900"/>
            <a:ext cx="1905000" cy="447675"/>
          </a:xfrm>
          <a:prstGeom prst="rect">
            <a:avLst/>
          </a:prstGeom>
          <a:noFill/>
          <a:ln w="0">
            <a:noFill/>
          </a:ln>
        </p:spPr>
        <p:txBody>
          <a:bodyPr wrap="none" lIns="0" tIns="0" rIns="0" bIns="0" anchor="t">
            <a:noAutofit/>
          </a:bodyPr>
          <a:lstStyle>
            <a:defPPr algn="ctr">
              <a:defRPr sz="1350" b="0">
                <a:solidFill>
                  <a:srgbClr val="12674D"/>
                </a:solidFill>
                <a:latin typeface="Ubuntu Light"/>
                <a:ea typeface="Ubuntu Light"/>
                <a:cs typeface="Ubuntu Light"/>
              </a:defRPr>
            </a:defPPr>
            <a:lvl1pPr algn="ctr">
              <a:defRPr sz="1350" b="0">
                <a:solidFill>
                  <a:srgbClr val="12674D"/>
                </a:solidFill>
                <a:latin typeface="Ubuntu Light"/>
                <a:ea typeface="Ubuntu Light"/>
                <a:cs typeface="Ubuntu Light"/>
              </a:defRPr>
            </a:lvl1pPr>
            <a:lvl2pPr algn="ctr">
              <a:defRPr sz="1350" b="0">
                <a:solidFill>
                  <a:srgbClr val="12674D"/>
                </a:solidFill>
                <a:latin typeface="Ubuntu Light"/>
                <a:ea typeface="Ubuntu Light"/>
                <a:cs typeface="Ubuntu Light"/>
              </a:defRPr>
            </a:lvl2pPr>
            <a:lvl3pPr algn="ctr">
              <a:defRPr sz="1350" b="0">
                <a:solidFill>
                  <a:srgbClr val="12674D"/>
                </a:solidFill>
                <a:latin typeface="Ubuntu Light"/>
                <a:ea typeface="Ubuntu Light"/>
                <a:cs typeface="Ubuntu Light"/>
              </a:defRPr>
            </a:lvl3pPr>
            <a:lvl4pPr algn="ctr">
              <a:defRPr sz="1350" b="0">
                <a:solidFill>
                  <a:srgbClr val="12674D"/>
                </a:solidFill>
                <a:latin typeface="Ubuntu Light"/>
                <a:ea typeface="Ubuntu Light"/>
                <a:cs typeface="Ubuntu Light"/>
              </a:defRPr>
            </a:lvl4pPr>
            <a:lvl5pPr algn="ctr">
              <a:defRPr sz="1350" b="0">
                <a:solidFill>
                  <a:srgbClr val="12674D"/>
                </a:solidFill>
                <a:latin typeface="Ubuntu Light"/>
                <a:ea typeface="Ubuntu Light"/>
                <a:cs typeface="Ubuntu Light"/>
              </a:defRPr>
            </a:lvl5pPr>
            <a:lvl6pPr algn="ctr">
              <a:defRPr sz="1350" b="0">
                <a:solidFill>
                  <a:srgbClr val="12674D"/>
                </a:solidFill>
                <a:latin typeface="Ubuntu Light"/>
                <a:ea typeface="Ubuntu Light"/>
                <a:cs typeface="Ubuntu Light"/>
              </a:defRPr>
            </a:lvl6pPr>
            <a:lvl7pPr algn="ctr">
              <a:defRPr sz="1350" b="0">
                <a:solidFill>
                  <a:srgbClr val="12674D"/>
                </a:solidFill>
                <a:latin typeface="Ubuntu Light"/>
                <a:ea typeface="Ubuntu Light"/>
                <a:cs typeface="Ubuntu Light"/>
              </a:defRPr>
            </a:lvl7pPr>
            <a:lvl8pPr algn="ctr">
              <a:defRPr sz="1350" b="0">
                <a:solidFill>
                  <a:srgbClr val="12674D"/>
                </a:solidFill>
                <a:latin typeface="Ubuntu Light"/>
                <a:ea typeface="Ubuntu Light"/>
                <a:cs typeface="Ubuntu Light"/>
              </a:defRPr>
            </a:lvl8pPr>
            <a:lvl9pPr algn="ctr">
              <a:defRPr sz="1350" b="0">
                <a:solidFill>
                  <a:srgbClr val="12674D"/>
                </a:solidFill>
                <a:latin typeface="Ubuntu Light"/>
                <a:ea typeface="Ubuntu Light"/>
                <a:cs typeface="Ubuntu Light"/>
              </a:defRPr>
            </a:lvl9pPr>
          </a:lstStyle>
          <a:p>
            <a:pPr algn="ctr">
              <a:defRPr sz="1350" b="0">
                <a:solidFill>
                  <a:srgbClr val="12674D"/>
                </a:solidFill>
                <a:latin typeface="Ubuntu Light"/>
                <a:ea typeface="Ubuntu Light"/>
                <a:cs typeface="Ubuntu Light"/>
              </a:defRPr>
            </a:pPr>
            <a:r>
              <a:rPr b="0" dirty="0">
                <a:latin typeface="Ubuntu Light"/>
                <a:ea typeface="Ubuntu Light"/>
                <a:cs typeface="Ubuntu Light"/>
              </a:rPr>
              <a:t>3</a:t>
            </a:r>
            <a:r>
              <a:rPr lang="en-US" b="0" dirty="0">
                <a:latin typeface="Ubuntu Light"/>
                <a:ea typeface="Ubuntu Light"/>
                <a:cs typeface="Ubuntu Light"/>
              </a:rPr>
              <a:t>. </a:t>
            </a:r>
            <a:r>
              <a:rPr b="0" dirty="0">
                <a:latin typeface="Ubuntu Light"/>
                <a:ea typeface="Ubuntu Light"/>
                <a:cs typeface="Ubuntu Light"/>
              </a:rPr>
              <a:t>Stock reserved</a:t>
            </a:r>
          </a:p>
          <a:p>
            <a:pPr algn="ctr">
              <a:defRPr sz="1350" b="0">
                <a:solidFill>
                  <a:srgbClr val="12674D"/>
                </a:solidFill>
                <a:latin typeface="Ubuntu Light"/>
                <a:ea typeface="Ubuntu Light"/>
                <a:cs typeface="Ubuntu Light"/>
              </a:defRPr>
            </a:pPr>
            <a:r>
              <a:rPr b="0" dirty="0">
                <a:latin typeface="Ubuntu Light"/>
                <a:ea typeface="Ubuntu Light"/>
                <a:cs typeface="Ubuntu Light"/>
              </a:rPr>
              <a:t>10 → 8 available</a:t>
            </a:r>
          </a:p>
        </p:txBody>
      </p:sp>
      <p:cxnSp>
        <p:nvCxnSpPr>
          <p:cNvPr id="17" name="stock-flow-approved-0">
            <a:extLst>
              <a:ext uri="{FF2B5EF4-FFF2-40B4-BE49-F238E27FC236}">
                <a16:creationId xmlns:a16="http://schemas.microsoft.com/office/drawing/2014/main" id="{7A3A5E57-E07A-45DA-AA2C-DFB3B5321FB8}"/>
              </a:ext>
            </a:extLst>
          </p:cNvPr>
          <p:cNvCxnSpPr/>
          <p:nvPr/>
        </p:nvCxnSpPr>
        <p:spPr>
          <a:xfrm>
            <a:off x="2333625" y="3095625"/>
            <a:ext cx="333375" cy="0"/>
          </a:xfrm>
          <a:prstGeom prst="straightConnector1">
            <a:avLst/>
          </a:prstGeom>
          <a:ln w="17145">
            <a:solidFill>
              <a:srgbClr val="202D3E"/>
            </a:solidFill>
          </a:ln>
        </p:spPr>
      </p:cxnSp>
      <p:cxnSp>
        <p:nvCxnSpPr>
          <p:cNvPr id="18" name="stock-flow-approved-1">
            <a:extLst>
              <a:ext uri="{FF2B5EF4-FFF2-40B4-BE49-F238E27FC236}">
                <a16:creationId xmlns:a16="http://schemas.microsoft.com/office/drawing/2014/main" id="{C9793E14-B96D-49F7-AFF5-377AA826E75F}"/>
              </a:ext>
            </a:extLst>
          </p:cNvPr>
          <p:cNvCxnSpPr>
            <a:cxnSpLocks/>
          </p:cNvCxnSpPr>
          <p:nvPr/>
        </p:nvCxnSpPr>
        <p:spPr>
          <a:xfrm>
            <a:off x="2667000" y="2571750"/>
            <a:ext cx="0" cy="523875"/>
          </a:xfrm>
          <a:prstGeom prst="straightConnector1">
            <a:avLst/>
          </a:prstGeom>
          <a:ln w="17145">
            <a:solidFill>
              <a:srgbClr val="202D3E"/>
            </a:solidFill>
          </a:ln>
        </p:spPr>
      </p:cxnSp>
      <p:cxnSp>
        <p:nvCxnSpPr>
          <p:cNvPr id="19" name="stock-flow-approved-2">
            <a:extLst>
              <a:ext uri="{FF2B5EF4-FFF2-40B4-BE49-F238E27FC236}">
                <a16:creationId xmlns:a16="http://schemas.microsoft.com/office/drawing/2014/main" id="{72ECA651-C20F-47A4-8BE6-A01FC974AEC8}"/>
              </a:ext>
            </a:extLst>
          </p:cNvPr>
          <p:cNvCxnSpPr>
            <a:cxnSpLocks/>
            <a:endCxn id="11" idx="1"/>
          </p:cNvCxnSpPr>
          <p:nvPr/>
        </p:nvCxnSpPr>
        <p:spPr>
          <a:xfrm>
            <a:off x="2667000" y="2571750"/>
            <a:ext cx="476250" cy="0"/>
          </a:xfrm>
          <a:prstGeom prst="straightConnector1">
            <a:avLst/>
          </a:prstGeom>
          <a:ln w="17145">
            <a:solidFill>
              <a:srgbClr val="202D3E"/>
            </a:solidFill>
            <a:tailEnd type="triangle" w="sm" len="sm"/>
          </a:ln>
        </p:spPr>
      </p:cxnSp>
      <p:cxnSp>
        <p:nvCxnSpPr>
          <p:cNvPr id="20" name="stock-flow-retry-one-0">
            <a:extLst>
              <a:ext uri="{FF2B5EF4-FFF2-40B4-BE49-F238E27FC236}">
                <a16:creationId xmlns:a16="http://schemas.microsoft.com/office/drawing/2014/main" id="{AE913B3F-8189-468E-B2D5-C176AEA81CBE}"/>
              </a:ext>
            </a:extLst>
          </p:cNvPr>
          <p:cNvCxnSpPr>
            <a:cxnSpLocks/>
          </p:cNvCxnSpPr>
          <p:nvPr/>
        </p:nvCxnSpPr>
        <p:spPr>
          <a:xfrm>
            <a:off x="4191000" y="2809875"/>
            <a:ext cx="0" cy="238125"/>
          </a:xfrm>
          <a:prstGeom prst="straightConnector1">
            <a:avLst/>
          </a:prstGeom>
          <a:ln w="17145">
            <a:solidFill>
              <a:srgbClr val="A92525"/>
            </a:solidFill>
            <a:tailEnd type="triangle" w="sm" len="sm"/>
          </a:ln>
        </p:spPr>
      </p:cxnSp>
      <p:sp>
        <p:nvSpPr>
          <p:cNvPr id="21" name="stock-flow-retry-one-label">
            <a:extLst>
              <a:ext uri="{FF2B5EF4-FFF2-40B4-BE49-F238E27FC236}">
                <a16:creationId xmlns:a16="http://schemas.microsoft.com/office/drawing/2014/main" id="{2834E516-DDF5-4F46-828A-BF7F96848176}"/>
              </a:ext>
            </a:extLst>
          </p:cNvPr>
          <p:cNvSpPr>
            <a:spLocks noGrp="1"/>
          </p:cNvSpPr>
          <p:nvPr/>
        </p:nvSpPr>
        <p:spPr>
          <a:xfrm>
            <a:off x="4262438" y="2814072"/>
            <a:ext cx="1047750" cy="171450"/>
          </a:xfrm>
          <a:prstGeom prst="rect">
            <a:avLst/>
          </a:prstGeom>
          <a:noFill/>
          <a:ln w="0">
            <a:noFill/>
          </a:ln>
        </p:spPr>
        <p:txBody>
          <a:bodyPr wrap="none" lIns="0" tIns="0" rIns="0" bIns="0" anchor="t">
            <a:noAutofit/>
          </a:bodyPr>
          <a:lstStyle>
            <a:defPPr algn="l">
              <a:defRPr sz="1088" b="0">
                <a:solidFill>
                  <a:srgbClr val="A92525"/>
                </a:solidFill>
                <a:latin typeface="Ubuntu Light"/>
                <a:ea typeface="Ubuntu Light"/>
                <a:cs typeface="Ubuntu Light"/>
              </a:defRPr>
            </a:defPPr>
            <a:lvl1pPr algn="l">
              <a:defRPr sz="1088" b="0">
                <a:solidFill>
                  <a:srgbClr val="A92525"/>
                </a:solidFill>
                <a:latin typeface="Ubuntu Light"/>
                <a:ea typeface="Ubuntu Light"/>
                <a:cs typeface="Ubuntu Light"/>
              </a:defRPr>
            </a:lvl1pPr>
            <a:lvl2pPr algn="l">
              <a:defRPr sz="1088" b="0">
                <a:solidFill>
                  <a:srgbClr val="A92525"/>
                </a:solidFill>
                <a:latin typeface="Ubuntu Light"/>
                <a:ea typeface="Ubuntu Light"/>
                <a:cs typeface="Ubuntu Light"/>
              </a:defRPr>
            </a:lvl2pPr>
            <a:lvl3pPr algn="l">
              <a:defRPr sz="1088" b="0">
                <a:solidFill>
                  <a:srgbClr val="A92525"/>
                </a:solidFill>
                <a:latin typeface="Ubuntu Light"/>
                <a:ea typeface="Ubuntu Light"/>
                <a:cs typeface="Ubuntu Light"/>
              </a:defRPr>
            </a:lvl3pPr>
            <a:lvl4pPr algn="l">
              <a:defRPr sz="1088" b="0">
                <a:solidFill>
                  <a:srgbClr val="A92525"/>
                </a:solidFill>
                <a:latin typeface="Ubuntu Light"/>
                <a:ea typeface="Ubuntu Light"/>
                <a:cs typeface="Ubuntu Light"/>
              </a:defRPr>
            </a:lvl4pPr>
            <a:lvl5pPr algn="l">
              <a:defRPr sz="1088" b="0">
                <a:solidFill>
                  <a:srgbClr val="A92525"/>
                </a:solidFill>
                <a:latin typeface="Ubuntu Light"/>
                <a:ea typeface="Ubuntu Light"/>
                <a:cs typeface="Ubuntu Light"/>
              </a:defRPr>
            </a:lvl5pPr>
            <a:lvl6pPr algn="l">
              <a:defRPr sz="1088" b="0">
                <a:solidFill>
                  <a:srgbClr val="A92525"/>
                </a:solidFill>
                <a:latin typeface="Ubuntu Light"/>
                <a:ea typeface="Ubuntu Light"/>
                <a:cs typeface="Ubuntu Light"/>
              </a:defRPr>
            </a:lvl6pPr>
            <a:lvl7pPr algn="l">
              <a:defRPr sz="1088" b="0">
                <a:solidFill>
                  <a:srgbClr val="A92525"/>
                </a:solidFill>
                <a:latin typeface="Ubuntu Light"/>
                <a:ea typeface="Ubuntu Light"/>
                <a:cs typeface="Ubuntu Light"/>
              </a:defRPr>
            </a:lvl7pPr>
            <a:lvl8pPr algn="l">
              <a:defRPr sz="1088" b="0">
                <a:solidFill>
                  <a:srgbClr val="A92525"/>
                </a:solidFill>
                <a:latin typeface="Ubuntu Light"/>
                <a:ea typeface="Ubuntu Light"/>
                <a:cs typeface="Ubuntu Light"/>
              </a:defRPr>
            </a:lvl8pPr>
            <a:lvl9pPr algn="l">
              <a:defRPr sz="1088" b="0">
                <a:solidFill>
                  <a:srgbClr val="A92525"/>
                </a:solidFill>
                <a:latin typeface="Ubuntu Light"/>
                <a:ea typeface="Ubuntu Light"/>
                <a:cs typeface="Ubuntu Light"/>
              </a:defRPr>
            </a:lvl9pPr>
          </a:lstStyle>
          <a:p>
            <a:pPr algn="l">
              <a:defRPr sz="1088" b="0">
                <a:solidFill>
                  <a:srgbClr val="A92525"/>
                </a:solidFill>
                <a:latin typeface="Ubuntu Light"/>
                <a:ea typeface="Ubuntu Light"/>
                <a:cs typeface="Ubuntu Light"/>
              </a:defRPr>
            </a:pPr>
            <a:r>
              <a:rPr b="0" dirty="0">
                <a:latin typeface="Ubuntu Light"/>
                <a:ea typeface="Ubuntu Light"/>
                <a:cs typeface="Ubuntu Light"/>
              </a:rPr>
              <a:t>Retry (1s)</a:t>
            </a:r>
          </a:p>
        </p:txBody>
      </p:sp>
      <p:cxnSp>
        <p:nvCxnSpPr>
          <p:cNvPr id="22" name="stock-flow-retry-two-0">
            <a:extLst>
              <a:ext uri="{FF2B5EF4-FFF2-40B4-BE49-F238E27FC236}">
                <a16:creationId xmlns:a16="http://schemas.microsoft.com/office/drawing/2014/main" id="{C35B510D-7F64-4364-B853-AC01D2B45C3D}"/>
              </a:ext>
            </a:extLst>
          </p:cNvPr>
          <p:cNvCxnSpPr>
            <a:cxnSpLocks/>
          </p:cNvCxnSpPr>
          <p:nvPr/>
        </p:nvCxnSpPr>
        <p:spPr>
          <a:xfrm>
            <a:off x="4191000" y="3471620"/>
            <a:ext cx="0" cy="224080"/>
          </a:xfrm>
          <a:prstGeom prst="straightConnector1">
            <a:avLst/>
          </a:prstGeom>
          <a:ln w="17145">
            <a:solidFill>
              <a:srgbClr val="A92525"/>
            </a:solidFill>
            <a:tailEnd type="triangle" w="sm" len="sm"/>
          </a:ln>
        </p:spPr>
      </p:cxnSp>
      <p:sp>
        <p:nvSpPr>
          <p:cNvPr id="23" name="stock-flow-retry-two-label">
            <a:extLst>
              <a:ext uri="{FF2B5EF4-FFF2-40B4-BE49-F238E27FC236}">
                <a16:creationId xmlns:a16="http://schemas.microsoft.com/office/drawing/2014/main" id="{750D6377-6512-470E-810F-FCA4AA6F686C}"/>
              </a:ext>
            </a:extLst>
          </p:cNvPr>
          <p:cNvSpPr>
            <a:spLocks noGrp="1"/>
          </p:cNvSpPr>
          <p:nvPr/>
        </p:nvSpPr>
        <p:spPr>
          <a:xfrm>
            <a:off x="4262438" y="3471863"/>
            <a:ext cx="1047750" cy="171450"/>
          </a:xfrm>
          <a:prstGeom prst="rect">
            <a:avLst/>
          </a:prstGeom>
          <a:noFill/>
          <a:ln w="0">
            <a:noFill/>
          </a:ln>
        </p:spPr>
        <p:txBody>
          <a:bodyPr wrap="none" lIns="0" tIns="0" rIns="0" bIns="0" anchor="t">
            <a:noAutofit/>
          </a:bodyPr>
          <a:lstStyle>
            <a:defPPr algn="l">
              <a:defRPr sz="1088" b="0">
                <a:solidFill>
                  <a:srgbClr val="A92525"/>
                </a:solidFill>
                <a:latin typeface="Ubuntu Light"/>
                <a:ea typeface="Ubuntu Light"/>
                <a:cs typeface="Ubuntu Light"/>
              </a:defRPr>
            </a:defPPr>
            <a:lvl1pPr algn="l">
              <a:defRPr sz="1088" b="0">
                <a:solidFill>
                  <a:srgbClr val="A92525"/>
                </a:solidFill>
                <a:latin typeface="Ubuntu Light"/>
                <a:ea typeface="Ubuntu Light"/>
                <a:cs typeface="Ubuntu Light"/>
              </a:defRPr>
            </a:lvl1pPr>
            <a:lvl2pPr algn="l">
              <a:defRPr sz="1088" b="0">
                <a:solidFill>
                  <a:srgbClr val="A92525"/>
                </a:solidFill>
                <a:latin typeface="Ubuntu Light"/>
                <a:ea typeface="Ubuntu Light"/>
                <a:cs typeface="Ubuntu Light"/>
              </a:defRPr>
            </a:lvl2pPr>
            <a:lvl3pPr algn="l">
              <a:defRPr sz="1088" b="0">
                <a:solidFill>
                  <a:srgbClr val="A92525"/>
                </a:solidFill>
                <a:latin typeface="Ubuntu Light"/>
                <a:ea typeface="Ubuntu Light"/>
                <a:cs typeface="Ubuntu Light"/>
              </a:defRPr>
            </a:lvl3pPr>
            <a:lvl4pPr algn="l">
              <a:defRPr sz="1088" b="0">
                <a:solidFill>
                  <a:srgbClr val="A92525"/>
                </a:solidFill>
                <a:latin typeface="Ubuntu Light"/>
                <a:ea typeface="Ubuntu Light"/>
                <a:cs typeface="Ubuntu Light"/>
              </a:defRPr>
            </a:lvl4pPr>
            <a:lvl5pPr algn="l">
              <a:defRPr sz="1088" b="0">
                <a:solidFill>
                  <a:srgbClr val="A92525"/>
                </a:solidFill>
                <a:latin typeface="Ubuntu Light"/>
                <a:ea typeface="Ubuntu Light"/>
                <a:cs typeface="Ubuntu Light"/>
              </a:defRPr>
            </a:lvl5pPr>
            <a:lvl6pPr algn="l">
              <a:defRPr sz="1088" b="0">
                <a:solidFill>
                  <a:srgbClr val="A92525"/>
                </a:solidFill>
                <a:latin typeface="Ubuntu Light"/>
                <a:ea typeface="Ubuntu Light"/>
                <a:cs typeface="Ubuntu Light"/>
              </a:defRPr>
            </a:lvl6pPr>
            <a:lvl7pPr algn="l">
              <a:defRPr sz="1088" b="0">
                <a:solidFill>
                  <a:srgbClr val="A92525"/>
                </a:solidFill>
                <a:latin typeface="Ubuntu Light"/>
                <a:ea typeface="Ubuntu Light"/>
                <a:cs typeface="Ubuntu Light"/>
              </a:defRPr>
            </a:lvl7pPr>
            <a:lvl8pPr algn="l">
              <a:defRPr sz="1088" b="0">
                <a:solidFill>
                  <a:srgbClr val="A92525"/>
                </a:solidFill>
                <a:latin typeface="Ubuntu Light"/>
                <a:ea typeface="Ubuntu Light"/>
                <a:cs typeface="Ubuntu Light"/>
              </a:defRPr>
            </a:lvl8pPr>
            <a:lvl9pPr algn="l">
              <a:defRPr sz="1088" b="0">
                <a:solidFill>
                  <a:srgbClr val="A92525"/>
                </a:solidFill>
                <a:latin typeface="Ubuntu Light"/>
                <a:ea typeface="Ubuntu Light"/>
                <a:cs typeface="Ubuntu Light"/>
              </a:defRPr>
            </a:lvl9pPr>
          </a:lstStyle>
          <a:p>
            <a:pPr algn="l">
              <a:defRPr sz="1088" b="0">
                <a:solidFill>
                  <a:srgbClr val="A92525"/>
                </a:solidFill>
                <a:latin typeface="Ubuntu Light"/>
                <a:ea typeface="Ubuntu Light"/>
                <a:cs typeface="Ubuntu Light"/>
              </a:defRPr>
            </a:pPr>
            <a:r>
              <a:rPr b="0" dirty="0">
                <a:latin typeface="Ubuntu Light"/>
                <a:ea typeface="Ubuntu Light"/>
                <a:cs typeface="Ubuntu Light"/>
              </a:rPr>
              <a:t>Retry (2s)</a:t>
            </a:r>
          </a:p>
        </p:txBody>
      </p:sp>
      <p:sp>
        <p:nvSpPr>
          <p:cNvPr id="24" name="stock-flow-fault">
            <a:extLst>
              <a:ext uri="{FF2B5EF4-FFF2-40B4-BE49-F238E27FC236}">
                <a16:creationId xmlns:a16="http://schemas.microsoft.com/office/drawing/2014/main" id="{69F4D07F-E405-4DEC-9358-53BF2BAD26F9}"/>
              </a:ext>
            </a:extLst>
          </p:cNvPr>
          <p:cNvSpPr>
            <a:spLocks noGrp="1"/>
          </p:cNvSpPr>
          <p:nvPr/>
        </p:nvSpPr>
        <p:spPr>
          <a:xfrm>
            <a:off x="619125" y="3619500"/>
            <a:ext cx="1952625" cy="685800"/>
          </a:xfrm>
          <a:prstGeom prst="rect">
            <a:avLst/>
          </a:prstGeom>
          <a:noFill/>
          <a:ln w="0">
            <a:noFill/>
          </a:ln>
        </p:spPr>
        <p:txBody>
          <a:bodyPr wrap="none" lIns="0" tIns="0" rIns="0" bIns="0" anchor="t">
            <a:noAutofit/>
          </a:bodyPr>
          <a:lstStyle>
            <a:defPPr algn="l">
              <a:defRPr sz="1350" b="0">
                <a:solidFill>
                  <a:srgbClr val="A92525"/>
                </a:solidFill>
                <a:latin typeface="Ubuntu Light"/>
                <a:ea typeface="Ubuntu Light"/>
                <a:cs typeface="Ubuntu Light"/>
              </a:defRPr>
            </a:defPPr>
            <a:lvl1pPr algn="l">
              <a:defRPr sz="1350" b="0">
                <a:solidFill>
                  <a:srgbClr val="A92525"/>
                </a:solidFill>
                <a:latin typeface="Ubuntu Light"/>
                <a:ea typeface="Ubuntu Light"/>
                <a:cs typeface="Ubuntu Light"/>
              </a:defRPr>
            </a:lvl1pPr>
            <a:lvl2pPr algn="l">
              <a:defRPr sz="1350" b="0">
                <a:solidFill>
                  <a:srgbClr val="A92525"/>
                </a:solidFill>
                <a:latin typeface="Ubuntu Light"/>
                <a:ea typeface="Ubuntu Light"/>
                <a:cs typeface="Ubuntu Light"/>
              </a:defRPr>
            </a:lvl2pPr>
            <a:lvl3pPr algn="l">
              <a:defRPr sz="1350" b="0">
                <a:solidFill>
                  <a:srgbClr val="A92525"/>
                </a:solidFill>
                <a:latin typeface="Ubuntu Light"/>
                <a:ea typeface="Ubuntu Light"/>
                <a:cs typeface="Ubuntu Light"/>
              </a:defRPr>
            </a:lvl3pPr>
            <a:lvl4pPr algn="l">
              <a:defRPr sz="1350" b="0">
                <a:solidFill>
                  <a:srgbClr val="A92525"/>
                </a:solidFill>
                <a:latin typeface="Ubuntu Light"/>
                <a:ea typeface="Ubuntu Light"/>
                <a:cs typeface="Ubuntu Light"/>
              </a:defRPr>
            </a:lvl4pPr>
            <a:lvl5pPr algn="l">
              <a:defRPr sz="1350" b="0">
                <a:solidFill>
                  <a:srgbClr val="A92525"/>
                </a:solidFill>
                <a:latin typeface="Ubuntu Light"/>
                <a:ea typeface="Ubuntu Light"/>
                <a:cs typeface="Ubuntu Light"/>
              </a:defRPr>
            </a:lvl5pPr>
            <a:lvl6pPr algn="l">
              <a:defRPr sz="1350" b="0">
                <a:solidFill>
                  <a:srgbClr val="A92525"/>
                </a:solidFill>
                <a:latin typeface="Ubuntu Light"/>
                <a:ea typeface="Ubuntu Light"/>
                <a:cs typeface="Ubuntu Light"/>
              </a:defRPr>
            </a:lvl6pPr>
            <a:lvl7pPr algn="l">
              <a:defRPr sz="1350" b="0">
                <a:solidFill>
                  <a:srgbClr val="A92525"/>
                </a:solidFill>
                <a:latin typeface="Ubuntu Light"/>
                <a:ea typeface="Ubuntu Light"/>
                <a:cs typeface="Ubuntu Light"/>
              </a:defRPr>
            </a:lvl7pPr>
            <a:lvl8pPr algn="l">
              <a:defRPr sz="1350" b="0">
                <a:solidFill>
                  <a:srgbClr val="A92525"/>
                </a:solidFill>
                <a:latin typeface="Ubuntu Light"/>
                <a:ea typeface="Ubuntu Light"/>
                <a:cs typeface="Ubuntu Light"/>
              </a:defRPr>
            </a:lvl8pPr>
            <a:lvl9pPr algn="l">
              <a:defRPr sz="1350" b="0">
                <a:solidFill>
                  <a:srgbClr val="A92525"/>
                </a:solidFill>
                <a:latin typeface="Ubuntu Light"/>
                <a:ea typeface="Ubuntu Light"/>
                <a:cs typeface="Ubuntu Light"/>
              </a:defRPr>
            </a:lvl9pPr>
          </a:lstStyle>
          <a:p>
            <a:pPr algn="l">
              <a:defRPr sz="1350" b="0">
                <a:solidFill>
                  <a:srgbClr val="A92525"/>
                </a:solidFill>
                <a:latin typeface="Ubuntu Light"/>
                <a:ea typeface="Ubuntu Light"/>
                <a:cs typeface="Ubuntu Light"/>
              </a:defRPr>
            </a:pPr>
            <a:r>
              <a:rPr b="0">
                <a:latin typeface="Ubuntu Light"/>
                <a:ea typeface="Ubuntu Light"/>
                <a:cs typeface="Ubuntu Light"/>
              </a:rPr>
              <a:t>OpenResty blocks</a:t>
            </a:r>
          </a:p>
          <a:p>
            <a:pPr algn="l">
              <a:defRPr sz="1350" b="0">
                <a:solidFill>
                  <a:srgbClr val="A92525"/>
                </a:solidFill>
                <a:latin typeface="Ubuntu Light"/>
                <a:ea typeface="Ubuntu Light"/>
                <a:cs typeface="Ubuntu Light"/>
              </a:defRPr>
            </a:pPr>
            <a:r>
              <a:rPr b="0">
                <a:latin typeface="Ubuntu Light"/>
                <a:ea typeface="Ubuntu Light"/>
                <a:cs typeface="Ubuntu Light"/>
              </a:rPr>
              <a:t>first 2 writes</a:t>
            </a:r>
          </a:p>
          <a:p>
            <a:pPr algn="l">
              <a:defRPr sz="1350" b="0">
                <a:solidFill>
                  <a:srgbClr val="A92525"/>
                </a:solidFill>
                <a:latin typeface="Ubuntu Light"/>
                <a:ea typeface="Ubuntu Light"/>
                <a:cs typeface="Ubuntu Light"/>
              </a:defRPr>
            </a:pPr>
            <a:r>
              <a:rPr b="0">
                <a:latin typeface="Ubuntu Light"/>
                <a:ea typeface="Ubuntu Light"/>
                <a:cs typeface="Ubuntu Light"/>
              </a:rPr>
              <a:t>before DynamoDB</a:t>
            </a:r>
          </a:p>
        </p:txBody>
      </p:sp>
      <p:cxnSp>
        <p:nvCxnSpPr>
          <p:cNvPr id="25" name="stock-flow-injected-failure-0">
            <a:extLst>
              <a:ext uri="{FF2B5EF4-FFF2-40B4-BE49-F238E27FC236}">
                <a16:creationId xmlns:a16="http://schemas.microsoft.com/office/drawing/2014/main" id="{8772B088-6DBD-45A2-8AD2-B6BC0237C49E}"/>
              </a:ext>
            </a:extLst>
          </p:cNvPr>
          <p:cNvCxnSpPr/>
          <p:nvPr/>
        </p:nvCxnSpPr>
        <p:spPr>
          <a:xfrm>
            <a:off x="2571750" y="3905250"/>
            <a:ext cx="238125" cy="0"/>
          </a:xfrm>
          <a:prstGeom prst="straightConnector1">
            <a:avLst/>
          </a:prstGeom>
          <a:ln w="17145">
            <a:solidFill>
              <a:srgbClr val="A92525"/>
            </a:solidFill>
          </a:ln>
        </p:spPr>
      </p:cxnSp>
      <p:cxnSp>
        <p:nvCxnSpPr>
          <p:cNvPr id="26" name="stock-flow-injected-failure-1">
            <a:extLst>
              <a:ext uri="{FF2B5EF4-FFF2-40B4-BE49-F238E27FC236}">
                <a16:creationId xmlns:a16="http://schemas.microsoft.com/office/drawing/2014/main" id="{EB80DB0D-1454-4519-A759-90B82C15F9F6}"/>
              </a:ext>
            </a:extLst>
          </p:cNvPr>
          <p:cNvCxnSpPr>
            <a:cxnSpLocks/>
          </p:cNvCxnSpPr>
          <p:nvPr/>
        </p:nvCxnSpPr>
        <p:spPr>
          <a:xfrm>
            <a:off x="2809875" y="3248025"/>
            <a:ext cx="0" cy="657225"/>
          </a:xfrm>
          <a:prstGeom prst="straightConnector1">
            <a:avLst/>
          </a:prstGeom>
          <a:ln w="17145">
            <a:solidFill>
              <a:srgbClr val="A92525"/>
            </a:solidFill>
          </a:ln>
        </p:spPr>
      </p:cxnSp>
      <p:cxnSp>
        <p:nvCxnSpPr>
          <p:cNvPr id="27" name="stock-flow-injected-failure-2">
            <a:extLst>
              <a:ext uri="{FF2B5EF4-FFF2-40B4-BE49-F238E27FC236}">
                <a16:creationId xmlns:a16="http://schemas.microsoft.com/office/drawing/2014/main" id="{AE602035-3343-4927-9C6A-5881C201BAF7}"/>
              </a:ext>
            </a:extLst>
          </p:cNvPr>
          <p:cNvCxnSpPr>
            <a:cxnSpLocks/>
            <a:endCxn id="13" idx="1"/>
          </p:cNvCxnSpPr>
          <p:nvPr/>
        </p:nvCxnSpPr>
        <p:spPr>
          <a:xfrm>
            <a:off x="2809875" y="3248025"/>
            <a:ext cx="333375" cy="0"/>
          </a:xfrm>
          <a:prstGeom prst="straightConnector1">
            <a:avLst/>
          </a:prstGeom>
          <a:ln w="17145">
            <a:solidFill>
              <a:srgbClr val="A92525"/>
            </a:solidFill>
            <a:tailEnd type="triangle" w="sm" len="sm"/>
          </a:ln>
        </p:spPr>
      </p:cxnSp>
      <p:sp>
        <p:nvSpPr>
          <p:cNvPr id="28" name="stock-flow-charge">
            <a:extLst>
              <a:ext uri="{FF2B5EF4-FFF2-40B4-BE49-F238E27FC236}">
                <a16:creationId xmlns:a16="http://schemas.microsoft.com/office/drawing/2014/main" id="{1427AFF0-3561-4352-BBB8-2AE0D400241E}"/>
              </a:ext>
            </a:extLst>
          </p:cNvPr>
          <p:cNvSpPr>
            <a:spLocks noGrp="1"/>
          </p:cNvSpPr>
          <p:nvPr/>
        </p:nvSpPr>
        <p:spPr>
          <a:xfrm>
            <a:off x="6238875" y="3695700"/>
            <a:ext cx="2286000" cy="552450"/>
          </a:xfrm>
          <a:prstGeom prst="rect">
            <a:avLst/>
          </a:prstGeom>
          <a:solidFill>
            <a:srgbClr val="F1F8F4"/>
          </a:solidFill>
          <a:ln w="11430">
            <a:solidFill>
              <a:srgbClr val="12674D"/>
            </a:solidFill>
          </a:ln>
        </p:spPr>
        <p:txBody>
          <a:bodyPr/>
          <a:lstStyle/>
          <a:p>
            <a:endParaRPr lang="en-US"/>
          </a:p>
        </p:txBody>
      </p:sp>
      <p:sp>
        <p:nvSpPr>
          <p:cNvPr id="29" name="stock-flow-charge-label">
            <a:extLst>
              <a:ext uri="{FF2B5EF4-FFF2-40B4-BE49-F238E27FC236}">
                <a16:creationId xmlns:a16="http://schemas.microsoft.com/office/drawing/2014/main" id="{806E461B-77EF-4A73-8F74-F2070C4C79BD}"/>
              </a:ext>
            </a:extLst>
          </p:cNvPr>
          <p:cNvSpPr>
            <a:spLocks noGrp="1"/>
          </p:cNvSpPr>
          <p:nvPr/>
        </p:nvSpPr>
        <p:spPr>
          <a:xfrm>
            <a:off x="6334125" y="3743325"/>
            <a:ext cx="2095500" cy="457200"/>
          </a:xfrm>
          <a:prstGeom prst="rect">
            <a:avLst/>
          </a:prstGeom>
          <a:noFill/>
          <a:ln w="0">
            <a:noFill/>
          </a:ln>
        </p:spPr>
        <p:txBody>
          <a:bodyPr wrap="none" lIns="0" tIns="0" rIns="0" bIns="0" anchor="t">
            <a:noAutofit/>
          </a:bodyPr>
          <a:lstStyle>
            <a:defPPr algn="ctr">
              <a:defRPr sz="1425" b="0">
                <a:solidFill>
                  <a:srgbClr val="12674D"/>
                </a:solidFill>
                <a:latin typeface="Ubuntu Light"/>
                <a:ea typeface="Ubuntu Light"/>
                <a:cs typeface="Ubuntu Light"/>
              </a:defRPr>
            </a:defPPr>
            <a:lvl1pPr algn="ctr">
              <a:defRPr sz="1425" b="0">
                <a:solidFill>
                  <a:srgbClr val="12674D"/>
                </a:solidFill>
                <a:latin typeface="Ubuntu Light"/>
                <a:ea typeface="Ubuntu Light"/>
                <a:cs typeface="Ubuntu Light"/>
              </a:defRPr>
            </a:lvl1pPr>
            <a:lvl2pPr algn="ctr">
              <a:defRPr sz="1425" b="0">
                <a:solidFill>
                  <a:srgbClr val="12674D"/>
                </a:solidFill>
                <a:latin typeface="Ubuntu Light"/>
                <a:ea typeface="Ubuntu Light"/>
                <a:cs typeface="Ubuntu Light"/>
              </a:defRPr>
            </a:lvl2pPr>
            <a:lvl3pPr algn="ctr">
              <a:defRPr sz="1425" b="0">
                <a:solidFill>
                  <a:srgbClr val="12674D"/>
                </a:solidFill>
                <a:latin typeface="Ubuntu Light"/>
                <a:ea typeface="Ubuntu Light"/>
                <a:cs typeface="Ubuntu Light"/>
              </a:defRPr>
            </a:lvl3pPr>
            <a:lvl4pPr algn="ctr">
              <a:defRPr sz="1425" b="0">
                <a:solidFill>
                  <a:srgbClr val="12674D"/>
                </a:solidFill>
                <a:latin typeface="Ubuntu Light"/>
                <a:ea typeface="Ubuntu Light"/>
                <a:cs typeface="Ubuntu Light"/>
              </a:defRPr>
            </a:lvl4pPr>
            <a:lvl5pPr algn="ctr">
              <a:defRPr sz="1425" b="0">
                <a:solidFill>
                  <a:srgbClr val="12674D"/>
                </a:solidFill>
                <a:latin typeface="Ubuntu Light"/>
                <a:ea typeface="Ubuntu Light"/>
                <a:cs typeface="Ubuntu Light"/>
              </a:defRPr>
            </a:lvl5pPr>
            <a:lvl6pPr algn="ctr">
              <a:defRPr sz="1425" b="0">
                <a:solidFill>
                  <a:srgbClr val="12674D"/>
                </a:solidFill>
                <a:latin typeface="Ubuntu Light"/>
                <a:ea typeface="Ubuntu Light"/>
                <a:cs typeface="Ubuntu Light"/>
              </a:defRPr>
            </a:lvl6pPr>
            <a:lvl7pPr algn="ctr">
              <a:defRPr sz="1425" b="0">
                <a:solidFill>
                  <a:srgbClr val="12674D"/>
                </a:solidFill>
                <a:latin typeface="Ubuntu Light"/>
                <a:ea typeface="Ubuntu Light"/>
                <a:cs typeface="Ubuntu Light"/>
              </a:defRPr>
            </a:lvl7pPr>
            <a:lvl8pPr algn="ctr">
              <a:defRPr sz="1425" b="0">
                <a:solidFill>
                  <a:srgbClr val="12674D"/>
                </a:solidFill>
                <a:latin typeface="Ubuntu Light"/>
                <a:ea typeface="Ubuntu Light"/>
                <a:cs typeface="Ubuntu Light"/>
              </a:defRPr>
            </a:lvl8pPr>
            <a:lvl9pPr algn="ctr">
              <a:defRPr sz="1425" b="0">
                <a:solidFill>
                  <a:srgbClr val="12674D"/>
                </a:solidFill>
                <a:latin typeface="Ubuntu Light"/>
                <a:ea typeface="Ubuntu Light"/>
                <a:cs typeface="Ubuntu Light"/>
              </a:defRPr>
            </a:lvl9pPr>
          </a:lstStyle>
          <a:p>
            <a:pPr algn="ctr">
              <a:defRPr sz="1425" b="0">
                <a:solidFill>
                  <a:srgbClr val="12674D"/>
                </a:solidFill>
                <a:latin typeface="Ubuntu Light"/>
                <a:ea typeface="Ubuntu Light"/>
                <a:cs typeface="Ubuntu Light"/>
              </a:defRPr>
            </a:pPr>
            <a:r>
              <a:rPr b="0">
                <a:latin typeface="Menlo"/>
                <a:ea typeface="Menlo"/>
                <a:cs typeface="Menlo"/>
              </a:rPr>
              <a:t>ChargePayment</a:t>
            </a:r>
          </a:p>
          <a:p>
            <a:pPr algn="ctr">
              <a:defRPr sz="1425" b="0">
                <a:solidFill>
                  <a:srgbClr val="12674D"/>
                </a:solidFill>
                <a:latin typeface="Ubuntu Light"/>
                <a:ea typeface="Ubuntu Light"/>
                <a:cs typeface="Ubuntu Light"/>
              </a:defRPr>
            </a:pPr>
            <a:r>
              <a:rPr b="0">
                <a:latin typeface="Ubuntu Light"/>
                <a:ea typeface="Ubuntu Light"/>
                <a:cs typeface="Ubuntu Light"/>
              </a:rPr>
              <a:t>1 charge</a:t>
            </a:r>
          </a:p>
        </p:txBody>
      </p:sp>
      <p:cxnSp>
        <p:nvCxnSpPr>
          <p:cNvPr id="30" name="stock-flow-reserved-0">
            <a:extLst>
              <a:ext uri="{FF2B5EF4-FFF2-40B4-BE49-F238E27FC236}">
                <a16:creationId xmlns:a16="http://schemas.microsoft.com/office/drawing/2014/main" id="{734D8EB0-AB32-47A0-B120-D0257FC424CA}"/>
              </a:ext>
            </a:extLst>
          </p:cNvPr>
          <p:cNvCxnSpPr/>
          <p:nvPr/>
        </p:nvCxnSpPr>
        <p:spPr>
          <a:xfrm>
            <a:off x="5238750" y="3971925"/>
            <a:ext cx="1000125" cy="0"/>
          </a:xfrm>
          <a:prstGeom prst="straightConnector1">
            <a:avLst/>
          </a:prstGeom>
          <a:ln w="17145">
            <a:solidFill>
              <a:srgbClr val="12674D"/>
            </a:solidFill>
            <a:tailEnd type="triangle" w="sm" len="sm"/>
          </a:ln>
        </p:spPr>
      </p:cxnSp>
      <p:sp>
        <p:nvSpPr>
          <p:cNvPr id="31" name="stock-flow-reserved-label">
            <a:extLst>
              <a:ext uri="{FF2B5EF4-FFF2-40B4-BE49-F238E27FC236}">
                <a16:creationId xmlns:a16="http://schemas.microsoft.com/office/drawing/2014/main" id="{7BEB5FC6-EBA2-4C38-AD98-723A0CF33244}"/>
              </a:ext>
            </a:extLst>
          </p:cNvPr>
          <p:cNvSpPr>
            <a:spLocks noGrp="1"/>
          </p:cNvSpPr>
          <p:nvPr/>
        </p:nvSpPr>
        <p:spPr>
          <a:xfrm>
            <a:off x="5495925" y="3714750"/>
            <a:ext cx="685800" cy="209550"/>
          </a:xfrm>
          <a:prstGeom prst="rect">
            <a:avLst/>
          </a:prstGeom>
          <a:noFill/>
          <a:ln w="0">
            <a:noFill/>
          </a:ln>
        </p:spPr>
        <p:txBody>
          <a:bodyPr wrap="none" lIns="0" tIns="0" rIns="0" bIns="0" anchor="t">
            <a:noAutofit/>
          </a:bodyPr>
          <a:lstStyle>
            <a:defPPr algn="l">
              <a:defRPr sz="1200" b="0">
                <a:solidFill>
                  <a:srgbClr val="12674D"/>
                </a:solidFill>
                <a:latin typeface="Ubuntu Light"/>
                <a:ea typeface="Ubuntu Light"/>
                <a:cs typeface="Ubuntu Light"/>
              </a:defRPr>
            </a:defPPr>
            <a:lvl1pPr algn="l">
              <a:defRPr sz="1200" b="0">
                <a:solidFill>
                  <a:srgbClr val="12674D"/>
                </a:solidFill>
                <a:latin typeface="Ubuntu Light"/>
                <a:ea typeface="Ubuntu Light"/>
                <a:cs typeface="Ubuntu Light"/>
              </a:defRPr>
            </a:lvl1pPr>
            <a:lvl2pPr algn="l">
              <a:defRPr sz="1200" b="0">
                <a:solidFill>
                  <a:srgbClr val="12674D"/>
                </a:solidFill>
                <a:latin typeface="Ubuntu Light"/>
                <a:ea typeface="Ubuntu Light"/>
                <a:cs typeface="Ubuntu Light"/>
              </a:defRPr>
            </a:lvl2pPr>
            <a:lvl3pPr algn="l">
              <a:defRPr sz="1200" b="0">
                <a:solidFill>
                  <a:srgbClr val="12674D"/>
                </a:solidFill>
                <a:latin typeface="Ubuntu Light"/>
                <a:ea typeface="Ubuntu Light"/>
                <a:cs typeface="Ubuntu Light"/>
              </a:defRPr>
            </a:lvl3pPr>
            <a:lvl4pPr algn="l">
              <a:defRPr sz="1200" b="0">
                <a:solidFill>
                  <a:srgbClr val="12674D"/>
                </a:solidFill>
                <a:latin typeface="Ubuntu Light"/>
                <a:ea typeface="Ubuntu Light"/>
                <a:cs typeface="Ubuntu Light"/>
              </a:defRPr>
            </a:lvl4pPr>
            <a:lvl5pPr algn="l">
              <a:defRPr sz="1200" b="0">
                <a:solidFill>
                  <a:srgbClr val="12674D"/>
                </a:solidFill>
                <a:latin typeface="Ubuntu Light"/>
                <a:ea typeface="Ubuntu Light"/>
                <a:cs typeface="Ubuntu Light"/>
              </a:defRPr>
            </a:lvl5pPr>
            <a:lvl6pPr algn="l">
              <a:defRPr sz="1200" b="0">
                <a:solidFill>
                  <a:srgbClr val="12674D"/>
                </a:solidFill>
                <a:latin typeface="Ubuntu Light"/>
                <a:ea typeface="Ubuntu Light"/>
                <a:cs typeface="Ubuntu Light"/>
              </a:defRPr>
            </a:lvl6pPr>
            <a:lvl7pPr algn="l">
              <a:defRPr sz="1200" b="0">
                <a:solidFill>
                  <a:srgbClr val="12674D"/>
                </a:solidFill>
                <a:latin typeface="Ubuntu Light"/>
                <a:ea typeface="Ubuntu Light"/>
                <a:cs typeface="Ubuntu Light"/>
              </a:defRPr>
            </a:lvl7pPr>
            <a:lvl8pPr algn="l">
              <a:defRPr sz="1200" b="0">
                <a:solidFill>
                  <a:srgbClr val="12674D"/>
                </a:solidFill>
                <a:latin typeface="Ubuntu Light"/>
                <a:ea typeface="Ubuntu Light"/>
                <a:cs typeface="Ubuntu Light"/>
              </a:defRPr>
            </a:lvl8pPr>
            <a:lvl9pPr algn="l">
              <a:defRPr sz="1200" b="0">
                <a:solidFill>
                  <a:srgbClr val="12674D"/>
                </a:solidFill>
                <a:latin typeface="Ubuntu Light"/>
                <a:ea typeface="Ubuntu Light"/>
                <a:cs typeface="Ubuntu Light"/>
              </a:defRPr>
            </a:lvl9pPr>
          </a:lstStyle>
          <a:p>
            <a:pPr algn="l">
              <a:defRPr sz="1200" b="0">
                <a:solidFill>
                  <a:srgbClr val="12674D"/>
                </a:solidFill>
                <a:latin typeface="Ubuntu Light"/>
                <a:ea typeface="Ubuntu Light"/>
                <a:cs typeface="Ubuntu Light"/>
              </a:defRPr>
            </a:pPr>
            <a:r>
              <a:rPr b="0">
                <a:latin typeface="Ubuntu Light"/>
                <a:ea typeface="Ubuntu Light"/>
                <a:cs typeface="Ubuntu Light"/>
              </a:rPr>
              <a:t>Reserved</a:t>
            </a:r>
          </a:p>
        </p:txBody>
      </p:sp>
      <p:cxnSp>
        <p:nvCxnSpPr>
          <p:cNvPr id="32" name="stock-flow-paid-0">
            <a:extLst>
              <a:ext uri="{FF2B5EF4-FFF2-40B4-BE49-F238E27FC236}">
                <a16:creationId xmlns:a16="http://schemas.microsoft.com/office/drawing/2014/main" id="{BD38D796-C965-4DB4-9309-9B9F8500A637}"/>
              </a:ext>
            </a:extLst>
          </p:cNvPr>
          <p:cNvCxnSpPr/>
          <p:nvPr/>
        </p:nvCxnSpPr>
        <p:spPr>
          <a:xfrm>
            <a:off x="7381875" y="4248150"/>
            <a:ext cx="0" cy="228600"/>
          </a:xfrm>
          <a:prstGeom prst="straightConnector1">
            <a:avLst/>
          </a:prstGeom>
          <a:ln w="17145">
            <a:solidFill>
              <a:srgbClr val="12674D"/>
            </a:solidFill>
            <a:tailEnd type="triangle" w="sm" len="sm"/>
          </a:ln>
        </p:spPr>
      </p:cxnSp>
      <p:sp>
        <p:nvSpPr>
          <p:cNvPr id="33" name="stock-flow-paid-label">
            <a:extLst>
              <a:ext uri="{FF2B5EF4-FFF2-40B4-BE49-F238E27FC236}">
                <a16:creationId xmlns:a16="http://schemas.microsoft.com/office/drawing/2014/main" id="{4D90D26C-C901-4D67-8E7D-CD446705866F}"/>
              </a:ext>
            </a:extLst>
          </p:cNvPr>
          <p:cNvSpPr>
            <a:spLocks noGrp="1"/>
          </p:cNvSpPr>
          <p:nvPr/>
        </p:nvSpPr>
        <p:spPr>
          <a:xfrm>
            <a:off x="7524750" y="4267200"/>
            <a:ext cx="952500" cy="190500"/>
          </a:xfrm>
          <a:prstGeom prst="rect">
            <a:avLst/>
          </a:prstGeom>
          <a:noFill/>
          <a:ln w="0">
            <a:noFill/>
          </a:ln>
        </p:spPr>
        <p:txBody>
          <a:bodyPr wrap="none" lIns="0" tIns="0" rIns="0" bIns="0" anchor="t">
            <a:noAutofit/>
          </a:bodyPr>
          <a:lstStyle>
            <a:defPPr algn="l">
              <a:defRPr sz="1125" b="0">
                <a:solidFill>
                  <a:srgbClr val="12674D"/>
                </a:solidFill>
                <a:latin typeface="Ubuntu Light"/>
                <a:ea typeface="Ubuntu Light"/>
                <a:cs typeface="Ubuntu Light"/>
              </a:defRPr>
            </a:defPPr>
            <a:lvl1pPr algn="l">
              <a:defRPr sz="1125" b="0">
                <a:solidFill>
                  <a:srgbClr val="12674D"/>
                </a:solidFill>
                <a:latin typeface="Ubuntu Light"/>
                <a:ea typeface="Ubuntu Light"/>
                <a:cs typeface="Ubuntu Light"/>
              </a:defRPr>
            </a:lvl1pPr>
            <a:lvl2pPr algn="l">
              <a:defRPr sz="1125" b="0">
                <a:solidFill>
                  <a:srgbClr val="12674D"/>
                </a:solidFill>
                <a:latin typeface="Ubuntu Light"/>
                <a:ea typeface="Ubuntu Light"/>
                <a:cs typeface="Ubuntu Light"/>
              </a:defRPr>
            </a:lvl2pPr>
            <a:lvl3pPr algn="l">
              <a:defRPr sz="1125" b="0">
                <a:solidFill>
                  <a:srgbClr val="12674D"/>
                </a:solidFill>
                <a:latin typeface="Ubuntu Light"/>
                <a:ea typeface="Ubuntu Light"/>
                <a:cs typeface="Ubuntu Light"/>
              </a:defRPr>
            </a:lvl3pPr>
            <a:lvl4pPr algn="l">
              <a:defRPr sz="1125" b="0">
                <a:solidFill>
                  <a:srgbClr val="12674D"/>
                </a:solidFill>
                <a:latin typeface="Ubuntu Light"/>
                <a:ea typeface="Ubuntu Light"/>
                <a:cs typeface="Ubuntu Light"/>
              </a:defRPr>
            </a:lvl4pPr>
            <a:lvl5pPr algn="l">
              <a:defRPr sz="1125" b="0">
                <a:solidFill>
                  <a:srgbClr val="12674D"/>
                </a:solidFill>
                <a:latin typeface="Ubuntu Light"/>
                <a:ea typeface="Ubuntu Light"/>
                <a:cs typeface="Ubuntu Light"/>
              </a:defRPr>
            </a:lvl5pPr>
            <a:lvl6pPr algn="l">
              <a:defRPr sz="1125" b="0">
                <a:solidFill>
                  <a:srgbClr val="12674D"/>
                </a:solidFill>
                <a:latin typeface="Ubuntu Light"/>
                <a:ea typeface="Ubuntu Light"/>
                <a:cs typeface="Ubuntu Light"/>
              </a:defRPr>
            </a:lvl6pPr>
            <a:lvl7pPr algn="l">
              <a:defRPr sz="1125" b="0">
                <a:solidFill>
                  <a:srgbClr val="12674D"/>
                </a:solidFill>
                <a:latin typeface="Ubuntu Light"/>
                <a:ea typeface="Ubuntu Light"/>
                <a:cs typeface="Ubuntu Light"/>
              </a:defRPr>
            </a:lvl7pPr>
            <a:lvl8pPr algn="l">
              <a:defRPr sz="1125" b="0">
                <a:solidFill>
                  <a:srgbClr val="12674D"/>
                </a:solidFill>
                <a:latin typeface="Ubuntu Light"/>
                <a:ea typeface="Ubuntu Light"/>
                <a:cs typeface="Ubuntu Light"/>
              </a:defRPr>
            </a:lvl8pPr>
            <a:lvl9pPr algn="l">
              <a:defRPr sz="1125" b="0">
                <a:solidFill>
                  <a:srgbClr val="12674D"/>
                </a:solidFill>
                <a:latin typeface="Ubuntu Light"/>
                <a:ea typeface="Ubuntu Light"/>
                <a:cs typeface="Ubuntu Light"/>
              </a:defRPr>
            </a:lvl9pPr>
          </a:lstStyle>
          <a:p>
            <a:pPr algn="l">
              <a:defRPr sz="1125" b="0">
                <a:solidFill>
                  <a:srgbClr val="12674D"/>
                </a:solidFill>
                <a:latin typeface="Ubuntu Light"/>
                <a:ea typeface="Ubuntu Light"/>
                <a:cs typeface="Ubuntu Light"/>
              </a:defRPr>
            </a:pPr>
            <a:r>
              <a:rPr b="0">
                <a:latin typeface="Ubuntu Light"/>
                <a:ea typeface="Ubuntu Light"/>
                <a:cs typeface="Ubuntu Light"/>
              </a:rPr>
              <a:t>Paid</a:t>
            </a:r>
          </a:p>
        </p:txBody>
      </p:sp>
      <p:sp>
        <p:nvSpPr>
          <p:cNvPr id="34" name="stock-flow-confirmed">
            <a:extLst>
              <a:ext uri="{FF2B5EF4-FFF2-40B4-BE49-F238E27FC236}">
                <a16:creationId xmlns:a16="http://schemas.microsoft.com/office/drawing/2014/main" id="{6CBE148B-D678-45E9-9194-19EB27A1AD3B}"/>
              </a:ext>
            </a:extLst>
          </p:cNvPr>
          <p:cNvSpPr>
            <a:spLocks noGrp="1"/>
          </p:cNvSpPr>
          <p:nvPr/>
        </p:nvSpPr>
        <p:spPr>
          <a:xfrm>
            <a:off x="6238875" y="4476750"/>
            <a:ext cx="2286000" cy="428625"/>
          </a:xfrm>
          <a:prstGeom prst="rect">
            <a:avLst/>
          </a:prstGeom>
          <a:solidFill>
            <a:srgbClr val="F1F8F4"/>
          </a:solidFill>
          <a:ln w="11430">
            <a:solidFill>
              <a:srgbClr val="12674D"/>
            </a:solidFill>
          </a:ln>
        </p:spPr>
        <p:txBody>
          <a:bodyPr/>
          <a:lstStyle/>
          <a:p>
            <a:endParaRPr lang="en-US"/>
          </a:p>
        </p:txBody>
      </p:sp>
      <p:sp>
        <p:nvSpPr>
          <p:cNvPr id="35" name="stock-flow-confirmed-label">
            <a:extLst>
              <a:ext uri="{FF2B5EF4-FFF2-40B4-BE49-F238E27FC236}">
                <a16:creationId xmlns:a16="http://schemas.microsoft.com/office/drawing/2014/main" id="{5EBA3EA7-44E0-420C-87E9-BBD57FA30ADB}"/>
              </a:ext>
            </a:extLst>
          </p:cNvPr>
          <p:cNvSpPr>
            <a:spLocks noGrp="1"/>
          </p:cNvSpPr>
          <p:nvPr/>
        </p:nvSpPr>
        <p:spPr>
          <a:xfrm>
            <a:off x="6334125" y="4495800"/>
            <a:ext cx="2095500" cy="390525"/>
          </a:xfrm>
          <a:prstGeom prst="rect">
            <a:avLst/>
          </a:prstGeom>
          <a:noFill/>
          <a:ln w="0">
            <a:noFill/>
          </a:ln>
        </p:spPr>
        <p:txBody>
          <a:bodyPr wrap="none" lIns="0" tIns="0" rIns="0" bIns="0" anchor="t">
            <a:noAutofit/>
          </a:bodyPr>
          <a:lstStyle>
            <a:defPPr algn="ctr">
              <a:defRPr sz="1275" b="0">
                <a:solidFill>
                  <a:srgbClr val="12674D"/>
                </a:solidFill>
                <a:latin typeface="Ubuntu Light"/>
                <a:ea typeface="Ubuntu Light"/>
                <a:cs typeface="Ubuntu Light"/>
              </a:defRPr>
            </a:defPPr>
            <a:lvl1pPr algn="ctr">
              <a:defRPr sz="1275" b="0">
                <a:solidFill>
                  <a:srgbClr val="12674D"/>
                </a:solidFill>
                <a:latin typeface="Ubuntu Light"/>
                <a:ea typeface="Ubuntu Light"/>
                <a:cs typeface="Ubuntu Light"/>
              </a:defRPr>
            </a:lvl1pPr>
            <a:lvl2pPr algn="ctr">
              <a:defRPr sz="1275" b="0">
                <a:solidFill>
                  <a:srgbClr val="12674D"/>
                </a:solidFill>
                <a:latin typeface="Ubuntu Light"/>
                <a:ea typeface="Ubuntu Light"/>
                <a:cs typeface="Ubuntu Light"/>
              </a:defRPr>
            </a:lvl2pPr>
            <a:lvl3pPr algn="ctr">
              <a:defRPr sz="1275" b="0">
                <a:solidFill>
                  <a:srgbClr val="12674D"/>
                </a:solidFill>
                <a:latin typeface="Ubuntu Light"/>
                <a:ea typeface="Ubuntu Light"/>
                <a:cs typeface="Ubuntu Light"/>
              </a:defRPr>
            </a:lvl3pPr>
            <a:lvl4pPr algn="ctr">
              <a:defRPr sz="1275" b="0">
                <a:solidFill>
                  <a:srgbClr val="12674D"/>
                </a:solidFill>
                <a:latin typeface="Ubuntu Light"/>
                <a:ea typeface="Ubuntu Light"/>
                <a:cs typeface="Ubuntu Light"/>
              </a:defRPr>
            </a:lvl4pPr>
            <a:lvl5pPr algn="ctr">
              <a:defRPr sz="1275" b="0">
                <a:solidFill>
                  <a:srgbClr val="12674D"/>
                </a:solidFill>
                <a:latin typeface="Ubuntu Light"/>
                <a:ea typeface="Ubuntu Light"/>
                <a:cs typeface="Ubuntu Light"/>
              </a:defRPr>
            </a:lvl5pPr>
            <a:lvl6pPr algn="ctr">
              <a:defRPr sz="1275" b="0">
                <a:solidFill>
                  <a:srgbClr val="12674D"/>
                </a:solidFill>
                <a:latin typeface="Ubuntu Light"/>
                <a:ea typeface="Ubuntu Light"/>
                <a:cs typeface="Ubuntu Light"/>
              </a:defRPr>
            </a:lvl6pPr>
            <a:lvl7pPr algn="ctr">
              <a:defRPr sz="1275" b="0">
                <a:solidFill>
                  <a:srgbClr val="12674D"/>
                </a:solidFill>
                <a:latin typeface="Ubuntu Light"/>
                <a:ea typeface="Ubuntu Light"/>
                <a:cs typeface="Ubuntu Light"/>
              </a:defRPr>
            </a:lvl7pPr>
            <a:lvl8pPr algn="ctr">
              <a:defRPr sz="1275" b="0">
                <a:solidFill>
                  <a:srgbClr val="12674D"/>
                </a:solidFill>
                <a:latin typeface="Ubuntu Light"/>
                <a:ea typeface="Ubuntu Light"/>
                <a:cs typeface="Ubuntu Light"/>
              </a:defRPr>
            </a:lvl8pPr>
            <a:lvl9pPr algn="ctr">
              <a:defRPr sz="1275" b="0">
                <a:solidFill>
                  <a:srgbClr val="12674D"/>
                </a:solidFill>
                <a:latin typeface="Ubuntu Light"/>
                <a:ea typeface="Ubuntu Light"/>
                <a:cs typeface="Ubuntu Light"/>
              </a:defRPr>
            </a:lvl9pPr>
          </a:lstStyle>
          <a:p>
            <a:pPr algn="ctr">
              <a:defRPr sz="1275" b="0">
                <a:solidFill>
                  <a:srgbClr val="12674D"/>
                </a:solidFill>
                <a:latin typeface="Ubuntu Light"/>
                <a:ea typeface="Ubuntu Light"/>
                <a:cs typeface="Ubuntu Light"/>
              </a:defRPr>
            </a:pPr>
            <a:r>
              <a:rPr b="0">
                <a:latin typeface="Ubuntu Light"/>
                <a:ea typeface="Ubuntu Light"/>
                <a:cs typeface="Ubuntu Light"/>
              </a:rPr>
              <a:t>ConfirmOrder</a:t>
            </a:r>
          </a:p>
          <a:p>
            <a:pPr algn="ctr">
              <a:defRPr sz="1275" b="0">
                <a:solidFill>
                  <a:srgbClr val="12674D"/>
                </a:solidFill>
                <a:latin typeface="Ubuntu Light"/>
                <a:ea typeface="Ubuntu Light"/>
                <a:cs typeface="Ubuntu Light"/>
              </a:defRPr>
            </a:pPr>
            <a:r>
              <a:rPr b="0">
                <a:latin typeface="Menlo"/>
                <a:ea typeface="Menlo"/>
                <a:cs typeface="Menlo"/>
              </a:rPr>
              <a:t>CONFIRMED</a:t>
            </a:r>
          </a:p>
        </p:txBody>
      </p:sp>
    </p:spTree>
    <p:extLst>
      <p:ext uri="{BB962C8B-B14F-4D97-AF65-F5344CB8AC3E}">
        <p14:creationId xmlns:p14="http://schemas.microsoft.com/office/powerpoint/2010/main" val="12706008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emo-title">
            <a:extLst>
              <a:ext uri="{FF2B5EF4-FFF2-40B4-BE49-F238E27FC236}">
                <a16:creationId xmlns:a16="http://schemas.microsoft.com/office/drawing/2014/main" id="{A8C4CA0E-15F5-4912-8FB7-2B550CA63D9E}"/>
              </a:ext>
            </a:extLst>
          </p:cNvPr>
          <p:cNvSpPr>
            <a:spLocks noGrp="1"/>
          </p:cNvSpPr>
          <p:nvPr/>
        </p:nvSpPr>
        <p:spPr>
          <a:xfrm>
            <a:off x="619125" y="952500"/>
            <a:ext cx="7905750" cy="1571625"/>
          </a:xfrm>
          <a:prstGeom prst="rect">
            <a:avLst/>
          </a:prstGeom>
          <a:noFill/>
          <a:ln w="0">
            <a:noFill/>
          </a:ln>
        </p:spPr>
        <p:txBody>
          <a:bodyPr wrap="none" lIns="0" tIns="0" rIns="0" bIns="0" anchor="ctr">
            <a:noAutofit/>
          </a:bodyPr>
          <a:lstStyle>
            <a:defPPr algn="ctr">
              <a:defRPr sz="5100" b="0">
                <a:solidFill>
                  <a:srgbClr val="202D3E"/>
                </a:solidFill>
                <a:latin typeface="Ubuntu Light"/>
                <a:ea typeface="Ubuntu Light"/>
                <a:cs typeface="Ubuntu Light"/>
              </a:defRPr>
            </a:defPPr>
            <a:lvl1pPr algn="ctr">
              <a:buNone/>
              <a:defRPr sz="5100" b="0">
                <a:solidFill>
                  <a:srgbClr val="202D3E"/>
                </a:solidFill>
                <a:latin typeface="Ubuntu Light"/>
                <a:ea typeface="Ubuntu Light"/>
                <a:cs typeface="Ubuntu Light"/>
              </a:defRPr>
            </a:lvl1pPr>
            <a:lvl2pPr algn="ctr">
              <a:buNone/>
              <a:defRPr sz="5100" b="0">
                <a:solidFill>
                  <a:srgbClr val="202D3E"/>
                </a:solidFill>
                <a:latin typeface="Ubuntu Light"/>
                <a:ea typeface="Ubuntu Light"/>
                <a:cs typeface="Ubuntu Light"/>
              </a:defRPr>
            </a:lvl2pPr>
            <a:lvl3pPr algn="ctr">
              <a:buNone/>
              <a:defRPr sz="5100" b="0">
                <a:solidFill>
                  <a:srgbClr val="202D3E"/>
                </a:solidFill>
                <a:latin typeface="Ubuntu Light"/>
                <a:ea typeface="Ubuntu Light"/>
                <a:cs typeface="Ubuntu Light"/>
              </a:defRPr>
            </a:lvl3pPr>
            <a:lvl4pPr algn="ctr">
              <a:buNone/>
              <a:defRPr sz="5100" b="0">
                <a:solidFill>
                  <a:srgbClr val="202D3E"/>
                </a:solidFill>
                <a:latin typeface="Ubuntu Light"/>
                <a:ea typeface="Ubuntu Light"/>
                <a:cs typeface="Ubuntu Light"/>
              </a:defRPr>
            </a:lvl4pPr>
            <a:lvl5pPr algn="ctr">
              <a:buNone/>
              <a:defRPr sz="5100" b="0">
                <a:solidFill>
                  <a:srgbClr val="202D3E"/>
                </a:solidFill>
                <a:latin typeface="Ubuntu Light"/>
                <a:ea typeface="Ubuntu Light"/>
                <a:cs typeface="Ubuntu Light"/>
              </a:defRPr>
            </a:lvl5pPr>
            <a:lvl6pPr algn="ctr">
              <a:buNone/>
              <a:defRPr sz="5100" b="0">
                <a:solidFill>
                  <a:srgbClr val="202D3E"/>
                </a:solidFill>
                <a:latin typeface="Ubuntu Light"/>
                <a:ea typeface="Ubuntu Light"/>
                <a:cs typeface="Ubuntu Light"/>
              </a:defRPr>
            </a:lvl6pPr>
            <a:lvl7pPr algn="ctr">
              <a:buNone/>
              <a:defRPr sz="5100" b="0">
                <a:solidFill>
                  <a:srgbClr val="202D3E"/>
                </a:solidFill>
                <a:latin typeface="Ubuntu Light"/>
                <a:ea typeface="Ubuntu Light"/>
                <a:cs typeface="Ubuntu Light"/>
              </a:defRPr>
            </a:lvl7pPr>
            <a:lvl8pPr algn="ctr">
              <a:buNone/>
              <a:defRPr sz="5100" b="0">
                <a:solidFill>
                  <a:srgbClr val="202D3E"/>
                </a:solidFill>
                <a:latin typeface="Ubuntu Light"/>
                <a:ea typeface="Ubuntu Light"/>
                <a:cs typeface="Ubuntu Light"/>
              </a:defRPr>
            </a:lvl8pPr>
            <a:lvl9pPr algn="ctr">
              <a:buNone/>
              <a:defRPr sz="5100" b="0">
                <a:solidFill>
                  <a:srgbClr val="202D3E"/>
                </a:solidFill>
                <a:latin typeface="Ubuntu Light"/>
                <a:ea typeface="Ubuntu Light"/>
                <a:cs typeface="Ubuntu Light"/>
              </a:defRPr>
            </a:lvl9pPr>
          </a:lstStyle>
          <a:p>
            <a:pPr algn="ctr">
              <a:buNone/>
              <a:defRPr sz="5100" b="0">
                <a:solidFill>
                  <a:srgbClr val="202D3E"/>
                </a:solidFill>
                <a:latin typeface="Ubuntu Light"/>
                <a:ea typeface="Ubuntu Light"/>
                <a:cs typeface="Ubuntu Light"/>
              </a:defRPr>
            </a:pPr>
            <a:r>
              <a:rPr b="0">
                <a:latin typeface="Ubuntu Light"/>
                <a:ea typeface="Ubuntu Light"/>
                <a:cs typeface="Ubuntu Light"/>
              </a:rPr>
              <a:t>Demo</a:t>
            </a:r>
          </a:p>
        </p:txBody>
      </p:sp>
      <p:sp>
        <p:nvSpPr>
          <p:cNvPr id="2" name="demo-topic">
            <a:extLst xmlns:a="http://schemas.openxmlformats.org/drawingml/2006/main">
              <a:ext uri="{FF2B5EF4-FFF2-40B4-BE49-F238E27FC236}">
                <a16:creationId xmlns:a16="http://schemas.microsoft.com/office/drawing/2014/main" id="{3BA97EB1-BE47-49B7-8D6E-05E1363D5AF9}"/>
              </a:ext>
            </a:extLst>
          </p:cNvPr>
          <p:cNvSpPr>
            <a:spLocks xmlns:a="http://schemas.openxmlformats.org/drawingml/2006/main" noGrp="1"/>
          </p:cNvSpPr>
          <p:nvPr/>
        </p:nvSpPr>
        <p:spPr>
          <a:xfrm xmlns:a="http://schemas.openxmlformats.org/drawingml/2006/main">
            <a:off x="619125" y="2619375"/>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950" b="0">
                <a:solidFill>
                  <a:srgbClr val="475569"/>
                </a:solidFill>
                <a:latin typeface="Ubuntu Light"/>
                <a:ea typeface="Ubuntu Light"/>
                <a:cs typeface="Ubuntu Light"/>
              </a:defRPr>
            </a:defPPr>
            <a:lvl1pPr algn="ctr">
              <a:buNone/>
              <a:defRPr sz="1950" b="0">
                <a:solidFill>
                  <a:srgbClr val="475569"/>
                </a:solidFill>
                <a:latin typeface="Ubuntu Light"/>
                <a:ea typeface="Ubuntu Light"/>
                <a:cs typeface="Ubuntu Light"/>
              </a:defRPr>
            </a:lvl1pPr>
            <a:lvl2pPr algn="ctr">
              <a:buNone/>
              <a:defRPr sz="1950" b="0">
                <a:solidFill>
                  <a:srgbClr val="475569"/>
                </a:solidFill>
                <a:latin typeface="Ubuntu Light"/>
                <a:ea typeface="Ubuntu Light"/>
                <a:cs typeface="Ubuntu Light"/>
              </a:defRPr>
            </a:lvl2pPr>
            <a:lvl3pPr algn="ctr">
              <a:buNone/>
              <a:defRPr sz="1950" b="0">
                <a:solidFill>
                  <a:srgbClr val="475569"/>
                </a:solidFill>
                <a:latin typeface="Ubuntu Light"/>
                <a:ea typeface="Ubuntu Light"/>
                <a:cs typeface="Ubuntu Light"/>
              </a:defRPr>
            </a:lvl3pPr>
            <a:lvl4pPr algn="ctr">
              <a:buNone/>
              <a:defRPr sz="1950" b="0">
                <a:solidFill>
                  <a:srgbClr val="475569"/>
                </a:solidFill>
                <a:latin typeface="Ubuntu Light"/>
                <a:ea typeface="Ubuntu Light"/>
                <a:cs typeface="Ubuntu Light"/>
              </a:defRPr>
            </a:lvl4pPr>
            <a:lvl5pPr algn="ctr">
              <a:buNone/>
              <a:defRPr sz="1950" b="0">
                <a:solidFill>
                  <a:srgbClr val="475569"/>
                </a:solidFill>
                <a:latin typeface="Ubuntu Light"/>
                <a:ea typeface="Ubuntu Light"/>
                <a:cs typeface="Ubuntu Light"/>
              </a:defRPr>
            </a:lvl5pPr>
            <a:lvl6pPr algn="ctr">
              <a:buNone/>
              <a:defRPr sz="1950" b="0">
                <a:solidFill>
                  <a:srgbClr val="475569"/>
                </a:solidFill>
                <a:latin typeface="Ubuntu Light"/>
                <a:ea typeface="Ubuntu Light"/>
                <a:cs typeface="Ubuntu Light"/>
              </a:defRPr>
            </a:lvl6pPr>
            <a:lvl7pPr algn="ctr">
              <a:buNone/>
              <a:defRPr sz="1950" b="0">
                <a:solidFill>
                  <a:srgbClr val="475569"/>
                </a:solidFill>
                <a:latin typeface="Ubuntu Light"/>
                <a:ea typeface="Ubuntu Light"/>
                <a:cs typeface="Ubuntu Light"/>
              </a:defRPr>
            </a:lvl7pPr>
            <a:lvl8pPr algn="ctr">
              <a:buNone/>
              <a:defRPr sz="1950" b="0">
                <a:solidFill>
                  <a:srgbClr val="475569"/>
                </a:solidFill>
                <a:latin typeface="Ubuntu Light"/>
                <a:ea typeface="Ubuntu Light"/>
                <a:cs typeface="Ubuntu Light"/>
              </a:defRPr>
            </a:lvl8pPr>
            <a:lvl9pPr algn="ctr">
              <a:buNone/>
              <a:defRPr sz="1950" b="0">
                <a:solidFill>
                  <a:srgbClr val="475569"/>
                </a:solidFill>
                <a:latin typeface="Ubuntu Light"/>
                <a:ea typeface="Ubuntu Light"/>
                <a:cs typeface="Ubuntu Light"/>
              </a:defRPr>
            </a:lvl9pPr>
          </a:lstStyle>
          <a:p xmlns:a="http://schemas.openxmlformats.org/drawingml/2006/main">
            <a:pPr algn="ctr">
              <a:buNone/>
              <a:defRPr sz="1950" b="0">
                <a:solidFill>
                  <a:srgbClr val="475569"/>
                </a:solidFill>
                <a:latin typeface="Ubuntu Light"/>
                <a:ea typeface="Ubuntu Light"/>
                <a:cs typeface="Ubuntu Light"/>
              </a:defRPr>
            </a:pPr>
            <a:r>
              <a:rPr b="0">
                <a:latin typeface="Ubuntu Light"/>
                <a:ea typeface="Ubuntu Light"/>
                <a:cs typeface="Ubuntu Light"/>
              </a:rPr>
              <a:t>Stock retry: one test and its coverage</a:t>
            </a:r>
          </a:p>
        </p:txBody>
      </p:sp>
      <p:sp>
        <p:nvSpPr>
          <p:cNvPr id="5" name="demo-command">
            <a:extLst xmlns:a="http://schemas.openxmlformats.org/drawingml/2006/main">
              <a:ext uri="{FF2B5EF4-FFF2-40B4-BE49-F238E27FC236}">
                <a16:creationId xmlns:a16="http://schemas.microsoft.com/office/drawing/2014/main" id="{60A2BDEA-D8F9-489D-ABE8-1527B7DD2C6A}"/>
              </a:ext>
            </a:extLst>
          </p:cNvPr>
          <p:cNvSpPr>
            <a:spLocks xmlns:a="http://schemas.openxmlformats.org/drawingml/2006/main" noGrp="1"/>
          </p:cNvSpPr>
          <p:nvPr/>
        </p:nvSpPr>
        <p:spPr>
          <a:xfrm xmlns:a="http://schemas.openxmlformats.org/drawingml/2006/main">
            <a:off x="857250" y="3238500"/>
            <a:ext cx="7429500" cy="1619250"/>
          </a:xfrm>
          <a:prstGeom xmlns:a="http://schemas.openxmlformats.org/drawingml/2006/main" prst="rect">
            <a:avLst/>
          </a:prstGeom>
          <a:solidFill xmlns:a="http://schemas.openxmlformats.org/drawingml/2006/main">
            <a:srgbClr val="000000"/>
          </a:solidFill>
          <a:ln xmlns:a="http://schemas.openxmlformats.org/drawingml/2006/main" w="0">
            <a:noFill/>
          </a:ln>
        </p:spPr>
        <p:txBody>
          <a:bodyPr xmlns:a="http://schemas.openxmlformats.org/drawingml/2006/main" wrap="none" lIns="171450" tIns="171450" rIns="171450" bIns="171450" anchor="t">
            <a:noAutofit/>
          </a:bodyPr>
          <a:lstStyle xmlns:a="http://schemas.openxmlformats.org/drawingml/2006/main">
            <a:defPPr algn="l">
              <a:defRPr sz="1388" b="0">
                <a:solidFill>
                  <a:srgbClr val="D1D5DB"/>
                </a:solidFill>
                <a:latin typeface="Menlo"/>
                <a:ea typeface="Menlo"/>
                <a:cs typeface="Menlo"/>
              </a:defRPr>
            </a:defPPr>
            <a:lvl1pPr algn="l">
              <a:buNone/>
              <a:defRPr sz="1350" b="0">
                <a:solidFill>
                  <a:srgbClr val="D4D4D4"/>
                </a:solidFill>
                <a:latin typeface="Menlo"/>
                <a:ea typeface="Menlo"/>
                <a:cs typeface="Menlo"/>
              </a:defRPr>
            </a:lvl1pPr>
            <a:lvl2pPr algn="l">
              <a:buNone/>
              <a:defRPr sz="1350" b="0">
                <a:solidFill>
                  <a:srgbClr val="D4D4D4"/>
                </a:solidFill>
                <a:latin typeface="Menlo"/>
                <a:ea typeface="Menlo"/>
                <a:cs typeface="Menlo"/>
              </a:defRPr>
            </a:lvl2pPr>
            <a:lvl3pPr algn="l">
              <a:buNone/>
              <a:defRPr sz="1350" b="0">
                <a:solidFill>
                  <a:srgbClr val="D4D4D4"/>
                </a:solidFill>
                <a:latin typeface="Menlo"/>
                <a:ea typeface="Menlo"/>
                <a:cs typeface="Menlo"/>
              </a:defRPr>
            </a:lvl3pPr>
            <a:lvl4pPr algn="l">
              <a:buNone/>
              <a:defRPr sz="1350" b="0">
                <a:solidFill>
                  <a:srgbClr val="D4D4D4"/>
                </a:solidFill>
                <a:latin typeface="Menlo"/>
                <a:ea typeface="Menlo"/>
                <a:cs typeface="Menlo"/>
              </a:defRPr>
            </a:lvl4pPr>
            <a:lvl5pPr algn="l">
              <a:buNone/>
              <a:defRPr sz="1350" b="0">
                <a:solidFill>
                  <a:srgbClr val="D4D4D4"/>
                </a:solidFill>
                <a:latin typeface="Menlo"/>
                <a:ea typeface="Menlo"/>
                <a:cs typeface="Menlo"/>
              </a:defRPr>
            </a:lvl5pPr>
            <a:lvl6pPr algn="l">
              <a:buNone/>
              <a:defRPr sz="1350" b="0">
                <a:solidFill>
                  <a:srgbClr val="D4D4D4"/>
                </a:solidFill>
                <a:latin typeface="Menlo"/>
                <a:ea typeface="Menlo"/>
                <a:cs typeface="Menlo"/>
              </a:defRPr>
            </a:lvl6pPr>
            <a:lvl7pPr algn="l">
              <a:buNone/>
              <a:defRPr sz="1350" b="0">
                <a:solidFill>
                  <a:srgbClr val="D4D4D4"/>
                </a:solidFill>
                <a:latin typeface="Menlo"/>
                <a:ea typeface="Menlo"/>
                <a:cs typeface="Menlo"/>
              </a:defRPr>
            </a:lvl7pPr>
            <a:lvl8pPr algn="l">
              <a:buNone/>
              <a:defRPr sz="1350" b="0">
                <a:solidFill>
                  <a:srgbClr val="D4D4D4"/>
                </a:solidFill>
                <a:latin typeface="Menlo"/>
                <a:ea typeface="Menlo"/>
                <a:cs typeface="Menlo"/>
              </a:defRPr>
            </a:lvl8pPr>
            <a:lvl9pPr algn="l">
              <a:buNone/>
              <a:defRPr sz="1350" b="0">
                <a:solidFill>
                  <a:srgbClr val="D4D4D4"/>
                </a:solidFill>
                <a:latin typeface="Menlo"/>
                <a:ea typeface="Menlo"/>
                <a:cs typeface="Menlo"/>
              </a:defRPr>
            </a:lvl9pPr>
          </a:lstStyle>
          <a:p xmlns:a="http://schemas.openxmlformats.org/drawingml/2006/main">
            <a:pPr algn="l">
              <a:lnSpc>
                <a:spcPct val="132000"/>
              </a:lnSpc>
              <a:buNone/>
              <a:defRPr sz="1388" b="0">
                <a:solidFill>
                  <a:srgbClr val="D1D5DB"/>
                </a:solidFill>
                <a:latin typeface="Menlo"/>
                <a:ea typeface="Menlo"/>
                <a:cs typeface="Menlo"/>
              </a:defRPr>
            </a:pPr>
            <a:r>
              <a:rPr sz="1388" b="0">
                <a:solidFill>
                  <a:srgbClr val="D1D5DB"/>
                </a:solidFill>
                <a:latin typeface="Menlo"/>
                <a:ea typeface="Menlo"/>
                <a:cs typeface="Menlo"/>
              </a:rPr>
              <a:t>case_name=test_order_transaction_retry_recovers_before_payment</a:t>
            </a:r>
          </a:p>
          <a:p xmlns:a="http://schemas.openxmlformats.org/drawingml/2006/main">
            <a:pPr algn="l">
              <a:lnSpc>
                <a:spcPct val="132000"/>
              </a:lnSpc>
              <a:buNone/>
              <a:defRPr sz="1388" b="0">
                <a:solidFill>
                  <a:srgbClr val="D1D5DB"/>
                </a:solidFill>
                <a:latin typeface="Menlo"/>
                <a:ea typeface="Menlo"/>
                <a:cs typeface="Menlo"/>
              </a:defRPr>
            </a:pPr>
            <a:r>
              <a:rPr sz="1388" b="0">
                <a:solidFill>
                  <a:srgbClr val="D1D5DB"/>
                </a:solidFill>
                <a:latin typeface="Menlo"/>
                <a:ea typeface="Menlo"/>
                <a:cs typeface="Menlo"/>
              </a:rPr>
              <a:t>COVERAGE_FAIL_UNDER=0 mise run test -- \</a:t>
            </a:r>
          </a:p>
          <a:p xmlns:a="http://schemas.openxmlformats.org/drawingml/2006/main">
            <a:pPr algn="l">
              <a:lnSpc>
                <a:spcPct val="132000"/>
              </a:lnSpc>
              <a:buNone/>
              <a:defRPr sz="1388" b="0">
                <a:solidFill>
                  <a:srgbClr val="D1D5DB"/>
                </a:solidFill>
                <a:latin typeface="Menlo"/>
                <a:ea typeface="Menlo"/>
                <a:cs typeface="Menlo"/>
              </a:defRPr>
            </a:pPr>
            <a:r>
              <a:rPr sz="1388" b="0">
                <a:solidFill>
                  <a:srgbClr val="D1D5DB"/>
                </a:solidFill>
                <a:latin typeface="Menlo"/>
                <a:ea typeface="Menlo"/>
                <a:cs typeface="Menlo"/>
              </a:rPr>
              <a:t>  tests/test_workflows/test_stock_reservation.py::$case_name</a:t>
            </a:r>
            <a:endParaRPr sz="1350" b="0">
              <a:solidFill>
                <a:srgbClr val="D4D4D4"/>
              </a:solidFill>
              <a:latin typeface="Menlo"/>
              <a:ea typeface="Menlo"/>
              <a:cs typeface="Menlo"/>
            </a:endParaRPr>
          </a:p>
          <a:p xmlns:a="http://schemas.openxmlformats.org/drawingml/2006/main">
            <a:pPr>
              <a:lnSpc>
                <a:spcPct val="145000"/>
              </a:lnSpc>
              <a:buNone/>
              <a:defRPr sz="1350" b="0">
                <a:solidFill>
                  <a:srgbClr val="D4D4D4"/>
                </a:solidFill>
                <a:latin typeface="Menlo"/>
                <a:ea typeface="Menlo"/>
                <a:cs typeface="Menlo"/>
              </a:defRPr>
            </a:pPr>
            <a:r>
              <a:rPr sz="1350" b="0">
                <a:solidFill>
                  <a:srgbClr val="D4D4D4"/>
                </a:solidFill>
                <a:latin typeface="Menlo"/>
                <a:ea typeface="Menlo"/>
                <a:cs typeface="Menlo"/>
              </a:rPr>
              <a:t/>
            </a:r>
            <a:endParaRPr sz="1350" b="0">
              <a:solidFill>
                <a:srgbClr val="D4D4D4"/>
              </a:solidFill>
              <a:latin typeface="Menlo"/>
              <a:ea typeface="Menlo"/>
              <a:cs typeface="Menlo"/>
            </a:endParaRPr>
          </a:p>
          <a:p xmlns:a="http://schemas.openxmlformats.org/drawingml/2006/main">
            <a:pPr algn="l">
              <a:lnSpc>
                <a:spcPct val="132000"/>
              </a:lnSpc>
              <a:buNone/>
              <a:defRPr sz="1388" b="0">
                <a:solidFill>
                  <a:srgbClr val="D1D5DB"/>
                </a:solidFill>
                <a:latin typeface="Menlo"/>
                <a:ea typeface="Menlo"/>
                <a:cs typeface="Menlo"/>
              </a:defRPr>
            </a:pPr>
            <a:r>
              <a:rPr sz="1388" b="0">
                <a:solidFill>
                  <a:srgbClr val="D1D5DB"/>
                </a:solidFill>
                <a:latin typeface="Menlo"/>
                <a:ea typeface="Menlo"/>
                <a:cs typeface="Menlo"/>
              </a:rPr>
              <a:t>open output/htmlcov/index.html</a:t>
            </a:r>
            <a:endParaRPr sz="1350" b="0">
              <a:solidFill>
                <a:srgbClr val="D4D4D4"/>
              </a:solidFill>
              <a:latin typeface="Menlo"/>
              <a:ea typeface="Menlo"/>
              <a:cs typeface="Menlo"/>
            </a:endParaRPr>
          </a:p>
        </p:txBody>
      </p:sp>
    </p:spTree>
    <p:extLst>
      <p:ext uri="{BB962C8B-B14F-4D97-AF65-F5344CB8AC3E}">
        <p14:creationId xmlns:p14="http://schemas.microsoft.com/office/powerpoint/2010/main" val="12706008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2EE20-C2B9-0F97-DCB4-757EFCF67A5A}"/>
            </a:ext>
          </a:extLst>
        </p:cNvPr>
        <p:cNvGrpSpPr/>
        <p:nvPr/>
      </p:nvGrpSpPr>
      <p:grpSpPr>
        <a:xfrm>
          <a:off x="0" y="0"/>
          <a:ext cx="0" cy="0"/>
          <a:chOff x="0" y="0"/>
          <a:chExt cx="0" cy="0"/>
        </a:xfrm>
      </p:grpSpPr>
      <p:sp>
        <p:nvSpPr>
          <p:cNvPr id="12" name="slide-title">
            <a:extLst>
              <a:ext uri="{FF2B5EF4-FFF2-40B4-BE49-F238E27FC236}">
                <a16:creationId xmlns:a16="http://schemas.microsoft.com/office/drawing/2014/main" id="{8D23ABCB-6544-85E1-F90A-7742EBA9A54D}"/>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buNone/>
              <a:defRPr sz="2250" b="0">
                <a:solidFill>
                  <a:srgbClr val="202D3E"/>
                </a:solidFill>
                <a:latin typeface="Ubuntu Light"/>
                <a:ea typeface="Ubuntu Light"/>
                <a:cs typeface="Ubuntu Light"/>
              </a:defRPr>
            </a:lvl1pPr>
            <a:lvl2pPr algn="l">
              <a:buNone/>
              <a:defRPr sz="2250" b="0">
                <a:solidFill>
                  <a:srgbClr val="202D3E"/>
                </a:solidFill>
                <a:latin typeface="Ubuntu Light"/>
                <a:ea typeface="Ubuntu Light"/>
                <a:cs typeface="Ubuntu Light"/>
              </a:defRPr>
            </a:lvl2pPr>
            <a:lvl3pPr algn="l">
              <a:buNone/>
              <a:defRPr sz="2250" b="0">
                <a:solidFill>
                  <a:srgbClr val="202D3E"/>
                </a:solidFill>
                <a:latin typeface="Ubuntu Light"/>
                <a:ea typeface="Ubuntu Light"/>
                <a:cs typeface="Ubuntu Light"/>
              </a:defRPr>
            </a:lvl3pPr>
            <a:lvl4pPr algn="l">
              <a:buNone/>
              <a:defRPr sz="2250" b="0">
                <a:solidFill>
                  <a:srgbClr val="202D3E"/>
                </a:solidFill>
                <a:latin typeface="Ubuntu Light"/>
                <a:ea typeface="Ubuntu Light"/>
                <a:cs typeface="Ubuntu Light"/>
              </a:defRPr>
            </a:lvl4pPr>
            <a:lvl5pPr algn="l">
              <a:buNone/>
              <a:defRPr sz="2250" b="0">
                <a:solidFill>
                  <a:srgbClr val="202D3E"/>
                </a:solidFill>
                <a:latin typeface="Ubuntu Light"/>
                <a:ea typeface="Ubuntu Light"/>
                <a:cs typeface="Ubuntu Light"/>
              </a:defRPr>
            </a:lvl5pPr>
            <a:lvl6pPr algn="l">
              <a:buNone/>
              <a:defRPr sz="2250" b="0">
                <a:solidFill>
                  <a:srgbClr val="202D3E"/>
                </a:solidFill>
                <a:latin typeface="Ubuntu Light"/>
                <a:ea typeface="Ubuntu Light"/>
                <a:cs typeface="Ubuntu Light"/>
              </a:defRPr>
            </a:lvl6pPr>
            <a:lvl7pPr algn="l">
              <a:buNone/>
              <a:defRPr sz="2250" b="0">
                <a:solidFill>
                  <a:srgbClr val="202D3E"/>
                </a:solidFill>
                <a:latin typeface="Ubuntu Light"/>
                <a:ea typeface="Ubuntu Light"/>
                <a:cs typeface="Ubuntu Light"/>
              </a:defRPr>
            </a:lvl7pPr>
            <a:lvl8pPr algn="l">
              <a:buNone/>
              <a:defRPr sz="2250" b="0">
                <a:solidFill>
                  <a:srgbClr val="202D3E"/>
                </a:solidFill>
                <a:latin typeface="Ubuntu Light"/>
                <a:ea typeface="Ubuntu Light"/>
                <a:cs typeface="Ubuntu Light"/>
              </a:defRPr>
            </a:lvl8pPr>
            <a:lvl9pPr algn="l">
              <a:buNone/>
              <a:defRPr sz="2250" b="0">
                <a:solidFill>
                  <a:srgbClr val="202D3E"/>
                </a:solidFill>
                <a:latin typeface="Ubuntu Light"/>
                <a:ea typeface="Ubuntu Light"/>
                <a:cs typeface="Ubuntu Light"/>
              </a:defRPr>
            </a:lvl9pPr>
          </a:lstStyle>
          <a:p>
            <a:pPr algn="l">
              <a:buNone/>
              <a:defRPr sz="2250" b="0">
                <a:solidFill>
                  <a:srgbClr val="202D3E"/>
                </a:solidFill>
                <a:latin typeface="Ubuntu Light"/>
                <a:ea typeface="Ubuntu Light"/>
                <a:cs typeface="Ubuntu Light"/>
              </a:defRPr>
            </a:pPr>
            <a:r>
              <a:rPr b="0">
                <a:latin typeface="Ubuntu Light"/>
                <a:ea typeface="Ubuntu Light"/>
                <a:cs typeface="Ubuntu Light"/>
              </a:rPr>
              <a:t>Coverage across all 36 tests</a:t>
            </a:r>
          </a:p>
        </p:txBody>
      </p:sp>
      <p:sp>
        <p:nvSpPr>
          <p:cNvPr id="2" name="report-scope-transition">
            <a:extLst>
              <a:ext uri="{FF2B5EF4-FFF2-40B4-BE49-F238E27FC236}">
                <a16:creationId xmlns:a16="http://schemas.microsoft.com/office/drawing/2014/main" id="{10E47662-E633-D75F-1DB6-96C2601220BC}"/>
              </a:ext>
            </a:extLst>
          </p:cNvPr>
          <p:cNvSpPr>
            <a:spLocks noGrp="1"/>
          </p:cNvSpPr>
          <p:nvPr/>
        </p:nvSpPr>
        <p:spPr>
          <a:xfrm>
            <a:off x="619125" y="1333500"/>
            <a:ext cx="7905750" cy="276225"/>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a:latin typeface="Ubuntu Light"/>
                <a:ea typeface="Ubuntu Light"/>
                <a:cs typeface="Ubuntu Light"/>
              </a:rPr>
              <a:t>36 tests: workflow E2E + Lambda integrations</a:t>
            </a:r>
          </a:p>
        </p:txBody>
      </p:sp>
      <p:sp>
        <p:nvSpPr>
          <p:cNvPr id="3" name="statement-total">
            <a:extLst>
              <a:ext uri="{FF2B5EF4-FFF2-40B4-BE49-F238E27FC236}">
                <a16:creationId xmlns:a16="http://schemas.microsoft.com/office/drawing/2014/main" id="{EF095552-6B59-DA97-0ECA-62D078A75985}"/>
              </a:ext>
            </a:extLst>
          </p:cNvPr>
          <p:cNvSpPr>
            <a:spLocks noGrp="1"/>
          </p:cNvSpPr>
          <p:nvPr/>
        </p:nvSpPr>
        <p:spPr>
          <a:xfrm>
            <a:off x="619125" y="1762125"/>
            <a:ext cx="3714750" cy="533400"/>
          </a:xfrm>
          <a:prstGeom prst="rect">
            <a:avLst/>
          </a:prstGeom>
          <a:noFill/>
          <a:ln w="0">
            <a:noFill/>
          </a:ln>
        </p:spPr>
        <p:txBody>
          <a:bodyPr wrap="none" lIns="0" tIns="0" rIns="0" bIns="0" anchor="t">
            <a:noAutofit/>
          </a:bodyPr>
          <a:lstStyle>
            <a:defPPr algn="l">
              <a:defRPr sz="3150" b="0">
                <a:solidFill>
                  <a:srgbClr val="126447"/>
                </a:solidFill>
                <a:latin typeface="Ubuntu Light"/>
                <a:ea typeface="Ubuntu Light"/>
                <a:cs typeface="Ubuntu Light"/>
              </a:defRPr>
            </a:defPPr>
            <a:lvl1pPr algn="l">
              <a:defRPr sz="3150" b="0">
                <a:solidFill>
                  <a:srgbClr val="126447"/>
                </a:solidFill>
                <a:latin typeface="Ubuntu Light"/>
                <a:ea typeface="Ubuntu Light"/>
                <a:cs typeface="Ubuntu Light"/>
              </a:defRPr>
            </a:lvl1pPr>
            <a:lvl2pPr algn="l">
              <a:defRPr sz="3150" b="0">
                <a:solidFill>
                  <a:srgbClr val="126447"/>
                </a:solidFill>
                <a:latin typeface="Ubuntu Light"/>
                <a:ea typeface="Ubuntu Light"/>
                <a:cs typeface="Ubuntu Light"/>
              </a:defRPr>
            </a:lvl2pPr>
            <a:lvl3pPr algn="l">
              <a:defRPr sz="3150" b="0">
                <a:solidFill>
                  <a:srgbClr val="126447"/>
                </a:solidFill>
                <a:latin typeface="Ubuntu Light"/>
                <a:ea typeface="Ubuntu Light"/>
                <a:cs typeface="Ubuntu Light"/>
              </a:defRPr>
            </a:lvl3pPr>
            <a:lvl4pPr algn="l">
              <a:defRPr sz="3150" b="0">
                <a:solidFill>
                  <a:srgbClr val="126447"/>
                </a:solidFill>
                <a:latin typeface="Ubuntu Light"/>
                <a:ea typeface="Ubuntu Light"/>
                <a:cs typeface="Ubuntu Light"/>
              </a:defRPr>
            </a:lvl4pPr>
            <a:lvl5pPr algn="l">
              <a:defRPr sz="3150" b="0">
                <a:solidFill>
                  <a:srgbClr val="126447"/>
                </a:solidFill>
                <a:latin typeface="Ubuntu Light"/>
                <a:ea typeface="Ubuntu Light"/>
                <a:cs typeface="Ubuntu Light"/>
              </a:defRPr>
            </a:lvl5pPr>
            <a:lvl6pPr algn="l">
              <a:defRPr sz="3150" b="0">
                <a:solidFill>
                  <a:srgbClr val="126447"/>
                </a:solidFill>
                <a:latin typeface="Ubuntu Light"/>
                <a:ea typeface="Ubuntu Light"/>
                <a:cs typeface="Ubuntu Light"/>
              </a:defRPr>
            </a:lvl6pPr>
            <a:lvl7pPr algn="l">
              <a:defRPr sz="3150" b="0">
                <a:solidFill>
                  <a:srgbClr val="126447"/>
                </a:solidFill>
                <a:latin typeface="Ubuntu Light"/>
                <a:ea typeface="Ubuntu Light"/>
                <a:cs typeface="Ubuntu Light"/>
              </a:defRPr>
            </a:lvl7pPr>
            <a:lvl8pPr algn="l">
              <a:defRPr sz="3150" b="0">
                <a:solidFill>
                  <a:srgbClr val="126447"/>
                </a:solidFill>
                <a:latin typeface="Ubuntu Light"/>
                <a:ea typeface="Ubuntu Light"/>
                <a:cs typeface="Ubuntu Light"/>
              </a:defRPr>
            </a:lvl8pPr>
            <a:lvl9pPr algn="l">
              <a:defRPr sz="3150" b="0">
                <a:solidFill>
                  <a:srgbClr val="126447"/>
                </a:solidFill>
                <a:latin typeface="Ubuntu Light"/>
                <a:ea typeface="Ubuntu Light"/>
                <a:cs typeface="Ubuntu Light"/>
              </a:defRPr>
            </a:lvl9pPr>
          </a:lstStyle>
          <a:p>
            <a:pPr algn="l">
              <a:defRPr sz="3150" b="0">
                <a:solidFill>
                  <a:srgbClr val="126447"/>
                </a:solidFill>
                <a:latin typeface="Ubuntu Light"/>
                <a:ea typeface="Ubuntu Light"/>
                <a:cs typeface="Ubuntu Light"/>
              </a:defRPr>
            </a:pPr>
            <a:r>
              <a:rPr b="0">
                <a:latin typeface="Ubuntu Light"/>
                <a:ea typeface="Ubuntu Light"/>
                <a:cs typeface="Ubuntu Light"/>
              </a:rPr>
              <a:t>250 / 250</a:t>
            </a:r>
          </a:p>
        </p:txBody>
      </p:sp>
      <p:sp>
        <p:nvSpPr>
          <p:cNvPr id="4" name="statement-label">
            <a:extLst>
              <a:ext uri="{FF2B5EF4-FFF2-40B4-BE49-F238E27FC236}">
                <a16:creationId xmlns:a16="http://schemas.microsoft.com/office/drawing/2014/main" id="{78DB24FA-433F-848A-98E4-AE7FD59DAC13}"/>
              </a:ext>
            </a:extLst>
          </p:cNvPr>
          <p:cNvSpPr>
            <a:spLocks noGrp="1"/>
          </p:cNvSpPr>
          <p:nvPr/>
        </p:nvSpPr>
        <p:spPr>
          <a:xfrm>
            <a:off x="619125" y="2314575"/>
            <a:ext cx="4000500" cy="285750"/>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a:latin typeface="Ubuntu Light"/>
                <a:ea typeface="Ubuntu Light"/>
                <a:cs typeface="Ubuntu Light"/>
              </a:rPr>
              <a:t>Python statement lines executed</a:t>
            </a:r>
          </a:p>
        </p:txBody>
      </p:sp>
      <p:sp>
        <p:nvSpPr>
          <p:cNvPr id="5" name="branch-total">
            <a:extLst>
              <a:ext uri="{FF2B5EF4-FFF2-40B4-BE49-F238E27FC236}">
                <a16:creationId xmlns:a16="http://schemas.microsoft.com/office/drawing/2014/main" id="{F1F22490-B561-E225-6CC1-8E6590E46B95}"/>
              </a:ext>
            </a:extLst>
          </p:cNvPr>
          <p:cNvSpPr>
            <a:spLocks noGrp="1"/>
          </p:cNvSpPr>
          <p:nvPr/>
        </p:nvSpPr>
        <p:spPr>
          <a:xfrm>
            <a:off x="619125" y="2881312"/>
            <a:ext cx="3524250" cy="533400"/>
          </a:xfrm>
          <a:prstGeom prst="rect">
            <a:avLst/>
          </a:prstGeom>
          <a:noFill/>
          <a:ln w="0">
            <a:noFill/>
          </a:ln>
        </p:spPr>
        <p:txBody>
          <a:bodyPr wrap="none" lIns="0" tIns="0" rIns="0" bIns="0" anchor="t">
            <a:noAutofit/>
          </a:bodyPr>
          <a:lstStyle>
            <a:defPPr algn="l">
              <a:defRPr sz="3150" b="0">
                <a:solidFill>
                  <a:srgbClr val="126447"/>
                </a:solidFill>
                <a:latin typeface="Ubuntu Light"/>
                <a:ea typeface="Ubuntu Light"/>
                <a:cs typeface="Ubuntu Light"/>
              </a:defRPr>
            </a:defPPr>
            <a:lvl1pPr algn="l">
              <a:defRPr sz="3150" b="0">
                <a:solidFill>
                  <a:srgbClr val="126447"/>
                </a:solidFill>
                <a:latin typeface="Ubuntu Light"/>
                <a:ea typeface="Ubuntu Light"/>
                <a:cs typeface="Ubuntu Light"/>
              </a:defRPr>
            </a:lvl1pPr>
            <a:lvl2pPr algn="l">
              <a:defRPr sz="3150" b="0">
                <a:solidFill>
                  <a:srgbClr val="126447"/>
                </a:solidFill>
                <a:latin typeface="Ubuntu Light"/>
                <a:ea typeface="Ubuntu Light"/>
                <a:cs typeface="Ubuntu Light"/>
              </a:defRPr>
            </a:lvl2pPr>
            <a:lvl3pPr algn="l">
              <a:defRPr sz="3150" b="0">
                <a:solidFill>
                  <a:srgbClr val="126447"/>
                </a:solidFill>
                <a:latin typeface="Ubuntu Light"/>
                <a:ea typeface="Ubuntu Light"/>
                <a:cs typeface="Ubuntu Light"/>
              </a:defRPr>
            </a:lvl3pPr>
            <a:lvl4pPr algn="l">
              <a:defRPr sz="3150" b="0">
                <a:solidFill>
                  <a:srgbClr val="126447"/>
                </a:solidFill>
                <a:latin typeface="Ubuntu Light"/>
                <a:ea typeface="Ubuntu Light"/>
                <a:cs typeface="Ubuntu Light"/>
              </a:defRPr>
            </a:lvl4pPr>
            <a:lvl5pPr algn="l">
              <a:defRPr sz="3150" b="0">
                <a:solidFill>
                  <a:srgbClr val="126447"/>
                </a:solidFill>
                <a:latin typeface="Ubuntu Light"/>
                <a:ea typeface="Ubuntu Light"/>
                <a:cs typeface="Ubuntu Light"/>
              </a:defRPr>
            </a:lvl5pPr>
            <a:lvl6pPr algn="l">
              <a:defRPr sz="3150" b="0">
                <a:solidFill>
                  <a:srgbClr val="126447"/>
                </a:solidFill>
                <a:latin typeface="Ubuntu Light"/>
                <a:ea typeface="Ubuntu Light"/>
                <a:cs typeface="Ubuntu Light"/>
              </a:defRPr>
            </a:lvl6pPr>
            <a:lvl7pPr algn="l">
              <a:defRPr sz="3150" b="0">
                <a:solidFill>
                  <a:srgbClr val="126447"/>
                </a:solidFill>
                <a:latin typeface="Ubuntu Light"/>
                <a:ea typeface="Ubuntu Light"/>
                <a:cs typeface="Ubuntu Light"/>
              </a:defRPr>
            </a:lvl7pPr>
            <a:lvl8pPr algn="l">
              <a:defRPr sz="3150" b="0">
                <a:solidFill>
                  <a:srgbClr val="126447"/>
                </a:solidFill>
                <a:latin typeface="Ubuntu Light"/>
                <a:ea typeface="Ubuntu Light"/>
                <a:cs typeface="Ubuntu Light"/>
              </a:defRPr>
            </a:lvl8pPr>
            <a:lvl9pPr algn="l">
              <a:defRPr sz="3150" b="0">
                <a:solidFill>
                  <a:srgbClr val="126447"/>
                </a:solidFill>
                <a:latin typeface="Ubuntu Light"/>
                <a:ea typeface="Ubuntu Light"/>
                <a:cs typeface="Ubuntu Light"/>
              </a:defRPr>
            </a:lvl9pPr>
          </a:lstStyle>
          <a:p>
            <a:pPr algn="l">
              <a:defRPr sz="3150" b="0">
                <a:solidFill>
                  <a:srgbClr val="126447"/>
                </a:solidFill>
                <a:latin typeface="Ubuntu Light"/>
                <a:ea typeface="Ubuntu Light"/>
                <a:cs typeface="Ubuntu Light"/>
              </a:defRPr>
            </a:pPr>
            <a:r>
              <a:rPr b="0" dirty="0">
                <a:latin typeface="Ubuntu Light"/>
                <a:ea typeface="Ubuntu Light"/>
                <a:cs typeface="Ubuntu Light"/>
              </a:rPr>
              <a:t>30 / 30</a:t>
            </a:r>
          </a:p>
        </p:txBody>
      </p:sp>
      <p:sp>
        <p:nvSpPr>
          <p:cNvPr id="6" name="branch-label">
            <a:extLst>
              <a:ext uri="{FF2B5EF4-FFF2-40B4-BE49-F238E27FC236}">
                <a16:creationId xmlns:a16="http://schemas.microsoft.com/office/drawing/2014/main" id="{DCF5DFD7-20F3-F11F-FE6A-FF25DE293F67}"/>
              </a:ext>
            </a:extLst>
          </p:cNvPr>
          <p:cNvSpPr>
            <a:spLocks noGrp="1"/>
          </p:cNvSpPr>
          <p:nvPr/>
        </p:nvSpPr>
        <p:spPr>
          <a:xfrm>
            <a:off x="619125" y="3433762"/>
            <a:ext cx="3524250" cy="285750"/>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a:latin typeface="Ubuntu Light"/>
                <a:ea typeface="Ubuntu Light"/>
                <a:cs typeface="Ubuntu Light"/>
              </a:rPr>
              <a:t>Branch outcomes reached</a:t>
            </a:r>
          </a:p>
        </p:txBody>
      </p:sp>
      <p:pic>
        <p:nvPicPr>
          <p:cNvPr id="7" name="Picture 6" descr="Native coverage.py report with test function name contexts">
            <a:extLst>
              <a:ext uri="{FF2B5EF4-FFF2-40B4-BE49-F238E27FC236}">
                <a16:creationId xmlns:a16="http://schemas.microsoft.com/office/drawing/2014/main" id="{A2F0971D-E7E1-0273-EA29-620127DF74F6}"/>
              </a:ext>
            </a:extLst>
          </p:cNvPr>
          <p:cNvPicPr>
            <a:picLocks noChangeAspect="1"/>
          </p:cNvPicPr>
          <p:nvPr/>
        </p:nvPicPr>
        <p:blipFill>
          <a:blip r:embed="rId3"/>
          <a:stretch>
            <a:fillRect/>
          </a:stretch>
        </p:blipFill>
        <p:spPr>
          <a:xfrm>
            <a:off x="4013691" y="1709738"/>
            <a:ext cx="4649496" cy="3371481"/>
          </a:xfrm>
          <a:prstGeom prst="rect">
            <a:avLst/>
          </a:prstGeom>
        </p:spPr>
      </p:pic>
    </p:spTree>
    <p:extLst>
      <p:ext uri="{BB962C8B-B14F-4D97-AF65-F5344CB8AC3E}">
        <p14:creationId xmlns:p14="http://schemas.microsoft.com/office/powerpoint/2010/main" val="16715245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ction-number">
            <a:extLst>
              <a:ext uri="{FF2B5EF4-FFF2-40B4-BE49-F238E27FC236}">
                <a16:creationId xmlns:a16="http://schemas.microsoft.com/office/drawing/2014/main" id="{0B530D1F-3894-4281-8B64-C17EBD7DDC35}"/>
              </a:ext>
            </a:extLst>
          </p:cNvPr>
          <p:cNvSpPr>
            <a:spLocks noGrp="1"/>
          </p:cNvSpPr>
          <p:nvPr/>
        </p:nvSpPr>
        <p:spPr>
          <a:xfrm>
            <a:off x="619125" y="1190625"/>
            <a:ext cx="7905750" cy="266700"/>
          </a:xfrm>
          <a:prstGeom prst="rect">
            <a:avLst/>
          </a:prstGeom>
          <a:noFill/>
          <a:ln w="0">
            <a:noFill/>
          </a:ln>
        </p:spPr>
        <p:txBody>
          <a:bodyPr wrap="none" lIns="0" tIns="0" rIns="0" bIns="0" anchor="t">
            <a:noAutofit/>
          </a:bodyPr>
          <a:lstStyle>
            <a:defPPr algn="l">
              <a:defRPr sz="1350" b="0">
                <a:solidFill>
                  <a:srgbClr val="B91561"/>
                </a:solidFill>
                <a:latin typeface="Ubuntu Light"/>
                <a:ea typeface="Ubuntu Light"/>
                <a:cs typeface="Ubuntu Light"/>
              </a:defRPr>
            </a:defPPr>
            <a:lvl1pPr algn="l">
              <a:defRPr sz="1350" b="0">
                <a:solidFill>
                  <a:srgbClr val="B91561"/>
                </a:solidFill>
                <a:latin typeface="Ubuntu Light"/>
                <a:ea typeface="Ubuntu Light"/>
                <a:cs typeface="Ubuntu Light"/>
              </a:defRPr>
            </a:lvl1pPr>
            <a:lvl2pPr algn="l">
              <a:defRPr sz="1350" b="0">
                <a:solidFill>
                  <a:srgbClr val="B91561"/>
                </a:solidFill>
                <a:latin typeface="Ubuntu Light"/>
                <a:ea typeface="Ubuntu Light"/>
                <a:cs typeface="Ubuntu Light"/>
              </a:defRPr>
            </a:lvl2pPr>
            <a:lvl3pPr algn="l">
              <a:defRPr sz="1350" b="0">
                <a:solidFill>
                  <a:srgbClr val="B91561"/>
                </a:solidFill>
                <a:latin typeface="Ubuntu Light"/>
                <a:ea typeface="Ubuntu Light"/>
                <a:cs typeface="Ubuntu Light"/>
              </a:defRPr>
            </a:lvl3pPr>
            <a:lvl4pPr algn="l">
              <a:defRPr sz="1350" b="0">
                <a:solidFill>
                  <a:srgbClr val="B91561"/>
                </a:solidFill>
                <a:latin typeface="Ubuntu Light"/>
                <a:ea typeface="Ubuntu Light"/>
                <a:cs typeface="Ubuntu Light"/>
              </a:defRPr>
            </a:lvl4pPr>
            <a:lvl5pPr algn="l">
              <a:defRPr sz="1350" b="0">
                <a:solidFill>
                  <a:srgbClr val="B91561"/>
                </a:solidFill>
                <a:latin typeface="Ubuntu Light"/>
                <a:ea typeface="Ubuntu Light"/>
                <a:cs typeface="Ubuntu Light"/>
              </a:defRPr>
            </a:lvl5pPr>
            <a:lvl6pPr algn="l">
              <a:defRPr sz="1350" b="0">
                <a:solidFill>
                  <a:srgbClr val="B91561"/>
                </a:solidFill>
                <a:latin typeface="Ubuntu Light"/>
                <a:ea typeface="Ubuntu Light"/>
                <a:cs typeface="Ubuntu Light"/>
              </a:defRPr>
            </a:lvl6pPr>
            <a:lvl7pPr algn="l">
              <a:defRPr sz="1350" b="0">
                <a:solidFill>
                  <a:srgbClr val="B91561"/>
                </a:solidFill>
                <a:latin typeface="Ubuntu Light"/>
                <a:ea typeface="Ubuntu Light"/>
                <a:cs typeface="Ubuntu Light"/>
              </a:defRPr>
            </a:lvl7pPr>
            <a:lvl8pPr algn="l">
              <a:defRPr sz="1350" b="0">
                <a:solidFill>
                  <a:srgbClr val="B91561"/>
                </a:solidFill>
                <a:latin typeface="Ubuntu Light"/>
                <a:ea typeface="Ubuntu Light"/>
                <a:cs typeface="Ubuntu Light"/>
              </a:defRPr>
            </a:lvl8pPr>
            <a:lvl9pPr algn="l">
              <a:defRPr sz="1350" b="0">
                <a:solidFill>
                  <a:srgbClr val="B91561"/>
                </a:solidFill>
                <a:latin typeface="Ubuntu Light"/>
                <a:ea typeface="Ubuntu Light"/>
                <a:cs typeface="Ubuntu Light"/>
              </a:defRPr>
            </a:lvl9pPr>
          </a:lstStyle>
          <a:p>
            <a:pPr algn="l">
              <a:defRPr sz="1350" b="0">
                <a:solidFill>
                  <a:srgbClr val="B91561"/>
                </a:solidFill>
                <a:latin typeface="Ubuntu Light"/>
                <a:ea typeface="Ubuntu Light"/>
                <a:cs typeface="Ubuntu Light"/>
              </a:defRPr>
            </a:pPr>
            <a:r>
              <a:rPr sz="1600" b="1" dirty="0">
                <a:latin typeface="Ubuntu Light"/>
                <a:ea typeface="Ubuntu Light"/>
                <a:cs typeface="Ubuntu Light"/>
              </a:rPr>
              <a:t>SECTION 07</a:t>
            </a:r>
          </a:p>
        </p:txBody>
      </p:sp>
      <p:sp>
        <p:nvSpPr>
          <p:cNvPr id="2" name="section-question">
            <a:extLst>
              <a:ext uri="{FF2B5EF4-FFF2-40B4-BE49-F238E27FC236}">
                <a16:creationId xmlns:a16="http://schemas.microsoft.com/office/drawing/2014/main" id="{713E878A-72C4-4B25-BC69-DF1437F3C212}"/>
              </a:ext>
            </a:extLst>
          </p:cNvPr>
          <p:cNvSpPr>
            <a:spLocks noGrp="1"/>
          </p:cNvSpPr>
          <p:nvPr/>
        </p:nvSpPr>
        <p:spPr>
          <a:xfrm>
            <a:off x="619125" y="1857375"/>
            <a:ext cx="7905750" cy="1905000"/>
          </a:xfrm>
          <a:prstGeom prst="rect">
            <a:avLst/>
          </a:prstGeom>
          <a:noFill/>
          <a:ln w="0">
            <a:noFill/>
          </a:ln>
        </p:spPr>
        <p:txBody>
          <a:bodyPr wrap="none" lIns="0" tIns="0" rIns="0" bIns="0" anchor="t">
            <a:noAutofit/>
          </a:bodyPr>
          <a:lstStyle>
            <a:defPPr algn="l">
              <a:defRPr sz="3300" b="0">
                <a:solidFill>
                  <a:srgbClr val="202D3E"/>
                </a:solidFill>
                <a:latin typeface="Ubuntu Light"/>
                <a:ea typeface="Ubuntu Light"/>
                <a:cs typeface="Ubuntu Light"/>
              </a:defRPr>
            </a:defPPr>
            <a:lvl1pPr algn="l">
              <a:defRPr sz="3300" b="0">
                <a:solidFill>
                  <a:srgbClr val="202D3E"/>
                </a:solidFill>
                <a:latin typeface="Ubuntu Light"/>
                <a:ea typeface="Ubuntu Light"/>
                <a:cs typeface="Ubuntu Light"/>
              </a:defRPr>
            </a:lvl1pPr>
            <a:lvl2pPr algn="l">
              <a:defRPr sz="3300" b="0">
                <a:solidFill>
                  <a:srgbClr val="202D3E"/>
                </a:solidFill>
                <a:latin typeface="Ubuntu Light"/>
                <a:ea typeface="Ubuntu Light"/>
                <a:cs typeface="Ubuntu Light"/>
              </a:defRPr>
            </a:lvl2pPr>
            <a:lvl3pPr algn="l">
              <a:defRPr sz="3300" b="0">
                <a:solidFill>
                  <a:srgbClr val="202D3E"/>
                </a:solidFill>
                <a:latin typeface="Ubuntu Light"/>
                <a:ea typeface="Ubuntu Light"/>
                <a:cs typeface="Ubuntu Light"/>
              </a:defRPr>
            </a:lvl3pPr>
            <a:lvl4pPr algn="l">
              <a:defRPr sz="3300" b="0">
                <a:solidFill>
                  <a:srgbClr val="202D3E"/>
                </a:solidFill>
                <a:latin typeface="Ubuntu Light"/>
                <a:ea typeface="Ubuntu Light"/>
                <a:cs typeface="Ubuntu Light"/>
              </a:defRPr>
            </a:lvl4pPr>
            <a:lvl5pPr algn="l">
              <a:defRPr sz="3300" b="0">
                <a:solidFill>
                  <a:srgbClr val="202D3E"/>
                </a:solidFill>
                <a:latin typeface="Ubuntu Light"/>
                <a:ea typeface="Ubuntu Light"/>
                <a:cs typeface="Ubuntu Light"/>
              </a:defRPr>
            </a:lvl5pPr>
            <a:lvl6pPr algn="l">
              <a:defRPr sz="3300" b="0">
                <a:solidFill>
                  <a:srgbClr val="202D3E"/>
                </a:solidFill>
                <a:latin typeface="Ubuntu Light"/>
                <a:ea typeface="Ubuntu Light"/>
                <a:cs typeface="Ubuntu Light"/>
              </a:defRPr>
            </a:lvl6pPr>
            <a:lvl7pPr algn="l">
              <a:defRPr sz="3300" b="0">
                <a:solidFill>
                  <a:srgbClr val="202D3E"/>
                </a:solidFill>
                <a:latin typeface="Ubuntu Light"/>
                <a:ea typeface="Ubuntu Light"/>
                <a:cs typeface="Ubuntu Light"/>
              </a:defRPr>
            </a:lvl7pPr>
            <a:lvl8pPr algn="l">
              <a:defRPr sz="3300" b="0">
                <a:solidFill>
                  <a:srgbClr val="202D3E"/>
                </a:solidFill>
                <a:latin typeface="Ubuntu Light"/>
                <a:ea typeface="Ubuntu Light"/>
                <a:cs typeface="Ubuntu Light"/>
              </a:defRPr>
            </a:lvl8pPr>
            <a:lvl9pPr algn="l">
              <a:defRPr sz="3300" b="0">
                <a:solidFill>
                  <a:srgbClr val="202D3E"/>
                </a:solidFill>
                <a:latin typeface="Ubuntu Light"/>
                <a:ea typeface="Ubuntu Light"/>
                <a:cs typeface="Ubuntu Light"/>
              </a:defRPr>
            </a:lvl9pPr>
          </a:lstStyle>
          <a:p>
            <a:pPr algn="l">
              <a:defRPr sz="3300" b="0">
                <a:solidFill>
                  <a:srgbClr val="202D3E"/>
                </a:solidFill>
                <a:latin typeface="Ubuntu Light"/>
                <a:ea typeface="Ubuntu Light"/>
                <a:cs typeface="Ubuntu Light"/>
              </a:defRPr>
            </a:pPr>
            <a:r>
              <a:rPr b="0">
                <a:latin typeface="Ubuntu Light"/>
                <a:ea typeface="Ubuntu Light"/>
                <a:cs typeface="Ubuntu Light"/>
              </a:rPr>
              <a:t>What can we claim</a:t>
            </a:r>
          </a:p>
          <a:p>
            <a:pPr algn="l">
              <a:defRPr sz="3300" b="0">
                <a:solidFill>
                  <a:srgbClr val="202D3E"/>
                </a:solidFill>
                <a:latin typeface="Ubuntu Light"/>
                <a:ea typeface="Ubuntu Light"/>
                <a:cs typeface="Ubuntu Light"/>
              </a:defRPr>
            </a:pPr>
            <a:r>
              <a:rPr b="0">
                <a:latin typeface="Ubuntu Light"/>
                <a:ea typeface="Ubuntu Light"/>
                <a:cs typeface="Ubuntu Light"/>
              </a:rPr>
              <a:t>from these results?</a:t>
            </a:r>
          </a:p>
        </p:txBody>
      </p:sp>
    </p:spTree>
    <p:extLst>
      <p:ext uri="{BB962C8B-B14F-4D97-AF65-F5344CB8AC3E}">
        <p14:creationId xmlns:p14="http://schemas.microsoft.com/office/powerpoint/2010/main" val="8134678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title">
            <a:extLst>
              <a:ext uri="{FF2B5EF4-FFF2-40B4-BE49-F238E27FC236}">
                <a16:creationId xmlns:a16="http://schemas.microsoft.com/office/drawing/2014/main" id="{6F5B5E35-EA4F-43A9-830D-3692898D3657}"/>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lang="en-US" b="0" dirty="0">
                <a:latin typeface="Ubuntu Light"/>
                <a:ea typeface="Ubuntu Light"/>
                <a:cs typeface="Ubuntu Light"/>
              </a:rPr>
              <a:t>Limitation of our methodology?</a:t>
            </a:r>
            <a:endParaRPr b="0" dirty="0">
              <a:latin typeface="Ubuntu Light"/>
              <a:ea typeface="Ubuntu Light"/>
              <a:cs typeface="Ubuntu Light"/>
            </a:endParaRPr>
          </a:p>
        </p:txBody>
      </p:sp>
      <p:graphicFrame>
        <p:nvGraphicFramePr>
          <p:cNvPr id="2" name="Table 1">
            <a:extLst>
              <a:ext uri="{FF2B5EF4-FFF2-40B4-BE49-F238E27FC236}">
                <a16:creationId xmlns:a16="http://schemas.microsoft.com/office/drawing/2014/main" id="{A0E14B9C-3C40-4B18-8194-36298F23C9D7}"/>
              </a:ext>
            </a:extLst>
          </p:cNvPr>
          <p:cNvGraphicFramePr/>
          <p:nvPr>
            <p:extLst>
              <p:ext uri="{D42A27DB-BD31-4B8C-83A1-F6EECF244321}">
                <p14:modId xmlns:p14="http://schemas.microsoft.com/office/powerpoint/2010/main" val="6638518"/>
              </p:ext>
            </p:extLst>
          </p:nvPr>
        </p:nvGraphicFramePr>
        <p:xfrm>
          <a:off x="619125" y="1619250"/>
          <a:ext cx="7905750" cy="2038350"/>
        </p:xfrm>
        <a:graphic>
          <a:graphicData uri="http://schemas.openxmlformats.org/drawingml/2006/table">
            <a:tbl>
              <a:tblPr firstRow="1"/>
              <a:tblGrid>
                <a:gridCol w="4619625">
                  <a:extLst>
                    <a:ext uri="{9D8B030D-6E8A-4147-A177-3AD203B41FA5}">
                      <a16:colId xmlns:a16="http://schemas.microsoft.com/office/drawing/2014/main" val="20000"/>
                    </a:ext>
                  </a:extLst>
                </a:gridCol>
                <a:gridCol w="3286125">
                  <a:extLst>
                    <a:ext uri="{9D8B030D-6E8A-4147-A177-3AD203B41FA5}">
                      <a16:colId xmlns:a16="http://schemas.microsoft.com/office/drawing/2014/main" val="20001"/>
                    </a:ext>
                  </a:extLst>
                </a:gridCol>
              </a:tblGrid>
              <a:tr h="679450">
                <a:tc>
                  <a:txBody>
                    <a:bodyPr/>
                    <a:lstStyle/>
                    <a:p>
                      <a:pPr algn="l"/>
                      <a:r>
                        <a:rPr lang="en-US" sz="1575" b="0" dirty="0">
                          <a:solidFill>
                            <a:srgbClr val="FFFFFF"/>
                          </a:solidFill>
                          <a:latin typeface="Ubuntu Light"/>
                          <a:ea typeface="Ubuntu Light"/>
                          <a:cs typeface="Ubuntu Light"/>
                        </a:rPr>
                        <a:t>L</a:t>
                      </a:r>
                      <a:r>
                        <a:rPr sz="1575" b="0" dirty="0">
                          <a:solidFill>
                            <a:srgbClr val="FFFFFF"/>
                          </a:solidFill>
                          <a:latin typeface="Ubuntu Light"/>
                          <a:ea typeface="Ubuntu Light"/>
                          <a:cs typeface="Ubuntu Light"/>
                        </a:rPr>
                        <a:t>imitation</a:t>
                      </a:r>
                    </a:p>
                  </a:txBody>
                  <a:tcPr anchor="ctr">
                    <a:lnL w="9525">
                      <a:solidFill>
                        <a:srgbClr val="D6DFE9"/>
                      </a:solidFill>
                      <a:prstDash val="solid"/>
                    </a:lnL>
                    <a:lnR w="9525">
                      <a:solidFill>
                        <a:srgbClr val="D6DFE9"/>
                      </a:solidFill>
                      <a:prstDash val="solid"/>
                    </a:lnR>
                    <a:lnT w="9525">
                      <a:solidFill>
                        <a:srgbClr val="D6DFE9"/>
                      </a:solidFill>
                      <a:prstDash val="solid"/>
                    </a:lnT>
                    <a:lnB w="9525">
                      <a:solidFill>
                        <a:srgbClr val="D6DFE9"/>
                      </a:solidFill>
                      <a:prstDash val="solid"/>
                    </a:lnB>
                    <a:solidFill>
                      <a:srgbClr val="202D3E"/>
                    </a:solidFill>
                  </a:tcPr>
                </a:tc>
                <a:tc>
                  <a:txBody>
                    <a:bodyPr/>
                    <a:lstStyle/>
                    <a:p>
                      <a:pPr algn="l"/>
                      <a:r>
                        <a:rPr sz="1575" b="0" dirty="0">
                          <a:solidFill>
                            <a:srgbClr val="FFFFFF"/>
                          </a:solidFill>
                          <a:latin typeface="Ubuntu Light"/>
                          <a:ea typeface="Ubuntu Light"/>
                          <a:cs typeface="Ubuntu Light"/>
                        </a:rPr>
                        <a:t>What to check </a:t>
                      </a:r>
                      <a:r>
                        <a:rPr lang="en-US" sz="1575" b="0" dirty="0">
                          <a:solidFill>
                            <a:srgbClr val="FFFFFF"/>
                          </a:solidFill>
                          <a:latin typeface="Ubuntu Light"/>
                          <a:ea typeface="Ubuntu Light"/>
                          <a:cs typeface="Ubuntu Light"/>
                        </a:rPr>
                        <a:t>after local e2e test</a:t>
                      </a:r>
                      <a:endParaRPr sz="1575" b="0" dirty="0">
                        <a:solidFill>
                          <a:srgbClr val="FFFFFF"/>
                        </a:solidFill>
                        <a:latin typeface="Ubuntu Light"/>
                        <a:ea typeface="Ubuntu Light"/>
                        <a:cs typeface="Ubuntu Light"/>
                      </a:endParaRPr>
                    </a:p>
                  </a:txBody>
                  <a:tcPr anchor="ctr">
                    <a:lnL w="9525" cap="flat" cmpd="sng" algn="ctr">
                      <a:solidFill>
                        <a:srgbClr val="D6DFE9"/>
                      </a:solidFill>
                      <a:prstDash val="solid"/>
                      <a:round/>
                      <a:headEnd type="none" w="med" len="med"/>
                      <a:tailEnd type="none" w="med" len="med"/>
                    </a:lnL>
                    <a:lnR w="9525">
                      <a:solidFill>
                        <a:srgbClr val="D6DFE9"/>
                      </a:solidFill>
                      <a:prstDash val="solid"/>
                    </a:lnR>
                    <a:lnT w="9525">
                      <a:solidFill>
                        <a:srgbClr val="D6DFE9"/>
                      </a:solidFill>
                      <a:prstDash val="solid"/>
                    </a:lnT>
                    <a:lnB w="9525">
                      <a:solidFill>
                        <a:srgbClr val="D6DFE9"/>
                      </a:solidFill>
                      <a:prstDash val="solid"/>
                    </a:lnB>
                    <a:solidFill>
                      <a:srgbClr val="202D3E"/>
                    </a:solidFill>
                  </a:tcPr>
                </a:tc>
                <a:extLst>
                  <a:ext uri="{0D108BD9-81ED-4DB2-BD59-A6C34878D82A}">
                    <a16:rowId xmlns:a16="http://schemas.microsoft.com/office/drawing/2014/main" val="10000"/>
                  </a:ext>
                </a:extLst>
              </a:tr>
              <a:tr h="679450">
                <a:tc>
                  <a:txBody>
                    <a:bodyPr/>
                    <a:lstStyle/>
                    <a:p>
                      <a:pPr algn="l"/>
                      <a:r>
                        <a:rPr sz="1575" b="0" dirty="0" err="1">
                          <a:solidFill>
                            <a:srgbClr val="202D3E"/>
                          </a:solidFill>
                          <a:latin typeface="Ubuntu Light"/>
                          <a:ea typeface="Ubuntu Light"/>
                          <a:cs typeface="Ubuntu Light"/>
                        </a:rPr>
                        <a:t>localstripe</a:t>
                      </a:r>
                      <a:r>
                        <a:rPr sz="1575" b="0" dirty="0">
                          <a:solidFill>
                            <a:srgbClr val="202D3E"/>
                          </a:solidFill>
                          <a:latin typeface="Ubuntu Light"/>
                          <a:ea typeface="Ubuntu Light"/>
                          <a:cs typeface="Ubuntu Light"/>
                        </a:rPr>
                        <a:t>: no </a:t>
                      </a:r>
                      <a:r>
                        <a:rPr sz="1575" b="0" dirty="0">
                          <a:solidFill>
                            <a:srgbClr val="202D3E"/>
                          </a:solidFill>
                          <a:latin typeface="Menlo"/>
                          <a:ea typeface="Menlo"/>
                          <a:cs typeface="Menlo"/>
                        </a:rPr>
                        <a:t>Idempotency-Key</a:t>
                      </a:r>
                      <a:r>
                        <a:rPr sz="1575" b="0" dirty="0">
                          <a:solidFill>
                            <a:srgbClr val="202D3E"/>
                          </a:solidFill>
                          <a:latin typeface="Ubuntu Light"/>
                          <a:ea typeface="Ubuntu Light"/>
                          <a:cs typeface="Ubuntu Light"/>
                        </a:rPr>
                        <a:t> support</a:t>
                      </a:r>
                    </a:p>
                  </a:txBody>
                  <a:tcPr anchor="ctr">
                    <a:lnL w="9525">
                      <a:solidFill>
                        <a:srgbClr val="D6DFE9"/>
                      </a:solidFill>
                      <a:prstDash val="solid"/>
                    </a:lnL>
                    <a:lnR w="9525">
                      <a:solidFill>
                        <a:srgbClr val="D6DFE9"/>
                      </a:solidFill>
                      <a:prstDash val="solid"/>
                    </a:lnR>
                    <a:lnT w="9525" cap="flat" cmpd="sng" algn="ctr">
                      <a:solidFill>
                        <a:srgbClr val="D6DFE9"/>
                      </a:solidFill>
                      <a:prstDash val="solid"/>
                      <a:round/>
                      <a:headEnd type="none" w="med" len="med"/>
                      <a:tailEnd type="none" w="med" len="med"/>
                    </a:lnT>
                    <a:lnB w="9525">
                      <a:solidFill>
                        <a:srgbClr val="D6DFE9"/>
                      </a:solidFill>
                      <a:prstDash val="solid"/>
                    </a:lnB>
                    <a:solidFill>
                      <a:srgbClr val="FFFFFF"/>
                    </a:solidFill>
                  </a:tcPr>
                </a:tc>
                <a:tc>
                  <a:txBody>
                    <a:bodyPr/>
                    <a:lstStyle/>
                    <a:p>
                      <a:pPr algn="l"/>
                      <a:r>
                        <a:rPr sz="1575" b="0" dirty="0">
                          <a:solidFill>
                            <a:srgbClr val="202D3E"/>
                          </a:solidFill>
                          <a:latin typeface="Ubuntu Light"/>
                          <a:ea typeface="Ubuntu Light"/>
                          <a:cs typeface="Ubuntu Light"/>
                        </a:rPr>
                        <a:t>Payment retries in </a:t>
                      </a:r>
                      <a:r>
                        <a:rPr lang="en-US" sz="1575" b="0" dirty="0">
                          <a:solidFill>
                            <a:srgbClr val="202D3E"/>
                          </a:solidFill>
                          <a:latin typeface="Ubuntu Light"/>
                          <a:ea typeface="Ubuntu Light"/>
                          <a:cs typeface="Ubuntu Light"/>
                        </a:rPr>
                        <a:t>official </a:t>
                      </a:r>
                      <a:r>
                        <a:rPr sz="1575" b="0" dirty="0">
                          <a:solidFill>
                            <a:srgbClr val="202D3E"/>
                          </a:solidFill>
                          <a:latin typeface="Ubuntu Light"/>
                          <a:ea typeface="Ubuntu Light"/>
                          <a:cs typeface="Ubuntu Light"/>
                        </a:rPr>
                        <a:t>Stripe’s sandbox</a:t>
                      </a:r>
                    </a:p>
                  </a:txBody>
                  <a:tcPr anchor="ctr">
                    <a:lnL w="9525" cap="flat" cmpd="sng" algn="ctr">
                      <a:solidFill>
                        <a:srgbClr val="D6DFE9"/>
                      </a:solidFill>
                      <a:prstDash val="solid"/>
                      <a:round/>
                      <a:headEnd type="none" w="med" len="med"/>
                      <a:tailEnd type="none" w="med" len="med"/>
                    </a:lnL>
                    <a:lnR w="9525">
                      <a:solidFill>
                        <a:srgbClr val="D6DFE9"/>
                      </a:solidFill>
                      <a:prstDash val="solid"/>
                    </a:lnR>
                    <a:lnT w="9525" cap="flat" cmpd="sng" algn="ctr">
                      <a:solidFill>
                        <a:srgbClr val="D6DFE9"/>
                      </a:solidFill>
                      <a:prstDash val="solid"/>
                      <a:round/>
                      <a:headEnd type="none" w="med" len="med"/>
                      <a:tailEnd type="none" w="med" len="med"/>
                    </a:lnT>
                    <a:lnB w="9525">
                      <a:solidFill>
                        <a:srgbClr val="D6DFE9"/>
                      </a:solidFill>
                      <a:prstDash val="solid"/>
                    </a:lnB>
                    <a:solidFill>
                      <a:srgbClr val="FFFFFF"/>
                    </a:solidFill>
                  </a:tcPr>
                </a:tc>
                <a:extLst>
                  <a:ext uri="{0D108BD9-81ED-4DB2-BD59-A6C34878D82A}">
                    <a16:rowId xmlns:a16="http://schemas.microsoft.com/office/drawing/2014/main" val="10001"/>
                  </a:ext>
                </a:extLst>
              </a:tr>
              <a:tr h="679450">
                <a:tc>
                  <a:txBody>
                    <a:bodyPr/>
                    <a:lstStyle/>
                    <a:p>
                      <a:pPr algn="l"/>
                      <a:r>
                        <a:rPr sz="1575" b="0" dirty="0">
                          <a:solidFill>
                            <a:srgbClr val="202D3E"/>
                          </a:solidFill>
                          <a:latin typeface="Ubuntu Light"/>
                          <a:ea typeface="Ubuntu Light"/>
                          <a:cs typeface="Ubuntu Light"/>
                        </a:rPr>
                        <a:t>Floci 2.3.0 accepts </a:t>
                      </a:r>
                      <a:r>
                        <a:rPr sz="1575" b="1" dirty="0">
                          <a:solidFill>
                            <a:srgbClr val="202D3E"/>
                          </a:solidFill>
                          <a:latin typeface="Ubuntu Light"/>
                          <a:ea typeface="Ubuntu Light"/>
                          <a:cs typeface="Ubuntu Light"/>
                        </a:rPr>
                        <a:t>expired </a:t>
                      </a:r>
                      <a:r>
                        <a:rPr lang="en-US" sz="1575" b="1" dirty="0">
                          <a:solidFill>
                            <a:srgbClr val="202D3E"/>
                          </a:solidFill>
                          <a:latin typeface="Ubuntu Light"/>
                          <a:ea typeface="Ubuntu Light"/>
                          <a:cs typeface="Ubuntu Light"/>
                        </a:rPr>
                        <a:t>Step Function </a:t>
                      </a:r>
                      <a:r>
                        <a:rPr sz="1575" b="1" dirty="0">
                          <a:solidFill>
                            <a:srgbClr val="202D3E"/>
                          </a:solidFill>
                          <a:latin typeface="Ubuntu Light"/>
                          <a:ea typeface="Ubuntu Light"/>
                          <a:cs typeface="Ubuntu Light"/>
                        </a:rPr>
                        <a:t>task tokens</a:t>
                      </a:r>
                    </a:p>
                  </a:txBody>
                  <a:tcPr anchor="ctr">
                    <a:lnL w="9525">
                      <a:solidFill>
                        <a:srgbClr val="D6DFE9"/>
                      </a:solidFill>
                      <a:prstDash val="solid"/>
                    </a:lnL>
                    <a:lnR w="9525">
                      <a:solidFill>
                        <a:srgbClr val="D6DFE9"/>
                      </a:solidFill>
                      <a:prstDash val="solid"/>
                    </a:lnR>
                    <a:lnT w="9525" cap="flat" cmpd="sng" algn="ctr">
                      <a:solidFill>
                        <a:srgbClr val="D6DFE9"/>
                      </a:solidFill>
                      <a:prstDash val="solid"/>
                      <a:round/>
                      <a:headEnd type="none" w="med" len="med"/>
                      <a:tailEnd type="none" w="med" len="med"/>
                    </a:lnT>
                    <a:lnB w="9525">
                      <a:solidFill>
                        <a:srgbClr val="D6DFE9"/>
                      </a:solidFill>
                      <a:prstDash val="solid"/>
                    </a:lnB>
                    <a:solidFill>
                      <a:srgbClr val="F2F5F8"/>
                    </a:solidFill>
                  </a:tcPr>
                </a:tc>
                <a:tc>
                  <a:txBody>
                    <a:bodyPr/>
                    <a:lstStyle/>
                    <a:p>
                      <a:pPr algn="l"/>
                      <a:r>
                        <a:rPr sz="1575" b="0" dirty="0">
                          <a:solidFill>
                            <a:srgbClr val="202D3E"/>
                          </a:solidFill>
                          <a:latin typeface="Ubuntu Light"/>
                          <a:ea typeface="Ubuntu Light"/>
                          <a:cs typeface="Ubuntu Light"/>
                        </a:rPr>
                        <a:t>Token expiry on</a:t>
                      </a:r>
                      <a:r>
                        <a:rPr lang="en-US" sz="1575" b="0" dirty="0">
                          <a:solidFill>
                            <a:srgbClr val="202D3E"/>
                          </a:solidFill>
                          <a:latin typeface="Ubuntu Light"/>
                          <a:ea typeface="Ubuntu Light"/>
                          <a:cs typeface="Ubuntu Light"/>
                        </a:rPr>
                        <a:t> real</a:t>
                      </a:r>
                      <a:r>
                        <a:rPr sz="1575" b="0" dirty="0">
                          <a:solidFill>
                            <a:srgbClr val="202D3E"/>
                          </a:solidFill>
                          <a:latin typeface="Ubuntu Light"/>
                          <a:ea typeface="Ubuntu Light"/>
                          <a:cs typeface="Ubuntu Light"/>
                        </a:rPr>
                        <a:t> AWS</a:t>
                      </a:r>
                    </a:p>
                  </a:txBody>
                  <a:tcPr anchor="ctr">
                    <a:lnL w="9525" cap="flat" cmpd="sng" algn="ctr">
                      <a:solidFill>
                        <a:srgbClr val="D6DFE9"/>
                      </a:solidFill>
                      <a:prstDash val="solid"/>
                      <a:round/>
                      <a:headEnd type="none" w="med" len="med"/>
                      <a:tailEnd type="none" w="med" len="med"/>
                    </a:lnL>
                    <a:lnR w="9525">
                      <a:solidFill>
                        <a:srgbClr val="D6DFE9"/>
                      </a:solidFill>
                      <a:prstDash val="solid"/>
                    </a:lnR>
                    <a:lnT w="9525" cap="flat" cmpd="sng" algn="ctr">
                      <a:solidFill>
                        <a:srgbClr val="D6DFE9"/>
                      </a:solidFill>
                      <a:prstDash val="solid"/>
                      <a:round/>
                      <a:headEnd type="none" w="med" len="med"/>
                      <a:tailEnd type="none" w="med" len="med"/>
                    </a:lnT>
                    <a:lnB w="9525">
                      <a:solidFill>
                        <a:srgbClr val="D6DFE9"/>
                      </a:solidFill>
                      <a:prstDash val="solid"/>
                    </a:lnB>
                    <a:solidFill>
                      <a:srgbClr val="F2F5F8"/>
                    </a:solidFill>
                  </a:tcPr>
                </a:tc>
                <a:extLst>
                  <a:ext uri="{0D108BD9-81ED-4DB2-BD59-A6C34878D82A}">
                    <a16:rowId xmlns:a16="http://schemas.microsoft.com/office/drawing/2014/main" val="10002"/>
                  </a:ext>
                </a:extLst>
              </a:tr>
            </a:tbl>
          </a:graphicData>
        </a:graphic>
      </p:graphicFrame>
      <p:sp>
        <p:nvSpPr>
          <p:cNvPr id="4" name="durable-branch">
            <a:extLst>
              <a:ext uri="{FF2B5EF4-FFF2-40B4-BE49-F238E27FC236}">
                <a16:creationId xmlns:a16="http://schemas.microsoft.com/office/drawing/2014/main" id="{7F9F1DE5-D82B-4BC7-A20F-DF7CBDE08A4C}"/>
              </a:ext>
            </a:extLst>
          </p:cNvPr>
          <p:cNvSpPr>
            <a:spLocks noGrp="1"/>
          </p:cNvSpPr>
          <p:nvPr/>
        </p:nvSpPr>
        <p:spPr>
          <a:xfrm>
            <a:off x="619125" y="4124325"/>
            <a:ext cx="7905750" cy="266700"/>
          </a:xfrm>
          <a:prstGeom prst="rect">
            <a:avLst/>
          </a:prstGeom>
          <a:noFill/>
          <a:ln w="0">
            <a:noFill/>
          </a:ln>
        </p:spPr>
        <p:txBody>
          <a:bodyPr wrap="none" lIns="0" tIns="0" rIns="0" bIns="0" anchor="t">
            <a:noAutofit/>
          </a:bodyPr>
          <a:lstStyle>
            <a:defPPr algn="l">
              <a:defRPr sz="1350" b="0">
                <a:solidFill>
                  <a:srgbClr val="475569"/>
                </a:solidFill>
                <a:latin typeface="Ubuntu Light"/>
                <a:ea typeface="Ubuntu Light"/>
                <a:cs typeface="Ubuntu Light"/>
              </a:defRPr>
            </a:defPPr>
            <a:lvl1pPr algn="l">
              <a:defRPr sz="1350" b="0">
                <a:solidFill>
                  <a:srgbClr val="475569"/>
                </a:solidFill>
                <a:latin typeface="Ubuntu Light"/>
                <a:ea typeface="Ubuntu Light"/>
                <a:cs typeface="Ubuntu Light"/>
              </a:defRPr>
            </a:lvl1pPr>
            <a:lvl2pPr algn="l">
              <a:defRPr sz="1350" b="0">
                <a:solidFill>
                  <a:srgbClr val="475569"/>
                </a:solidFill>
                <a:latin typeface="Ubuntu Light"/>
                <a:ea typeface="Ubuntu Light"/>
                <a:cs typeface="Ubuntu Light"/>
              </a:defRPr>
            </a:lvl2pPr>
            <a:lvl3pPr algn="l">
              <a:defRPr sz="1350" b="0">
                <a:solidFill>
                  <a:srgbClr val="475569"/>
                </a:solidFill>
                <a:latin typeface="Ubuntu Light"/>
                <a:ea typeface="Ubuntu Light"/>
                <a:cs typeface="Ubuntu Light"/>
              </a:defRPr>
            </a:lvl3pPr>
            <a:lvl4pPr algn="l">
              <a:defRPr sz="1350" b="0">
                <a:solidFill>
                  <a:srgbClr val="475569"/>
                </a:solidFill>
                <a:latin typeface="Ubuntu Light"/>
                <a:ea typeface="Ubuntu Light"/>
                <a:cs typeface="Ubuntu Light"/>
              </a:defRPr>
            </a:lvl4pPr>
            <a:lvl5pPr algn="l">
              <a:defRPr sz="1350" b="0">
                <a:solidFill>
                  <a:srgbClr val="475569"/>
                </a:solidFill>
                <a:latin typeface="Ubuntu Light"/>
                <a:ea typeface="Ubuntu Light"/>
                <a:cs typeface="Ubuntu Light"/>
              </a:defRPr>
            </a:lvl5pPr>
            <a:lvl6pPr algn="l">
              <a:defRPr sz="1350" b="0">
                <a:solidFill>
                  <a:srgbClr val="475569"/>
                </a:solidFill>
                <a:latin typeface="Ubuntu Light"/>
                <a:ea typeface="Ubuntu Light"/>
                <a:cs typeface="Ubuntu Light"/>
              </a:defRPr>
            </a:lvl6pPr>
            <a:lvl7pPr algn="l">
              <a:defRPr sz="1350" b="0">
                <a:solidFill>
                  <a:srgbClr val="475569"/>
                </a:solidFill>
                <a:latin typeface="Ubuntu Light"/>
                <a:ea typeface="Ubuntu Light"/>
                <a:cs typeface="Ubuntu Light"/>
              </a:defRPr>
            </a:lvl7pPr>
            <a:lvl8pPr algn="l">
              <a:defRPr sz="1350" b="0">
                <a:solidFill>
                  <a:srgbClr val="475569"/>
                </a:solidFill>
                <a:latin typeface="Ubuntu Light"/>
                <a:ea typeface="Ubuntu Light"/>
                <a:cs typeface="Ubuntu Light"/>
              </a:defRPr>
            </a:lvl8pPr>
            <a:lvl9pPr algn="l">
              <a:defRPr sz="1350" b="0">
                <a:solidFill>
                  <a:srgbClr val="475569"/>
                </a:solidFill>
                <a:latin typeface="Ubuntu Light"/>
                <a:ea typeface="Ubuntu Light"/>
                <a:cs typeface="Ubuntu Light"/>
              </a:defRPr>
            </a:lvl9pPr>
          </a:lstStyle>
          <a:p>
            <a:pPr algn="l">
              <a:defRPr sz="1350" b="0">
                <a:solidFill>
                  <a:srgbClr val="475569"/>
                </a:solidFill>
                <a:latin typeface="Ubuntu Light"/>
                <a:ea typeface="Ubuntu Light"/>
                <a:cs typeface="Ubuntu Light"/>
              </a:defRPr>
            </a:pPr>
            <a:r>
              <a:rPr b="1" dirty="0">
                <a:latin typeface="Ubuntu Light"/>
                <a:ea typeface="Ubuntu Light"/>
                <a:cs typeface="Ubuntu Light"/>
              </a:rPr>
              <a:t>Durable Functions + </a:t>
            </a:r>
            <a:r>
              <a:rPr b="1" dirty="0" err="1">
                <a:latin typeface="Ubuntu Light"/>
                <a:ea typeface="Ubuntu Light"/>
                <a:cs typeface="Ubuntu Light"/>
              </a:rPr>
              <a:t>MiniStack</a:t>
            </a:r>
            <a:r>
              <a:rPr b="1" dirty="0">
                <a:latin typeface="Ubuntu Light"/>
                <a:ea typeface="Ubuntu Light"/>
                <a:cs typeface="Ubuntu Light"/>
              </a:rPr>
              <a:t> in a separate branch</a:t>
            </a:r>
          </a:p>
        </p:txBody>
      </p:sp>
    </p:spTree>
    <p:extLst>
      <p:ext uri="{BB962C8B-B14F-4D97-AF65-F5344CB8AC3E}">
        <p14:creationId xmlns:p14="http://schemas.microsoft.com/office/powerpoint/2010/main" val="12706008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title">
            <a:extLst>
              <a:ext uri="{FF2B5EF4-FFF2-40B4-BE49-F238E27FC236}">
                <a16:creationId xmlns:a16="http://schemas.microsoft.com/office/drawing/2014/main" id="{4D51B994-614F-4290-A9D7-08A0CF077772}"/>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b="0" dirty="0">
                <a:latin typeface="Ubuntu Light"/>
                <a:ea typeface="Ubuntu Light"/>
                <a:cs typeface="Ubuntu Light"/>
              </a:rPr>
              <a:t>100% of which code, exercised by which tests?</a:t>
            </a:r>
          </a:p>
        </p:txBody>
      </p:sp>
      <p:sp>
        <p:nvSpPr>
          <p:cNvPr id="2" name="scope-label">
            <a:extLst>
              <a:ext uri="{FF2B5EF4-FFF2-40B4-BE49-F238E27FC236}">
                <a16:creationId xmlns:a16="http://schemas.microsoft.com/office/drawing/2014/main" id="{18EFFE96-E143-4540-92B0-08476E6389D7}"/>
              </a:ext>
            </a:extLst>
          </p:cNvPr>
          <p:cNvSpPr>
            <a:spLocks noGrp="1"/>
          </p:cNvSpPr>
          <p:nvPr/>
        </p:nvSpPr>
        <p:spPr>
          <a:xfrm>
            <a:off x="619125" y="1657350"/>
            <a:ext cx="1905000" cy="304800"/>
          </a:xfrm>
          <a:prstGeom prst="rect">
            <a:avLst/>
          </a:prstGeom>
          <a:noFill/>
          <a:ln w="0">
            <a:noFill/>
          </a:ln>
        </p:spPr>
        <p:txBody>
          <a:bodyPr wrap="none" lIns="0" tIns="0" rIns="0" bIns="0" anchor="t">
            <a:noAutofit/>
          </a:bodyPr>
          <a:lstStyle>
            <a:defPPr algn="l">
              <a:defRPr sz="1725" b="0">
                <a:solidFill>
                  <a:srgbClr val="B91561"/>
                </a:solidFill>
                <a:latin typeface="Ubuntu Light"/>
                <a:ea typeface="Ubuntu Light"/>
                <a:cs typeface="Ubuntu Light"/>
              </a:defRPr>
            </a:defPPr>
            <a:lvl1pPr algn="l">
              <a:defRPr sz="1725" b="0">
                <a:solidFill>
                  <a:srgbClr val="B91561"/>
                </a:solidFill>
                <a:latin typeface="Ubuntu Light"/>
                <a:ea typeface="Ubuntu Light"/>
                <a:cs typeface="Ubuntu Light"/>
              </a:defRPr>
            </a:lvl1pPr>
            <a:lvl2pPr algn="l">
              <a:defRPr sz="1725" b="0">
                <a:solidFill>
                  <a:srgbClr val="B91561"/>
                </a:solidFill>
                <a:latin typeface="Ubuntu Light"/>
                <a:ea typeface="Ubuntu Light"/>
                <a:cs typeface="Ubuntu Light"/>
              </a:defRPr>
            </a:lvl2pPr>
            <a:lvl3pPr algn="l">
              <a:defRPr sz="1725" b="0">
                <a:solidFill>
                  <a:srgbClr val="B91561"/>
                </a:solidFill>
                <a:latin typeface="Ubuntu Light"/>
                <a:ea typeface="Ubuntu Light"/>
                <a:cs typeface="Ubuntu Light"/>
              </a:defRPr>
            </a:lvl3pPr>
            <a:lvl4pPr algn="l">
              <a:defRPr sz="1725" b="0">
                <a:solidFill>
                  <a:srgbClr val="B91561"/>
                </a:solidFill>
                <a:latin typeface="Ubuntu Light"/>
                <a:ea typeface="Ubuntu Light"/>
                <a:cs typeface="Ubuntu Light"/>
              </a:defRPr>
            </a:lvl4pPr>
            <a:lvl5pPr algn="l">
              <a:defRPr sz="1725" b="0">
                <a:solidFill>
                  <a:srgbClr val="B91561"/>
                </a:solidFill>
                <a:latin typeface="Ubuntu Light"/>
                <a:ea typeface="Ubuntu Light"/>
                <a:cs typeface="Ubuntu Light"/>
              </a:defRPr>
            </a:lvl5pPr>
            <a:lvl6pPr algn="l">
              <a:defRPr sz="1725" b="0">
                <a:solidFill>
                  <a:srgbClr val="B91561"/>
                </a:solidFill>
                <a:latin typeface="Ubuntu Light"/>
                <a:ea typeface="Ubuntu Light"/>
                <a:cs typeface="Ubuntu Light"/>
              </a:defRPr>
            </a:lvl6pPr>
            <a:lvl7pPr algn="l">
              <a:defRPr sz="1725" b="0">
                <a:solidFill>
                  <a:srgbClr val="B91561"/>
                </a:solidFill>
                <a:latin typeface="Ubuntu Light"/>
                <a:ea typeface="Ubuntu Light"/>
                <a:cs typeface="Ubuntu Light"/>
              </a:defRPr>
            </a:lvl7pPr>
            <a:lvl8pPr algn="l">
              <a:defRPr sz="1725" b="0">
                <a:solidFill>
                  <a:srgbClr val="B91561"/>
                </a:solidFill>
                <a:latin typeface="Ubuntu Light"/>
                <a:ea typeface="Ubuntu Light"/>
                <a:cs typeface="Ubuntu Light"/>
              </a:defRPr>
            </a:lvl8pPr>
            <a:lvl9pPr algn="l">
              <a:defRPr sz="1725" b="0">
                <a:solidFill>
                  <a:srgbClr val="B91561"/>
                </a:solidFill>
                <a:latin typeface="Ubuntu Light"/>
                <a:ea typeface="Ubuntu Light"/>
                <a:cs typeface="Ubuntu Light"/>
              </a:defRPr>
            </a:lvl9pPr>
          </a:lstStyle>
          <a:p>
            <a:pPr algn="l">
              <a:defRPr sz="1725" b="0">
                <a:solidFill>
                  <a:srgbClr val="B91561"/>
                </a:solidFill>
                <a:latin typeface="Ubuntu Light"/>
                <a:ea typeface="Ubuntu Light"/>
                <a:cs typeface="Ubuntu Light"/>
              </a:defRPr>
            </a:pPr>
            <a:r>
              <a:rPr b="0" dirty="0">
                <a:latin typeface="Ubuntu Light"/>
                <a:ea typeface="Ubuntu Light"/>
                <a:cs typeface="Ubuntu Light"/>
              </a:rPr>
              <a:t>Coverage</a:t>
            </a:r>
          </a:p>
        </p:txBody>
      </p:sp>
      <p:sp>
        <p:nvSpPr>
          <p:cNvPr id="3" name="scope-answer">
            <a:extLst>
              <a:ext uri="{FF2B5EF4-FFF2-40B4-BE49-F238E27FC236}">
                <a16:creationId xmlns:a16="http://schemas.microsoft.com/office/drawing/2014/main" id="{E9EFC35F-F015-4D15-B237-F25251D37B0C}"/>
              </a:ext>
            </a:extLst>
          </p:cNvPr>
          <p:cNvSpPr>
            <a:spLocks noGrp="1"/>
          </p:cNvSpPr>
          <p:nvPr/>
        </p:nvSpPr>
        <p:spPr>
          <a:xfrm>
            <a:off x="3365834" y="1657350"/>
            <a:ext cx="5810250" cy="342900"/>
          </a:xfrm>
          <a:prstGeom prst="rect">
            <a:avLst/>
          </a:prstGeom>
          <a:noFill/>
          <a:ln w="0">
            <a:noFill/>
          </a:ln>
        </p:spPr>
        <p:txBody>
          <a:bodyPr wrap="none" lIns="0" tIns="0" rIns="0" bIns="0" anchor="t">
            <a:noAutofit/>
          </a:bodyPr>
          <a:lstStyle>
            <a:defPPr algn="l">
              <a:defRPr sz="1725" b="0">
                <a:solidFill>
                  <a:srgbClr val="202D3E"/>
                </a:solidFill>
                <a:latin typeface="Ubuntu Light"/>
                <a:ea typeface="Ubuntu Light"/>
                <a:cs typeface="Ubuntu Light"/>
              </a:defRPr>
            </a:defPPr>
            <a:lvl1pPr algn="l">
              <a:defRPr sz="1725" b="0">
                <a:solidFill>
                  <a:srgbClr val="202D3E"/>
                </a:solidFill>
                <a:latin typeface="Ubuntu Light"/>
                <a:ea typeface="Ubuntu Light"/>
                <a:cs typeface="Ubuntu Light"/>
              </a:defRPr>
            </a:lvl1pPr>
            <a:lvl2pPr algn="l">
              <a:defRPr sz="1725" b="0">
                <a:solidFill>
                  <a:srgbClr val="202D3E"/>
                </a:solidFill>
                <a:latin typeface="Ubuntu Light"/>
                <a:ea typeface="Ubuntu Light"/>
                <a:cs typeface="Ubuntu Light"/>
              </a:defRPr>
            </a:lvl2pPr>
            <a:lvl3pPr algn="l">
              <a:defRPr sz="1725" b="0">
                <a:solidFill>
                  <a:srgbClr val="202D3E"/>
                </a:solidFill>
                <a:latin typeface="Ubuntu Light"/>
                <a:ea typeface="Ubuntu Light"/>
                <a:cs typeface="Ubuntu Light"/>
              </a:defRPr>
            </a:lvl3pPr>
            <a:lvl4pPr algn="l">
              <a:defRPr sz="1725" b="0">
                <a:solidFill>
                  <a:srgbClr val="202D3E"/>
                </a:solidFill>
                <a:latin typeface="Ubuntu Light"/>
                <a:ea typeface="Ubuntu Light"/>
                <a:cs typeface="Ubuntu Light"/>
              </a:defRPr>
            </a:lvl4pPr>
            <a:lvl5pPr algn="l">
              <a:defRPr sz="1725" b="0">
                <a:solidFill>
                  <a:srgbClr val="202D3E"/>
                </a:solidFill>
                <a:latin typeface="Ubuntu Light"/>
                <a:ea typeface="Ubuntu Light"/>
                <a:cs typeface="Ubuntu Light"/>
              </a:defRPr>
            </a:lvl5pPr>
            <a:lvl6pPr algn="l">
              <a:defRPr sz="1725" b="0">
                <a:solidFill>
                  <a:srgbClr val="202D3E"/>
                </a:solidFill>
                <a:latin typeface="Ubuntu Light"/>
                <a:ea typeface="Ubuntu Light"/>
                <a:cs typeface="Ubuntu Light"/>
              </a:defRPr>
            </a:lvl6pPr>
            <a:lvl7pPr algn="l">
              <a:defRPr sz="1725" b="0">
                <a:solidFill>
                  <a:srgbClr val="202D3E"/>
                </a:solidFill>
                <a:latin typeface="Ubuntu Light"/>
                <a:ea typeface="Ubuntu Light"/>
                <a:cs typeface="Ubuntu Light"/>
              </a:defRPr>
            </a:lvl7pPr>
            <a:lvl8pPr algn="l">
              <a:defRPr sz="1725" b="0">
                <a:solidFill>
                  <a:srgbClr val="202D3E"/>
                </a:solidFill>
                <a:latin typeface="Ubuntu Light"/>
                <a:ea typeface="Ubuntu Light"/>
                <a:cs typeface="Ubuntu Light"/>
              </a:defRPr>
            </a:lvl8pPr>
            <a:lvl9pPr algn="l">
              <a:defRPr sz="1725" b="0">
                <a:solidFill>
                  <a:srgbClr val="202D3E"/>
                </a:solidFill>
                <a:latin typeface="Ubuntu Light"/>
                <a:ea typeface="Ubuntu Light"/>
                <a:cs typeface="Ubuntu Light"/>
              </a:defRPr>
            </a:lvl9pPr>
          </a:lstStyle>
          <a:p>
            <a:pPr algn="l">
              <a:defRPr sz="1725" b="0">
                <a:solidFill>
                  <a:srgbClr val="202D3E"/>
                </a:solidFill>
                <a:latin typeface="Ubuntu Light"/>
                <a:ea typeface="Ubuntu Light"/>
                <a:cs typeface="Ubuntu Light"/>
              </a:defRPr>
            </a:pPr>
            <a:r>
              <a:rPr b="0" dirty="0">
                <a:latin typeface="Ubuntu Light"/>
                <a:ea typeface="Ubuntu Light"/>
                <a:cs typeface="Ubuntu Light"/>
              </a:rPr>
              <a:t>Did the payment-rejection branch run?</a:t>
            </a:r>
          </a:p>
        </p:txBody>
      </p:sp>
      <p:sp>
        <p:nvSpPr>
          <p:cNvPr id="4" name="context-label">
            <a:extLst>
              <a:ext uri="{FF2B5EF4-FFF2-40B4-BE49-F238E27FC236}">
                <a16:creationId xmlns:a16="http://schemas.microsoft.com/office/drawing/2014/main" id="{D6111811-B0A0-4163-AFA5-D61C3353F0DD}"/>
              </a:ext>
            </a:extLst>
          </p:cNvPr>
          <p:cNvSpPr>
            <a:spLocks noGrp="1"/>
          </p:cNvSpPr>
          <p:nvPr/>
        </p:nvSpPr>
        <p:spPr>
          <a:xfrm>
            <a:off x="619124" y="2638425"/>
            <a:ext cx="2469857" cy="611921"/>
          </a:xfrm>
          <a:prstGeom prst="rect">
            <a:avLst/>
          </a:prstGeom>
          <a:noFill/>
          <a:ln w="0">
            <a:noFill/>
          </a:ln>
        </p:spPr>
        <p:txBody>
          <a:bodyPr wrap="none" lIns="0" tIns="0" rIns="0" bIns="0" anchor="t">
            <a:noAutofit/>
          </a:bodyPr>
          <a:lstStyle>
            <a:defPPr algn="l">
              <a:defRPr sz="1725" b="0">
                <a:solidFill>
                  <a:srgbClr val="B91561"/>
                </a:solidFill>
                <a:latin typeface="Ubuntu Light"/>
                <a:ea typeface="Ubuntu Light"/>
                <a:cs typeface="Ubuntu Light"/>
              </a:defRPr>
            </a:defPPr>
            <a:lvl1pPr algn="l">
              <a:defRPr sz="1725" b="0">
                <a:solidFill>
                  <a:srgbClr val="B91561"/>
                </a:solidFill>
                <a:latin typeface="Ubuntu Light"/>
                <a:ea typeface="Ubuntu Light"/>
                <a:cs typeface="Ubuntu Light"/>
              </a:defRPr>
            </a:lvl1pPr>
            <a:lvl2pPr algn="l">
              <a:defRPr sz="1725" b="0">
                <a:solidFill>
                  <a:srgbClr val="B91561"/>
                </a:solidFill>
                <a:latin typeface="Ubuntu Light"/>
                <a:ea typeface="Ubuntu Light"/>
                <a:cs typeface="Ubuntu Light"/>
              </a:defRPr>
            </a:lvl2pPr>
            <a:lvl3pPr algn="l">
              <a:defRPr sz="1725" b="0">
                <a:solidFill>
                  <a:srgbClr val="B91561"/>
                </a:solidFill>
                <a:latin typeface="Ubuntu Light"/>
                <a:ea typeface="Ubuntu Light"/>
                <a:cs typeface="Ubuntu Light"/>
              </a:defRPr>
            </a:lvl3pPr>
            <a:lvl4pPr algn="l">
              <a:defRPr sz="1725" b="0">
                <a:solidFill>
                  <a:srgbClr val="B91561"/>
                </a:solidFill>
                <a:latin typeface="Ubuntu Light"/>
                <a:ea typeface="Ubuntu Light"/>
                <a:cs typeface="Ubuntu Light"/>
              </a:defRPr>
            </a:lvl4pPr>
            <a:lvl5pPr algn="l">
              <a:defRPr sz="1725" b="0">
                <a:solidFill>
                  <a:srgbClr val="B91561"/>
                </a:solidFill>
                <a:latin typeface="Ubuntu Light"/>
                <a:ea typeface="Ubuntu Light"/>
                <a:cs typeface="Ubuntu Light"/>
              </a:defRPr>
            </a:lvl5pPr>
            <a:lvl6pPr algn="l">
              <a:defRPr sz="1725" b="0">
                <a:solidFill>
                  <a:srgbClr val="B91561"/>
                </a:solidFill>
                <a:latin typeface="Ubuntu Light"/>
                <a:ea typeface="Ubuntu Light"/>
                <a:cs typeface="Ubuntu Light"/>
              </a:defRPr>
            </a:lvl6pPr>
            <a:lvl7pPr algn="l">
              <a:defRPr sz="1725" b="0">
                <a:solidFill>
                  <a:srgbClr val="B91561"/>
                </a:solidFill>
                <a:latin typeface="Ubuntu Light"/>
                <a:ea typeface="Ubuntu Light"/>
                <a:cs typeface="Ubuntu Light"/>
              </a:defRPr>
            </a:lvl7pPr>
            <a:lvl8pPr algn="l">
              <a:defRPr sz="1725" b="0">
                <a:solidFill>
                  <a:srgbClr val="B91561"/>
                </a:solidFill>
                <a:latin typeface="Ubuntu Light"/>
                <a:ea typeface="Ubuntu Light"/>
                <a:cs typeface="Ubuntu Light"/>
              </a:defRPr>
            </a:lvl8pPr>
            <a:lvl9pPr algn="l">
              <a:defRPr sz="1725" b="0">
                <a:solidFill>
                  <a:srgbClr val="B91561"/>
                </a:solidFill>
                <a:latin typeface="Ubuntu Light"/>
                <a:ea typeface="Ubuntu Light"/>
                <a:cs typeface="Ubuntu Light"/>
              </a:defRPr>
            </a:lvl9pPr>
          </a:lstStyle>
          <a:p>
            <a:pPr algn="l">
              <a:defRPr sz="1725" b="0">
                <a:solidFill>
                  <a:srgbClr val="B91561"/>
                </a:solidFill>
                <a:latin typeface="Ubuntu Light"/>
                <a:ea typeface="Ubuntu Light"/>
                <a:cs typeface="Ubuntu Light"/>
              </a:defRPr>
            </a:pPr>
            <a:r>
              <a:rPr b="0" dirty="0">
                <a:latin typeface="Ubuntu Light"/>
                <a:ea typeface="Ubuntu Light"/>
                <a:cs typeface="Ubuntu Light"/>
              </a:rPr>
              <a:t>Test context</a:t>
            </a:r>
            <a:endParaRPr lang="en-US" b="0" dirty="0">
              <a:latin typeface="Ubuntu Light"/>
              <a:ea typeface="Ubuntu Light"/>
              <a:cs typeface="Ubuntu Light"/>
            </a:endParaRPr>
          </a:p>
          <a:p>
            <a:pPr algn="l">
              <a:defRPr sz="1725" b="0">
                <a:solidFill>
                  <a:srgbClr val="B91561"/>
                </a:solidFill>
                <a:latin typeface="Ubuntu Light"/>
                <a:ea typeface="Ubuntu Light"/>
                <a:cs typeface="Ubuntu Light"/>
              </a:defRPr>
            </a:pPr>
            <a:r>
              <a:rPr lang="en-HK" dirty="0"/>
              <a:t>(Traceability in </a:t>
            </a:r>
            <a:r>
              <a:rPr lang="en-HK" b="0" dirty="0">
                <a:latin typeface="Ubuntu Light"/>
                <a:ea typeface="Ubuntu Light"/>
                <a:cs typeface="Ubuntu Light"/>
              </a:rPr>
              <a:t>Coverage)</a:t>
            </a:r>
            <a:endParaRPr b="0" dirty="0">
              <a:latin typeface="Ubuntu Light"/>
              <a:ea typeface="Ubuntu Light"/>
              <a:cs typeface="Ubuntu Light"/>
            </a:endParaRPr>
          </a:p>
        </p:txBody>
      </p:sp>
      <p:sp>
        <p:nvSpPr>
          <p:cNvPr id="5" name="context-answer">
            <a:extLst>
              <a:ext uri="{FF2B5EF4-FFF2-40B4-BE49-F238E27FC236}">
                <a16:creationId xmlns:a16="http://schemas.microsoft.com/office/drawing/2014/main" id="{F3404D54-61F0-43B9-9157-5B6D359F9CFB}"/>
              </a:ext>
            </a:extLst>
          </p:cNvPr>
          <p:cNvSpPr>
            <a:spLocks noGrp="1"/>
          </p:cNvSpPr>
          <p:nvPr/>
        </p:nvSpPr>
        <p:spPr>
          <a:xfrm>
            <a:off x="3365834" y="2638425"/>
            <a:ext cx="5810250" cy="342900"/>
          </a:xfrm>
          <a:prstGeom prst="rect">
            <a:avLst/>
          </a:prstGeom>
          <a:noFill/>
          <a:ln w="0">
            <a:noFill/>
          </a:ln>
        </p:spPr>
        <p:txBody>
          <a:bodyPr wrap="none" lIns="0" tIns="0" rIns="0" bIns="0" anchor="t">
            <a:noAutofit/>
          </a:bodyPr>
          <a:lstStyle>
            <a:defPPr algn="l">
              <a:defRPr sz="1725" b="0">
                <a:solidFill>
                  <a:srgbClr val="202D3E"/>
                </a:solidFill>
                <a:latin typeface="Ubuntu Light"/>
                <a:ea typeface="Ubuntu Light"/>
                <a:cs typeface="Ubuntu Light"/>
              </a:defRPr>
            </a:defPPr>
            <a:lvl1pPr algn="l">
              <a:defRPr sz="1725" b="0">
                <a:solidFill>
                  <a:srgbClr val="202D3E"/>
                </a:solidFill>
                <a:latin typeface="Ubuntu Light"/>
                <a:ea typeface="Ubuntu Light"/>
                <a:cs typeface="Ubuntu Light"/>
              </a:defRPr>
            </a:lvl1pPr>
            <a:lvl2pPr algn="l">
              <a:defRPr sz="1725" b="0">
                <a:solidFill>
                  <a:srgbClr val="202D3E"/>
                </a:solidFill>
                <a:latin typeface="Ubuntu Light"/>
                <a:ea typeface="Ubuntu Light"/>
                <a:cs typeface="Ubuntu Light"/>
              </a:defRPr>
            </a:lvl2pPr>
            <a:lvl3pPr algn="l">
              <a:defRPr sz="1725" b="0">
                <a:solidFill>
                  <a:srgbClr val="202D3E"/>
                </a:solidFill>
                <a:latin typeface="Ubuntu Light"/>
                <a:ea typeface="Ubuntu Light"/>
                <a:cs typeface="Ubuntu Light"/>
              </a:defRPr>
            </a:lvl3pPr>
            <a:lvl4pPr algn="l">
              <a:defRPr sz="1725" b="0">
                <a:solidFill>
                  <a:srgbClr val="202D3E"/>
                </a:solidFill>
                <a:latin typeface="Ubuntu Light"/>
                <a:ea typeface="Ubuntu Light"/>
                <a:cs typeface="Ubuntu Light"/>
              </a:defRPr>
            </a:lvl4pPr>
            <a:lvl5pPr algn="l">
              <a:defRPr sz="1725" b="0">
                <a:solidFill>
                  <a:srgbClr val="202D3E"/>
                </a:solidFill>
                <a:latin typeface="Ubuntu Light"/>
                <a:ea typeface="Ubuntu Light"/>
                <a:cs typeface="Ubuntu Light"/>
              </a:defRPr>
            </a:lvl5pPr>
            <a:lvl6pPr algn="l">
              <a:defRPr sz="1725" b="0">
                <a:solidFill>
                  <a:srgbClr val="202D3E"/>
                </a:solidFill>
                <a:latin typeface="Ubuntu Light"/>
                <a:ea typeface="Ubuntu Light"/>
                <a:cs typeface="Ubuntu Light"/>
              </a:defRPr>
            </a:lvl6pPr>
            <a:lvl7pPr algn="l">
              <a:defRPr sz="1725" b="0">
                <a:solidFill>
                  <a:srgbClr val="202D3E"/>
                </a:solidFill>
                <a:latin typeface="Ubuntu Light"/>
                <a:ea typeface="Ubuntu Light"/>
                <a:cs typeface="Ubuntu Light"/>
              </a:defRPr>
            </a:lvl7pPr>
            <a:lvl8pPr algn="l">
              <a:defRPr sz="1725" b="0">
                <a:solidFill>
                  <a:srgbClr val="202D3E"/>
                </a:solidFill>
                <a:latin typeface="Ubuntu Light"/>
                <a:ea typeface="Ubuntu Light"/>
                <a:cs typeface="Ubuntu Light"/>
              </a:defRPr>
            </a:lvl8pPr>
            <a:lvl9pPr algn="l">
              <a:defRPr sz="1725" b="0">
                <a:solidFill>
                  <a:srgbClr val="202D3E"/>
                </a:solidFill>
                <a:latin typeface="Ubuntu Light"/>
                <a:ea typeface="Ubuntu Light"/>
                <a:cs typeface="Ubuntu Light"/>
              </a:defRPr>
            </a:lvl9pPr>
          </a:lstStyle>
          <a:p>
            <a:pPr algn="l">
              <a:defRPr sz="1725" b="0">
                <a:solidFill>
                  <a:srgbClr val="202D3E"/>
                </a:solidFill>
                <a:latin typeface="Ubuntu Light"/>
                <a:ea typeface="Ubuntu Light"/>
                <a:cs typeface="Ubuntu Light"/>
              </a:defRPr>
            </a:pPr>
            <a:r>
              <a:rPr b="0" dirty="0">
                <a:latin typeface="Ubuntu Light"/>
                <a:ea typeface="Ubuntu Light"/>
                <a:cs typeface="Ubuntu Light"/>
              </a:rPr>
              <a:t>Which test ran it?</a:t>
            </a:r>
          </a:p>
        </p:txBody>
      </p:sp>
      <p:sp>
        <p:nvSpPr>
          <p:cNvPr id="6" name="assertion-label">
            <a:extLst>
              <a:ext uri="{FF2B5EF4-FFF2-40B4-BE49-F238E27FC236}">
                <a16:creationId xmlns:a16="http://schemas.microsoft.com/office/drawing/2014/main" id="{34C7154E-3526-408A-A2BF-6C9439243110}"/>
              </a:ext>
            </a:extLst>
          </p:cNvPr>
          <p:cNvSpPr>
            <a:spLocks noGrp="1"/>
          </p:cNvSpPr>
          <p:nvPr/>
        </p:nvSpPr>
        <p:spPr>
          <a:xfrm>
            <a:off x="619125" y="3619500"/>
            <a:ext cx="1905000" cy="304800"/>
          </a:xfrm>
          <a:prstGeom prst="rect">
            <a:avLst/>
          </a:prstGeom>
          <a:noFill/>
          <a:ln w="0">
            <a:noFill/>
          </a:ln>
        </p:spPr>
        <p:txBody>
          <a:bodyPr wrap="none" lIns="0" tIns="0" rIns="0" bIns="0" anchor="t">
            <a:noAutofit/>
          </a:bodyPr>
          <a:lstStyle>
            <a:defPPr algn="l">
              <a:defRPr sz="1725" b="0">
                <a:solidFill>
                  <a:srgbClr val="B91561"/>
                </a:solidFill>
                <a:latin typeface="Ubuntu Light"/>
                <a:ea typeface="Ubuntu Light"/>
                <a:cs typeface="Ubuntu Light"/>
              </a:defRPr>
            </a:defPPr>
            <a:lvl1pPr algn="l">
              <a:defRPr sz="1725" b="0">
                <a:solidFill>
                  <a:srgbClr val="B91561"/>
                </a:solidFill>
                <a:latin typeface="Ubuntu Light"/>
                <a:ea typeface="Ubuntu Light"/>
                <a:cs typeface="Ubuntu Light"/>
              </a:defRPr>
            </a:lvl1pPr>
            <a:lvl2pPr algn="l">
              <a:defRPr sz="1725" b="0">
                <a:solidFill>
                  <a:srgbClr val="B91561"/>
                </a:solidFill>
                <a:latin typeface="Ubuntu Light"/>
                <a:ea typeface="Ubuntu Light"/>
                <a:cs typeface="Ubuntu Light"/>
              </a:defRPr>
            </a:lvl2pPr>
            <a:lvl3pPr algn="l">
              <a:defRPr sz="1725" b="0">
                <a:solidFill>
                  <a:srgbClr val="B91561"/>
                </a:solidFill>
                <a:latin typeface="Ubuntu Light"/>
                <a:ea typeface="Ubuntu Light"/>
                <a:cs typeface="Ubuntu Light"/>
              </a:defRPr>
            </a:lvl3pPr>
            <a:lvl4pPr algn="l">
              <a:defRPr sz="1725" b="0">
                <a:solidFill>
                  <a:srgbClr val="B91561"/>
                </a:solidFill>
                <a:latin typeface="Ubuntu Light"/>
                <a:ea typeface="Ubuntu Light"/>
                <a:cs typeface="Ubuntu Light"/>
              </a:defRPr>
            </a:lvl4pPr>
            <a:lvl5pPr algn="l">
              <a:defRPr sz="1725" b="0">
                <a:solidFill>
                  <a:srgbClr val="B91561"/>
                </a:solidFill>
                <a:latin typeface="Ubuntu Light"/>
                <a:ea typeface="Ubuntu Light"/>
                <a:cs typeface="Ubuntu Light"/>
              </a:defRPr>
            </a:lvl5pPr>
            <a:lvl6pPr algn="l">
              <a:defRPr sz="1725" b="0">
                <a:solidFill>
                  <a:srgbClr val="B91561"/>
                </a:solidFill>
                <a:latin typeface="Ubuntu Light"/>
                <a:ea typeface="Ubuntu Light"/>
                <a:cs typeface="Ubuntu Light"/>
              </a:defRPr>
            </a:lvl6pPr>
            <a:lvl7pPr algn="l">
              <a:defRPr sz="1725" b="0">
                <a:solidFill>
                  <a:srgbClr val="B91561"/>
                </a:solidFill>
                <a:latin typeface="Ubuntu Light"/>
                <a:ea typeface="Ubuntu Light"/>
                <a:cs typeface="Ubuntu Light"/>
              </a:defRPr>
            </a:lvl7pPr>
            <a:lvl8pPr algn="l">
              <a:defRPr sz="1725" b="0">
                <a:solidFill>
                  <a:srgbClr val="B91561"/>
                </a:solidFill>
                <a:latin typeface="Ubuntu Light"/>
                <a:ea typeface="Ubuntu Light"/>
                <a:cs typeface="Ubuntu Light"/>
              </a:defRPr>
            </a:lvl8pPr>
            <a:lvl9pPr algn="l">
              <a:defRPr sz="1725" b="0">
                <a:solidFill>
                  <a:srgbClr val="B91561"/>
                </a:solidFill>
                <a:latin typeface="Ubuntu Light"/>
                <a:ea typeface="Ubuntu Light"/>
                <a:cs typeface="Ubuntu Light"/>
              </a:defRPr>
            </a:lvl9pPr>
          </a:lstStyle>
          <a:p>
            <a:pPr algn="l">
              <a:defRPr sz="1725" b="0">
                <a:solidFill>
                  <a:srgbClr val="B91561"/>
                </a:solidFill>
                <a:latin typeface="Ubuntu Light"/>
                <a:ea typeface="Ubuntu Light"/>
                <a:cs typeface="Ubuntu Light"/>
              </a:defRPr>
            </a:pPr>
            <a:r>
              <a:rPr b="0">
                <a:latin typeface="Ubuntu Light"/>
                <a:ea typeface="Ubuntu Light"/>
                <a:cs typeface="Ubuntu Light"/>
              </a:rPr>
              <a:t>Assertions</a:t>
            </a:r>
          </a:p>
        </p:txBody>
      </p:sp>
      <p:sp>
        <p:nvSpPr>
          <p:cNvPr id="7" name="assertion-answer">
            <a:extLst>
              <a:ext uri="{FF2B5EF4-FFF2-40B4-BE49-F238E27FC236}">
                <a16:creationId xmlns:a16="http://schemas.microsoft.com/office/drawing/2014/main" id="{5B9C17EE-77C4-4331-9BD8-B94B0ACA586B}"/>
              </a:ext>
            </a:extLst>
          </p:cNvPr>
          <p:cNvSpPr>
            <a:spLocks noGrp="1"/>
          </p:cNvSpPr>
          <p:nvPr/>
        </p:nvSpPr>
        <p:spPr>
          <a:xfrm>
            <a:off x="3365834" y="3619500"/>
            <a:ext cx="5810250" cy="666750"/>
          </a:xfrm>
          <a:prstGeom prst="rect">
            <a:avLst/>
          </a:prstGeom>
          <a:noFill/>
          <a:ln w="0">
            <a:noFill/>
          </a:ln>
        </p:spPr>
        <p:txBody>
          <a:bodyPr wrap="none" lIns="0" tIns="0" rIns="0" bIns="0" anchor="t">
            <a:noAutofit/>
          </a:bodyPr>
          <a:lstStyle>
            <a:defPPr algn="l">
              <a:defRPr sz="1725" b="0">
                <a:solidFill>
                  <a:srgbClr val="202D3E"/>
                </a:solidFill>
                <a:latin typeface="Ubuntu Light"/>
                <a:ea typeface="Ubuntu Light"/>
                <a:cs typeface="Ubuntu Light"/>
              </a:defRPr>
            </a:defPPr>
            <a:lvl1pPr algn="l">
              <a:defRPr sz="1725" b="0">
                <a:solidFill>
                  <a:srgbClr val="202D3E"/>
                </a:solidFill>
                <a:latin typeface="Ubuntu Light"/>
                <a:ea typeface="Ubuntu Light"/>
                <a:cs typeface="Ubuntu Light"/>
              </a:defRPr>
            </a:lvl1pPr>
            <a:lvl2pPr algn="l">
              <a:defRPr sz="1725" b="0">
                <a:solidFill>
                  <a:srgbClr val="202D3E"/>
                </a:solidFill>
                <a:latin typeface="Ubuntu Light"/>
                <a:ea typeface="Ubuntu Light"/>
                <a:cs typeface="Ubuntu Light"/>
              </a:defRPr>
            </a:lvl2pPr>
            <a:lvl3pPr algn="l">
              <a:defRPr sz="1725" b="0">
                <a:solidFill>
                  <a:srgbClr val="202D3E"/>
                </a:solidFill>
                <a:latin typeface="Ubuntu Light"/>
                <a:ea typeface="Ubuntu Light"/>
                <a:cs typeface="Ubuntu Light"/>
              </a:defRPr>
            </a:lvl3pPr>
            <a:lvl4pPr algn="l">
              <a:defRPr sz="1725" b="0">
                <a:solidFill>
                  <a:srgbClr val="202D3E"/>
                </a:solidFill>
                <a:latin typeface="Ubuntu Light"/>
                <a:ea typeface="Ubuntu Light"/>
                <a:cs typeface="Ubuntu Light"/>
              </a:defRPr>
            </a:lvl4pPr>
            <a:lvl5pPr algn="l">
              <a:defRPr sz="1725" b="0">
                <a:solidFill>
                  <a:srgbClr val="202D3E"/>
                </a:solidFill>
                <a:latin typeface="Ubuntu Light"/>
                <a:ea typeface="Ubuntu Light"/>
                <a:cs typeface="Ubuntu Light"/>
              </a:defRPr>
            </a:lvl5pPr>
            <a:lvl6pPr algn="l">
              <a:defRPr sz="1725" b="0">
                <a:solidFill>
                  <a:srgbClr val="202D3E"/>
                </a:solidFill>
                <a:latin typeface="Ubuntu Light"/>
                <a:ea typeface="Ubuntu Light"/>
                <a:cs typeface="Ubuntu Light"/>
              </a:defRPr>
            </a:lvl6pPr>
            <a:lvl7pPr algn="l">
              <a:defRPr sz="1725" b="0">
                <a:solidFill>
                  <a:srgbClr val="202D3E"/>
                </a:solidFill>
                <a:latin typeface="Ubuntu Light"/>
                <a:ea typeface="Ubuntu Light"/>
                <a:cs typeface="Ubuntu Light"/>
              </a:defRPr>
            </a:lvl7pPr>
            <a:lvl8pPr algn="l">
              <a:defRPr sz="1725" b="0">
                <a:solidFill>
                  <a:srgbClr val="202D3E"/>
                </a:solidFill>
                <a:latin typeface="Ubuntu Light"/>
                <a:ea typeface="Ubuntu Light"/>
                <a:cs typeface="Ubuntu Light"/>
              </a:defRPr>
            </a:lvl8pPr>
            <a:lvl9pPr algn="l">
              <a:defRPr sz="1725" b="0">
                <a:solidFill>
                  <a:srgbClr val="202D3E"/>
                </a:solidFill>
                <a:latin typeface="Ubuntu Light"/>
                <a:ea typeface="Ubuntu Light"/>
                <a:cs typeface="Ubuntu Light"/>
              </a:defRPr>
            </a:lvl9pPr>
          </a:lstStyle>
          <a:p>
            <a:pPr algn="l">
              <a:defRPr sz="1725" b="0">
                <a:solidFill>
                  <a:srgbClr val="202D3E"/>
                </a:solidFill>
                <a:latin typeface="Ubuntu Light"/>
                <a:ea typeface="Ubuntu Light"/>
                <a:cs typeface="Ubuntu Light"/>
              </a:defRPr>
            </a:pPr>
            <a:r>
              <a:rPr lang="en-US" b="0" dirty="0">
                <a:latin typeface="Ubuntu Light"/>
                <a:ea typeface="Ubuntu Light"/>
                <a:cs typeface="Ubuntu Light"/>
              </a:rPr>
              <a:t>Business Logics: </a:t>
            </a:r>
            <a:r>
              <a:rPr b="0" dirty="0">
                <a:latin typeface="Ubuntu Light"/>
                <a:ea typeface="Ubuntu Light"/>
                <a:cs typeface="Ubuntu Light"/>
              </a:rPr>
              <a:t>Order cancelled, </a:t>
            </a:r>
            <a:endParaRPr lang="en-US" b="0" dirty="0">
              <a:latin typeface="Ubuntu Light"/>
              <a:ea typeface="Ubuntu Light"/>
              <a:cs typeface="Ubuntu Light"/>
            </a:endParaRPr>
          </a:p>
          <a:p>
            <a:pPr algn="l">
              <a:defRPr sz="1725" b="0">
                <a:solidFill>
                  <a:srgbClr val="202D3E"/>
                </a:solidFill>
                <a:latin typeface="Ubuntu Light"/>
                <a:ea typeface="Ubuntu Light"/>
                <a:cs typeface="Ubuntu Light"/>
              </a:defRPr>
            </a:pPr>
            <a:r>
              <a:rPr b="0" dirty="0">
                <a:latin typeface="Ubuntu Light"/>
                <a:ea typeface="Ubuntu Light"/>
                <a:cs typeface="Ubuntu Light"/>
              </a:rPr>
              <a:t>stock restored,</a:t>
            </a:r>
            <a:r>
              <a:rPr lang="en-US" b="0" dirty="0">
                <a:latin typeface="Ubuntu Light"/>
                <a:ea typeface="Ubuntu Light"/>
                <a:cs typeface="Ubuntu Light"/>
              </a:rPr>
              <a:t> </a:t>
            </a:r>
            <a:r>
              <a:rPr b="0" dirty="0">
                <a:latin typeface="Ubuntu Light"/>
                <a:ea typeface="Ubuntu Light"/>
                <a:cs typeface="Ubuntu Light"/>
              </a:rPr>
              <a:t>and no charge created?</a:t>
            </a:r>
          </a:p>
        </p:txBody>
      </p:sp>
    </p:spTree>
    <p:extLst>
      <p:ext uri="{BB962C8B-B14F-4D97-AF65-F5344CB8AC3E}">
        <p14:creationId xmlns:p14="http://schemas.microsoft.com/office/powerpoint/2010/main" val="12706008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35552-428F-5123-F328-F6C7CA7100A3}"/>
            </a:ext>
          </a:extLst>
        </p:cNvPr>
        <p:cNvGrpSpPr/>
        <p:nvPr/>
      </p:nvGrpSpPr>
      <p:grpSpPr>
        <a:xfrm>
          <a:off x="0" y="0"/>
          <a:ext cx="0" cy="0"/>
          <a:chOff x="0" y="0"/>
          <a:chExt cx="0" cy="0"/>
        </a:xfrm>
      </p:grpSpPr>
      <p:sp>
        <p:nvSpPr>
          <p:cNvPr id="3" name="alex-profile">
            <a:extLst>
              <a:ext uri="{FF2B5EF4-FFF2-40B4-BE49-F238E27FC236}">
                <a16:creationId xmlns:a16="http://schemas.microsoft.com/office/drawing/2014/main" id="{2A845B8E-F5A5-BD6E-7CE2-38CE61474BE3}"/>
              </a:ext>
            </a:extLst>
          </p:cNvPr>
          <p:cNvSpPr>
            <a:spLocks noGrp="1"/>
          </p:cNvSpPr>
          <p:nvPr/>
        </p:nvSpPr>
        <p:spPr>
          <a:xfrm>
            <a:off x="619125" y="2971800"/>
            <a:ext cx="3714750" cy="870284"/>
          </a:xfrm>
          <a:prstGeom prst="rect">
            <a:avLst/>
          </a:prstGeom>
          <a:noFill/>
          <a:ln w="0">
            <a:noFill/>
          </a:ln>
        </p:spPr>
        <p:txBody>
          <a:bodyPr wrap="none" lIns="0" tIns="0" rIns="0" bIns="0" anchor="t">
            <a:noAutofit/>
          </a:bodyPr>
          <a:lstStyle>
            <a:defPPr algn="l">
              <a:defRPr sz="1650" b="0">
                <a:solidFill>
                  <a:srgbClr val="202D3E"/>
                </a:solidFill>
                <a:latin typeface="Ubuntu Light"/>
                <a:ea typeface="Ubuntu Light"/>
                <a:cs typeface="Ubuntu Light"/>
              </a:defRPr>
            </a:defPPr>
            <a:lvl1pPr algn="l">
              <a:defRPr sz="1650" b="0">
                <a:solidFill>
                  <a:srgbClr val="202D3E"/>
                </a:solidFill>
                <a:latin typeface="Ubuntu Light"/>
                <a:ea typeface="Ubuntu Light"/>
                <a:cs typeface="Ubuntu Light"/>
              </a:defRPr>
            </a:lvl1pPr>
            <a:lvl2pPr algn="l">
              <a:defRPr sz="1650" b="0">
                <a:solidFill>
                  <a:srgbClr val="202D3E"/>
                </a:solidFill>
                <a:latin typeface="Ubuntu Light"/>
                <a:ea typeface="Ubuntu Light"/>
                <a:cs typeface="Ubuntu Light"/>
              </a:defRPr>
            </a:lvl2pPr>
            <a:lvl3pPr algn="l">
              <a:defRPr sz="1650" b="0">
                <a:solidFill>
                  <a:srgbClr val="202D3E"/>
                </a:solidFill>
                <a:latin typeface="Ubuntu Light"/>
                <a:ea typeface="Ubuntu Light"/>
                <a:cs typeface="Ubuntu Light"/>
              </a:defRPr>
            </a:lvl3pPr>
            <a:lvl4pPr algn="l">
              <a:defRPr sz="1650" b="0">
                <a:solidFill>
                  <a:srgbClr val="202D3E"/>
                </a:solidFill>
                <a:latin typeface="Ubuntu Light"/>
                <a:ea typeface="Ubuntu Light"/>
                <a:cs typeface="Ubuntu Light"/>
              </a:defRPr>
            </a:lvl4pPr>
            <a:lvl5pPr algn="l">
              <a:defRPr sz="1650" b="0">
                <a:solidFill>
                  <a:srgbClr val="202D3E"/>
                </a:solidFill>
                <a:latin typeface="Ubuntu Light"/>
                <a:ea typeface="Ubuntu Light"/>
                <a:cs typeface="Ubuntu Light"/>
              </a:defRPr>
            </a:lvl5pPr>
            <a:lvl6pPr algn="l">
              <a:defRPr sz="1650" b="0">
                <a:solidFill>
                  <a:srgbClr val="202D3E"/>
                </a:solidFill>
                <a:latin typeface="Ubuntu Light"/>
                <a:ea typeface="Ubuntu Light"/>
                <a:cs typeface="Ubuntu Light"/>
              </a:defRPr>
            </a:lvl6pPr>
            <a:lvl7pPr algn="l">
              <a:defRPr sz="1650" b="0">
                <a:solidFill>
                  <a:srgbClr val="202D3E"/>
                </a:solidFill>
                <a:latin typeface="Ubuntu Light"/>
                <a:ea typeface="Ubuntu Light"/>
                <a:cs typeface="Ubuntu Light"/>
              </a:defRPr>
            </a:lvl7pPr>
            <a:lvl8pPr algn="l">
              <a:defRPr sz="1650" b="0">
                <a:solidFill>
                  <a:srgbClr val="202D3E"/>
                </a:solidFill>
                <a:latin typeface="Ubuntu Light"/>
                <a:ea typeface="Ubuntu Light"/>
                <a:cs typeface="Ubuntu Light"/>
              </a:defRPr>
            </a:lvl8pPr>
            <a:lvl9pPr algn="l">
              <a:defRPr sz="1650" b="0">
                <a:solidFill>
                  <a:srgbClr val="202D3E"/>
                </a:solidFill>
                <a:latin typeface="Ubuntu Light"/>
                <a:ea typeface="Ubuntu Light"/>
                <a:cs typeface="Ubuntu Light"/>
              </a:defRPr>
            </a:lvl9pPr>
          </a:lstStyle>
          <a:p>
            <a:pPr algn="l">
              <a:defRPr sz="1650" b="0">
                <a:solidFill>
                  <a:srgbClr val="202D3E"/>
                </a:solidFill>
                <a:latin typeface="Ubuntu Light"/>
                <a:ea typeface="Ubuntu Light"/>
                <a:cs typeface="Ubuntu Light"/>
              </a:defRPr>
            </a:pPr>
            <a:endParaRPr b="0" dirty="0">
              <a:solidFill>
                <a:srgbClr val="075A8C"/>
              </a:solidFill>
              <a:latin typeface="Ubuntu Light"/>
              <a:ea typeface="Ubuntu Light"/>
              <a:cs typeface="Ubuntu Light"/>
              <a:hlinkClick r:id="rId3"/>
            </a:endParaRPr>
          </a:p>
        </p:txBody>
      </p:sp>
      <p:sp>
        <p:nvSpPr>
          <p:cNvPr id="5" name="sky-profile">
            <a:extLst>
              <a:ext uri="{FF2B5EF4-FFF2-40B4-BE49-F238E27FC236}">
                <a16:creationId xmlns:a16="http://schemas.microsoft.com/office/drawing/2014/main" id="{FB724FF6-4D3F-A287-5398-D029CC168650}"/>
              </a:ext>
            </a:extLst>
          </p:cNvPr>
          <p:cNvSpPr>
            <a:spLocks noGrp="1"/>
          </p:cNvSpPr>
          <p:nvPr/>
        </p:nvSpPr>
        <p:spPr>
          <a:xfrm>
            <a:off x="5048250" y="2971800"/>
            <a:ext cx="3476625" cy="285750"/>
          </a:xfrm>
          <a:prstGeom prst="rect">
            <a:avLst/>
          </a:prstGeom>
          <a:noFill/>
          <a:ln w="0">
            <a:noFill/>
          </a:ln>
        </p:spPr>
        <p:txBody>
          <a:bodyPr wrap="none" lIns="0" tIns="0" rIns="0" bIns="0" anchor="t">
            <a:noAutofit/>
          </a:bodyPr>
          <a:lstStyle>
            <a:defPPr algn="l">
              <a:defRPr sz="1650" b="0">
                <a:solidFill>
                  <a:srgbClr val="202D3E"/>
                </a:solidFill>
                <a:latin typeface="Ubuntu Light"/>
                <a:ea typeface="Ubuntu Light"/>
                <a:cs typeface="Ubuntu Light"/>
              </a:defRPr>
            </a:defPPr>
            <a:lvl1pPr algn="l">
              <a:defRPr sz="1650" b="0">
                <a:solidFill>
                  <a:srgbClr val="202D3E"/>
                </a:solidFill>
                <a:latin typeface="Ubuntu Light"/>
                <a:ea typeface="Ubuntu Light"/>
                <a:cs typeface="Ubuntu Light"/>
              </a:defRPr>
            </a:lvl1pPr>
            <a:lvl2pPr algn="l">
              <a:defRPr sz="1650" b="0">
                <a:solidFill>
                  <a:srgbClr val="202D3E"/>
                </a:solidFill>
                <a:latin typeface="Ubuntu Light"/>
                <a:ea typeface="Ubuntu Light"/>
                <a:cs typeface="Ubuntu Light"/>
              </a:defRPr>
            </a:lvl2pPr>
            <a:lvl3pPr algn="l">
              <a:defRPr sz="1650" b="0">
                <a:solidFill>
                  <a:srgbClr val="202D3E"/>
                </a:solidFill>
                <a:latin typeface="Ubuntu Light"/>
                <a:ea typeface="Ubuntu Light"/>
                <a:cs typeface="Ubuntu Light"/>
              </a:defRPr>
            </a:lvl3pPr>
            <a:lvl4pPr algn="l">
              <a:defRPr sz="1650" b="0">
                <a:solidFill>
                  <a:srgbClr val="202D3E"/>
                </a:solidFill>
                <a:latin typeface="Ubuntu Light"/>
                <a:ea typeface="Ubuntu Light"/>
                <a:cs typeface="Ubuntu Light"/>
              </a:defRPr>
            </a:lvl4pPr>
            <a:lvl5pPr algn="l">
              <a:defRPr sz="1650" b="0">
                <a:solidFill>
                  <a:srgbClr val="202D3E"/>
                </a:solidFill>
                <a:latin typeface="Ubuntu Light"/>
                <a:ea typeface="Ubuntu Light"/>
                <a:cs typeface="Ubuntu Light"/>
              </a:defRPr>
            </a:lvl5pPr>
            <a:lvl6pPr algn="l">
              <a:defRPr sz="1650" b="0">
                <a:solidFill>
                  <a:srgbClr val="202D3E"/>
                </a:solidFill>
                <a:latin typeface="Ubuntu Light"/>
                <a:ea typeface="Ubuntu Light"/>
                <a:cs typeface="Ubuntu Light"/>
              </a:defRPr>
            </a:lvl6pPr>
            <a:lvl7pPr algn="l">
              <a:defRPr sz="1650" b="0">
                <a:solidFill>
                  <a:srgbClr val="202D3E"/>
                </a:solidFill>
                <a:latin typeface="Ubuntu Light"/>
                <a:ea typeface="Ubuntu Light"/>
                <a:cs typeface="Ubuntu Light"/>
              </a:defRPr>
            </a:lvl7pPr>
            <a:lvl8pPr algn="l">
              <a:defRPr sz="1650" b="0">
                <a:solidFill>
                  <a:srgbClr val="202D3E"/>
                </a:solidFill>
                <a:latin typeface="Ubuntu Light"/>
                <a:ea typeface="Ubuntu Light"/>
                <a:cs typeface="Ubuntu Light"/>
              </a:defRPr>
            </a:lvl8pPr>
            <a:lvl9pPr algn="l">
              <a:defRPr sz="1650" b="0">
                <a:solidFill>
                  <a:srgbClr val="202D3E"/>
                </a:solidFill>
                <a:latin typeface="Ubuntu Light"/>
                <a:ea typeface="Ubuntu Light"/>
                <a:cs typeface="Ubuntu Light"/>
              </a:defRPr>
            </a:lvl9pPr>
          </a:lstStyle>
          <a:p>
            <a:pPr algn="l">
              <a:defRPr sz="1650" b="0">
                <a:solidFill>
                  <a:srgbClr val="202D3E"/>
                </a:solidFill>
                <a:latin typeface="Ubuntu Light"/>
                <a:ea typeface="Ubuntu Light"/>
                <a:cs typeface="Ubuntu Light"/>
              </a:defRPr>
            </a:pPr>
            <a:endParaRPr b="0" dirty="0">
              <a:solidFill>
                <a:srgbClr val="075A8C"/>
              </a:solidFill>
              <a:latin typeface="Ubuntu Light"/>
              <a:ea typeface="Ubuntu Light"/>
              <a:cs typeface="Ubuntu Light"/>
              <a:hlinkClick r:id="rId4"/>
            </a:endParaRPr>
          </a:p>
        </p:txBody>
      </p:sp>
      <p:sp>
        <p:nvSpPr>
          <p:cNvPr id="8" name="slide-title">
            <a:extLst>
              <a:ext uri="{FF2B5EF4-FFF2-40B4-BE49-F238E27FC236}">
                <a16:creationId xmlns:a16="http://schemas.microsoft.com/office/drawing/2014/main" id="{167C5C8F-D978-6D22-7F76-B6A0871007E2}"/>
              </a:ext>
            </a:extLst>
          </p:cNvPr>
          <p:cNvSpPr>
            <a:spLocks noGrp="1"/>
          </p:cNvSpPr>
          <p:nvPr/>
        </p:nvSpPr>
        <p:spPr>
          <a:xfrm>
            <a:off x="619125" y="1026945"/>
            <a:ext cx="7905750" cy="3089609"/>
          </a:xfrm>
          <a:prstGeom prst="rect">
            <a:avLst/>
          </a:prstGeom>
          <a:noFill/>
          <a:ln w="0">
            <a:noFill/>
          </a:ln>
        </p:spPr>
        <p:txBody>
          <a:bodyPr wrap="none" lIns="0" tIns="0" rIns="0" bIns="0" anchor="ctr">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ctr">
              <a:defRPr sz="2250" b="0">
                <a:solidFill>
                  <a:srgbClr val="202D3E"/>
                </a:solidFill>
                <a:latin typeface="Ubuntu Light"/>
                <a:ea typeface="Ubuntu Light"/>
                <a:cs typeface="Ubuntu Light"/>
              </a:defRPr>
            </a:pPr>
            <a:r>
              <a:rPr lang="en-US" sz="3200" b="0" dirty="0">
                <a:latin typeface="Ubuntu Light"/>
                <a:ea typeface="Ubuntu Light"/>
                <a:cs typeface="Ubuntu Light"/>
              </a:rPr>
              <a:t>Q&amp;A</a:t>
            </a:r>
            <a:endParaRPr sz="3200" b="0" dirty="0">
              <a:latin typeface="Ubuntu Light"/>
              <a:ea typeface="Ubuntu Light"/>
              <a:cs typeface="Ubuntu Light"/>
            </a:endParaRPr>
          </a:p>
        </p:txBody>
      </p:sp>
      <p:sp>
        <p:nvSpPr>
          <p:cNvPr id="9" name="alex">
            <a:extLst>
              <a:ext uri="{FF2B5EF4-FFF2-40B4-BE49-F238E27FC236}">
                <a16:creationId xmlns:a16="http://schemas.microsoft.com/office/drawing/2014/main" id="{7044D3C8-4771-BB54-51BE-D0C6B5EF0EB3}"/>
              </a:ext>
            </a:extLst>
          </p:cNvPr>
          <p:cNvSpPr>
            <a:spLocks noGrp="1"/>
          </p:cNvSpPr>
          <p:nvPr/>
        </p:nvSpPr>
        <p:spPr>
          <a:xfrm>
            <a:off x="619125" y="2916404"/>
            <a:ext cx="3714750" cy="981075"/>
          </a:xfrm>
          <a:prstGeom prst="rect">
            <a:avLst/>
          </a:prstGeom>
          <a:noFill/>
          <a:ln w="0">
            <a:noFill/>
          </a:ln>
        </p:spPr>
        <p:txBody>
          <a:bodyPr wrap="none" lIns="0" tIns="0" rIns="0" bIns="0" anchor="t">
            <a:noAutofit/>
          </a:bodyPr>
          <a:lstStyle>
            <a:defPPr algn="l">
              <a:defRPr sz="1950" b="0">
                <a:solidFill>
                  <a:srgbClr val="202D3E"/>
                </a:solidFill>
                <a:latin typeface="Ubuntu Light"/>
                <a:ea typeface="Ubuntu Light"/>
                <a:cs typeface="Ubuntu Light"/>
              </a:defRPr>
            </a:defPPr>
            <a:lvl1pPr algn="l">
              <a:defRPr sz="1950" b="0">
                <a:solidFill>
                  <a:srgbClr val="202D3E"/>
                </a:solidFill>
                <a:latin typeface="Ubuntu Light"/>
                <a:ea typeface="Ubuntu Light"/>
                <a:cs typeface="Ubuntu Light"/>
              </a:defRPr>
            </a:lvl1pPr>
            <a:lvl2pPr algn="l">
              <a:defRPr sz="1950" b="0">
                <a:solidFill>
                  <a:srgbClr val="202D3E"/>
                </a:solidFill>
                <a:latin typeface="Ubuntu Light"/>
                <a:ea typeface="Ubuntu Light"/>
                <a:cs typeface="Ubuntu Light"/>
              </a:defRPr>
            </a:lvl2pPr>
            <a:lvl3pPr algn="l">
              <a:defRPr sz="1950" b="0">
                <a:solidFill>
                  <a:srgbClr val="202D3E"/>
                </a:solidFill>
                <a:latin typeface="Ubuntu Light"/>
                <a:ea typeface="Ubuntu Light"/>
                <a:cs typeface="Ubuntu Light"/>
              </a:defRPr>
            </a:lvl3pPr>
            <a:lvl4pPr algn="l">
              <a:defRPr sz="1950" b="0">
                <a:solidFill>
                  <a:srgbClr val="202D3E"/>
                </a:solidFill>
                <a:latin typeface="Ubuntu Light"/>
                <a:ea typeface="Ubuntu Light"/>
                <a:cs typeface="Ubuntu Light"/>
              </a:defRPr>
            </a:lvl4pPr>
            <a:lvl5pPr algn="l">
              <a:defRPr sz="1950" b="0">
                <a:solidFill>
                  <a:srgbClr val="202D3E"/>
                </a:solidFill>
                <a:latin typeface="Ubuntu Light"/>
                <a:ea typeface="Ubuntu Light"/>
                <a:cs typeface="Ubuntu Light"/>
              </a:defRPr>
            </a:lvl5pPr>
            <a:lvl6pPr algn="l">
              <a:defRPr sz="1950" b="0">
                <a:solidFill>
                  <a:srgbClr val="202D3E"/>
                </a:solidFill>
                <a:latin typeface="Ubuntu Light"/>
                <a:ea typeface="Ubuntu Light"/>
                <a:cs typeface="Ubuntu Light"/>
              </a:defRPr>
            </a:lvl6pPr>
            <a:lvl7pPr algn="l">
              <a:defRPr sz="1950" b="0">
                <a:solidFill>
                  <a:srgbClr val="202D3E"/>
                </a:solidFill>
                <a:latin typeface="Ubuntu Light"/>
                <a:ea typeface="Ubuntu Light"/>
                <a:cs typeface="Ubuntu Light"/>
              </a:defRPr>
            </a:lvl7pPr>
            <a:lvl8pPr algn="l">
              <a:defRPr sz="1950" b="0">
                <a:solidFill>
                  <a:srgbClr val="202D3E"/>
                </a:solidFill>
                <a:latin typeface="Ubuntu Light"/>
                <a:ea typeface="Ubuntu Light"/>
                <a:cs typeface="Ubuntu Light"/>
              </a:defRPr>
            </a:lvl8pPr>
            <a:lvl9pPr algn="l">
              <a:defRPr sz="1950" b="0">
                <a:solidFill>
                  <a:srgbClr val="202D3E"/>
                </a:solidFill>
                <a:latin typeface="Ubuntu Light"/>
                <a:ea typeface="Ubuntu Light"/>
                <a:cs typeface="Ubuntu Light"/>
              </a:defRPr>
            </a:lvl9pPr>
          </a:lstStyle>
          <a:p>
            <a:pPr marL="342900" indent="-342900" algn="l">
              <a:buFont typeface="Arial" panose="020B0604020202020204" pitchFamily="34" charset="0"/>
              <a:buChar char="•"/>
              <a:defRPr sz="1950" b="0">
                <a:solidFill>
                  <a:srgbClr val="202D3E"/>
                </a:solidFill>
                <a:latin typeface="Ubuntu Light"/>
                <a:ea typeface="Ubuntu Light"/>
                <a:cs typeface="Ubuntu Light"/>
              </a:defRPr>
            </a:pPr>
            <a:endParaRPr b="0" dirty="0">
              <a:latin typeface="Ubuntu Light"/>
              <a:ea typeface="Ubuntu Light"/>
              <a:cs typeface="Ubuntu Light"/>
            </a:endParaRPr>
          </a:p>
        </p:txBody>
      </p:sp>
    </p:spTree>
    <p:extLst>
      <p:ext uri="{BB962C8B-B14F-4D97-AF65-F5344CB8AC3E}">
        <p14:creationId xmlns:p14="http://schemas.microsoft.com/office/powerpoint/2010/main" val="16375508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31A50E4-880B-F6C7-4286-D20AA5D2B3EE}"/>
              </a:ext>
            </a:extLst>
          </p:cNvPr>
          <p:cNvPicPr>
            <a:picLocks noChangeAspect="1"/>
          </p:cNvPicPr>
          <p:nvPr/>
        </p:nvPicPr>
        <p:blipFill>
          <a:blip r:embed="rId3"/>
          <a:stretch>
            <a:fillRect/>
          </a:stretch>
        </p:blipFill>
        <p:spPr>
          <a:xfrm>
            <a:off x="1266008" y="646924"/>
            <a:ext cx="6611983" cy="3660136"/>
          </a:xfrm>
          <a:prstGeom prst="rect">
            <a:avLst/>
          </a:prstGeom>
        </p:spPr>
      </p:pic>
      <p:sp>
        <p:nvSpPr>
          <p:cNvPr id="9" name="cue-34-1-label">
            <a:extLst>
              <a:ext uri="{FF2B5EF4-FFF2-40B4-BE49-F238E27FC236}">
                <a16:creationId xmlns:a16="http://schemas.microsoft.com/office/drawing/2014/main" id="{255989DD-9775-BEC4-BEC7-D79BB9DE4198}"/>
              </a:ext>
            </a:extLst>
          </p:cNvPr>
          <p:cNvSpPr>
            <a:spLocks noGrp="1"/>
          </p:cNvSpPr>
          <p:nvPr/>
        </p:nvSpPr>
        <p:spPr>
          <a:xfrm>
            <a:off x="6510680" y="2451846"/>
            <a:ext cx="2099310" cy="825364"/>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lang="en-US" b="0" dirty="0">
                <a:latin typeface="Ubuntu Light"/>
                <a:ea typeface="Ubuntu Light"/>
                <a:cs typeface="Ubuntu Light"/>
              </a:rPr>
              <a:t>14</a:t>
            </a:r>
            <a:r>
              <a:rPr lang="en-US" b="0" baseline="30000" dirty="0">
                <a:latin typeface="Ubuntu Light"/>
                <a:ea typeface="Ubuntu Light"/>
                <a:cs typeface="Ubuntu Light"/>
              </a:rPr>
              <a:t>th</a:t>
            </a:r>
            <a:r>
              <a:rPr lang="en-US" b="0" dirty="0">
                <a:latin typeface="Ubuntu Light"/>
                <a:ea typeface="Ubuntu Light"/>
                <a:cs typeface="Ubuntu Light"/>
              </a:rPr>
              <a:t> Nov – 15</a:t>
            </a:r>
            <a:r>
              <a:rPr lang="en-US" baseline="30000" dirty="0"/>
              <a:t>th</a:t>
            </a:r>
            <a:r>
              <a:rPr lang="en-US" b="0" dirty="0">
                <a:latin typeface="Ubuntu Light"/>
                <a:ea typeface="Ubuntu Light"/>
                <a:cs typeface="Ubuntu Light"/>
              </a:rPr>
              <a:t> Nov</a:t>
            </a:r>
          </a:p>
          <a:p>
            <a:pPr algn="ctr">
              <a:defRPr sz="1350" b="0">
                <a:solidFill>
                  <a:srgbClr val="FFFFFF"/>
                </a:solidFill>
                <a:latin typeface="Ubuntu Light"/>
                <a:ea typeface="Ubuntu Light"/>
                <a:cs typeface="Ubuntu Light"/>
              </a:defRPr>
            </a:pPr>
            <a:endParaRPr lang="en-US" b="0" dirty="0">
              <a:latin typeface="Ubuntu Light"/>
              <a:ea typeface="Ubuntu Light"/>
              <a:cs typeface="Ubuntu Light"/>
            </a:endParaRPr>
          </a:p>
          <a:p>
            <a:pPr algn="ctr">
              <a:defRPr sz="1350" b="0">
                <a:solidFill>
                  <a:srgbClr val="FFFFFF"/>
                </a:solidFill>
                <a:latin typeface="Ubuntu Light"/>
                <a:ea typeface="Ubuntu Light"/>
                <a:cs typeface="Ubuntu Light"/>
              </a:defRPr>
            </a:pPr>
            <a:r>
              <a:rPr lang="en-US" dirty="0"/>
              <a:t>See you in PyCon HK!</a:t>
            </a:r>
            <a:endParaRPr b="0" dirty="0">
              <a:latin typeface="Ubuntu Light"/>
              <a:ea typeface="Ubuntu Light"/>
              <a:cs typeface="Ubuntu Light"/>
            </a:endParaRPr>
          </a:p>
        </p:txBody>
      </p:sp>
    </p:spTree>
    <p:extLst>
      <p:ext uri="{BB962C8B-B14F-4D97-AF65-F5344CB8AC3E}">
        <p14:creationId xmlns:p14="http://schemas.microsoft.com/office/powerpoint/2010/main" val="127060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398</TotalTime>
  <Words>9057</Words>
  <Application>Microsoft Macintosh PowerPoint</Application>
  <DocSecurity>0</DocSecurity>
  <PresentationFormat>On-screen Show (16:9)</PresentationFormat>
  <Paragraphs>1065</Paragraphs>
  <Slides>40</Slides>
  <Notes>40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Menlo</vt:lpstr>
      <vt:lpstr>Ubuntu Light</vt:lpstr>
      <vt:lpstr>Ubuntu</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Au, Cheuk Ming</cp:lastModifiedBy>
  <cp:revision>5</cp:revision>
  <dcterms:created xsi:type="dcterms:W3CDTF">2026-10-23T13:18:27Z</dcterms:created>
  <dcterms:modified xsi:type="dcterms:W3CDTF">2026-10-24T04:32:39Z</dcterms:modified>
</cp:coreProperties>
</file>