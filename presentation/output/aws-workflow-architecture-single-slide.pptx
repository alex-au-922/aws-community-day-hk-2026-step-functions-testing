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0b114d6b3f4fbc" /><Relationship Type="http://schemas.openxmlformats.org/officeDocument/2006/relationships/extended-properties" Target="/docProps/app.xml" Id="R32ff348064614429" /><Relationship Type="http://schemas.openxmlformats.org/officeDocument/2006/relationships/officeDocument" Target="/ppt/presentation.xml" Id="R26066914c563476e"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11eeed1fb03a4f80"/>
  </p:sldMasterIdLst>
  <p:notesMasterIdLst>
    <p:notesMasterId xmlns:r="http://schemas.openxmlformats.org/officeDocument/2006/relationships" r:id="R20e881dded37435f"/>
  </p:notesMasterIdLst>
  <p:sldIdLst>
    <p:sldId xmlns:r="http://schemas.openxmlformats.org/officeDocument/2006/relationships" id="256" r:id="R76eb652ae99f49ec"/>
  </p:sldIdLst>
  <p:sldSz cx="9144000" cy="5143500"/>
  <p:notesSz cx="6858000" cy="9144000"/>
  <p:embeddedFontLst>
    <p:embeddedFont>
      <p:font typeface="Ubuntu"/>
      <p:regular xmlns:r="http://schemas.openxmlformats.org/officeDocument/2006/relationships" r:id="R1ecbfb3b4cdd4a4a"/>
      <p:bold xmlns:r="http://schemas.openxmlformats.org/officeDocument/2006/relationships" r:id="R646be0456eba42c4"/>
    </p:embeddedFont>
    <p:embeddedFont>
      <p:font typeface="Ubuntu Light"/>
      <p:regular xmlns:r="http://schemas.openxmlformats.org/officeDocument/2006/relationships" r:id="Rbbce7ce046b34b88"/>
      <p:italic xmlns:r="http://schemas.openxmlformats.org/officeDocument/2006/relationships" r:id="R183b70d6fdbe416c"/>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D5DF62AF-F335-4FEC-A16E-633B9251306E}">
  <a:tblStyle styleId="{D5DF62AF-F335-4FEC-A16E-633B9251306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ba58faae1b74cce" /><Relationship Type="http://schemas.openxmlformats.org/officeDocument/2006/relationships/slideMaster" Target="/ppt/slideMasters/slideMaster1.xml" Id="R11eeed1fb03a4f80" /><Relationship Type="http://schemas.openxmlformats.org/officeDocument/2006/relationships/notesMaster" Target="/ppt/notesMasters/notesMaster1.xml" Id="R20e881dded37435f" /><Relationship Type="http://schemas.openxmlformats.org/officeDocument/2006/relationships/presProps" Target="/ppt/presProps.xml" Id="Rf25eac4ed8864f92" /><Relationship Type="http://schemas.openxmlformats.org/officeDocument/2006/relationships/viewProps" Target="/ppt/viewProps.xml" Id="R5f1601419ebb47da" /><Relationship Type="http://schemas.openxmlformats.org/officeDocument/2006/relationships/tableStyles" Target="/ppt/tableStyles.xml" Id="R648a92dc240144f2" /><Relationship Type="http://schemas.openxmlformats.org/officeDocument/2006/relationships/font" Target="/ppt/fonts/font.dat" Id="R1ca0e61ac4cb4d6a" /><Relationship Type="http://schemas.openxmlformats.org/officeDocument/2006/relationships/font" Target="/ppt/fonts/font2.dat" Id="Rad4264957c8d4933" /><Relationship Type="http://schemas.openxmlformats.org/officeDocument/2006/relationships/font" Target="/ppt/fonts/font3.dat" Id="R78471db9a5a04ff1" /><Relationship Type="http://schemas.openxmlformats.org/officeDocument/2006/relationships/font" Target="/ppt/fonts/font4.dat" Id="Ra4776a7056bd4adb" /><Relationship Type="http://schemas.openxmlformats.org/officeDocument/2006/relationships/font" Target="/ppt/fonts/font5.dat" Id="R163e6f74974b45a6" /><Relationship Type="http://schemas.openxmlformats.org/officeDocument/2006/relationships/font" Target="/ppt/fonts/font6.dat" Id="R003c7b54b4a84993" /><Relationship Type="http://schemas.openxmlformats.org/officeDocument/2006/relationships/font" Target="/ppt/fonts/font7.dat" Id="R3f958abf87674d5e" /><Relationship Type="http://schemas.openxmlformats.org/officeDocument/2006/relationships/font" Target="/ppt/fonts/font8.dat" Id="Raf1b8e46593348b9" /><Relationship Type="http://schemas.openxmlformats.org/officeDocument/2006/relationships/font" Target="/ppt/fonts/font9.dat" Id="R1ecbfb3b4cdd4a4a" /><Relationship Type="http://schemas.openxmlformats.org/officeDocument/2006/relationships/font" Target="/ppt/fonts/font10.dat" Id="R646be0456eba42c4" /><Relationship Type="http://schemas.openxmlformats.org/officeDocument/2006/relationships/font" Target="/ppt/fonts/font11.dat" Id="Rd974c9dc6e9d4625" /><Relationship Type="http://schemas.openxmlformats.org/officeDocument/2006/relationships/font" Target="/ppt/fonts/font12.dat" Id="R4517cdff107744a7" /><Relationship Type="http://schemas.openxmlformats.org/officeDocument/2006/relationships/font" Target="/ppt/fonts/font13.dat" Id="Rbbce7ce046b34b88" /><Relationship Type="http://schemas.openxmlformats.org/officeDocument/2006/relationships/font" Target="/ppt/fonts/font14.dat" Id="R183b70d6fdbe416c" /><Relationship Type="http://schemas.openxmlformats.org/officeDocument/2006/relationships/slide" Target="/ppt/slides/slide1.xml" Id="R76eb652ae99f49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2a1e6c479f4b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d090a565334065" /><Relationship Type="http://schemas.openxmlformats.org/officeDocument/2006/relationships/notesMaster" Target="/ppt/notesMasters/notesMaster1.xml" Id="R900bdb8820d948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Speaker: Sky 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Merchant boundary contains the external worker. The SQS approval queue belongs to the workflow environment shown on the right. create_order sends an approval request and task token to SQS. The merchant reads that message using ReceiveMessage, then calls SendTaskSuccess with the same token directly against Step Functions. This slide shows acceptance; rejection uses SendTaskFailure. The callback resumes the waiting task. Stripe is an external payment dependency outside our AWS boundary. Both ownership frames have no fill; the template remains visible through the diagram.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/Users/alexau/Documents/HKPUG/aws-community-day-hk-2026-step-functions-testing/src/create_order.asl.json</a:t>
            </a:r>
            <a:endParaRPr/>
          </a:p>
          <a:p xmlns:a="http://schemas.openxmlformats.org/drawingml/2006/main">
            <a:pPr marL="0" lvl="0" indent="0" algn="l">
              <a:spcBef>
                <a:spcPts val="0"/>
              </a:spcBef>
              <a:spcAft>
                <a:spcPts val="0"/>
              </a:spcAft>
              <a:buNone/>
            </a:pPr>
            <a:r>
              <a:t>/Users/alexau/Documents/HKPUG/aws-community-day-hk-2026-step-functions-testing/src/cancel_order.asl.json</a:t>
            </a:r>
            <a:endParaRPr/>
          </a:p>
          <a:p xmlns:a="http://schemas.openxmlformats.org/drawingml/2006/main">
            <a:pPr marL="0" lvl="0" indent="0" algn="l">
              <a:spcBef>
                <a:spcPts val="0"/>
              </a:spcBef>
              <a:spcAft>
                <a:spcPts val="0"/>
              </a:spcAft>
              <a:buNone/>
            </a:pPr>
            <a:r>
              <a:t>/Users/alexau/Documents/HKPUG/aws-community-day-hk-2026-step-functions-testing/src/workflows.md</a:t>
            </a:r>
            <a:endParaRPr/>
          </a:p>
          <a:p xmlns:a="http://schemas.openxmlformats.org/drawingml/2006/main">
            <a:pPr marL="0" lvl="0" indent="0" algn="l">
              <a:spcBef>
                <a:spcPts val="0"/>
              </a:spcBef>
              <a:spcAft>
                <a:spcPts val="0"/>
              </a:spcAft>
              <a:buNone/>
            </a:pPr>
            <a:r>
              <a:t>AWS service icons: existing diagrams 0.25.1 bundled resources.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a32205d5f34c12" /><Relationship Type="http://schemas.openxmlformats.org/officeDocument/2006/relationships/image" Target="/ppt/media/image2.png" Id="R17037c136d204b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c792ce21804df4" /><Relationship Type="http://schemas.openxmlformats.org/officeDocument/2006/relationships/image" Target="/ppt/media/image3.png" Id="Rd39d6aa7174848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7d1e03eab34016" /><Relationship Type="http://schemas.openxmlformats.org/officeDocument/2006/relationships/image" Target="/ppt/media/image4.png" Id="Rce95dbc5af5e49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9ebe2242ea498c" /><Relationship Type="http://schemas.openxmlformats.org/officeDocument/2006/relationships/image" Target="/ppt/media/image5.png" Id="R52aa02a3a66946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f638c29fdd44b8" /></Relationships>
</file>

<file path=ppt/slideLayouts/slideLayout1.xml><?xml version="1.0" encoding="utf-8"?>
<p:sldLayout xmlns:p="http://schemas.openxmlformats.org/presentationml/2006/main" matchingName="Title slide" type="title">
  <p:cSld name="TITLE">
    <p:bg>
      <p:bgPr>
        <a:blipFill xmlns:a="http://schemas.openxmlformats.org/drawingml/2006/main">
          <a:blip xmlns:r="http://schemas.openxmlformats.org/officeDocument/2006/relationships" r:embed="R17037c136d204b28">
            <a:alphaModFix/>
          </a:blip>
          <a:stretch>
            <a:fillRect l="0" t="0" r="0" b="0"/>
          </a:stretch>
        </a:blipFill>
      </p:bgPr>
    </p:bg>
    <p:spTree>
      <p:nvGrpSpPr>
        <p:cNvPr id="1" name=""/>
        <p:cNvGrpSpPr/>
        <p:nvPr/>
      </p:nvGrpSpPr>
      <p:grpSpPr>
        <a:xfrm xmlns:a="http://schemas.openxmlformats.org/drawingml/2006/main"/>
      </p:grpSpPr>
      <p:sp>
        <p:nvSpPr>
          <p:cNvPr id="8" name="Google Shape;8;p2">
            <a:extLst xmlns:a="http://schemas.openxmlformats.org/drawingml/2006/main">
              <a:ext uri="{FF2B5EF4-FFF2-40B4-BE49-F238E27FC236}">
                <a16:creationId xmlns:a16="http://schemas.microsoft.com/office/drawing/2014/main" id="{23C3652B-E99B-4165-9698-E2B4157887E8}"/>
              </a:ext>
            </a:extLst>
          </p:cNvPr>
          <p:cNvSpPr>
            <a:spLocks xmlns:a="http://schemas.openxmlformats.org/drawingml/2006/main" noGrp="1"/>
          </p:cNvSpPr>
          <p:nvPr>
            <p:ph type="sldNum" idx="12"/>
          </p:nvPr>
        </p:nvSpPr>
        <p:spPr>
          <a:xfrm xmlns:a="http://schemas.openxmlformats.org/drawingml/2006/main">
            <a:off x="0" y="4847100"/>
            <a:ext cx="2709300" cy="296400"/>
          </a:xfrm>
          <a:prstGeom xmlns:a="http://schemas.openxmlformats.org/drawingml/2006/main" prst="rect">
            <a:avLst/>
          </a:prstGeom>
        </p:spPr>
        <p:txBody>
          <a:bodyPr xmlns:a="http://schemas.openxmlformats.org/drawingml/2006/main" spcFirstLastPara="1" wrap="square" lIns="91425" tIns="91425" rIns="91425" bIns="91425" anchor="ctr">
            <a:normAutofit fontScale="92500" lnSpcReduction="20000"/>
          </a:bodyPr>
          <a:lstStyle xmlns:a="http://schemas.openxmlformats.org/drawingml/2006/main">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xmlns:a="http://schemas.openxmlformats.org/drawingml/2006/main">
            <a:pPr marL="0" lvl="0" indent="0" algn="l">
              <a:spcBef>
                <a:spcPts val="0"/>
              </a:spcBef>
              <a:spcAft>
                <a:spcPts val="0"/>
              </a:spcAft>
              <a:buNone/>
            </a:pPr>
            <a:r>
              <a:t>2026 © AWS User Group Hong Kong  </a:t>
            </a:r>
            <a:endParaRPr/>
          </a:p>
        </p:txBody>
      </p:sp>
    </p:spTree>
  </p:cSld>
</p:sldLayout>
</file>

<file path=ppt/slideLayouts/slideLayout2.xml><?xml version="1.0" encoding="utf-8"?>
<p:sldLayout xmlns:p="http://schemas.openxmlformats.org/presentationml/2006/main" matchingName="Section header" type="secHead">
  <p:cSld name="SECTION_HEADER">
    <p:bg>
      <p:bgPr>
        <a:blipFill xmlns:a="http://schemas.openxmlformats.org/drawingml/2006/main">
          <a:blip xmlns:r="http://schemas.openxmlformats.org/officeDocument/2006/relationships" r:embed="Rd39d6aa7174848d0">
            <a:alphaModFix/>
          </a:blip>
          <a:stretch>
            <a:fillRect l="0" t="0" r="0" b="0"/>
          </a:stretch>
        </a:blipFill>
      </p:bgPr>
    </p:bg>
    <p:spTree>
      <p:nvGrpSpPr>
        <p:cNvPr id="1" name=""/>
        <p:cNvGrpSpPr/>
        <p:nvPr/>
      </p:nvGrpSpPr>
      <p:grpSpPr>
        <a:xfrm xmlns:a="http://schemas.openxmlformats.org/drawingml/2006/main"/>
      </p:grpSpPr>
      <p:sp>
        <p:nvSpPr>
          <p:cNvPr id="10" name="Google Shape;10;p3">
            <a:extLst xmlns:a="http://schemas.openxmlformats.org/drawingml/2006/main">
              <a:ext uri="{FF2B5EF4-FFF2-40B4-BE49-F238E27FC236}">
                <a16:creationId xmlns:a16="http://schemas.microsoft.com/office/drawing/2014/main" id="{7B748470-6084-41D7-9211-E077C636957E}"/>
              </a:ext>
            </a:extLst>
          </p:cNvPr>
          <p:cNvSpPr>
            <a:spLocks xmlns:a="http://schemas.openxmlformats.org/drawingml/2006/main" noGrp="1"/>
          </p:cNvSpPr>
          <p:nvPr>
            <p:ph type="sldNum" idx="12"/>
          </p:nvPr>
        </p:nvSpPr>
        <p:spPr>
          <a:xfrm xmlns:a="http://schemas.openxmlformats.org/drawingml/2006/main">
            <a:off x="0" y="4847100"/>
            <a:ext cx="2709300" cy="296400"/>
          </a:xfrm>
          <a:prstGeom xmlns:a="http://schemas.openxmlformats.org/drawingml/2006/main" prst="rect">
            <a:avLst/>
          </a:prstGeom>
        </p:spPr>
        <p:txBody>
          <a:bodyPr xmlns:a="http://schemas.openxmlformats.org/drawingml/2006/main" spcFirstLastPara="1" wrap="square" lIns="91425" tIns="91425" rIns="91425" bIns="91425" anchor="ctr">
            <a:normAutofit fontScale="92500" lnSpcReduction="20000"/>
          </a:bodyPr>
          <a:lstStyle xmlns:a="http://schemas.openxmlformats.org/drawingml/2006/main">
            <a:lvl1pPr>
              <a:buNone/>
              <a:defRPr sz="1000">
                <a:solidFill>
                  <a:srgbClr val="232E3E"/>
                </a:solidFill>
                <a:latin typeface="Ubuntu"/>
                <a:ea typeface="Ubuntu"/>
                <a:cs typeface="Ubuntu"/>
              </a:defRPr>
            </a:lvl1pPr>
            <a:lvl2pPr>
              <a:buNone/>
              <a:defRPr sz="1000">
                <a:solidFill>
                  <a:srgbClr val="232E3E"/>
                </a:solidFill>
                <a:latin typeface="Ubuntu"/>
                <a:ea typeface="Ubuntu"/>
                <a:cs typeface="Ubuntu"/>
              </a:defRPr>
            </a:lvl2pPr>
            <a:lvl3pPr>
              <a:buNone/>
              <a:defRPr sz="1000">
                <a:solidFill>
                  <a:srgbClr val="232E3E"/>
                </a:solidFill>
                <a:latin typeface="Ubuntu"/>
                <a:ea typeface="Ubuntu"/>
                <a:cs typeface="Ubuntu"/>
              </a:defRPr>
            </a:lvl3pPr>
            <a:lvl4pPr>
              <a:buNone/>
              <a:defRPr sz="1000">
                <a:solidFill>
                  <a:srgbClr val="232E3E"/>
                </a:solidFill>
                <a:latin typeface="Ubuntu"/>
                <a:ea typeface="Ubuntu"/>
                <a:cs typeface="Ubuntu"/>
              </a:defRPr>
            </a:lvl4pPr>
            <a:lvl5pPr>
              <a:buNone/>
              <a:defRPr sz="1000">
                <a:solidFill>
                  <a:srgbClr val="232E3E"/>
                </a:solidFill>
                <a:latin typeface="Ubuntu"/>
                <a:ea typeface="Ubuntu"/>
                <a:cs typeface="Ubuntu"/>
              </a:defRPr>
            </a:lvl5pPr>
            <a:lvl6pPr>
              <a:buNone/>
              <a:defRPr sz="1000">
                <a:solidFill>
                  <a:srgbClr val="232E3E"/>
                </a:solidFill>
                <a:latin typeface="Ubuntu"/>
                <a:ea typeface="Ubuntu"/>
                <a:cs typeface="Ubuntu"/>
              </a:defRPr>
            </a:lvl6pPr>
            <a:lvl7pPr>
              <a:buNone/>
              <a:defRPr sz="1000">
                <a:solidFill>
                  <a:srgbClr val="232E3E"/>
                </a:solidFill>
                <a:latin typeface="Ubuntu"/>
                <a:ea typeface="Ubuntu"/>
                <a:cs typeface="Ubuntu"/>
              </a:defRPr>
            </a:lvl7pPr>
            <a:lvl8pPr>
              <a:buNone/>
              <a:defRPr sz="1000">
                <a:solidFill>
                  <a:srgbClr val="232E3E"/>
                </a:solidFill>
                <a:latin typeface="Ubuntu"/>
                <a:ea typeface="Ubuntu"/>
                <a:cs typeface="Ubuntu"/>
              </a:defRPr>
            </a:lvl8pPr>
            <a:lvl9pPr>
              <a:buNone/>
              <a:defRPr sz="1000">
                <a:solidFill>
                  <a:srgbClr val="232E3E"/>
                </a:solidFill>
                <a:latin typeface="Ubuntu"/>
                <a:ea typeface="Ubuntu"/>
                <a:cs typeface="Ubuntu"/>
              </a:defRPr>
            </a:lvl9pPr>
          </a:lstStyle>
          <a:p xmlns:a="http://schemas.openxmlformats.org/drawingml/2006/main">
            <a:pPr marL="0" lvl="0" indent="0" algn="l">
              <a:spcBef>
                <a:spcPts val="0"/>
              </a:spcBef>
              <a:spcAft>
                <a:spcPts val="0"/>
              </a:spcAft>
              <a:buNone/>
            </a:pPr>
            <a:r>
              <a:t>2026 © AWS User Group Hong Kong  </a:t>
            </a:r>
            <a:endParaRPr/>
          </a:p>
        </p:txBody>
      </p:sp>
    </p:spTree>
  </p:cSld>
</p:sldLayout>
</file>

<file path=ppt/slideLayouts/slideLayout3.xml><?xml version="1.0" encoding="utf-8"?>
<p:sldLayout xmlns:p="http://schemas.openxmlformats.org/presentationml/2006/main" matchingName="Title and body">
  <p:cSld name="TITLE_AND_BODY">
    <p:bg>
      <p:bgPr>
        <a:blipFill xmlns:a="http://schemas.openxmlformats.org/drawingml/2006/main">
          <a:blip xmlns:r="http://schemas.openxmlformats.org/officeDocument/2006/relationships" r:embed="Rce95dbc5af5e495d">
            <a:alphaModFix/>
          </a:blip>
          <a:stretch>
            <a:fillRect l="0" t="0" r="0" b="0"/>
          </a:stretch>
        </a:blipFill>
      </p:bgPr>
    </p:bg>
    <p:spTree>
      <p:nvGrpSpPr>
        <p:cNvPr id="1" name=""/>
        <p:cNvGrpSpPr/>
        <p:nvPr/>
      </p:nvGrpSpPr>
      <p:grpSpPr>
        <a:xfrm xmlns:a="http://schemas.openxmlformats.org/drawingml/2006/main"/>
      </p:grpSpPr>
      <p:sp>
        <p:nvSpPr>
          <p:cNvPr id="12" name="Google Shape;12;p4">
            <a:extLst xmlns:a="http://schemas.openxmlformats.org/drawingml/2006/main">
              <a:ext uri="{FF2B5EF4-FFF2-40B4-BE49-F238E27FC236}">
                <a16:creationId xmlns:a16="http://schemas.microsoft.com/office/drawing/2014/main" id="{6F473071-CCE6-4CEC-B51A-A1050EC6FA01}"/>
              </a:ext>
            </a:extLst>
          </p:cNvPr>
          <p:cNvSpPr>
            <a:spLocks xmlns:a="http://schemas.openxmlformats.org/drawingml/2006/main" noGrp="1"/>
          </p:cNvSpPr>
          <p:nvPr>
            <p:ph type="sldNum" idx="12"/>
          </p:nvPr>
        </p:nvSpPr>
        <p:spPr>
          <a:xfrm xmlns:a="http://schemas.openxmlformats.org/drawingml/2006/main">
            <a:off x="6434700" y="4811825"/>
            <a:ext cx="2709300" cy="296400"/>
          </a:xfrm>
          <a:prstGeom xmlns:a="http://schemas.openxmlformats.org/drawingml/2006/main" prst="rect">
            <a:avLst/>
          </a:prstGeom>
        </p:spPr>
        <p:txBody>
          <a:bodyPr xmlns:a="http://schemas.openxmlformats.org/drawingml/2006/main" spcFirstLastPara="1" wrap="square" lIns="91425" tIns="91425" rIns="91425" bIns="91425" anchor="ctr">
            <a:normAutofit fontScale="92500" lnSpcReduction="20000"/>
          </a:bodyPr>
          <a:lstStyle xmlns:a="http://schemas.openxmlformats.org/drawingml/2006/main">
            <a:lvl1pPr algn="r">
              <a:buNone/>
              <a:defRPr sz="1000">
                <a:solidFill>
                  <a:schemeClr val="lt1"/>
                </a:solidFill>
                <a:latin typeface="Ubuntu"/>
                <a:ea typeface="Ubuntu"/>
                <a:cs typeface="Ubuntu"/>
              </a:defRPr>
            </a:lvl1pPr>
            <a:lvl2pPr algn="r">
              <a:buNone/>
              <a:defRPr sz="1000">
                <a:solidFill>
                  <a:schemeClr val="lt1"/>
                </a:solidFill>
                <a:latin typeface="Ubuntu"/>
                <a:ea typeface="Ubuntu"/>
                <a:cs typeface="Ubuntu"/>
              </a:defRPr>
            </a:lvl2pPr>
            <a:lvl3pPr algn="r">
              <a:buNone/>
              <a:defRPr sz="1000">
                <a:solidFill>
                  <a:schemeClr val="lt1"/>
                </a:solidFill>
                <a:latin typeface="Ubuntu"/>
                <a:ea typeface="Ubuntu"/>
                <a:cs typeface="Ubuntu"/>
              </a:defRPr>
            </a:lvl3pPr>
            <a:lvl4pPr algn="r">
              <a:buNone/>
              <a:defRPr sz="1000">
                <a:solidFill>
                  <a:schemeClr val="lt1"/>
                </a:solidFill>
                <a:latin typeface="Ubuntu"/>
                <a:ea typeface="Ubuntu"/>
                <a:cs typeface="Ubuntu"/>
              </a:defRPr>
            </a:lvl4pPr>
            <a:lvl5pPr algn="r">
              <a:buNone/>
              <a:defRPr sz="1000">
                <a:solidFill>
                  <a:schemeClr val="lt1"/>
                </a:solidFill>
                <a:latin typeface="Ubuntu"/>
                <a:ea typeface="Ubuntu"/>
                <a:cs typeface="Ubuntu"/>
              </a:defRPr>
            </a:lvl5pPr>
            <a:lvl6pPr algn="r">
              <a:buNone/>
              <a:defRPr sz="1000">
                <a:solidFill>
                  <a:schemeClr val="lt1"/>
                </a:solidFill>
                <a:latin typeface="Ubuntu"/>
                <a:ea typeface="Ubuntu"/>
                <a:cs typeface="Ubuntu"/>
              </a:defRPr>
            </a:lvl6pPr>
            <a:lvl7pPr algn="r">
              <a:buNone/>
              <a:defRPr sz="1000">
                <a:solidFill>
                  <a:schemeClr val="lt1"/>
                </a:solidFill>
                <a:latin typeface="Ubuntu"/>
                <a:ea typeface="Ubuntu"/>
                <a:cs typeface="Ubuntu"/>
              </a:defRPr>
            </a:lvl7pPr>
            <a:lvl8pPr algn="r">
              <a:buNone/>
              <a:defRPr sz="1000">
                <a:solidFill>
                  <a:schemeClr val="lt1"/>
                </a:solidFill>
                <a:latin typeface="Ubuntu"/>
                <a:ea typeface="Ubuntu"/>
                <a:cs typeface="Ubuntu"/>
              </a:defRPr>
            </a:lvl8pPr>
            <a:lvl9pPr algn="r">
              <a:buNone/>
              <a:defRPr sz="1000">
                <a:solidFill>
                  <a:schemeClr val="lt1"/>
                </a:solidFill>
                <a:latin typeface="Ubuntu"/>
                <a:ea typeface="Ubuntu"/>
                <a:cs typeface="Ubuntu"/>
              </a:defRPr>
            </a:lvl9pPr>
          </a:lstStyle>
          <a:p xmlns:a="http://schemas.openxmlformats.org/drawingml/2006/main">
            <a:pPr marL="0" lvl="0" indent="0" algn="r">
              <a:spcBef>
                <a:spcPts val="0"/>
              </a:spcBef>
              <a:spcAft>
                <a:spcPts val="0"/>
              </a:spcAft>
              <a:buNone/>
            </a:pPr>
            <a:r>
              <a:t>2026 © AWS User Group Hong Kong  </a:t>
            </a:r>
            <a:endParaRPr/>
          </a:p>
        </p:txBody>
      </p:sp>
    </p:spTree>
  </p:cSld>
</p:sldLayout>
</file>

<file path=ppt/slideLayouts/slideLayout4.xml><?xml version="1.0" encoding="utf-8"?>
<p:sldLayout xmlns:p="http://schemas.openxmlformats.org/presentationml/2006/main" matchingName="Title and two columns">
  <p:cSld name="TITLE_AND_TWO_COLUMNS">
    <p:bg>
      <p:bgPr>
        <a:blipFill xmlns:a="http://schemas.openxmlformats.org/drawingml/2006/main">
          <a:blip xmlns:r="http://schemas.openxmlformats.org/officeDocument/2006/relationships" r:embed="R52aa02a3a6694686">
            <a:alphaModFix/>
          </a:blip>
          <a:stretch>
            <a:fillRect l="0" t="0" r="0" b="0"/>
          </a:stretch>
        </a:blipFill>
      </p:bgPr>
    </p:bg>
    <p:spTree>
      <p:nvGrpSpPr>
        <p:cNvPr id="1" name=""/>
        <p:cNvGrpSpPr/>
        <p:nvPr/>
      </p:nvGrpSpPr>
      <p:grpSpPr>
        <a:xfrm xmlns:a="http://schemas.openxmlformats.org/drawingml/2006/main"/>
      </p:grpSpPr>
      <p:sp>
        <p:nvSpPr>
          <p:cNvPr id="14" name="Google Shape;14;p5">
            <a:extLst xmlns:a="http://schemas.openxmlformats.org/drawingml/2006/main">
              <a:ext uri="{FF2B5EF4-FFF2-40B4-BE49-F238E27FC236}">
                <a16:creationId xmlns:a16="http://schemas.microsoft.com/office/drawing/2014/main" id="{374587B6-F34E-4711-9E62-325113DA52DA}"/>
              </a:ext>
            </a:extLst>
          </p:cNvPr>
          <p:cNvSpPr>
            <a:spLocks xmlns:a="http://schemas.openxmlformats.org/drawingml/2006/main" noGrp="1"/>
          </p:cNvSpPr>
          <p:nvPr>
            <p:ph type="sldNum" idx="12"/>
          </p:nvPr>
        </p:nvSpPr>
        <p:spPr>
          <a:xfrm xmlns:a="http://schemas.openxmlformats.org/drawingml/2006/main">
            <a:off x="0" y="4847100"/>
            <a:ext cx="2709300" cy="296400"/>
          </a:xfrm>
          <a:prstGeom xmlns:a="http://schemas.openxmlformats.org/drawingml/2006/main" prst="rect">
            <a:avLst/>
          </a:prstGeom>
        </p:spPr>
        <p:txBody>
          <a:bodyPr xmlns:a="http://schemas.openxmlformats.org/drawingml/2006/main" spcFirstLastPara="1" wrap="square" lIns="91425" tIns="91425" rIns="91425" bIns="91425" anchor="ctr">
            <a:normAutofit fontScale="92500" lnSpcReduction="20000"/>
          </a:bodyPr>
          <a:lstStyle xmlns:a="http://schemas.openxmlformats.org/drawingml/2006/main">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xmlns:a="http://schemas.openxmlformats.org/drawingml/2006/main">
            <a:pPr marL="0" lvl="0" indent="0" algn="l">
              <a:spcBef>
                <a:spcPts val="0"/>
              </a:spcBef>
              <a:spcAft>
                <a:spcPts val="0"/>
              </a:spcAft>
              <a:buNone/>
            </a:pPr>
            <a:r>
              <a:t>2026 © AWS User Group Hong Kong  </a:t>
            </a:r>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16" name="Google Shape;16;p6">
            <a:extLst xmlns:a="http://schemas.openxmlformats.org/drawingml/2006/main">
              <a:ext uri="{FF2B5EF4-FFF2-40B4-BE49-F238E27FC236}">
                <a16:creationId xmlns:a16="http://schemas.microsoft.com/office/drawing/2014/main" id="{88B247B0-7FCC-403E-B579-FA58596470F4}"/>
              </a:ext>
            </a:extLst>
          </p:cNvPr>
          <p:cNvSpPr>
            <a:spLocks xmlns:a="http://schemas.openxmlformats.org/drawingml/2006/main" noGrp="1"/>
          </p:cNvSpPr>
          <p:nvPr>
            <p:ph type="sldNum" idx="12"/>
          </p:nvPr>
        </p:nvSpPr>
        <p:spPr>
          <a:xfrm xmlns:a="http://schemas.openxmlformats.org/drawingml/2006/main">
            <a:off x="1120425" y="4847100"/>
            <a:ext cx="2709300" cy="296400"/>
          </a:xfrm>
          <a:prstGeom xmlns:a="http://schemas.openxmlformats.org/drawingml/2006/main" prst="rect">
            <a:avLst/>
          </a:prstGeom>
        </p:spPr>
        <p:txBody>
          <a:bodyPr xmlns:a="http://schemas.openxmlformats.org/drawingml/2006/main" spcFirstLastPara="1" wrap="square" lIns="91425" tIns="91425" rIns="91425" bIns="91425" anchor="ctr">
            <a:normAutofit fontScale="92500" lnSpcReduction="20000"/>
          </a:bodyPr>
          <a:lstStyle xmlns:a="http://schemas.openxmlformats.org/drawingml/2006/main">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xmlns:a="http://schemas.openxmlformats.org/drawingml/2006/main">
            <a:pPr marL="0" lvl="0" indent="0" algn="l">
              <a:spcBef>
                <a:spcPts val="0"/>
              </a:spcBef>
              <a:spcAft>
                <a:spcPts val="0"/>
              </a:spcAft>
              <a:buNone/>
            </a:pPr>
            <a:r>
              <a:t>2026 © AWS User Group Hong Kong  </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c049b0ffd51f4811" /><Relationship Type="http://schemas.openxmlformats.org/officeDocument/2006/relationships/theme" Target="/ppt/slideMasters/theme/theme2.xml" Id="R1cb22a2dda474053" /><Relationship Type="http://schemas.openxmlformats.org/officeDocument/2006/relationships/slideLayout" Target="/ppt/slideLayouts/slideLayout1.xml" Id="R850277eebf1c4e2f" /><Relationship Type="http://schemas.openxmlformats.org/officeDocument/2006/relationships/slideLayout" Target="/ppt/slideLayouts/slideLayout2.xml" Id="R99b1c56e07ae4c36" /><Relationship Type="http://schemas.openxmlformats.org/officeDocument/2006/relationships/slideLayout" Target="/ppt/slideLayouts/slideLayout3.xml" Id="Rb18eb200ae78413d" /><Relationship Type="http://schemas.openxmlformats.org/officeDocument/2006/relationships/slideLayout" Target="/ppt/slideLayouts/slideLayout4.xml" Id="R3ee48cb9b9bf4deb" /><Relationship Type="http://schemas.openxmlformats.org/officeDocument/2006/relationships/slideLayout" Target="/ppt/slideLayouts/slideLayout5.xml" Id="Rff5b962872314ae1" /></Relationships>
</file>

<file path=ppt/slideMasters/slideMaster1.xml><?xml version="1.0" encoding="utf-8"?>
<p:sldMaster xmlns:p="http://schemas.openxmlformats.org/presentationml/2006/main">
  <p:cSld name="simple-light-2">
    <p:bg>
      <p:bgPr>
        <a:blipFill xmlns:a="http://schemas.openxmlformats.org/drawingml/2006/main">
          <a:blip xmlns:r="http://schemas.openxmlformats.org/officeDocument/2006/relationships" r:embed="Rc049b0ffd51f4811">
            <a:alphaModFix/>
          </a:blip>
          <a:stretch>
            <a:fillRect l="0" t="0" r="0" b="0"/>
          </a:stretch>
        </a:blip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EC7047A9-4F24-4342-9A37-6DB8D7050687}"/>
              </a:ext>
            </a:extLst>
          </p:cNvPr>
          <p:cNvSpPr>
            <a:spLocks xmlns:a="http://schemas.openxmlformats.org/drawingml/2006/main" noGrp="1"/>
          </p:cNvSpPr>
          <p:nvPr>
            <p:ph type="sldNum" idx="12"/>
          </p:nvPr>
        </p:nvSpPr>
        <p:spPr>
          <a:xfrm xmlns:a="http://schemas.openxmlformats.org/drawingml/2006/main">
            <a:off x="1120425" y="4847100"/>
            <a:ext cx="2709300" cy="29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92500" lnSpcReduction="20000"/>
          </a:bodyPr>
          <a:lstStyle xmlns:a="http://schemas.openxmlformats.org/drawingml/2006/main">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xmlns:a="http://schemas.openxmlformats.org/drawingml/2006/main">
            <a:pPr marL="0" lvl="0" indent="0" algn="l">
              <a:spcBef>
                <a:spcPts val="0"/>
              </a:spcBef>
              <a:spcAft>
                <a:spcPts val="0"/>
              </a:spcAft>
              <a:buNone/>
            </a:pPr>
            <a:r>
              <a:t>2026 © AWS User Group Hong Kong  </a:t>
            </a:r>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50277eebf1c4e2f"/>
    <p:sldLayoutId xmlns:r="http://schemas.openxmlformats.org/officeDocument/2006/relationships" id="2147483650" r:id="R99b1c56e07ae4c36"/>
    <p:sldLayoutId xmlns:r="http://schemas.openxmlformats.org/officeDocument/2006/relationships" id="2147483651" r:id="Rb18eb200ae78413d"/>
    <p:sldLayoutId xmlns:r="http://schemas.openxmlformats.org/officeDocument/2006/relationships" id="2147483652" r:id="R3ee48cb9b9bf4deb"/>
    <p:sldLayoutId xmlns:r="http://schemas.openxmlformats.org/officeDocument/2006/relationships" id="2147483653" r:id="Rff5b962872314ae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4.xml" Id="Rbfd87f6e8f684369" /><Relationship Type="http://schemas.openxmlformats.org/officeDocument/2006/relationships/image" Target="/ppt/media/image6.png" Id="R7a056c2a6bba4099" /><Relationship Type="http://schemas.openxmlformats.org/officeDocument/2006/relationships/image" Target="/ppt/media/image7.png" Id="R560ef8aafb0e464e" /><Relationship Type="http://schemas.openxmlformats.org/officeDocument/2006/relationships/image" Target="/ppt/media/image8.png" Id="R315e9015f1264af2" /><Relationship Type="http://schemas.openxmlformats.org/officeDocument/2006/relationships/image" Target="/ppt/media/image9.png" Id="R759db780633d4dbc" /><Relationship Type="http://schemas.openxmlformats.org/officeDocument/2006/relationships/image" Target="/ppt/media/image10.png" Id="R9b857e1fa516428d" /><Relationship Type="http://schemas.openxmlformats.org/officeDocument/2006/relationships/image" Target="/ppt/media/image11.png" Id="R3dd16311d4464410" /><Relationship Type="http://schemas.openxmlformats.org/officeDocument/2006/relationships/image" Target="/ppt/media/image12.png" Id="Rcd61e344e5764157" /><Relationship Type="http://schemas.openxmlformats.org/officeDocument/2006/relationships/image" Target="/ppt/media/image13.png" Id="Rc64b91caaab04680" /><Relationship Type="http://schemas.openxmlformats.org/officeDocument/2006/relationships/notesSlide" Target="/ppt/notesSlides/notesSlide1.xml" Id="Rfaef2fb2599d4e8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 name="slide-title">
            <a:extLst xmlns:a="http://schemas.openxmlformats.org/drawingml/2006/main">
              <a:ext uri="{FF2B5EF4-FFF2-40B4-BE49-F238E27FC236}">
                <a16:creationId xmlns:a16="http://schemas.microsoft.com/office/drawing/2014/main" id="{17CCE4E6-7BE3-4F18-A013-631E31CDD032}"/>
              </a:ext>
            </a:extLst>
          </p:cNvPr>
          <p:cNvSpPr>
            <a:spLocks xmlns:a="http://schemas.openxmlformats.org/drawingml/2006/main" noGrp="1"/>
          </p:cNvSpPr>
          <p:nvPr/>
        </p:nvSpPr>
        <p:spPr>
          <a:xfrm xmlns:a="http://schemas.openxmlformats.org/drawingml/2006/main">
            <a:off x="619125" y="752475"/>
            <a:ext cx="790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xmlns:a="http://schemas.openxmlformats.org/drawingml/2006/main">
            <a:pPr algn="l">
              <a:defRPr sz="2250" b="0">
                <a:solidFill>
                  <a:srgbClr val="202D3E"/>
                </a:solidFill>
                <a:latin typeface="Ubuntu Light"/>
                <a:ea typeface="Ubuntu Light"/>
                <a:cs typeface="Ubuntu Light"/>
              </a:defRPr>
            </a:pPr>
            <a:r>
              <a:rPr b="0">
                <a:latin typeface="Ubuntu Light"/>
                <a:ea typeface="Ubuntu Light"/>
                <a:cs typeface="Ubuntu Light"/>
              </a:rPr>
              <a:t>AWS workflow architecture</a:t>
            </a:r>
          </a:p>
        </p:txBody>
      </p:sp>
      <p:sp>
        <p:nvSpPr>
          <p:cNvPr id="2" name="merchant-boundary">
            <a:extLst xmlns:a="http://schemas.openxmlformats.org/drawingml/2006/main">
              <a:ext uri="{FF2B5EF4-FFF2-40B4-BE49-F238E27FC236}">
                <a16:creationId xmlns:a16="http://schemas.microsoft.com/office/drawing/2014/main" id="{389CC07E-3E12-41BE-A487-758CB6DAC5E0}"/>
              </a:ext>
            </a:extLst>
          </p:cNvPr>
          <p:cNvSpPr>
            <a:spLocks xmlns:a="http://schemas.openxmlformats.org/drawingml/2006/main" noGrp="1"/>
          </p:cNvSpPr>
          <p:nvPr/>
        </p:nvSpPr>
        <p:spPr>
          <a:xfrm xmlns:a="http://schemas.openxmlformats.org/drawingml/2006/main">
            <a:off x="619125" y="1390650"/>
            <a:ext cx="1857375" cy="3009900"/>
          </a:xfrm>
          <a:prstGeom xmlns:a="http://schemas.openxmlformats.org/drawingml/2006/main" prst="rect">
            <a:avLst/>
          </a:prstGeom>
          <a:noFill xmlns:a="http://schemas.openxmlformats.org/drawingml/2006/main"/>
          <a:ln xmlns:a="http://schemas.openxmlformats.org/drawingml/2006/main" w="13335">
            <a:solidFill>
              <a:srgbClr val="8299B0"/>
            </a:solidFill>
          </a:ln>
        </p:spPr>
      </p:sp>
      <p:sp>
        <p:nvSpPr>
          <p:cNvPr id="3" name="our-aws-boundary">
            <a:extLst xmlns:a="http://schemas.openxmlformats.org/drawingml/2006/main">
              <a:ext uri="{FF2B5EF4-FFF2-40B4-BE49-F238E27FC236}">
                <a16:creationId xmlns:a16="http://schemas.microsoft.com/office/drawing/2014/main" id="{D4653DBB-882E-4F88-A217-4E34003ADEDC}"/>
              </a:ext>
            </a:extLst>
          </p:cNvPr>
          <p:cNvSpPr>
            <a:spLocks xmlns:a="http://schemas.openxmlformats.org/drawingml/2006/main" noGrp="1"/>
          </p:cNvSpPr>
          <p:nvPr/>
        </p:nvSpPr>
        <p:spPr>
          <a:xfrm xmlns:a="http://schemas.openxmlformats.org/drawingml/2006/main">
            <a:off x="2714625" y="1390650"/>
            <a:ext cx="5810250" cy="3009900"/>
          </a:xfrm>
          <a:prstGeom xmlns:a="http://schemas.openxmlformats.org/drawingml/2006/main" prst="rect">
            <a:avLst/>
          </a:prstGeom>
          <a:noFill xmlns:a="http://schemas.openxmlformats.org/drawingml/2006/main"/>
          <a:ln xmlns:a="http://schemas.openxmlformats.org/drawingml/2006/main" w="13335">
            <a:solidFill>
              <a:srgbClr val="8299B0"/>
            </a:solidFill>
          </a:ln>
        </p:spPr>
      </p:sp>
      <p:sp>
        <p:nvSpPr>
          <p:cNvPr id="4" name="merchant-heading">
            <a:extLst xmlns:a="http://schemas.openxmlformats.org/drawingml/2006/main">
              <a:ext uri="{FF2B5EF4-FFF2-40B4-BE49-F238E27FC236}">
                <a16:creationId xmlns:a16="http://schemas.microsoft.com/office/drawing/2014/main" id="{300BCA0D-CBC7-4399-9513-F65762C0D07E}"/>
              </a:ext>
            </a:extLst>
          </p:cNvPr>
          <p:cNvSpPr>
            <a:spLocks xmlns:a="http://schemas.openxmlformats.org/drawingml/2006/main" noGrp="1"/>
          </p:cNvSpPr>
          <p:nvPr/>
        </p:nvSpPr>
        <p:spPr>
          <a:xfrm xmlns:a="http://schemas.openxmlformats.org/drawingml/2006/main">
            <a:off x="762000" y="1504950"/>
            <a:ext cx="1562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xmlns:a="http://schemas.openxmlformats.org/drawingml/2006/main">
            <a:pPr algn="l">
              <a:defRPr sz="1575" b="0">
                <a:solidFill>
                  <a:srgbClr val="202D3E"/>
                </a:solidFill>
                <a:latin typeface="Ubuntu Light"/>
                <a:ea typeface="Ubuntu Light"/>
                <a:cs typeface="Ubuntu Light"/>
              </a:defRPr>
            </a:pPr>
            <a:r>
              <a:rPr b="0">
                <a:latin typeface="Ubuntu Light"/>
                <a:ea typeface="Ubuntu Light"/>
                <a:cs typeface="Ubuntu Light"/>
              </a:rPr>
              <a:t>Merchant</a:t>
            </a:r>
          </a:p>
        </p:txBody>
      </p:sp>
      <p:sp>
        <p:nvSpPr>
          <p:cNvPr id="5" name="our-heading">
            <a:extLst xmlns:a="http://schemas.openxmlformats.org/drawingml/2006/main">
              <a:ext uri="{FF2B5EF4-FFF2-40B4-BE49-F238E27FC236}">
                <a16:creationId xmlns:a16="http://schemas.microsoft.com/office/drawing/2014/main" id="{28AC0665-A6B6-48EF-9D83-6E86070405DC}"/>
              </a:ext>
            </a:extLst>
          </p:cNvPr>
          <p:cNvSpPr>
            <a:spLocks xmlns:a="http://schemas.openxmlformats.org/drawingml/2006/main" noGrp="1"/>
          </p:cNvSpPr>
          <p:nvPr/>
        </p:nvSpPr>
        <p:spPr>
          <a:xfrm xmlns:a="http://schemas.openxmlformats.org/drawingml/2006/main">
            <a:off x="2857500" y="1504950"/>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xmlns:a="http://schemas.openxmlformats.org/drawingml/2006/main">
            <a:pPr algn="l">
              <a:defRPr sz="1575" b="0">
                <a:solidFill>
                  <a:srgbClr val="202D3E"/>
                </a:solidFill>
                <a:latin typeface="Ubuntu Light"/>
                <a:ea typeface="Ubuntu Light"/>
                <a:cs typeface="Ubuntu Light"/>
              </a:defRPr>
            </a:pPr>
            <a:r>
              <a:rPr b="0">
                <a:latin typeface="Ubuntu Light"/>
                <a:ea typeface="Ubuntu Light"/>
                <a:cs typeface="Ubuntu Light"/>
              </a:rPr>
              <a:t>Our AWS application</a:t>
            </a:r>
          </a:p>
        </p:txBody>
      </p:sp>
      <p:pic>
        <p:nvPicPr>
          <p:cNvPr id="6" name="">
            <a:extLst xmlns:a="http://schemas.openxmlformats.org/drawingml/2006/main">
              <a:ext uri="{FF2B5EF4-FFF2-40B4-BE49-F238E27FC236}">
                <a16:creationId xmlns:a16="http://schemas.microsoft.com/office/drawing/2014/main" id="{8CCA08DC-8DE2-41DE-A8D7-367E04F01BBC}"/>
              </a:ext>
            </a:extLst>
          </p:cNvPr>
          <p:cNvPicPr>
            <a:picLocks xmlns:a="http://schemas.openxmlformats.org/drawingml/2006/main" noChangeAspect="1"/>
          </p:cNvPicPr>
          <p:nvPr/>
        </p:nvPicPr>
        <p:blipFill>
          <a:blip xmlns:r="http://schemas.openxmlformats.org/officeDocument/2006/relationships" xmlns:a="http://schemas.openxmlformats.org/drawingml/2006/main" r:embed="R7a056c2a6bba4099"/>
          <a:stretch xmlns:a="http://schemas.openxmlformats.org/drawingml/2006/main"/>
        </p:blipFill>
        <p:spPr>
          <a:xfrm xmlns:a="http://schemas.openxmlformats.org/drawingml/2006/main">
            <a:off x="1209675" y="2676525"/>
            <a:ext cx="457200" cy="4572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268A11F1-BDEE-44AF-9B29-A91D81E4A58A}"/>
              </a:ext>
            </a:extLst>
          </p:cNvPr>
          <p:cNvPicPr>
            <a:picLocks xmlns:a="http://schemas.openxmlformats.org/drawingml/2006/main" noChangeAspect="1"/>
          </p:cNvPicPr>
          <p:nvPr/>
        </p:nvPicPr>
        <p:blipFill>
          <a:blip xmlns:r="http://schemas.openxmlformats.org/officeDocument/2006/relationships" xmlns:a="http://schemas.openxmlformats.org/drawingml/2006/main" r:embed="R560ef8aafb0e464e"/>
          <a:stretch xmlns:a="http://schemas.openxmlformats.org/drawingml/2006/main"/>
        </p:blipFill>
        <p:spPr>
          <a:xfrm xmlns:a="http://schemas.openxmlformats.org/drawingml/2006/main">
            <a:off x="2971800" y="2676525"/>
            <a:ext cx="457200" cy="4572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804DD0F-B92C-47EC-B45A-A565554AA10D}"/>
              </a:ext>
            </a:extLst>
          </p:cNvPr>
          <p:cNvPicPr>
            <a:picLocks xmlns:a="http://schemas.openxmlformats.org/drawingml/2006/main" noChangeAspect="1"/>
          </p:cNvPicPr>
          <p:nvPr/>
        </p:nvPicPr>
        <p:blipFill>
          <a:blip xmlns:r="http://schemas.openxmlformats.org/officeDocument/2006/relationships" xmlns:a="http://schemas.openxmlformats.org/drawingml/2006/main" r:embed="R315e9015f1264af2"/>
          <a:stretch xmlns:a="http://schemas.openxmlformats.org/drawingml/2006/main"/>
        </p:blipFill>
        <p:spPr>
          <a:xfrm xmlns:a="http://schemas.openxmlformats.org/drawingml/2006/main">
            <a:off x="4038600" y="3028950"/>
            <a:ext cx="457200" cy="4572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50E3FA3-982F-450E-8FB8-376B3BBB1DCD}"/>
              </a:ext>
            </a:extLst>
          </p:cNvPr>
          <p:cNvPicPr>
            <a:picLocks xmlns:a="http://schemas.openxmlformats.org/drawingml/2006/main" noChangeAspect="1"/>
          </p:cNvPicPr>
          <p:nvPr/>
        </p:nvPicPr>
        <p:blipFill>
          <a:blip xmlns:r="http://schemas.openxmlformats.org/officeDocument/2006/relationships" xmlns:a="http://schemas.openxmlformats.org/drawingml/2006/main" r:embed="R759db780633d4dbc"/>
          <a:stretch xmlns:a="http://schemas.openxmlformats.org/drawingml/2006/main"/>
        </p:blipFill>
        <p:spPr>
          <a:xfrm xmlns:a="http://schemas.openxmlformats.org/drawingml/2006/main">
            <a:off x="7715250" y="3028950"/>
            <a:ext cx="457200" cy="4572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F323ABC-DC04-44E0-8D10-5F6D84366F27}"/>
              </a:ext>
            </a:extLst>
          </p:cNvPr>
          <p:cNvPicPr>
            <a:picLocks xmlns:a="http://schemas.openxmlformats.org/drawingml/2006/main" noChangeAspect="1"/>
          </p:cNvPicPr>
          <p:nvPr/>
        </p:nvPicPr>
        <p:blipFill>
          <a:blip xmlns:r="http://schemas.openxmlformats.org/officeDocument/2006/relationships" xmlns:a="http://schemas.openxmlformats.org/drawingml/2006/main" r:embed="R9b857e1fa516428d"/>
          <a:stretch xmlns:a="http://schemas.openxmlformats.org/drawingml/2006/main"/>
        </p:blipFill>
        <p:spPr>
          <a:xfrm xmlns:a="http://schemas.openxmlformats.org/drawingml/2006/main">
            <a:off x="5953125" y="2190750"/>
            <a:ext cx="457200" cy="4572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E79CBBA-A91C-485E-BF82-97798161C9FE}"/>
              </a:ext>
            </a:extLst>
          </p:cNvPr>
          <p:cNvPicPr>
            <a:picLocks xmlns:a="http://schemas.openxmlformats.org/drawingml/2006/main" noChangeAspect="1"/>
          </p:cNvPicPr>
          <p:nvPr/>
        </p:nvPicPr>
        <p:blipFill>
          <a:blip xmlns:r="http://schemas.openxmlformats.org/officeDocument/2006/relationships" xmlns:a="http://schemas.openxmlformats.org/drawingml/2006/main" r:embed="R3dd16311d4464410"/>
          <a:stretch xmlns:a="http://schemas.openxmlformats.org/drawingml/2006/main"/>
        </p:blipFill>
        <p:spPr>
          <a:xfrm xmlns:a="http://schemas.openxmlformats.org/drawingml/2006/main">
            <a:off x="5953125" y="3676650"/>
            <a:ext cx="457200" cy="4572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C4E998CE-4FD2-41CD-ADD7-52A7C027D64E}"/>
              </a:ext>
            </a:extLst>
          </p:cNvPr>
          <p:cNvPicPr>
            <a:picLocks xmlns:a="http://schemas.openxmlformats.org/drawingml/2006/main" noChangeAspect="1"/>
          </p:cNvPicPr>
          <p:nvPr/>
        </p:nvPicPr>
        <p:blipFill>
          <a:blip xmlns:r="http://schemas.openxmlformats.org/officeDocument/2006/relationships" xmlns:a="http://schemas.openxmlformats.org/drawingml/2006/main" r:embed="Rcd61e344e5764157"/>
          <a:stretch xmlns:a="http://schemas.openxmlformats.org/drawingml/2006/main"/>
        </p:blipFill>
        <p:spPr>
          <a:xfrm xmlns:a="http://schemas.openxmlformats.org/drawingml/2006/main">
            <a:off x="5953125" y="1562100"/>
            <a:ext cx="457200" cy="457200"/>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7FFDF416-749A-4533-A215-F609525CDB34}"/>
              </a:ext>
            </a:extLst>
          </p:cNvPr>
          <p:cNvPicPr>
            <a:picLocks xmlns:a="http://schemas.openxmlformats.org/drawingml/2006/main" noChangeAspect="1"/>
          </p:cNvPicPr>
          <p:nvPr/>
        </p:nvPicPr>
        <p:blipFill>
          <a:blip xmlns:r="http://schemas.openxmlformats.org/officeDocument/2006/relationships" xmlns:a="http://schemas.openxmlformats.org/drawingml/2006/main" r:embed="Rc64b91caaab04680"/>
          <a:stretch xmlns:a="http://schemas.openxmlformats.org/drawingml/2006/main"/>
        </p:blipFill>
        <p:spPr>
          <a:xfrm xmlns:a="http://schemas.openxmlformats.org/drawingml/2006/main">
            <a:off x="5953125" y="4552950"/>
            <a:ext cx="457200" cy="457200"/>
          </a:xfrm>
          <a:prstGeom xmlns:a="http://schemas.openxmlformats.org/drawingml/2006/main" prst="rect">
            <a:avLst/>
          </a:prstGeom>
        </p:spPr>
      </p:pic>
      <p:sp>
        <p:nvSpPr>
          <p:cNvPr id="14" name="worker-label">
            <a:extLst xmlns:a="http://schemas.openxmlformats.org/drawingml/2006/main">
              <a:ext uri="{FF2B5EF4-FFF2-40B4-BE49-F238E27FC236}">
                <a16:creationId xmlns:a16="http://schemas.microsoft.com/office/drawing/2014/main" id="{7461CFF3-4A75-4AF7-A7D7-F6D4DC344C0A}"/>
              </a:ext>
            </a:extLst>
          </p:cNvPr>
          <p:cNvSpPr>
            <a:spLocks xmlns:a="http://schemas.openxmlformats.org/drawingml/2006/main" noGrp="1"/>
          </p:cNvSpPr>
          <p:nvPr/>
        </p:nvSpPr>
        <p:spPr>
          <a:xfrm xmlns:a="http://schemas.openxmlformats.org/drawingml/2006/main">
            <a:off x="952500" y="32385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xmlns:a="http://schemas.openxmlformats.org/drawingml/2006/main">
            <a:pPr algn="ctr">
              <a:defRPr sz="1350" b="0">
                <a:solidFill>
                  <a:srgbClr val="202D3E"/>
                </a:solidFill>
                <a:latin typeface="Ubuntu Light"/>
                <a:ea typeface="Ubuntu Light"/>
                <a:cs typeface="Ubuntu Light"/>
              </a:defRPr>
            </a:pPr>
            <a:r>
              <a:rPr b="0">
                <a:latin typeface="Ubuntu Light"/>
                <a:ea typeface="Ubuntu Light"/>
                <a:cs typeface="Ubuntu Light"/>
              </a:rPr>
              <a:t>Worker</a:t>
            </a:r>
          </a:p>
        </p:txBody>
      </p:sp>
      <p:sp>
        <p:nvSpPr>
          <p:cNvPr id="15" name="queue-label">
            <a:extLst xmlns:a="http://schemas.openxmlformats.org/drawingml/2006/main">
              <a:ext uri="{FF2B5EF4-FFF2-40B4-BE49-F238E27FC236}">
                <a16:creationId xmlns:a16="http://schemas.microsoft.com/office/drawing/2014/main" id="{8C6111AD-2750-4757-AA1A-36015E04023D}"/>
              </a:ext>
            </a:extLst>
          </p:cNvPr>
          <p:cNvSpPr>
            <a:spLocks xmlns:a="http://schemas.openxmlformats.org/drawingml/2006/main" noGrp="1"/>
          </p:cNvSpPr>
          <p:nvPr/>
        </p:nvSpPr>
        <p:spPr>
          <a:xfrm xmlns:a="http://schemas.openxmlformats.org/drawingml/2006/main">
            <a:off x="2762250" y="2209800"/>
            <a:ext cx="109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xmlns:a="http://schemas.openxmlformats.org/drawingml/2006/main">
            <a:pPr algn="ctr">
              <a:defRPr sz="1275" b="0">
                <a:solidFill>
                  <a:srgbClr val="202D3E"/>
                </a:solidFill>
                <a:latin typeface="Ubuntu Light"/>
                <a:ea typeface="Ubuntu Light"/>
                <a:cs typeface="Ubuntu Light"/>
              </a:defRPr>
            </a:pPr>
            <a:r>
              <a:rPr b="0">
                <a:latin typeface="Ubuntu Light"/>
                <a:ea typeface="Ubuntu Light"/>
                <a:cs typeface="Ubuntu Light"/>
              </a:rPr>
              <a:t>SQS</a:t>
            </a:r>
          </a:p>
          <a:p xmlns:a="http://schemas.openxmlformats.org/drawingml/2006/main">
            <a:pPr algn="ctr">
              <a:defRPr sz="1275" b="0">
                <a:solidFill>
                  <a:srgbClr val="202D3E"/>
                </a:solidFill>
                <a:latin typeface="Ubuntu Light"/>
                <a:ea typeface="Ubuntu Light"/>
                <a:cs typeface="Ubuntu Light"/>
              </a:defRPr>
            </a:pPr>
            <a:r>
              <a:rPr b="0">
                <a:latin typeface="Ubuntu Light"/>
                <a:ea typeface="Ubuntu Light"/>
                <a:cs typeface="Ubuntu Light"/>
              </a:rPr>
              <a:t>Approval queue</a:t>
            </a:r>
          </a:p>
        </p:txBody>
      </p:sp>
      <p:sp>
        <p:nvSpPr>
          <p:cNvPr id="16" name="create-label">
            <a:extLst xmlns:a="http://schemas.openxmlformats.org/drawingml/2006/main">
              <a:ext uri="{FF2B5EF4-FFF2-40B4-BE49-F238E27FC236}">
                <a16:creationId xmlns:a16="http://schemas.microsoft.com/office/drawing/2014/main" id="{92BD64A4-C455-4F0A-9513-E5BE875AB0C4}"/>
              </a:ext>
            </a:extLst>
          </p:cNvPr>
          <p:cNvSpPr>
            <a:spLocks xmlns:a="http://schemas.openxmlformats.org/drawingml/2006/main" noGrp="1"/>
          </p:cNvSpPr>
          <p:nvPr/>
        </p:nvSpPr>
        <p:spPr>
          <a:xfrm xmlns:a="http://schemas.openxmlformats.org/drawingml/2006/main">
            <a:off x="3829050" y="3562350"/>
            <a:ext cx="1485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xmlns:a="http://schemas.openxmlformats.org/drawingml/2006/main">
            <a:pPr algn="ctr">
              <a:defRPr sz="1275" b="0">
                <a:solidFill>
                  <a:srgbClr val="202D3E"/>
                </a:solidFill>
                <a:latin typeface="Ubuntu Light"/>
                <a:ea typeface="Ubuntu Light"/>
                <a:cs typeface="Ubuntu Light"/>
              </a:defRPr>
            </a:pPr>
            <a:r>
              <a:rPr b="0">
                <a:latin typeface="Ubuntu Light"/>
                <a:ea typeface="Ubuntu Light"/>
                <a:cs typeface="Ubuntu Light"/>
              </a:rPr>
              <a:t/>
            </a:r>
            <a:r>
              <a:rPr b="0">
                <a:latin typeface="Menlo"/>
                <a:ea typeface="Menlo"/>
                <a:cs typeface="Menlo"/>
              </a:rPr>
              <a:t>create_order</a:t>
            </a:r>
            <a:r>
              <a:rPr b="0">
                <a:latin typeface="Ubuntu Light"/>
                <a:ea typeface="Ubuntu Light"/>
                <a:cs typeface="Ubuntu Light"/>
              </a:rPr>
              <a:t/>
            </a:r>
          </a:p>
          <a:p xmlns:a="http://schemas.openxmlformats.org/drawingml/2006/main">
            <a:pPr algn="ctr">
              <a:defRPr sz="1275" b="0">
                <a:solidFill>
                  <a:srgbClr val="202D3E"/>
                </a:solidFill>
                <a:latin typeface="Ubuntu Light"/>
                <a:ea typeface="Ubuntu Light"/>
                <a:cs typeface="Ubuntu Light"/>
              </a:defRPr>
            </a:pPr>
            <a:r>
              <a:rPr b="0">
                <a:latin typeface="Ubuntu Light"/>
                <a:ea typeface="Ubuntu Light"/>
                <a:cs typeface="Ubuntu Light"/>
              </a:rPr>
              <a:t>Step Functions</a:t>
            </a:r>
          </a:p>
        </p:txBody>
      </p:sp>
      <p:sp>
        <p:nvSpPr>
          <p:cNvPr id="17" name="cancel-label">
            <a:extLst xmlns:a="http://schemas.openxmlformats.org/drawingml/2006/main">
              <a:ext uri="{FF2B5EF4-FFF2-40B4-BE49-F238E27FC236}">
                <a16:creationId xmlns:a16="http://schemas.microsoft.com/office/drawing/2014/main" id="{8D73AEDE-84AA-4424-AB17-D5D3468D3C25}"/>
              </a:ext>
            </a:extLst>
          </p:cNvPr>
          <p:cNvSpPr>
            <a:spLocks xmlns:a="http://schemas.openxmlformats.org/drawingml/2006/main" noGrp="1"/>
          </p:cNvSpPr>
          <p:nvPr/>
        </p:nvSpPr>
        <p:spPr>
          <a:xfrm xmlns:a="http://schemas.openxmlformats.org/drawingml/2006/main">
            <a:off x="7096125" y="3562350"/>
            <a:ext cx="1447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xmlns:a="http://schemas.openxmlformats.org/drawingml/2006/main">
            <a:pPr algn="ctr">
              <a:defRPr sz="1275" b="0">
                <a:solidFill>
                  <a:srgbClr val="202D3E"/>
                </a:solidFill>
                <a:latin typeface="Ubuntu Light"/>
                <a:ea typeface="Ubuntu Light"/>
                <a:cs typeface="Ubuntu Light"/>
              </a:defRPr>
            </a:pPr>
            <a:r>
              <a:rPr b="0">
                <a:latin typeface="Ubuntu Light"/>
                <a:ea typeface="Ubuntu Light"/>
                <a:cs typeface="Ubuntu Light"/>
              </a:rPr>
              <a:t/>
            </a:r>
            <a:r>
              <a:rPr b="0">
                <a:latin typeface="Menlo"/>
                <a:ea typeface="Menlo"/>
                <a:cs typeface="Menlo"/>
              </a:rPr>
              <a:t>cancel_order</a:t>
            </a:r>
            <a:r>
              <a:rPr b="0">
                <a:latin typeface="Ubuntu Light"/>
                <a:ea typeface="Ubuntu Light"/>
                <a:cs typeface="Ubuntu Light"/>
              </a:rPr>
              <a:t/>
            </a:r>
          </a:p>
          <a:p xmlns:a="http://schemas.openxmlformats.org/drawingml/2006/main">
            <a:pPr algn="ctr">
              <a:defRPr sz="1275" b="0">
                <a:solidFill>
                  <a:srgbClr val="202D3E"/>
                </a:solidFill>
                <a:latin typeface="Ubuntu Light"/>
                <a:ea typeface="Ubuntu Light"/>
                <a:cs typeface="Ubuntu Light"/>
              </a:defRPr>
            </a:pPr>
            <a:r>
              <a:rPr b="0">
                <a:latin typeface="Ubuntu Light"/>
                <a:ea typeface="Ubuntu Light"/>
                <a:cs typeface="Ubuntu Light"/>
              </a:rPr>
              <a:t>Step Functions</a:t>
            </a:r>
          </a:p>
        </p:txBody>
      </p:sp>
      <p:sp>
        <p:nvSpPr>
          <p:cNvPr id="18" name="orders-label">
            <a:extLst xmlns:a="http://schemas.openxmlformats.org/drawingml/2006/main">
              <a:ext uri="{FF2B5EF4-FFF2-40B4-BE49-F238E27FC236}">
                <a16:creationId xmlns:a16="http://schemas.microsoft.com/office/drawing/2014/main" id="{B9875482-492D-4702-88D3-650B2EDC7520}"/>
              </a:ext>
            </a:extLst>
          </p:cNvPr>
          <p:cNvSpPr>
            <a:spLocks xmlns:a="http://schemas.openxmlformats.org/drawingml/2006/main" noGrp="1"/>
          </p:cNvSpPr>
          <p:nvPr/>
        </p:nvSpPr>
        <p:spPr>
          <a:xfrm xmlns:a="http://schemas.openxmlformats.org/drawingml/2006/main">
            <a:off x="5772150" y="2705100"/>
            <a:ext cx="83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13" b="0">
                <a:solidFill>
                  <a:srgbClr val="202D3E"/>
                </a:solidFill>
                <a:latin typeface="Ubuntu Light"/>
                <a:ea typeface="Ubuntu Light"/>
                <a:cs typeface="Ubuntu Light"/>
              </a:defRPr>
            </a:defPPr>
            <a:lvl1pPr algn="ctr">
              <a:defRPr sz="1313" b="0">
                <a:solidFill>
                  <a:srgbClr val="202D3E"/>
                </a:solidFill>
                <a:latin typeface="Ubuntu Light"/>
                <a:ea typeface="Ubuntu Light"/>
                <a:cs typeface="Ubuntu Light"/>
              </a:defRPr>
            </a:lvl1pPr>
            <a:lvl2pPr algn="ctr">
              <a:defRPr sz="1313" b="0">
                <a:solidFill>
                  <a:srgbClr val="202D3E"/>
                </a:solidFill>
                <a:latin typeface="Ubuntu Light"/>
                <a:ea typeface="Ubuntu Light"/>
                <a:cs typeface="Ubuntu Light"/>
              </a:defRPr>
            </a:lvl2pPr>
            <a:lvl3pPr algn="ctr">
              <a:defRPr sz="1313" b="0">
                <a:solidFill>
                  <a:srgbClr val="202D3E"/>
                </a:solidFill>
                <a:latin typeface="Ubuntu Light"/>
                <a:ea typeface="Ubuntu Light"/>
                <a:cs typeface="Ubuntu Light"/>
              </a:defRPr>
            </a:lvl3pPr>
            <a:lvl4pPr algn="ctr">
              <a:defRPr sz="1313" b="0">
                <a:solidFill>
                  <a:srgbClr val="202D3E"/>
                </a:solidFill>
                <a:latin typeface="Ubuntu Light"/>
                <a:ea typeface="Ubuntu Light"/>
                <a:cs typeface="Ubuntu Light"/>
              </a:defRPr>
            </a:lvl4pPr>
            <a:lvl5pPr algn="ctr">
              <a:defRPr sz="1313" b="0">
                <a:solidFill>
                  <a:srgbClr val="202D3E"/>
                </a:solidFill>
                <a:latin typeface="Ubuntu Light"/>
                <a:ea typeface="Ubuntu Light"/>
                <a:cs typeface="Ubuntu Light"/>
              </a:defRPr>
            </a:lvl5pPr>
            <a:lvl6pPr algn="ctr">
              <a:defRPr sz="1313" b="0">
                <a:solidFill>
                  <a:srgbClr val="202D3E"/>
                </a:solidFill>
                <a:latin typeface="Ubuntu Light"/>
                <a:ea typeface="Ubuntu Light"/>
                <a:cs typeface="Ubuntu Light"/>
              </a:defRPr>
            </a:lvl6pPr>
            <a:lvl7pPr algn="ctr">
              <a:defRPr sz="1313" b="0">
                <a:solidFill>
                  <a:srgbClr val="202D3E"/>
                </a:solidFill>
                <a:latin typeface="Ubuntu Light"/>
                <a:ea typeface="Ubuntu Light"/>
                <a:cs typeface="Ubuntu Light"/>
              </a:defRPr>
            </a:lvl7pPr>
            <a:lvl8pPr algn="ctr">
              <a:defRPr sz="1313" b="0">
                <a:solidFill>
                  <a:srgbClr val="202D3E"/>
                </a:solidFill>
                <a:latin typeface="Ubuntu Light"/>
                <a:ea typeface="Ubuntu Light"/>
                <a:cs typeface="Ubuntu Light"/>
              </a:defRPr>
            </a:lvl8pPr>
            <a:lvl9pPr algn="ctr">
              <a:defRPr sz="1313" b="0">
                <a:solidFill>
                  <a:srgbClr val="202D3E"/>
                </a:solidFill>
                <a:latin typeface="Ubuntu Light"/>
                <a:ea typeface="Ubuntu Light"/>
                <a:cs typeface="Ubuntu Light"/>
              </a:defRPr>
            </a:lvl9pPr>
          </a:lstStyle>
          <a:p xmlns:a="http://schemas.openxmlformats.org/drawingml/2006/main">
            <a:pPr algn="ctr">
              <a:defRPr sz="1313" b="0">
                <a:solidFill>
                  <a:srgbClr val="202D3E"/>
                </a:solidFill>
                <a:latin typeface="Ubuntu Light"/>
                <a:ea typeface="Ubuntu Light"/>
                <a:cs typeface="Ubuntu Light"/>
              </a:defRPr>
            </a:pPr>
            <a:r>
              <a:rPr b="0">
                <a:latin typeface="Ubuntu Light"/>
                <a:ea typeface="Ubuntu Light"/>
                <a:cs typeface="Ubuntu Light"/>
              </a:rPr>
              <a:t/>
            </a:r>
            <a:r>
              <a:rPr b="0">
                <a:latin typeface="Menlo"/>
                <a:ea typeface="Menlo"/>
                <a:cs typeface="Menlo"/>
              </a:rPr>
              <a:t>Orders</a:t>
            </a:r>
            <a:r>
              <a:rPr b="0">
                <a:latin typeface="Ubuntu Light"/>
                <a:ea typeface="Ubuntu Light"/>
                <a:cs typeface="Ubuntu Light"/>
              </a:rPr>
              <a:t/>
            </a:r>
          </a:p>
          <a:p xmlns:a="http://schemas.openxmlformats.org/drawingml/2006/main">
            <a:pPr algn="ctr">
              <a:defRPr sz="1313" b="0">
                <a:solidFill>
                  <a:srgbClr val="202D3E"/>
                </a:solidFill>
                <a:latin typeface="Ubuntu Light"/>
                <a:ea typeface="Ubuntu Light"/>
                <a:cs typeface="Ubuntu Light"/>
              </a:defRPr>
            </a:pPr>
            <a:r>
              <a:rPr b="0">
                <a:latin typeface="Ubuntu Light"/>
                <a:ea typeface="Ubuntu Light"/>
                <a:cs typeface="Ubuntu Light"/>
              </a:rPr>
              <a:t>Lambda</a:t>
            </a:r>
          </a:p>
        </p:txBody>
      </p:sp>
      <p:sp>
        <p:nvSpPr>
          <p:cNvPr id="19" name="payments-label">
            <a:extLst xmlns:a="http://schemas.openxmlformats.org/drawingml/2006/main">
              <a:ext uri="{FF2B5EF4-FFF2-40B4-BE49-F238E27FC236}">
                <a16:creationId xmlns:a16="http://schemas.microsoft.com/office/drawing/2014/main" id="{B6E30902-2361-4DFB-8CC4-BB3B6ACFF933}"/>
              </a:ext>
            </a:extLst>
          </p:cNvPr>
          <p:cNvSpPr>
            <a:spLocks xmlns:a="http://schemas.openxmlformats.org/drawingml/2006/main" noGrp="1"/>
          </p:cNvSpPr>
          <p:nvPr/>
        </p:nvSpPr>
        <p:spPr>
          <a:xfrm xmlns:a="http://schemas.openxmlformats.org/drawingml/2006/main">
            <a:off x="5610225" y="3238500"/>
            <a:ext cx="116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313" b="0">
                <a:solidFill>
                  <a:srgbClr val="202D3E"/>
                </a:solidFill>
                <a:latin typeface="Ubuntu Light"/>
                <a:ea typeface="Ubuntu Light"/>
                <a:cs typeface="Ubuntu Light"/>
              </a:defRPr>
            </a:defPPr>
            <a:lvl1pPr algn="ctr">
              <a:defRPr sz="1313" b="0">
                <a:solidFill>
                  <a:srgbClr val="202D3E"/>
                </a:solidFill>
                <a:latin typeface="Ubuntu Light"/>
                <a:ea typeface="Ubuntu Light"/>
                <a:cs typeface="Ubuntu Light"/>
              </a:defRPr>
            </a:lvl1pPr>
            <a:lvl2pPr algn="ctr">
              <a:defRPr sz="1313" b="0">
                <a:solidFill>
                  <a:srgbClr val="202D3E"/>
                </a:solidFill>
                <a:latin typeface="Ubuntu Light"/>
                <a:ea typeface="Ubuntu Light"/>
                <a:cs typeface="Ubuntu Light"/>
              </a:defRPr>
            </a:lvl2pPr>
            <a:lvl3pPr algn="ctr">
              <a:defRPr sz="1313" b="0">
                <a:solidFill>
                  <a:srgbClr val="202D3E"/>
                </a:solidFill>
                <a:latin typeface="Ubuntu Light"/>
                <a:ea typeface="Ubuntu Light"/>
                <a:cs typeface="Ubuntu Light"/>
              </a:defRPr>
            </a:lvl3pPr>
            <a:lvl4pPr algn="ctr">
              <a:defRPr sz="1313" b="0">
                <a:solidFill>
                  <a:srgbClr val="202D3E"/>
                </a:solidFill>
                <a:latin typeface="Ubuntu Light"/>
                <a:ea typeface="Ubuntu Light"/>
                <a:cs typeface="Ubuntu Light"/>
              </a:defRPr>
            </a:lvl4pPr>
            <a:lvl5pPr algn="ctr">
              <a:defRPr sz="1313" b="0">
                <a:solidFill>
                  <a:srgbClr val="202D3E"/>
                </a:solidFill>
                <a:latin typeface="Ubuntu Light"/>
                <a:ea typeface="Ubuntu Light"/>
                <a:cs typeface="Ubuntu Light"/>
              </a:defRPr>
            </a:lvl5pPr>
            <a:lvl6pPr algn="ctr">
              <a:defRPr sz="1313" b="0">
                <a:solidFill>
                  <a:srgbClr val="202D3E"/>
                </a:solidFill>
                <a:latin typeface="Ubuntu Light"/>
                <a:ea typeface="Ubuntu Light"/>
                <a:cs typeface="Ubuntu Light"/>
              </a:defRPr>
            </a:lvl6pPr>
            <a:lvl7pPr algn="ctr">
              <a:defRPr sz="1313" b="0">
                <a:solidFill>
                  <a:srgbClr val="202D3E"/>
                </a:solidFill>
                <a:latin typeface="Ubuntu Light"/>
                <a:ea typeface="Ubuntu Light"/>
                <a:cs typeface="Ubuntu Light"/>
              </a:defRPr>
            </a:lvl7pPr>
            <a:lvl8pPr algn="ctr">
              <a:defRPr sz="1313" b="0">
                <a:solidFill>
                  <a:srgbClr val="202D3E"/>
                </a:solidFill>
                <a:latin typeface="Ubuntu Light"/>
                <a:ea typeface="Ubuntu Light"/>
                <a:cs typeface="Ubuntu Light"/>
              </a:defRPr>
            </a:lvl8pPr>
            <a:lvl9pPr algn="ctr">
              <a:defRPr sz="1313" b="0">
                <a:solidFill>
                  <a:srgbClr val="202D3E"/>
                </a:solidFill>
                <a:latin typeface="Ubuntu Light"/>
                <a:ea typeface="Ubuntu Light"/>
                <a:cs typeface="Ubuntu Light"/>
              </a:defRPr>
            </a:lvl9pPr>
          </a:lstStyle>
          <a:p xmlns:a="http://schemas.openxmlformats.org/drawingml/2006/main">
            <a:pPr algn="ctr">
              <a:defRPr sz="1313" b="0">
                <a:solidFill>
                  <a:srgbClr val="202D3E"/>
                </a:solidFill>
                <a:latin typeface="Ubuntu Light"/>
                <a:ea typeface="Ubuntu Light"/>
                <a:cs typeface="Ubuntu Light"/>
              </a:defRPr>
            </a:pPr>
            <a:r>
              <a:rPr b="0">
                <a:latin typeface="Ubuntu Light"/>
                <a:ea typeface="Ubuntu Light"/>
                <a:cs typeface="Ubuntu Light"/>
              </a:rPr>
              <a:t/>
            </a:r>
            <a:r>
              <a:rPr b="0">
                <a:latin typeface="Menlo"/>
                <a:ea typeface="Menlo"/>
                <a:cs typeface="Menlo"/>
              </a:rPr>
              <a:t>Payments</a:t>
            </a:r>
            <a:r>
              <a:rPr b="0">
                <a:latin typeface="Ubuntu Light"/>
                <a:ea typeface="Ubuntu Light"/>
                <a:cs typeface="Ubuntu Light"/>
              </a:rPr>
              <a:t/>
            </a:r>
          </a:p>
          <a:p xmlns:a="http://schemas.openxmlformats.org/drawingml/2006/main">
            <a:pPr algn="ctr">
              <a:defRPr sz="1313" b="0">
                <a:solidFill>
                  <a:srgbClr val="202D3E"/>
                </a:solidFill>
                <a:latin typeface="Ubuntu Light"/>
                <a:ea typeface="Ubuntu Light"/>
                <a:cs typeface="Ubuntu Light"/>
              </a:defRPr>
            </a:pPr>
            <a:r>
              <a:rPr b="0">
                <a:latin typeface="Ubuntu Light"/>
                <a:ea typeface="Ubuntu Light"/>
                <a:cs typeface="Ubuntu Light"/>
              </a:rPr>
              <a:t>Lambda</a:t>
            </a:r>
          </a:p>
        </p:txBody>
      </p:sp>
      <p:sp>
        <p:nvSpPr>
          <p:cNvPr id="20" name="database-label">
            <a:extLst xmlns:a="http://schemas.openxmlformats.org/drawingml/2006/main">
              <a:ext uri="{FF2B5EF4-FFF2-40B4-BE49-F238E27FC236}">
                <a16:creationId xmlns:a16="http://schemas.microsoft.com/office/drawing/2014/main" id="{AE39050E-55F1-42A8-A0AF-D554AEC64EBB}"/>
              </a:ext>
            </a:extLst>
          </p:cNvPr>
          <p:cNvSpPr>
            <a:spLocks xmlns:a="http://schemas.openxmlformats.org/drawingml/2006/main" noGrp="1"/>
          </p:cNvSpPr>
          <p:nvPr/>
        </p:nvSpPr>
        <p:spPr>
          <a:xfrm xmlns:a="http://schemas.openxmlformats.org/drawingml/2006/main">
            <a:off x="6534150" y="1571625"/>
            <a:ext cx="161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313" b="0">
                <a:solidFill>
                  <a:srgbClr val="202D3E"/>
                </a:solidFill>
                <a:latin typeface="Ubuntu Light"/>
                <a:ea typeface="Ubuntu Light"/>
                <a:cs typeface="Ubuntu Light"/>
              </a:defRPr>
            </a:defPPr>
            <a:lvl1pPr algn="l">
              <a:defRPr sz="1313" b="0">
                <a:solidFill>
                  <a:srgbClr val="202D3E"/>
                </a:solidFill>
                <a:latin typeface="Ubuntu Light"/>
                <a:ea typeface="Ubuntu Light"/>
                <a:cs typeface="Ubuntu Light"/>
              </a:defRPr>
            </a:lvl1pPr>
            <a:lvl2pPr algn="l">
              <a:defRPr sz="1313" b="0">
                <a:solidFill>
                  <a:srgbClr val="202D3E"/>
                </a:solidFill>
                <a:latin typeface="Ubuntu Light"/>
                <a:ea typeface="Ubuntu Light"/>
                <a:cs typeface="Ubuntu Light"/>
              </a:defRPr>
            </a:lvl2pPr>
            <a:lvl3pPr algn="l">
              <a:defRPr sz="1313" b="0">
                <a:solidFill>
                  <a:srgbClr val="202D3E"/>
                </a:solidFill>
                <a:latin typeface="Ubuntu Light"/>
                <a:ea typeface="Ubuntu Light"/>
                <a:cs typeface="Ubuntu Light"/>
              </a:defRPr>
            </a:lvl3pPr>
            <a:lvl4pPr algn="l">
              <a:defRPr sz="1313" b="0">
                <a:solidFill>
                  <a:srgbClr val="202D3E"/>
                </a:solidFill>
                <a:latin typeface="Ubuntu Light"/>
                <a:ea typeface="Ubuntu Light"/>
                <a:cs typeface="Ubuntu Light"/>
              </a:defRPr>
            </a:lvl4pPr>
            <a:lvl5pPr algn="l">
              <a:defRPr sz="1313" b="0">
                <a:solidFill>
                  <a:srgbClr val="202D3E"/>
                </a:solidFill>
                <a:latin typeface="Ubuntu Light"/>
                <a:ea typeface="Ubuntu Light"/>
                <a:cs typeface="Ubuntu Light"/>
              </a:defRPr>
            </a:lvl5pPr>
            <a:lvl6pPr algn="l">
              <a:defRPr sz="1313" b="0">
                <a:solidFill>
                  <a:srgbClr val="202D3E"/>
                </a:solidFill>
                <a:latin typeface="Ubuntu Light"/>
                <a:ea typeface="Ubuntu Light"/>
                <a:cs typeface="Ubuntu Light"/>
              </a:defRPr>
            </a:lvl6pPr>
            <a:lvl7pPr algn="l">
              <a:defRPr sz="1313" b="0">
                <a:solidFill>
                  <a:srgbClr val="202D3E"/>
                </a:solidFill>
                <a:latin typeface="Ubuntu Light"/>
                <a:ea typeface="Ubuntu Light"/>
                <a:cs typeface="Ubuntu Light"/>
              </a:defRPr>
            </a:lvl7pPr>
            <a:lvl8pPr algn="l">
              <a:defRPr sz="1313" b="0">
                <a:solidFill>
                  <a:srgbClr val="202D3E"/>
                </a:solidFill>
                <a:latin typeface="Ubuntu Light"/>
                <a:ea typeface="Ubuntu Light"/>
                <a:cs typeface="Ubuntu Light"/>
              </a:defRPr>
            </a:lvl8pPr>
            <a:lvl9pPr algn="l">
              <a:defRPr sz="1313" b="0">
                <a:solidFill>
                  <a:srgbClr val="202D3E"/>
                </a:solidFill>
                <a:latin typeface="Ubuntu Light"/>
                <a:ea typeface="Ubuntu Light"/>
                <a:cs typeface="Ubuntu Light"/>
              </a:defRPr>
            </a:lvl9pPr>
          </a:lstStyle>
          <a:p xmlns:a="http://schemas.openxmlformats.org/drawingml/2006/main">
            <a:pPr algn="l">
              <a:defRPr sz="1313" b="0">
                <a:solidFill>
                  <a:srgbClr val="202D3E"/>
                </a:solidFill>
                <a:latin typeface="Ubuntu Light"/>
                <a:ea typeface="Ubuntu Light"/>
                <a:cs typeface="Ubuntu Light"/>
              </a:defRPr>
            </a:pPr>
            <a:r>
              <a:rPr b="0">
                <a:latin typeface="Ubuntu Light"/>
                <a:ea typeface="Ubuntu Light"/>
                <a:cs typeface="Ubuntu Light"/>
              </a:rPr>
              <a:t>DynamoDB</a:t>
            </a:r>
          </a:p>
          <a:p xmlns:a="http://schemas.openxmlformats.org/drawingml/2006/main">
            <a:pPr algn="l">
              <a:defRPr sz="1313" b="0">
                <a:solidFill>
                  <a:srgbClr val="202D3E"/>
                </a:solidFill>
                <a:latin typeface="Ubuntu Light"/>
                <a:ea typeface="Ubuntu Light"/>
                <a:cs typeface="Ubuntu Light"/>
              </a:defRPr>
            </a:pPr>
            <a:r>
              <a:rPr b="0">
                <a:latin typeface="Ubuntu Light"/>
                <a:ea typeface="Ubuntu Light"/>
                <a:cs typeface="Ubuntu Light"/>
              </a:rPr>
              <a:t>Orders + stock</a:t>
            </a:r>
          </a:p>
        </p:txBody>
      </p:sp>
      <p:sp>
        <p:nvSpPr>
          <p:cNvPr id="21" name="stripe-label">
            <a:extLst xmlns:a="http://schemas.openxmlformats.org/drawingml/2006/main">
              <a:ext uri="{FF2B5EF4-FFF2-40B4-BE49-F238E27FC236}">
                <a16:creationId xmlns:a16="http://schemas.microsoft.com/office/drawing/2014/main" id="{108E6ED3-4AFF-45AB-AF55-44DAB8059712}"/>
              </a:ext>
            </a:extLst>
          </p:cNvPr>
          <p:cNvSpPr>
            <a:spLocks xmlns:a="http://schemas.openxmlformats.org/drawingml/2006/main" noGrp="1"/>
          </p:cNvSpPr>
          <p:nvPr/>
        </p:nvSpPr>
        <p:spPr>
          <a:xfrm xmlns:a="http://schemas.openxmlformats.org/drawingml/2006/main">
            <a:off x="6534150" y="4610100"/>
            <a:ext cx="1285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xmlns:a="http://schemas.openxmlformats.org/drawingml/2006/main">
            <a:pPr algn="l">
              <a:defRPr sz="1275" b="0">
                <a:solidFill>
                  <a:srgbClr val="202D3E"/>
                </a:solidFill>
                <a:latin typeface="Ubuntu Light"/>
                <a:ea typeface="Ubuntu Light"/>
                <a:cs typeface="Ubuntu Light"/>
              </a:defRPr>
            </a:pPr>
            <a:r>
              <a:rPr b="0">
                <a:latin typeface="Ubuntu Light"/>
                <a:ea typeface="Ubuntu Light"/>
                <a:cs typeface="Ubuntu Light"/>
              </a:rPr>
              <a:t>Stripe API</a:t>
            </a:r>
          </a:p>
          <a:p xmlns:a="http://schemas.openxmlformats.org/drawingml/2006/main">
            <a:pPr algn="l">
              <a:defRPr sz="1275" b="0">
                <a:solidFill>
                  <a:srgbClr val="202D3E"/>
                </a:solidFill>
                <a:latin typeface="Ubuntu Light"/>
                <a:ea typeface="Ubuntu Light"/>
                <a:cs typeface="Ubuntu Light"/>
              </a:defRPr>
            </a:pPr>
            <a:r>
              <a:rPr b="0">
                <a:latin typeface="Ubuntu Light"/>
                <a:ea typeface="Ubuntu Light"/>
                <a:cs typeface="Ubuntu Light"/>
              </a:rPr>
              <a:t>(external)</a:t>
            </a:r>
          </a:p>
        </p:txBody>
      </p:sp>
      <p:cxnSp>
        <p:nvCxnSpPr>
          <p:cNvPr id="22" name="send-approval-0">
            <a:extLst xmlns:a="http://schemas.openxmlformats.org/drawingml/2006/main">
              <a:ext uri="{FF2B5EF4-FFF2-40B4-BE49-F238E27FC236}">
                <a16:creationId xmlns:a16="http://schemas.microsoft.com/office/drawing/2014/main" id="{DB4C3CE0-2670-474B-90D5-3F34BC6E6088}"/>
              </a:ext>
            </a:extLst>
          </p:cNvPr>
          <p:cNvCxnSpPr/>
          <p:nvPr/>
        </p:nvCxnSpPr>
        <p:spPr>
          <a:xfrm xmlns:a="http://schemas.openxmlformats.org/drawingml/2006/main">
            <a:off x="4267200" y="2905125"/>
            <a:ext cx="0" cy="95250"/>
          </a:xfrm>
          <a:prstGeom xmlns:a="http://schemas.openxmlformats.org/drawingml/2006/main" prst="straightConnector1">
            <a:avLst/>
          </a:prstGeom>
          <a:ln xmlns:a="http://schemas.openxmlformats.org/drawingml/2006/main" w="17145">
            <a:solidFill>
              <a:srgbClr val="202D3E"/>
            </a:solidFill>
          </a:ln>
        </p:spPr>
      </p:cxnSp>
      <p:cxnSp>
        <p:nvCxnSpPr>
          <p:cNvPr id="23" name="send-approval-1">
            <a:extLst xmlns:a="http://schemas.openxmlformats.org/drawingml/2006/main">
              <a:ext uri="{FF2B5EF4-FFF2-40B4-BE49-F238E27FC236}">
                <a16:creationId xmlns:a16="http://schemas.microsoft.com/office/drawing/2014/main" id="{7044D959-A749-4E23-AC2E-35D0F1E9C652}"/>
              </a:ext>
            </a:extLst>
          </p:cNvPr>
          <p:cNvCxnSpPr/>
          <p:nvPr/>
        </p:nvCxnSpPr>
        <p:spPr>
          <a:xfrm xmlns:a="http://schemas.openxmlformats.org/drawingml/2006/main">
            <a:off x="3457575" y="2905125"/>
            <a:ext cx="809625" cy="0"/>
          </a:xfrm>
          <a:prstGeom xmlns:a="http://schemas.openxmlformats.org/drawingml/2006/main" prst="straightConnector1">
            <a:avLst/>
          </a:prstGeom>
          <a:ln xmlns:a="http://schemas.openxmlformats.org/drawingml/2006/main" w="17145">
            <a:solidFill>
              <a:srgbClr val="202D3E"/>
            </a:solidFill>
            <a:headEnd type="triangle" w="sm" len="sm"/>
          </a:ln>
        </p:spPr>
      </p:cxnSp>
      <p:sp>
        <p:nvSpPr>
          <p:cNvPr id="24" name="send-label">
            <a:extLst xmlns:a="http://schemas.openxmlformats.org/drawingml/2006/main">
              <a:ext uri="{FF2B5EF4-FFF2-40B4-BE49-F238E27FC236}">
                <a16:creationId xmlns:a16="http://schemas.microsoft.com/office/drawing/2014/main" id="{19C24910-44A8-41DD-A3E5-6D25C7B64240}"/>
              </a:ext>
            </a:extLst>
          </p:cNvPr>
          <p:cNvSpPr>
            <a:spLocks xmlns:a="http://schemas.openxmlformats.org/drawingml/2006/main" noGrp="1"/>
          </p:cNvSpPr>
          <p:nvPr/>
        </p:nvSpPr>
        <p:spPr>
          <a:xfrm xmlns:a="http://schemas.openxmlformats.org/drawingml/2006/main">
            <a:off x="3552825" y="2647950"/>
            <a:ext cx="1066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163" b="0">
                <a:solidFill>
                  <a:srgbClr val="202D3E"/>
                </a:solidFill>
                <a:latin typeface="Menlo"/>
                <a:ea typeface="Menlo"/>
                <a:cs typeface="Menlo"/>
              </a:defRPr>
            </a:defPPr>
            <a:lvl1pPr algn="l">
              <a:defRPr sz="1163" b="0">
                <a:solidFill>
                  <a:srgbClr val="202D3E"/>
                </a:solidFill>
                <a:latin typeface="Menlo"/>
                <a:ea typeface="Menlo"/>
                <a:cs typeface="Menlo"/>
              </a:defRPr>
            </a:lvl1pPr>
            <a:lvl2pPr algn="l">
              <a:defRPr sz="1163" b="0">
                <a:solidFill>
                  <a:srgbClr val="202D3E"/>
                </a:solidFill>
                <a:latin typeface="Menlo"/>
                <a:ea typeface="Menlo"/>
                <a:cs typeface="Menlo"/>
              </a:defRPr>
            </a:lvl2pPr>
            <a:lvl3pPr algn="l">
              <a:defRPr sz="1163" b="0">
                <a:solidFill>
                  <a:srgbClr val="202D3E"/>
                </a:solidFill>
                <a:latin typeface="Menlo"/>
                <a:ea typeface="Menlo"/>
                <a:cs typeface="Menlo"/>
              </a:defRPr>
            </a:lvl3pPr>
            <a:lvl4pPr algn="l">
              <a:defRPr sz="1163" b="0">
                <a:solidFill>
                  <a:srgbClr val="202D3E"/>
                </a:solidFill>
                <a:latin typeface="Menlo"/>
                <a:ea typeface="Menlo"/>
                <a:cs typeface="Menlo"/>
              </a:defRPr>
            </a:lvl4pPr>
            <a:lvl5pPr algn="l">
              <a:defRPr sz="1163" b="0">
                <a:solidFill>
                  <a:srgbClr val="202D3E"/>
                </a:solidFill>
                <a:latin typeface="Menlo"/>
                <a:ea typeface="Menlo"/>
                <a:cs typeface="Menlo"/>
              </a:defRPr>
            </a:lvl5pPr>
            <a:lvl6pPr algn="l">
              <a:defRPr sz="1163" b="0">
                <a:solidFill>
                  <a:srgbClr val="202D3E"/>
                </a:solidFill>
                <a:latin typeface="Menlo"/>
                <a:ea typeface="Menlo"/>
                <a:cs typeface="Menlo"/>
              </a:defRPr>
            </a:lvl6pPr>
            <a:lvl7pPr algn="l">
              <a:defRPr sz="1163" b="0">
                <a:solidFill>
                  <a:srgbClr val="202D3E"/>
                </a:solidFill>
                <a:latin typeface="Menlo"/>
                <a:ea typeface="Menlo"/>
                <a:cs typeface="Menlo"/>
              </a:defRPr>
            </a:lvl7pPr>
            <a:lvl8pPr algn="l">
              <a:defRPr sz="1163" b="0">
                <a:solidFill>
                  <a:srgbClr val="202D3E"/>
                </a:solidFill>
                <a:latin typeface="Menlo"/>
                <a:ea typeface="Menlo"/>
                <a:cs typeface="Menlo"/>
              </a:defRPr>
            </a:lvl8pPr>
            <a:lvl9pPr algn="l">
              <a:defRPr sz="1163" b="0">
                <a:solidFill>
                  <a:srgbClr val="202D3E"/>
                </a:solidFill>
                <a:latin typeface="Menlo"/>
                <a:ea typeface="Menlo"/>
                <a:cs typeface="Menlo"/>
              </a:defRPr>
            </a:lvl9pPr>
          </a:lstStyle>
          <a:p xmlns:a="http://schemas.openxmlformats.org/drawingml/2006/main">
            <a:pPr algn="l">
              <a:defRPr sz="1163" b="0">
                <a:solidFill>
                  <a:srgbClr val="202D3E"/>
                </a:solidFill>
                <a:latin typeface="Menlo"/>
                <a:ea typeface="Menlo"/>
                <a:cs typeface="Menlo"/>
              </a:defRPr>
            </a:pPr>
            <a:r>
              <a:rPr b="0">
                <a:latin typeface="Menlo"/>
                <a:ea typeface="Menlo"/>
                <a:cs typeface="Menlo"/>
              </a:rPr>
              <a:t>SendMessage</a:t>
            </a:r>
          </a:p>
        </p:txBody>
      </p:sp>
      <p:cxnSp>
        <p:nvCxnSpPr>
          <p:cNvPr id="25" name="deliver-approval-0">
            <a:extLst xmlns:a="http://schemas.openxmlformats.org/drawingml/2006/main">
              <a:ext uri="{FF2B5EF4-FFF2-40B4-BE49-F238E27FC236}">
                <a16:creationId xmlns:a16="http://schemas.microsoft.com/office/drawing/2014/main" id="{F3DD71B7-99E9-420A-8E20-B7C7E6709803}"/>
              </a:ext>
            </a:extLst>
          </p:cNvPr>
          <p:cNvCxnSpPr/>
          <p:nvPr/>
        </p:nvCxnSpPr>
        <p:spPr>
          <a:xfrm xmlns:a="http://schemas.openxmlformats.org/drawingml/2006/main">
            <a:off x="1695450" y="2905125"/>
            <a:ext cx="1247775" cy="0"/>
          </a:xfrm>
          <a:prstGeom xmlns:a="http://schemas.openxmlformats.org/drawingml/2006/main" prst="straightConnector1">
            <a:avLst/>
          </a:prstGeom>
          <a:ln xmlns:a="http://schemas.openxmlformats.org/drawingml/2006/main" w="17145">
            <a:solidFill>
              <a:srgbClr val="202D3E"/>
            </a:solidFill>
            <a:headEnd type="triangle" w="sm" len="sm"/>
          </a:ln>
        </p:spPr>
      </p:cxnSp>
      <p:sp>
        <p:nvSpPr>
          <p:cNvPr id="26" name="approval-label">
            <a:extLst xmlns:a="http://schemas.openxmlformats.org/drawingml/2006/main">
              <a:ext uri="{FF2B5EF4-FFF2-40B4-BE49-F238E27FC236}">
                <a16:creationId xmlns:a16="http://schemas.microsoft.com/office/drawing/2014/main" id="{1BF03C7E-D57A-4F38-A526-6EFAD1DF58E4}"/>
              </a:ext>
            </a:extLst>
          </p:cNvPr>
          <p:cNvSpPr>
            <a:spLocks xmlns:a="http://schemas.openxmlformats.org/drawingml/2006/main" noGrp="1"/>
          </p:cNvSpPr>
          <p:nvPr/>
        </p:nvSpPr>
        <p:spPr>
          <a:xfrm xmlns:a="http://schemas.openxmlformats.org/drawingml/2006/main">
            <a:off x="733425" y="1924050"/>
            <a:ext cx="1638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238" b="0">
                <a:solidFill>
                  <a:srgbClr val="202D3E"/>
                </a:solidFill>
                <a:latin typeface="Ubuntu Light"/>
                <a:ea typeface="Ubuntu Light"/>
                <a:cs typeface="Ubuntu Light"/>
              </a:defRPr>
            </a:defPPr>
            <a:lvl1pPr algn="ctr">
              <a:defRPr sz="1238" b="0">
                <a:solidFill>
                  <a:srgbClr val="202D3E"/>
                </a:solidFill>
                <a:latin typeface="Ubuntu Light"/>
                <a:ea typeface="Ubuntu Light"/>
                <a:cs typeface="Ubuntu Light"/>
              </a:defRPr>
            </a:lvl1pPr>
            <a:lvl2pPr algn="ctr">
              <a:defRPr sz="1238" b="0">
                <a:solidFill>
                  <a:srgbClr val="202D3E"/>
                </a:solidFill>
                <a:latin typeface="Ubuntu Light"/>
                <a:ea typeface="Ubuntu Light"/>
                <a:cs typeface="Ubuntu Light"/>
              </a:defRPr>
            </a:lvl2pPr>
            <a:lvl3pPr algn="ctr">
              <a:defRPr sz="1238" b="0">
                <a:solidFill>
                  <a:srgbClr val="202D3E"/>
                </a:solidFill>
                <a:latin typeface="Ubuntu Light"/>
                <a:ea typeface="Ubuntu Light"/>
                <a:cs typeface="Ubuntu Light"/>
              </a:defRPr>
            </a:lvl3pPr>
            <a:lvl4pPr algn="ctr">
              <a:defRPr sz="1238" b="0">
                <a:solidFill>
                  <a:srgbClr val="202D3E"/>
                </a:solidFill>
                <a:latin typeface="Ubuntu Light"/>
                <a:ea typeface="Ubuntu Light"/>
                <a:cs typeface="Ubuntu Light"/>
              </a:defRPr>
            </a:lvl4pPr>
            <a:lvl5pPr algn="ctr">
              <a:defRPr sz="1238" b="0">
                <a:solidFill>
                  <a:srgbClr val="202D3E"/>
                </a:solidFill>
                <a:latin typeface="Ubuntu Light"/>
                <a:ea typeface="Ubuntu Light"/>
                <a:cs typeface="Ubuntu Light"/>
              </a:defRPr>
            </a:lvl5pPr>
            <a:lvl6pPr algn="ctr">
              <a:defRPr sz="1238" b="0">
                <a:solidFill>
                  <a:srgbClr val="202D3E"/>
                </a:solidFill>
                <a:latin typeface="Ubuntu Light"/>
                <a:ea typeface="Ubuntu Light"/>
                <a:cs typeface="Ubuntu Light"/>
              </a:defRPr>
            </a:lvl6pPr>
            <a:lvl7pPr algn="ctr">
              <a:defRPr sz="1238" b="0">
                <a:solidFill>
                  <a:srgbClr val="202D3E"/>
                </a:solidFill>
                <a:latin typeface="Ubuntu Light"/>
                <a:ea typeface="Ubuntu Light"/>
                <a:cs typeface="Ubuntu Light"/>
              </a:defRPr>
            </a:lvl7pPr>
            <a:lvl8pPr algn="ctr">
              <a:defRPr sz="1238" b="0">
                <a:solidFill>
                  <a:srgbClr val="202D3E"/>
                </a:solidFill>
                <a:latin typeface="Ubuntu Light"/>
                <a:ea typeface="Ubuntu Light"/>
                <a:cs typeface="Ubuntu Light"/>
              </a:defRPr>
            </a:lvl8pPr>
            <a:lvl9pPr algn="ctr">
              <a:defRPr sz="1238" b="0">
                <a:solidFill>
                  <a:srgbClr val="202D3E"/>
                </a:solidFill>
                <a:latin typeface="Ubuntu Light"/>
                <a:ea typeface="Ubuntu Light"/>
                <a:cs typeface="Ubuntu Light"/>
              </a:defRPr>
            </a:lvl9pPr>
          </a:lstStyle>
          <a:p xmlns:a="http://schemas.openxmlformats.org/drawingml/2006/main">
            <a:pPr algn="ctr">
              <a:defRPr sz="1238" b="0">
                <a:solidFill>
                  <a:srgbClr val="202D3E"/>
                </a:solidFill>
                <a:latin typeface="Ubuntu Light"/>
                <a:ea typeface="Ubuntu Light"/>
                <a:cs typeface="Ubuntu Light"/>
              </a:defRPr>
            </a:pPr>
            <a:r>
              <a:rPr b="0">
                <a:latin typeface="Ubuntu Light"/>
                <a:ea typeface="Ubuntu Light"/>
                <a:cs typeface="Ubuntu Light"/>
              </a:rPr>
              <a:t>Poll SQS</a:t>
            </a:r>
          </a:p>
          <a:p xmlns:a="http://schemas.openxmlformats.org/drawingml/2006/main">
            <a:pPr algn="ctr">
              <a:defRPr sz="1238" b="0">
                <a:solidFill>
                  <a:srgbClr val="202D3E"/>
                </a:solidFill>
                <a:latin typeface="Ubuntu Light"/>
                <a:ea typeface="Ubuntu Light"/>
                <a:cs typeface="Ubuntu Light"/>
              </a:defRPr>
            </a:pPr>
            <a:r>
              <a:rPr b="0">
                <a:latin typeface="Ubuntu Light"/>
                <a:ea typeface="Ubuntu Light"/>
                <a:cs typeface="Ubuntu Light"/>
              </a:rPr>
              <a:t>for approval request</a:t>
            </a:r>
          </a:p>
          <a:p xmlns:a="http://schemas.openxmlformats.org/drawingml/2006/main">
            <a:pPr algn="ctr">
              <a:defRPr sz="1238" b="0">
                <a:solidFill>
                  <a:srgbClr val="202D3E"/>
                </a:solidFill>
                <a:latin typeface="Ubuntu Light"/>
                <a:ea typeface="Ubuntu Light"/>
                <a:cs typeface="Ubuntu Light"/>
              </a:defRPr>
            </a:pPr>
            <a:r>
              <a:rPr b="0">
                <a:latin typeface="Ubuntu Light"/>
                <a:ea typeface="Ubuntu Light"/>
                <a:cs typeface="Ubuntu Light"/>
              </a:rPr>
              <a:t>+ </a:t>
            </a:r>
            <a:r>
              <a:rPr b="0">
                <a:latin typeface="Menlo"/>
                <a:ea typeface="Menlo"/>
                <a:cs typeface="Menlo"/>
              </a:rPr>
              <a:t>task token</a:t>
            </a:r>
            <a:r>
              <a:rPr b="0">
                <a:latin typeface="Ubuntu Light"/>
                <a:ea typeface="Ubuntu Light"/>
                <a:cs typeface="Ubuntu Light"/>
              </a:rPr>
              <a:t/>
            </a:r>
          </a:p>
        </p:txBody>
      </p:sp>
      <p:cxnSp>
        <p:nvCxnSpPr>
          <p:cNvPr id="27" name="merchant-callback-0">
            <a:extLst xmlns:a="http://schemas.openxmlformats.org/drawingml/2006/main">
              <a:ext uri="{FF2B5EF4-FFF2-40B4-BE49-F238E27FC236}">
                <a16:creationId xmlns:a16="http://schemas.microsoft.com/office/drawing/2014/main" id="{A250AEB8-93EE-458B-97D0-E65AD861A4E3}"/>
              </a:ext>
            </a:extLst>
          </p:cNvPr>
          <p:cNvCxnSpPr/>
          <p:nvPr/>
        </p:nvCxnSpPr>
        <p:spPr>
          <a:xfrm xmlns:a="http://schemas.openxmlformats.org/drawingml/2006/main">
            <a:off x="1695450" y="3067050"/>
            <a:ext cx="352425" cy="0"/>
          </a:xfrm>
          <a:prstGeom xmlns:a="http://schemas.openxmlformats.org/drawingml/2006/main" prst="straightConnector1">
            <a:avLst/>
          </a:prstGeom>
          <a:ln xmlns:a="http://schemas.openxmlformats.org/drawingml/2006/main" w="17145">
            <a:solidFill>
              <a:srgbClr val="202D3E"/>
            </a:solidFill>
          </a:ln>
        </p:spPr>
      </p:cxnSp>
      <p:cxnSp>
        <p:nvCxnSpPr>
          <p:cNvPr id="28" name="merchant-callback-1">
            <a:extLst xmlns:a="http://schemas.openxmlformats.org/drawingml/2006/main">
              <a:ext uri="{FF2B5EF4-FFF2-40B4-BE49-F238E27FC236}">
                <a16:creationId xmlns:a16="http://schemas.microsoft.com/office/drawing/2014/main" id="{1A61F702-1C8A-4BC1-91C0-D03A52BE08F4}"/>
              </a:ext>
            </a:extLst>
          </p:cNvPr>
          <p:cNvCxnSpPr/>
          <p:nvPr/>
        </p:nvCxnSpPr>
        <p:spPr>
          <a:xfrm xmlns:a="http://schemas.openxmlformats.org/drawingml/2006/main">
            <a:off x="2047875" y="3067050"/>
            <a:ext cx="0" cy="647700"/>
          </a:xfrm>
          <a:prstGeom xmlns:a="http://schemas.openxmlformats.org/drawingml/2006/main" prst="straightConnector1">
            <a:avLst/>
          </a:prstGeom>
          <a:ln xmlns:a="http://schemas.openxmlformats.org/drawingml/2006/main" w="17145">
            <a:solidFill>
              <a:srgbClr val="202D3E"/>
            </a:solidFill>
          </a:ln>
        </p:spPr>
      </p:cxnSp>
      <p:cxnSp>
        <p:nvCxnSpPr>
          <p:cNvPr id="29" name="merchant-callback-2">
            <a:extLst xmlns:a="http://schemas.openxmlformats.org/drawingml/2006/main">
              <a:ext uri="{FF2B5EF4-FFF2-40B4-BE49-F238E27FC236}">
                <a16:creationId xmlns:a16="http://schemas.microsoft.com/office/drawing/2014/main" id="{422CF904-5910-435E-B0B9-53D4DC752C9D}"/>
              </a:ext>
            </a:extLst>
          </p:cNvPr>
          <p:cNvCxnSpPr/>
          <p:nvPr/>
        </p:nvCxnSpPr>
        <p:spPr>
          <a:xfrm xmlns:a="http://schemas.openxmlformats.org/drawingml/2006/main">
            <a:off x="2047875" y="3714750"/>
            <a:ext cx="1724025" cy="0"/>
          </a:xfrm>
          <a:prstGeom xmlns:a="http://schemas.openxmlformats.org/drawingml/2006/main" prst="straightConnector1">
            <a:avLst/>
          </a:prstGeom>
          <a:ln xmlns:a="http://schemas.openxmlformats.org/drawingml/2006/main" w="17145">
            <a:solidFill>
              <a:srgbClr val="202D3E"/>
            </a:solidFill>
          </a:ln>
        </p:spPr>
      </p:cxnSp>
      <p:cxnSp>
        <p:nvCxnSpPr>
          <p:cNvPr id="30" name="merchant-callback-3">
            <a:extLst xmlns:a="http://schemas.openxmlformats.org/drawingml/2006/main">
              <a:ext uri="{FF2B5EF4-FFF2-40B4-BE49-F238E27FC236}">
                <a16:creationId xmlns:a16="http://schemas.microsoft.com/office/drawing/2014/main" id="{97CFE5FC-BE08-4A31-88DF-B15CF565E53C}"/>
              </a:ext>
            </a:extLst>
          </p:cNvPr>
          <p:cNvCxnSpPr/>
          <p:nvPr/>
        </p:nvCxnSpPr>
        <p:spPr>
          <a:xfrm xmlns:a="http://schemas.openxmlformats.org/drawingml/2006/main">
            <a:off x="3771900" y="3333750"/>
            <a:ext cx="0" cy="381000"/>
          </a:xfrm>
          <a:prstGeom xmlns:a="http://schemas.openxmlformats.org/drawingml/2006/main" prst="straightConnector1">
            <a:avLst/>
          </a:prstGeom>
          <a:ln xmlns:a="http://schemas.openxmlformats.org/drawingml/2006/main" w="17145">
            <a:solidFill>
              <a:srgbClr val="202D3E"/>
            </a:solidFill>
          </a:ln>
        </p:spPr>
      </p:cxnSp>
      <p:cxnSp>
        <p:nvCxnSpPr>
          <p:cNvPr id="31" name="merchant-callback-4">
            <a:extLst xmlns:a="http://schemas.openxmlformats.org/drawingml/2006/main">
              <a:ext uri="{FF2B5EF4-FFF2-40B4-BE49-F238E27FC236}">
                <a16:creationId xmlns:a16="http://schemas.microsoft.com/office/drawing/2014/main" id="{B2E597C1-489E-444E-B9FE-0F9D6F571F56}"/>
              </a:ext>
            </a:extLst>
          </p:cNvPr>
          <p:cNvCxnSpPr/>
          <p:nvPr/>
        </p:nvCxnSpPr>
        <p:spPr>
          <a:xfrm xmlns:a="http://schemas.openxmlformats.org/drawingml/2006/main">
            <a:off x="3771900" y="3333750"/>
            <a:ext cx="238125" cy="0"/>
          </a:xfrm>
          <a:prstGeom xmlns:a="http://schemas.openxmlformats.org/drawingml/2006/main" prst="straightConnector1">
            <a:avLst/>
          </a:prstGeom>
          <a:ln xmlns:a="http://schemas.openxmlformats.org/drawingml/2006/main" w="17145">
            <a:solidFill>
              <a:srgbClr val="202D3E"/>
            </a:solidFill>
            <a:tailEnd type="triangle" w="sm" len="sm"/>
          </a:ln>
        </p:spPr>
      </p:cxnSp>
      <p:sp>
        <p:nvSpPr>
          <p:cNvPr id="32" name="callback-label">
            <a:extLst xmlns:a="http://schemas.openxmlformats.org/drawingml/2006/main">
              <a:ext uri="{FF2B5EF4-FFF2-40B4-BE49-F238E27FC236}">
                <a16:creationId xmlns:a16="http://schemas.microsoft.com/office/drawing/2014/main" id="{FE7B2FF0-751F-4DCD-92DA-5523D599D652}"/>
              </a:ext>
            </a:extLst>
          </p:cNvPr>
          <p:cNvSpPr>
            <a:spLocks xmlns:a="http://schemas.openxmlformats.org/drawingml/2006/main" noGrp="1"/>
          </p:cNvSpPr>
          <p:nvPr/>
        </p:nvSpPr>
        <p:spPr>
          <a:xfrm xmlns:a="http://schemas.openxmlformats.org/drawingml/2006/main">
            <a:off x="723900" y="3876675"/>
            <a:ext cx="1676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ctr">
              <a:defRPr sz="1200" b="0">
                <a:solidFill>
                  <a:srgbClr val="202D3E"/>
                </a:solidFill>
                <a:latin typeface="Ubuntu Light"/>
                <a:ea typeface="Ubuntu Light"/>
                <a:cs typeface="Ubuntu Light"/>
              </a:defRPr>
            </a:defPPr>
            <a:lvl1pPr algn="ctr">
              <a:defRPr sz="1200" b="0">
                <a:solidFill>
                  <a:srgbClr val="202D3E"/>
                </a:solidFill>
                <a:latin typeface="Ubuntu Light"/>
                <a:ea typeface="Ubuntu Light"/>
                <a:cs typeface="Ubuntu Light"/>
              </a:defRPr>
            </a:lvl1pPr>
            <a:lvl2pPr algn="ctr">
              <a:defRPr sz="1200" b="0">
                <a:solidFill>
                  <a:srgbClr val="202D3E"/>
                </a:solidFill>
                <a:latin typeface="Ubuntu Light"/>
                <a:ea typeface="Ubuntu Light"/>
                <a:cs typeface="Ubuntu Light"/>
              </a:defRPr>
            </a:lvl2pPr>
            <a:lvl3pPr algn="ctr">
              <a:defRPr sz="1200" b="0">
                <a:solidFill>
                  <a:srgbClr val="202D3E"/>
                </a:solidFill>
                <a:latin typeface="Ubuntu Light"/>
                <a:ea typeface="Ubuntu Light"/>
                <a:cs typeface="Ubuntu Light"/>
              </a:defRPr>
            </a:lvl3pPr>
            <a:lvl4pPr algn="ctr">
              <a:defRPr sz="1200" b="0">
                <a:solidFill>
                  <a:srgbClr val="202D3E"/>
                </a:solidFill>
                <a:latin typeface="Ubuntu Light"/>
                <a:ea typeface="Ubuntu Light"/>
                <a:cs typeface="Ubuntu Light"/>
              </a:defRPr>
            </a:lvl4pPr>
            <a:lvl5pPr algn="ctr">
              <a:defRPr sz="1200" b="0">
                <a:solidFill>
                  <a:srgbClr val="202D3E"/>
                </a:solidFill>
                <a:latin typeface="Ubuntu Light"/>
                <a:ea typeface="Ubuntu Light"/>
                <a:cs typeface="Ubuntu Light"/>
              </a:defRPr>
            </a:lvl5pPr>
            <a:lvl6pPr algn="ctr">
              <a:defRPr sz="1200" b="0">
                <a:solidFill>
                  <a:srgbClr val="202D3E"/>
                </a:solidFill>
                <a:latin typeface="Ubuntu Light"/>
                <a:ea typeface="Ubuntu Light"/>
                <a:cs typeface="Ubuntu Light"/>
              </a:defRPr>
            </a:lvl6pPr>
            <a:lvl7pPr algn="ctr">
              <a:defRPr sz="1200" b="0">
                <a:solidFill>
                  <a:srgbClr val="202D3E"/>
                </a:solidFill>
                <a:latin typeface="Ubuntu Light"/>
                <a:ea typeface="Ubuntu Light"/>
                <a:cs typeface="Ubuntu Light"/>
              </a:defRPr>
            </a:lvl7pPr>
            <a:lvl8pPr algn="ctr">
              <a:defRPr sz="1200" b="0">
                <a:solidFill>
                  <a:srgbClr val="202D3E"/>
                </a:solidFill>
                <a:latin typeface="Ubuntu Light"/>
                <a:ea typeface="Ubuntu Light"/>
                <a:cs typeface="Ubuntu Light"/>
              </a:defRPr>
            </a:lvl8pPr>
            <a:lvl9pPr algn="ctr">
              <a:defRPr sz="1200" b="0">
                <a:solidFill>
                  <a:srgbClr val="202D3E"/>
                </a:solidFill>
                <a:latin typeface="Ubuntu Light"/>
                <a:ea typeface="Ubuntu Light"/>
                <a:cs typeface="Ubuntu Light"/>
              </a:defRPr>
            </a:lvl9pPr>
          </a:lstStyle>
          <a:p xmlns:a="http://schemas.openxmlformats.org/drawingml/2006/main">
            <a:pPr algn="ctr">
              <a:defRPr sz="1200" b="0">
                <a:solidFill>
                  <a:srgbClr val="202D3E"/>
                </a:solidFill>
                <a:latin typeface="Ubuntu Light"/>
                <a:ea typeface="Ubuntu Light"/>
                <a:cs typeface="Ubuntu Light"/>
              </a:defRPr>
            </a:pPr>
            <a:r>
              <a:rPr b="0">
                <a:latin typeface="Ubuntu Light"/>
                <a:ea typeface="Ubuntu Light"/>
                <a:cs typeface="Ubuntu Light"/>
              </a:rPr>
              <a:t/>
            </a:r>
            <a:r>
              <a:rPr b="0">
                <a:latin typeface="Menlo"/>
                <a:ea typeface="Menlo"/>
                <a:cs typeface="Menlo"/>
              </a:rPr>
              <a:t>SendTaskSuccess</a:t>
            </a:r>
            <a:r>
              <a:rPr b="0">
                <a:latin typeface="Ubuntu Light"/>
                <a:ea typeface="Ubuntu Light"/>
                <a:cs typeface="Ubuntu Light"/>
              </a:rPr>
              <a:t/>
            </a:r>
          </a:p>
          <a:p xmlns:a="http://schemas.openxmlformats.org/drawingml/2006/main">
            <a:pPr algn="ctr">
              <a:defRPr sz="1200" b="0">
                <a:solidFill>
                  <a:srgbClr val="202D3E"/>
                </a:solidFill>
                <a:latin typeface="Ubuntu Light"/>
                <a:ea typeface="Ubuntu Light"/>
                <a:cs typeface="Ubuntu Light"/>
              </a:defRPr>
            </a:pPr>
            <a:r>
              <a:rPr b="0">
                <a:latin typeface="Ubuntu Light"/>
                <a:ea typeface="Ubuntu Light"/>
                <a:cs typeface="Ubuntu Light"/>
              </a:rPr>
              <a:t>+ </a:t>
            </a:r>
            <a:r>
              <a:rPr b="0">
                <a:latin typeface="Menlo"/>
                <a:ea typeface="Menlo"/>
                <a:cs typeface="Menlo"/>
              </a:rPr>
              <a:t>task token</a:t>
            </a:r>
            <a:r>
              <a:rPr b="0">
                <a:latin typeface="Ubuntu Light"/>
                <a:ea typeface="Ubuntu Light"/>
                <a:cs typeface="Ubuntu Light"/>
              </a:rPr>
              <a:t/>
            </a:r>
          </a:p>
        </p:txBody>
      </p:sp>
      <p:cxnSp>
        <p:nvCxnSpPr>
          <p:cNvPr id="33" name="create-orders-0">
            <a:extLst xmlns:a="http://schemas.openxmlformats.org/drawingml/2006/main">
              <a:ext uri="{FF2B5EF4-FFF2-40B4-BE49-F238E27FC236}">
                <a16:creationId xmlns:a16="http://schemas.microsoft.com/office/drawing/2014/main" id="{6C2D61B4-8B8D-4BC1-9B82-83BEE7B7A6EF}"/>
              </a:ext>
            </a:extLst>
          </p:cNvPr>
          <p:cNvCxnSpPr/>
          <p:nvPr/>
        </p:nvCxnSpPr>
        <p:spPr>
          <a:xfrm xmlns:a="http://schemas.openxmlformats.org/drawingml/2006/main">
            <a:off x="4524375" y="3162300"/>
            <a:ext cx="857250" cy="0"/>
          </a:xfrm>
          <a:prstGeom xmlns:a="http://schemas.openxmlformats.org/drawingml/2006/main" prst="straightConnector1">
            <a:avLst/>
          </a:prstGeom>
          <a:ln xmlns:a="http://schemas.openxmlformats.org/drawingml/2006/main" w="17145">
            <a:solidFill>
              <a:srgbClr val="202D3E"/>
            </a:solidFill>
          </a:ln>
        </p:spPr>
      </p:cxnSp>
      <p:cxnSp>
        <p:nvCxnSpPr>
          <p:cNvPr id="34" name="create-orders-1">
            <a:extLst xmlns:a="http://schemas.openxmlformats.org/drawingml/2006/main">
              <a:ext uri="{FF2B5EF4-FFF2-40B4-BE49-F238E27FC236}">
                <a16:creationId xmlns:a16="http://schemas.microsoft.com/office/drawing/2014/main" id="{0EE28499-45D4-46B5-B88C-E2451AD7FB63}"/>
              </a:ext>
            </a:extLst>
          </p:cNvPr>
          <p:cNvCxnSpPr/>
          <p:nvPr/>
        </p:nvCxnSpPr>
        <p:spPr>
          <a:xfrm xmlns:a="http://schemas.openxmlformats.org/drawingml/2006/main">
            <a:off x="5381625" y="2419350"/>
            <a:ext cx="0" cy="742950"/>
          </a:xfrm>
          <a:prstGeom xmlns:a="http://schemas.openxmlformats.org/drawingml/2006/main" prst="straightConnector1">
            <a:avLst/>
          </a:prstGeom>
          <a:ln xmlns:a="http://schemas.openxmlformats.org/drawingml/2006/main" w="17145">
            <a:solidFill>
              <a:srgbClr val="202D3E"/>
            </a:solidFill>
          </a:ln>
        </p:spPr>
      </p:cxnSp>
      <p:cxnSp>
        <p:nvCxnSpPr>
          <p:cNvPr id="35" name="create-orders-2">
            <a:extLst xmlns:a="http://schemas.openxmlformats.org/drawingml/2006/main">
              <a:ext uri="{FF2B5EF4-FFF2-40B4-BE49-F238E27FC236}">
                <a16:creationId xmlns:a16="http://schemas.microsoft.com/office/drawing/2014/main" id="{20C626BD-0CAA-4A3D-AB94-D9FC26B79AA0}"/>
              </a:ext>
            </a:extLst>
          </p:cNvPr>
          <p:cNvCxnSpPr/>
          <p:nvPr/>
        </p:nvCxnSpPr>
        <p:spPr>
          <a:xfrm xmlns:a="http://schemas.openxmlformats.org/drawingml/2006/main">
            <a:off x="5381625" y="2419350"/>
            <a:ext cx="542925" cy="0"/>
          </a:xfrm>
          <a:prstGeom xmlns:a="http://schemas.openxmlformats.org/drawingml/2006/main" prst="straightConnector1">
            <a:avLst/>
          </a:prstGeom>
          <a:ln xmlns:a="http://schemas.openxmlformats.org/drawingml/2006/main" w="17145">
            <a:solidFill>
              <a:srgbClr val="202D3E"/>
            </a:solidFill>
            <a:tailEnd type="triangle" w="sm" len="sm"/>
          </a:ln>
        </p:spPr>
      </p:cxnSp>
      <p:sp>
        <p:nvSpPr>
          <p:cNvPr id="36" name="create-orders-label">
            <a:extLst xmlns:a="http://schemas.openxmlformats.org/drawingml/2006/main">
              <a:ext uri="{FF2B5EF4-FFF2-40B4-BE49-F238E27FC236}">
                <a16:creationId xmlns:a16="http://schemas.microsoft.com/office/drawing/2014/main" id="{18644F92-6045-46F0-B908-0546D92D8FA0}"/>
              </a:ext>
            </a:extLst>
          </p:cNvPr>
          <p:cNvSpPr>
            <a:spLocks xmlns:a="http://schemas.openxmlformats.org/drawingml/2006/main" noGrp="1"/>
          </p:cNvSpPr>
          <p:nvPr/>
        </p:nvSpPr>
        <p:spPr>
          <a:xfrm xmlns:a="http://schemas.openxmlformats.org/drawingml/2006/main">
            <a:off x="4629150" y="2533650"/>
            <a:ext cx="685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38" b="0">
                <a:solidFill>
                  <a:srgbClr val="202D3E"/>
                </a:solidFill>
                <a:latin typeface="Ubuntu Light"/>
                <a:ea typeface="Ubuntu Light"/>
                <a:cs typeface="Ubuntu Light"/>
              </a:defRPr>
            </a:defPPr>
            <a:lvl1pPr algn="l">
              <a:defRPr sz="1238" b="0">
                <a:solidFill>
                  <a:srgbClr val="202D3E"/>
                </a:solidFill>
                <a:latin typeface="Ubuntu Light"/>
                <a:ea typeface="Ubuntu Light"/>
                <a:cs typeface="Ubuntu Light"/>
              </a:defRPr>
            </a:lvl1pPr>
            <a:lvl2pPr algn="l">
              <a:defRPr sz="1238" b="0">
                <a:solidFill>
                  <a:srgbClr val="202D3E"/>
                </a:solidFill>
                <a:latin typeface="Ubuntu Light"/>
                <a:ea typeface="Ubuntu Light"/>
                <a:cs typeface="Ubuntu Light"/>
              </a:defRPr>
            </a:lvl2pPr>
            <a:lvl3pPr algn="l">
              <a:defRPr sz="1238" b="0">
                <a:solidFill>
                  <a:srgbClr val="202D3E"/>
                </a:solidFill>
                <a:latin typeface="Ubuntu Light"/>
                <a:ea typeface="Ubuntu Light"/>
                <a:cs typeface="Ubuntu Light"/>
              </a:defRPr>
            </a:lvl3pPr>
            <a:lvl4pPr algn="l">
              <a:defRPr sz="1238" b="0">
                <a:solidFill>
                  <a:srgbClr val="202D3E"/>
                </a:solidFill>
                <a:latin typeface="Ubuntu Light"/>
                <a:ea typeface="Ubuntu Light"/>
                <a:cs typeface="Ubuntu Light"/>
              </a:defRPr>
            </a:lvl4pPr>
            <a:lvl5pPr algn="l">
              <a:defRPr sz="1238" b="0">
                <a:solidFill>
                  <a:srgbClr val="202D3E"/>
                </a:solidFill>
                <a:latin typeface="Ubuntu Light"/>
                <a:ea typeface="Ubuntu Light"/>
                <a:cs typeface="Ubuntu Light"/>
              </a:defRPr>
            </a:lvl5pPr>
            <a:lvl6pPr algn="l">
              <a:defRPr sz="1238" b="0">
                <a:solidFill>
                  <a:srgbClr val="202D3E"/>
                </a:solidFill>
                <a:latin typeface="Ubuntu Light"/>
                <a:ea typeface="Ubuntu Light"/>
                <a:cs typeface="Ubuntu Light"/>
              </a:defRPr>
            </a:lvl6pPr>
            <a:lvl7pPr algn="l">
              <a:defRPr sz="1238" b="0">
                <a:solidFill>
                  <a:srgbClr val="202D3E"/>
                </a:solidFill>
                <a:latin typeface="Ubuntu Light"/>
                <a:ea typeface="Ubuntu Light"/>
                <a:cs typeface="Ubuntu Light"/>
              </a:defRPr>
            </a:lvl7pPr>
            <a:lvl8pPr algn="l">
              <a:defRPr sz="1238" b="0">
                <a:solidFill>
                  <a:srgbClr val="202D3E"/>
                </a:solidFill>
                <a:latin typeface="Ubuntu Light"/>
                <a:ea typeface="Ubuntu Light"/>
                <a:cs typeface="Ubuntu Light"/>
              </a:defRPr>
            </a:lvl8pPr>
            <a:lvl9pPr algn="l">
              <a:defRPr sz="1238" b="0">
                <a:solidFill>
                  <a:srgbClr val="202D3E"/>
                </a:solidFill>
                <a:latin typeface="Ubuntu Light"/>
                <a:ea typeface="Ubuntu Light"/>
                <a:cs typeface="Ubuntu Light"/>
              </a:defRPr>
            </a:lvl9pPr>
          </a:lstStyle>
          <a:p xmlns:a="http://schemas.openxmlformats.org/drawingml/2006/main">
            <a:pPr algn="l">
              <a:defRPr sz="1238" b="0">
                <a:solidFill>
                  <a:srgbClr val="202D3E"/>
                </a:solidFill>
                <a:latin typeface="Ubuntu Light"/>
                <a:ea typeface="Ubuntu Light"/>
                <a:cs typeface="Ubuntu Light"/>
              </a:defRPr>
            </a:pPr>
            <a:r>
              <a:rPr b="0">
                <a:latin typeface="Ubuntu Light"/>
                <a:ea typeface="Ubuntu Light"/>
                <a:cs typeface="Ubuntu Light"/>
              </a:rPr>
              <a:t>Create</a:t>
            </a:r>
          </a:p>
          <a:p xmlns:a="http://schemas.openxmlformats.org/drawingml/2006/main">
            <a:pPr algn="l">
              <a:defRPr sz="1238" b="0">
                <a:solidFill>
                  <a:srgbClr val="202D3E"/>
                </a:solidFill>
                <a:latin typeface="Ubuntu Light"/>
                <a:ea typeface="Ubuntu Light"/>
                <a:cs typeface="Ubuntu Light"/>
              </a:defRPr>
            </a:pPr>
            <a:r>
              <a:rPr b="0">
                <a:latin typeface="Ubuntu Light"/>
                <a:ea typeface="Ubuntu Light"/>
                <a:cs typeface="Ubuntu Light"/>
              </a:rPr>
              <a:t>Reserve</a:t>
            </a:r>
          </a:p>
          <a:p xmlns:a="http://schemas.openxmlformats.org/drawingml/2006/main">
            <a:pPr algn="l">
              <a:defRPr sz="1238" b="0">
                <a:solidFill>
                  <a:srgbClr val="202D3E"/>
                </a:solidFill>
                <a:latin typeface="Ubuntu Light"/>
                <a:ea typeface="Ubuntu Light"/>
                <a:cs typeface="Ubuntu Light"/>
              </a:defRPr>
            </a:pPr>
            <a:r>
              <a:rPr b="0">
                <a:latin typeface="Ubuntu Light"/>
                <a:ea typeface="Ubuntu Light"/>
                <a:cs typeface="Ubuntu Light"/>
              </a:rPr>
              <a:t>Confirm</a:t>
            </a:r>
          </a:p>
        </p:txBody>
      </p:sp>
      <p:cxnSp>
        <p:nvCxnSpPr>
          <p:cNvPr id="37" name="cancel-orders-0">
            <a:extLst xmlns:a="http://schemas.openxmlformats.org/drawingml/2006/main">
              <a:ext uri="{FF2B5EF4-FFF2-40B4-BE49-F238E27FC236}">
                <a16:creationId xmlns:a16="http://schemas.microsoft.com/office/drawing/2014/main" id="{6415596C-77CB-44AF-97F2-3EFD8890B4CE}"/>
              </a:ext>
            </a:extLst>
          </p:cNvPr>
          <p:cNvCxnSpPr/>
          <p:nvPr/>
        </p:nvCxnSpPr>
        <p:spPr>
          <a:xfrm xmlns:a="http://schemas.openxmlformats.org/drawingml/2006/main">
            <a:off x="7029450" y="3162300"/>
            <a:ext cx="657225" cy="0"/>
          </a:xfrm>
          <a:prstGeom xmlns:a="http://schemas.openxmlformats.org/drawingml/2006/main" prst="straightConnector1">
            <a:avLst/>
          </a:prstGeom>
          <a:ln xmlns:a="http://schemas.openxmlformats.org/drawingml/2006/main" w="17145">
            <a:solidFill>
              <a:srgbClr val="202D3E"/>
            </a:solidFill>
          </a:ln>
        </p:spPr>
      </p:cxnSp>
      <p:cxnSp>
        <p:nvCxnSpPr>
          <p:cNvPr id="38" name="cancel-orders-1">
            <a:extLst xmlns:a="http://schemas.openxmlformats.org/drawingml/2006/main">
              <a:ext uri="{FF2B5EF4-FFF2-40B4-BE49-F238E27FC236}">
                <a16:creationId xmlns:a16="http://schemas.microsoft.com/office/drawing/2014/main" id="{9BBAE9B2-C36E-4DC2-8316-252DBBA38E12}"/>
              </a:ext>
            </a:extLst>
          </p:cNvPr>
          <p:cNvCxnSpPr/>
          <p:nvPr/>
        </p:nvCxnSpPr>
        <p:spPr>
          <a:xfrm xmlns:a="http://schemas.openxmlformats.org/drawingml/2006/main">
            <a:off x="7029450" y="2419350"/>
            <a:ext cx="0" cy="742950"/>
          </a:xfrm>
          <a:prstGeom xmlns:a="http://schemas.openxmlformats.org/drawingml/2006/main" prst="straightConnector1">
            <a:avLst/>
          </a:prstGeom>
          <a:ln xmlns:a="http://schemas.openxmlformats.org/drawingml/2006/main" w="17145">
            <a:solidFill>
              <a:srgbClr val="202D3E"/>
            </a:solidFill>
          </a:ln>
        </p:spPr>
      </p:cxnSp>
      <p:cxnSp>
        <p:nvCxnSpPr>
          <p:cNvPr id="39" name="cancel-orders-2">
            <a:extLst xmlns:a="http://schemas.openxmlformats.org/drawingml/2006/main">
              <a:ext uri="{FF2B5EF4-FFF2-40B4-BE49-F238E27FC236}">
                <a16:creationId xmlns:a16="http://schemas.microsoft.com/office/drawing/2014/main" id="{404B939B-5463-446C-B292-2DE068CAA0BF}"/>
              </a:ext>
            </a:extLst>
          </p:cNvPr>
          <p:cNvCxnSpPr/>
          <p:nvPr/>
        </p:nvCxnSpPr>
        <p:spPr>
          <a:xfrm xmlns:a="http://schemas.openxmlformats.org/drawingml/2006/main">
            <a:off x="6438900" y="2419350"/>
            <a:ext cx="590550" cy="0"/>
          </a:xfrm>
          <a:prstGeom xmlns:a="http://schemas.openxmlformats.org/drawingml/2006/main" prst="straightConnector1">
            <a:avLst/>
          </a:prstGeom>
          <a:ln xmlns:a="http://schemas.openxmlformats.org/drawingml/2006/main" w="17145">
            <a:solidFill>
              <a:srgbClr val="202D3E"/>
            </a:solidFill>
            <a:headEnd type="triangle" w="sm" len="sm"/>
          </a:ln>
        </p:spPr>
      </p:cxnSp>
      <p:sp>
        <p:nvSpPr>
          <p:cNvPr id="40" name="cancel-orders-label">
            <a:extLst xmlns:a="http://schemas.openxmlformats.org/drawingml/2006/main">
              <a:ext uri="{FF2B5EF4-FFF2-40B4-BE49-F238E27FC236}">
                <a16:creationId xmlns:a16="http://schemas.microsoft.com/office/drawing/2014/main" id="{E88F19E8-4EB7-4883-A150-7416EEE33B59}"/>
              </a:ext>
            </a:extLst>
          </p:cNvPr>
          <p:cNvSpPr>
            <a:spLocks xmlns:a="http://schemas.openxmlformats.org/drawingml/2006/main" noGrp="1"/>
          </p:cNvSpPr>
          <p:nvPr/>
        </p:nvSpPr>
        <p:spPr>
          <a:xfrm xmlns:a="http://schemas.openxmlformats.org/drawingml/2006/main">
            <a:off x="7162800" y="26479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xmlns:a="http://schemas.openxmlformats.org/drawingml/2006/main">
            <a:pPr algn="l">
              <a:defRPr sz="1275" b="0">
                <a:solidFill>
                  <a:srgbClr val="202D3E"/>
                </a:solidFill>
                <a:latin typeface="Ubuntu Light"/>
                <a:ea typeface="Ubuntu Light"/>
                <a:cs typeface="Ubuntu Light"/>
              </a:defRPr>
            </a:pPr>
            <a:r>
              <a:rPr b="0">
                <a:latin typeface="Ubuntu Light"/>
                <a:ea typeface="Ubuntu Light"/>
                <a:cs typeface="Ubuntu Light"/>
              </a:rPr>
              <a:t>Read / cancel</a:t>
            </a:r>
          </a:p>
        </p:txBody>
      </p:sp>
      <p:cxnSp>
        <p:nvCxnSpPr>
          <p:cNvPr id="41" name="create-payments-0">
            <a:extLst xmlns:a="http://schemas.openxmlformats.org/drawingml/2006/main">
              <a:ext uri="{FF2B5EF4-FFF2-40B4-BE49-F238E27FC236}">
                <a16:creationId xmlns:a16="http://schemas.microsoft.com/office/drawing/2014/main" id="{6FE218C0-2C13-4FD0-B41F-D30A0278BFAF}"/>
              </a:ext>
            </a:extLst>
          </p:cNvPr>
          <p:cNvCxnSpPr/>
          <p:nvPr/>
        </p:nvCxnSpPr>
        <p:spPr>
          <a:xfrm xmlns:a="http://schemas.openxmlformats.org/drawingml/2006/main">
            <a:off x="4524375" y="3371850"/>
            <a:ext cx="857250" cy="0"/>
          </a:xfrm>
          <a:prstGeom xmlns:a="http://schemas.openxmlformats.org/drawingml/2006/main" prst="straightConnector1">
            <a:avLst/>
          </a:prstGeom>
          <a:ln xmlns:a="http://schemas.openxmlformats.org/drawingml/2006/main" w="17145">
            <a:solidFill>
              <a:srgbClr val="202D3E"/>
            </a:solidFill>
          </a:ln>
        </p:spPr>
      </p:cxnSp>
      <p:cxnSp>
        <p:nvCxnSpPr>
          <p:cNvPr id="42" name="create-payments-1">
            <a:extLst xmlns:a="http://schemas.openxmlformats.org/drawingml/2006/main">
              <a:ext uri="{FF2B5EF4-FFF2-40B4-BE49-F238E27FC236}">
                <a16:creationId xmlns:a16="http://schemas.microsoft.com/office/drawing/2014/main" id="{8029CB7D-E3EF-41A9-BD32-9676759E81DE}"/>
              </a:ext>
            </a:extLst>
          </p:cNvPr>
          <p:cNvCxnSpPr/>
          <p:nvPr/>
        </p:nvCxnSpPr>
        <p:spPr>
          <a:xfrm xmlns:a="http://schemas.openxmlformats.org/drawingml/2006/main">
            <a:off x="5381625" y="3371850"/>
            <a:ext cx="0" cy="533400"/>
          </a:xfrm>
          <a:prstGeom xmlns:a="http://schemas.openxmlformats.org/drawingml/2006/main" prst="straightConnector1">
            <a:avLst/>
          </a:prstGeom>
          <a:ln xmlns:a="http://schemas.openxmlformats.org/drawingml/2006/main" w="17145">
            <a:solidFill>
              <a:srgbClr val="202D3E"/>
            </a:solidFill>
          </a:ln>
        </p:spPr>
      </p:cxnSp>
      <p:cxnSp>
        <p:nvCxnSpPr>
          <p:cNvPr id="43" name="create-payments-2">
            <a:extLst xmlns:a="http://schemas.openxmlformats.org/drawingml/2006/main">
              <a:ext uri="{FF2B5EF4-FFF2-40B4-BE49-F238E27FC236}">
                <a16:creationId xmlns:a16="http://schemas.microsoft.com/office/drawing/2014/main" id="{951F177B-5F71-442D-9899-434BB276968B}"/>
              </a:ext>
            </a:extLst>
          </p:cNvPr>
          <p:cNvCxnSpPr/>
          <p:nvPr/>
        </p:nvCxnSpPr>
        <p:spPr>
          <a:xfrm xmlns:a="http://schemas.openxmlformats.org/drawingml/2006/main">
            <a:off x="5381625" y="3905250"/>
            <a:ext cx="542925" cy="0"/>
          </a:xfrm>
          <a:prstGeom xmlns:a="http://schemas.openxmlformats.org/drawingml/2006/main" prst="straightConnector1">
            <a:avLst/>
          </a:prstGeom>
          <a:ln xmlns:a="http://schemas.openxmlformats.org/drawingml/2006/main" w="17145">
            <a:solidFill>
              <a:srgbClr val="202D3E"/>
            </a:solidFill>
            <a:tailEnd type="triangle" w="sm" len="sm"/>
          </a:ln>
        </p:spPr>
      </p:cxnSp>
      <p:sp>
        <p:nvSpPr>
          <p:cNvPr id="44" name="charge-label">
            <a:extLst xmlns:a="http://schemas.openxmlformats.org/drawingml/2006/main">
              <a:ext uri="{FF2B5EF4-FFF2-40B4-BE49-F238E27FC236}">
                <a16:creationId xmlns:a16="http://schemas.microsoft.com/office/drawing/2014/main" id="{50DA594A-1FB1-4C6F-911B-5CE4935B1EAE}"/>
              </a:ext>
            </a:extLst>
          </p:cNvPr>
          <p:cNvSpPr>
            <a:spLocks xmlns:a="http://schemas.openxmlformats.org/drawingml/2006/main" noGrp="1"/>
          </p:cNvSpPr>
          <p:nvPr/>
        </p:nvSpPr>
        <p:spPr>
          <a:xfrm xmlns:a="http://schemas.openxmlformats.org/drawingml/2006/main">
            <a:off x="4629150" y="4143375"/>
            <a:ext cx="704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xmlns:a="http://schemas.openxmlformats.org/drawingml/2006/main">
            <a:pPr algn="l">
              <a:defRPr sz="1275" b="0">
                <a:solidFill>
                  <a:srgbClr val="202D3E"/>
                </a:solidFill>
                <a:latin typeface="Ubuntu Light"/>
                <a:ea typeface="Ubuntu Light"/>
                <a:cs typeface="Ubuntu Light"/>
              </a:defRPr>
            </a:pPr>
            <a:r>
              <a:rPr b="0">
                <a:latin typeface="Ubuntu Light"/>
                <a:ea typeface="Ubuntu Light"/>
                <a:cs typeface="Ubuntu Light"/>
              </a:rPr>
              <a:t>Charge</a:t>
            </a:r>
          </a:p>
        </p:txBody>
      </p:sp>
      <p:cxnSp>
        <p:nvCxnSpPr>
          <p:cNvPr id="45" name="cancel-payments-0">
            <a:extLst xmlns:a="http://schemas.openxmlformats.org/drawingml/2006/main">
              <a:ext uri="{FF2B5EF4-FFF2-40B4-BE49-F238E27FC236}">
                <a16:creationId xmlns:a16="http://schemas.microsoft.com/office/drawing/2014/main" id="{9D5690CC-5434-4A33-97D6-E09D5AAB8F97}"/>
              </a:ext>
            </a:extLst>
          </p:cNvPr>
          <p:cNvCxnSpPr/>
          <p:nvPr/>
        </p:nvCxnSpPr>
        <p:spPr>
          <a:xfrm xmlns:a="http://schemas.openxmlformats.org/drawingml/2006/main">
            <a:off x="7029450" y="3371850"/>
            <a:ext cx="657225" cy="0"/>
          </a:xfrm>
          <a:prstGeom xmlns:a="http://schemas.openxmlformats.org/drawingml/2006/main" prst="straightConnector1">
            <a:avLst/>
          </a:prstGeom>
          <a:ln xmlns:a="http://schemas.openxmlformats.org/drawingml/2006/main" w="17145">
            <a:solidFill>
              <a:srgbClr val="202D3E"/>
            </a:solidFill>
          </a:ln>
        </p:spPr>
      </p:cxnSp>
      <p:cxnSp>
        <p:nvCxnSpPr>
          <p:cNvPr id="46" name="cancel-payments-1">
            <a:extLst xmlns:a="http://schemas.openxmlformats.org/drawingml/2006/main">
              <a:ext uri="{FF2B5EF4-FFF2-40B4-BE49-F238E27FC236}">
                <a16:creationId xmlns:a16="http://schemas.microsoft.com/office/drawing/2014/main" id="{D4E2EC00-F656-4F57-8268-7C7818316A53}"/>
              </a:ext>
            </a:extLst>
          </p:cNvPr>
          <p:cNvCxnSpPr/>
          <p:nvPr/>
        </p:nvCxnSpPr>
        <p:spPr>
          <a:xfrm xmlns:a="http://schemas.openxmlformats.org/drawingml/2006/main">
            <a:off x="7029450" y="3371850"/>
            <a:ext cx="0" cy="533400"/>
          </a:xfrm>
          <a:prstGeom xmlns:a="http://schemas.openxmlformats.org/drawingml/2006/main" prst="straightConnector1">
            <a:avLst/>
          </a:prstGeom>
          <a:ln xmlns:a="http://schemas.openxmlformats.org/drawingml/2006/main" w="17145">
            <a:solidFill>
              <a:srgbClr val="202D3E"/>
            </a:solidFill>
          </a:ln>
        </p:spPr>
      </p:cxnSp>
      <p:cxnSp>
        <p:nvCxnSpPr>
          <p:cNvPr id="47" name="cancel-payments-2">
            <a:extLst xmlns:a="http://schemas.openxmlformats.org/drawingml/2006/main">
              <a:ext uri="{FF2B5EF4-FFF2-40B4-BE49-F238E27FC236}">
                <a16:creationId xmlns:a16="http://schemas.microsoft.com/office/drawing/2014/main" id="{15878411-2AA7-4118-9C65-2AE4EACA724E}"/>
              </a:ext>
            </a:extLst>
          </p:cNvPr>
          <p:cNvCxnSpPr/>
          <p:nvPr/>
        </p:nvCxnSpPr>
        <p:spPr>
          <a:xfrm xmlns:a="http://schemas.openxmlformats.org/drawingml/2006/main">
            <a:off x="6438900" y="3905250"/>
            <a:ext cx="590550" cy="0"/>
          </a:xfrm>
          <a:prstGeom xmlns:a="http://schemas.openxmlformats.org/drawingml/2006/main" prst="straightConnector1">
            <a:avLst/>
          </a:prstGeom>
          <a:ln xmlns:a="http://schemas.openxmlformats.org/drawingml/2006/main" w="17145">
            <a:solidFill>
              <a:srgbClr val="202D3E"/>
            </a:solidFill>
            <a:headEnd type="triangle" w="sm" len="sm"/>
          </a:ln>
        </p:spPr>
      </p:cxnSp>
      <p:sp>
        <p:nvSpPr>
          <p:cNvPr id="48" name="refund-label">
            <a:extLst xmlns:a="http://schemas.openxmlformats.org/drawingml/2006/main">
              <a:ext uri="{FF2B5EF4-FFF2-40B4-BE49-F238E27FC236}">
                <a16:creationId xmlns:a16="http://schemas.microsoft.com/office/drawing/2014/main" id="{C9E2A797-F9EA-422A-B546-A872BFAEBA5E}"/>
              </a:ext>
            </a:extLst>
          </p:cNvPr>
          <p:cNvSpPr>
            <a:spLocks xmlns:a="http://schemas.openxmlformats.org/drawingml/2006/main" noGrp="1"/>
          </p:cNvSpPr>
          <p:nvPr/>
        </p:nvSpPr>
        <p:spPr>
          <a:xfrm xmlns:a="http://schemas.openxmlformats.org/drawingml/2006/main">
            <a:off x="7162800" y="4019550"/>
            <a:ext cx="809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xmlns:a="http://schemas.openxmlformats.org/drawingml/2006/main">
            <a:pPr algn="l">
              <a:defRPr sz="1275" b="0">
                <a:solidFill>
                  <a:srgbClr val="202D3E"/>
                </a:solidFill>
                <a:latin typeface="Ubuntu Light"/>
                <a:ea typeface="Ubuntu Light"/>
                <a:cs typeface="Ubuntu Light"/>
              </a:defRPr>
            </a:pPr>
            <a:r>
              <a:rPr b="0">
                <a:latin typeface="Ubuntu Light"/>
                <a:ea typeface="Ubuntu Light"/>
                <a:cs typeface="Ubuntu Light"/>
              </a:rPr>
              <a:t>Refund</a:t>
            </a:r>
          </a:p>
        </p:txBody>
      </p:sp>
      <p:cxnSp>
        <p:nvCxnSpPr>
          <p:cNvPr id="49" name="orders-database-0">
            <a:extLst xmlns:a="http://schemas.openxmlformats.org/drawingml/2006/main">
              <a:ext uri="{FF2B5EF4-FFF2-40B4-BE49-F238E27FC236}">
                <a16:creationId xmlns:a16="http://schemas.microsoft.com/office/drawing/2014/main" id="{C46A6B32-3FF4-4565-B6C8-8A476771AC3B}"/>
              </a:ext>
            </a:extLst>
          </p:cNvPr>
          <p:cNvCxnSpPr/>
          <p:nvPr/>
        </p:nvCxnSpPr>
        <p:spPr>
          <a:xfrm xmlns:a="http://schemas.openxmlformats.org/drawingml/2006/main">
            <a:off x="6181725" y="2047875"/>
            <a:ext cx="0" cy="114300"/>
          </a:xfrm>
          <a:prstGeom xmlns:a="http://schemas.openxmlformats.org/drawingml/2006/main" prst="straightConnector1">
            <a:avLst/>
          </a:prstGeom>
          <a:ln xmlns:a="http://schemas.openxmlformats.org/drawingml/2006/main" w="17145">
            <a:solidFill>
              <a:srgbClr val="202D3E"/>
            </a:solidFill>
            <a:headEnd type="triangle" w="sm" len="sm"/>
          </a:ln>
        </p:spPr>
      </p:cxnSp>
      <p:sp>
        <p:nvSpPr>
          <p:cNvPr id="50" name="database-operation">
            <a:extLst xmlns:a="http://schemas.openxmlformats.org/drawingml/2006/main">
              <a:ext uri="{FF2B5EF4-FFF2-40B4-BE49-F238E27FC236}">
                <a16:creationId xmlns:a16="http://schemas.microsoft.com/office/drawing/2014/main" id="{992F3E0D-9492-47A3-AD26-646FD681644B}"/>
              </a:ext>
            </a:extLst>
          </p:cNvPr>
          <p:cNvSpPr>
            <a:spLocks xmlns:a="http://schemas.openxmlformats.org/drawingml/2006/main" noGrp="1"/>
          </p:cNvSpPr>
          <p:nvPr/>
        </p:nvSpPr>
        <p:spPr>
          <a:xfrm xmlns:a="http://schemas.openxmlformats.org/drawingml/2006/main">
            <a:off x="6438900" y="2038350"/>
            <a:ext cx="1190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38" b="0">
                <a:solidFill>
                  <a:srgbClr val="202D3E"/>
                </a:solidFill>
                <a:latin typeface="Ubuntu Light"/>
                <a:ea typeface="Ubuntu Light"/>
                <a:cs typeface="Ubuntu Light"/>
              </a:defRPr>
            </a:defPPr>
            <a:lvl1pPr algn="l">
              <a:defRPr sz="1238" b="0">
                <a:solidFill>
                  <a:srgbClr val="202D3E"/>
                </a:solidFill>
                <a:latin typeface="Ubuntu Light"/>
                <a:ea typeface="Ubuntu Light"/>
                <a:cs typeface="Ubuntu Light"/>
              </a:defRPr>
            </a:lvl1pPr>
            <a:lvl2pPr algn="l">
              <a:defRPr sz="1238" b="0">
                <a:solidFill>
                  <a:srgbClr val="202D3E"/>
                </a:solidFill>
                <a:latin typeface="Ubuntu Light"/>
                <a:ea typeface="Ubuntu Light"/>
                <a:cs typeface="Ubuntu Light"/>
              </a:defRPr>
            </a:lvl2pPr>
            <a:lvl3pPr algn="l">
              <a:defRPr sz="1238" b="0">
                <a:solidFill>
                  <a:srgbClr val="202D3E"/>
                </a:solidFill>
                <a:latin typeface="Ubuntu Light"/>
                <a:ea typeface="Ubuntu Light"/>
                <a:cs typeface="Ubuntu Light"/>
              </a:defRPr>
            </a:lvl3pPr>
            <a:lvl4pPr algn="l">
              <a:defRPr sz="1238" b="0">
                <a:solidFill>
                  <a:srgbClr val="202D3E"/>
                </a:solidFill>
                <a:latin typeface="Ubuntu Light"/>
                <a:ea typeface="Ubuntu Light"/>
                <a:cs typeface="Ubuntu Light"/>
              </a:defRPr>
            </a:lvl4pPr>
            <a:lvl5pPr algn="l">
              <a:defRPr sz="1238" b="0">
                <a:solidFill>
                  <a:srgbClr val="202D3E"/>
                </a:solidFill>
                <a:latin typeface="Ubuntu Light"/>
                <a:ea typeface="Ubuntu Light"/>
                <a:cs typeface="Ubuntu Light"/>
              </a:defRPr>
            </a:lvl5pPr>
            <a:lvl6pPr algn="l">
              <a:defRPr sz="1238" b="0">
                <a:solidFill>
                  <a:srgbClr val="202D3E"/>
                </a:solidFill>
                <a:latin typeface="Ubuntu Light"/>
                <a:ea typeface="Ubuntu Light"/>
                <a:cs typeface="Ubuntu Light"/>
              </a:defRPr>
            </a:lvl6pPr>
            <a:lvl7pPr algn="l">
              <a:defRPr sz="1238" b="0">
                <a:solidFill>
                  <a:srgbClr val="202D3E"/>
                </a:solidFill>
                <a:latin typeface="Ubuntu Light"/>
                <a:ea typeface="Ubuntu Light"/>
                <a:cs typeface="Ubuntu Light"/>
              </a:defRPr>
            </a:lvl7pPr>
            <a:lvl8pPr algn="l">
              <a:defRPr sz="1238" b="0">
                <a:solidFill>
                  <a:srgbClr val="202D3E"/>
                </a:solidFill>
                <a:latin typeface="Ubuntu Light"/>
                <a:ea typeface="Ubuntu Light"/>
                <a:cs typeface="Ubuntu Light"/>
              </a:defRPr>
            </a:lvl8pPr>
            <a:lvl9pPr algn="l">
              <a:defRPr sz="1238" b="0">
                <a:solidFill>
                  <a:srgbClr val="202D3E"/>
                </a:solidFill>
                <a:latin typeface="Ubuntu Light"/>
                <a:ea typeface="Ubuntu Light"/>
                <a:cs typeface="Ubuntu Light"/>
              </a:defRPr>
            </a:lvl9pPr>
          </a:lstStyle>
          <a:p xmlns:a="http://schemas.openxmlformats.org/drawingml/2006/main">
            <a:pPr algn="l">
              <a:defRPr sz="1238" b="0">
                <a:solidFill>
                  <a:srgbClr val="202D3E"/>
                </a:solidFill>
                <a:latin typeface="Ubuntu Light"/>
                <a:ea typeface="Ubuntu Light"/>
                <a:cs typeface="Ubuntu Light"/>
              </a:defRPr>
            </a:pPr>
            <a:r>
              <a:rPr b="0">
                <a:latin typeface="Ubuntu Light"/>
                <a:ea typeface="Ubuntu Light"/>
                <a:cs typeface="Ubuntu Light"/>
              </a:rPr>
              <a:t>Read / write</a:t>
            </a:r>
          </a:p>
        </p:txBody>
      </p:sp>
      <p:cxnSp>
        <p:nvCxnSpPr>
          <p:cNvPr id="51" name="payments-stripe-0">
            <a:extLst xmlns:a="http://schemas.openxmlformats.org/drawingml/2006/main">
              <a:ext uri="{FF2B5EF4-FFF2-40B4-BE49-F238E27FC236}">
                <a16:creationId xmlns:a16="http://schemas.microsoft.com/office/drawing/2014/main" id="{398CAA66-10E9-47FC-8F4F-857FDBD9A536}"/>
              </a:ext>
            </a:extLst>
          </p:cNvPr>
          <p:cNvCxnSpPr/>
          <p:nvPr/>
        </p:nvCxnSpPr>
        <p:spPr>
          <a:xfrm xmlns:a="http://schemas.openxmlformats.org/drawingml/2006/main">
            <a:off x="6181725" y="4162425"/>
            <a:ext cx="0" cy="361950"/>
          </a:xfrm>
          <a:prstGeom xmlns:a="http://schemas.openxmlformats.org/drawingml/2006/main" prst="straightConnector1">
            <a:avLst/>
          </a:prstGeom>
          <a:ln xmlns:a="http://schemas.openxmlformats.org/drawingml/2006/main" w="17145">
            <a:solidFill>
              <a:srgbClr val="202D3E"/>
            </a:solidFill>
            <a:tailEnd type="triangle" w="sm" len="sm"/>
          </a:ln>
        </p:spPr>
      </p:cxnSp>
      <p:sp>
        <p:nvSpPr>
          <p:cNvPr id="52" name="payment-operation">
            <a:extLst xmlns:a="http://schemas.openxmlformats.org/drawingml/2006/main">
              <a:ext uri="{FF2B5EF4-FFF2-40B4-BE49-F238E27FC236}">
                <a16:creationId xmlns:a16="http://schemas.microsoft.com/office/drawing/2014/main" id="{611489E8-12CA-4ACA-9FDE-F92F7037B7EC}"/>
              </a:ext>
            </a:extLst>
          </p:cNvPr>
          <p:cNvSpPr>
            <a:spLocks xmlns:a="http://schemas.openxmlformats.org/drawingml/2006/main" noGrp="1"/>
          </p:cNvSpPr>
          <p:nvPr/>
        </p:nvSpPr>
        <p:spPr>
          <a:xfrm xmlns:a="http://schemas.openxmlformats.org/drawingml/2006/main">
            <a:off x="4810125" y="457200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00" b="0">
                <a:solidFill>
                  <a:srgbClr val="202D3E"/>
                </a:solidFill>
                <a:latin typeface="Ubuntu Light"/>
                <a:ea typeface="Ubuntu Light"/>
                <a:cs typeface="Ubuntu Light"/>
              </a:defRPr>
            </a:defPPr>
            <a:lvl1pPr algn="l">
              <a:defRPr sz="1200" b="0">
                <a:solidFill>
                  <a:srgbClr val="202D3E"/>
                </a:solidFill>
                <a:latin typeface="Ubuntu Light"/>
                <a:ea typeface="Ubuntu Light"/>
                <a:cs typeface="Ubuntu Light"/>
              </a:defRPr>
            </a:lvl1pPr>
            <a:lvl2pPr algn="l">
              <a:defRPr sz="1200" b="0">
                <a:solidFill>
                  <a:srgbClr val="202D3E"/>
                </a:solidFill>
                <a:latin typeface="Ubuntu Light"/>
                <a:ea typeface="Ubuntu Light"/>
                <a:cs typeface="Ubuntu Light"/>
              </a:defRPr>
            </a:lvl2pPr>
            <a:lvl3pPr algn="l">
              <a:defRPr sz="1200" b="0">
                <a:solidFill>
                  <a:srgbClr val="202D3E"/>
                </a:solidFill>
                <a:latin typeface="Ubuntu Light"/>
                <a:ea typeface="Ubuntu Light"/>
                <a:cs typeface="Ubuntu Light"/>
              </a:defRPr>
            </a:lvl3pPr>
            <a:lvl4pPr algn="l">
              <a:defRPr sz="1200" b="0">
                <a:solidFill>
                  <a:srgbClr val="202D3E"/>
                </a:solidFill>
                <a:latin typeface="Ubuntu Light"/>
                <a:ea typeface="Ubuntu Light"/>
                <a:cs typeface="Ubuntu Light"/>
              </a:defRPr>
            </a:lvl4pPr>
            <a:lvl5pPr algn="l">
              <a:defRPr sz="1200" b="0">
                <a:solidFill>
                  <a:srgbClr val="202D3E"/>
                </a:solidFill>
                <a:latin typeface="Ubuntu Light"/>
                <a:ea typeface="Ubuntu Light"/>
                <a:cs typeface="Ubuntu Light"/>
              </a:defRPr>
            </a:lvl5pPr>
            <a:lvl6pPr algn="l">
              <a:defRPr sz="1200" b="0">
                <a:solidFill>
                  <a:srgbClr val="202D3E"/>
                </a:solidFill>
                <a:latin typeface="Ubuntu Light"/>
                <a:ea typeface="Ubuntu Light"/>
                <a:cs typeface="Ubuntu Light"/>
              </a:defRPr>
            </a:lvl6pPr>
            <a:lvl7pPr algn="l">
              <a:defRPr sz="1200" b="0">
                <a:solidFill>
                  <a:srgbClr val="202D3E"/>
                </a:solidFill>
                <a:latin typeface="Ubuntu Light"/>
                <a:ea typeface="Ubuntu Light"/>
                <a:cs typeface="Ubuntu Light"/>
              </a:defRPr>
            </a:lvl7pPr>
            <a:lvl8pPr algn="l">
              <a:defRPr sz="1200" b="0">
                <a:solidFill>
                  <a:srgbClr val="202D3E"/>
                </a:solidFill>
                <a:latin typeface="Ubuntu Light"/>
                <a:ea typeface="Ubuntu Light"/>
                <a:cs typeface="Ubuntu Light"/>
              </a:defRPr>
            </a:lvl8pPr>
            <a:lvl9pPr algn="l">
              <a:defRPr sz="1200" b="0">
                <a:solidFill>
                  <a:srgbClr val="202D3E"/>
                </a:solidFill>
                <a:latin typeface="Ubuntu Light"/>
                <a:ea typeface="Ubuntu Light"/>
                <a:cs typeface="Ubuntu Light"/>
              </a:defRPr>
            </a:lvl9pPr>
          </a:lstStyle>
          <a:p xmlns:a="http://schemas.openxmlformats.org/drawingml/2006/main">
            <a:pPr algn="l">
              <a:defRPr sz="1200" b="0">
                <a:solidFill>
                  <a:srgbClr val="202D3E"/>
                </a:solidFill>
                <a:latin typeface="Ubuntu Light"/>
                <a:ea typeface="Ubuntu Light"/>
                <a:cs typeface="Ubuntu Light"/>
              </a:defRPr>
            </a:pPr>
            <a:r>
              <a:rPr b="0">
                <a:latin typeface="Ubuntu Light"/>
                <a:ea typeface="Ubuntu Light"/>
                <a:cs typeface="Ubuntu Light"/>
              </a:rPr>
              <a:t>HTTP requests</a:t>
            </a:r>
          </a:p>
        </p:txBody>
      </p:sp>
    </p:spTree>
    <p:extLst>
      <p:ext uri="{BB962C8B-B14F-4D97-AF65-F5344CB8AC3E}">
        <p14:creationId xmlns:p14="http://schemas.microsoft.com/office/powerpoint/2010/main" val="1233667526"/>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2026-10-23T14:31:32.7320000Z</dcterms:created>
  <dcterms:modified xsi:type="dcterms:W3CDTF">2026-10-23T14:31:32.7320000Z</dcterms:modified>
</coreProperties>
</file>