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ns3="http://schemas.microsoft.com/office/powerpoint/2012/main" xmlns:p="http://schemas.openxmlformats.org/presentationml/2006/main" xmlns:r="http://schemas.openxmlformats.org/officeDocument/2006/relationships" embedTrueTypeFonts="1" saveSubsetFonts="1">
  <p:sldMasterIdLst>
    <p:sldMasterId id="2147483648" r:id="rId1"/>
  </p:sldMasterIdLst>
  <p:notesMasterIdLst>
    <p:notesMasterId r:id="rId42"/>
  </p:notesMasterIdLst>
  <p:sldIdLst>
    <p:sldId id="256" r:id="rId2"/>
    <p:sldId id="294" r:id="rId3"/>
    <p:sldId id="258" r:id="rId4"/>
    <p:sldId id="264" r:id="rId5"/>
    <p:sldId id="259" r:id="rId6"/>
    <p:sldId id="260" r:id="rId7"/>
    <p:sldId id="261" r:id="rId8"/>
    <p:sldId id="262" r:id="rId9"/>
    <p:sldId id="263" r:id="rId10"/>
    <p:sldId id="297" r:id="rId11"/>
    <p:sldId id="266" r:id="rId12"/>
    <p:sldId id="267" r:id="rId13"/>
    <p:sldId id="298" r:id="rId14"/>
    <p:sldId id="269" r:id="rId15"/>
    <p:sldId id="270" r:id="rId16"/>
    <p:sldId id="271" r:id="rId17"/>
    <p:sldId id="273" r:id="rId18"/>
    <p:sldId id="274" r:id="rId19"/>
    <p:sldId id="275" r:id="rId20"/>
    <p:sldId id="276" r:id="rId21"/>
    <p:sldId id="299" r:id="rId22"/>
    <p:sldId id="278" r:id="rId23"/>
    <p:sldId id="277" r:id="rId24"/>
    <p:sldId id="280" r:id="rId25"/>
    <p:sldId id="279" r:id="rId26"/>
    <p:sldId id="281" r:id="rId27"/>
    <p:sldId id="282" r:id="rId28"/>
    <p:sldId id="272" r:id="rId29"/>
    <p:sldId id="283" r:id="rId30"/>
    <p:sldId id="284" r:id="rId31"/>
    <p:sldId id="285" r:id="rId32"/>
    <p:sldId id="286" r:id="rId33"/>
    <p:sldId id="288" r:id="rId34"/>
    <p:sldId id="287" r:id="rId35"/>
    <p:sldId id="296" r:id="rId36"/>
    <p:sldId id="290" r:id="rId37"/>
    <p:sldId id="291" r:id="rId38"/>
    <p:sldId id="292" r:id="rId39"/>
    <p:sldId id="304" r:id="rId57"/>
    <p:sldId id="305" r:id="rId58"/>
    <p:sldId id="306" r:id="rId59"/>
    <p:sldId id="307" r:id="rId60"/>
    <p:sldId id="308" r:id="rId61"/>
    <p:sldId id="309" r:id="rId62"/>
    <p:sldId id="310" r:id="rId63"/>
    <p:sldId id="311" r:id="rId64"/>
    <p:sldId id="295" r:id="rId40"/>
    <p:sldId id="293" r:id="rId41"/>
  </p:sldIdLst>
  <p:sldSz cx="9144000" cy="5143500" type="screen16x9"/>
  <p:notesSz cx="6858000" cy="9144000"/>
  <p:embeddedFontLst>
    <p:embeddedFont>
      <p:font typeface="Ubuntu" panose="020B0504030602030204" pitchFamily="34" charset="0"/>
      <p:regular r:id="rId43"/>
      <p:bold r:id="rId44"/>
      <p:italic r:id="rId45"/>
      <p:boldItalic r:id="rId46"/>
    </p:embeddedFont>
    <p:embeddedFont>
      <p:font typeface="Ubuntu Light" panose="020B0304030602030204" pitchFamily="34" charset="0"/>
      <p:regular r:id="rId47"/>
      <p:italic r:id="rId48"/>
    </p:embeddedFont>
  </p:embeddedFontLst>
  <p:defaultTextStyle>
    <a:defPPr marR="0" algn="l">
      <a:lnSpc>
        <a:spcPct val="100000"/>
      </a:lnSpc>
      <a:spcBef>
        <a:spcPts val="0"/>
      </a:spcBef>
      <a:spcAft>
        <a:spcPts val="0"/>
      </a:spcAft>
      <a:buNone/>
    </a:defPPr>
    <a:lvl1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defaultTextStyle>
  <p:extLst>
    <p:ext uri="{EFAFB233-063F-42B5-8137-9DF3F51BA10A}">
      <ns3: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D5DF62AF-F335-4FEC-A16E-633B9251306E}">
  <a:tblStyle styleId="{D5DF62AF-F335-4FEC-A16E-633B9251306E}"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003"/>
    <p:restoredTop sz="94623"/>
  </p:normalViewPr>
  <p:slideViewPr>
    <p:cSldViewPr snapToGrid="0">
      <p:cViewPr>
        <p:scale>
          <a:sx n="155" d="100"/>
          <a:sy n="155" d="100"/>
        </p:scale>
        <p:origin x="1456" y="912"/>
      </p:cViewPr>
      <p:guideLst/>
    </p:cSldViewPr>
  </p:slideViewPr>
  <p:notesTextViewPr>
    <p:cViewPr>
      <p:scale>
        <a:sx n="1" d="1"/>
        <a:sy n="1" d="1"/>
      </p:scale>
      <p:origin x="0" y="0"/>
    </p:cViewPr>
  </p:notesTextViewPr>
  <p:gridSpacing cx="72008" cy="72008"/>
</p:viewPr>
</file>

<file path=ppt/_rels/presentation.xml.rels><?xml version='1.0' encoding='utf-8'?>
<ns0:Relationships xmlns:ns0="http://schemas.openxmlformats.org/package/2006/relationships"><ns0:Relationship Id="rId13" Type="http://schemas.openxmlformats.org/officeDocument/2006/relationships/slide" Target="slides/slide12.xml" /><ns0:Relationship Id="rId18" Type="http://schemas.openxmlformats.org/officeDocument/2006/relationships/slide" Target="slides/slide17.xml" /><ns0:Relationship Id="rId26" Type="http://schemas.openxmlformats.org/officeDocument/2006/relationships/slide" Target="slides/slide25.xml" /><ns0:Relationship Id="rId39" Type="http://schemas.openxmlformats.org/officeDocument/2006/relationships/slide" Target="slides/slide38.xml" /><ns0:Relationship Id="rId21" Type="http://schemas.openxmlformats.org/officeDocument/2006/relationships/slide" Target="slides/slide20.xml" /><ns0:Relationship Id="rId34" Type="http://schemas.openxmlformats.org/officeDocument/2006/relationships/slide" Target="slides/slide33.xml" /><ns0:Relationship Id="rId42" Type="http://schemas.openxmlformats.org/officeDocument/2006/relationships/notesMaster" Target="notesMasters/notesMaster1.xml" /><ns0:Relationship Id="rId47" Type="http://schemas.openxmlformats.org/officeDocument/2006/relationships/font" Target="fonts/font5.fntdata" /><ns0:Relationship Id="rId50" Type="http://schemas.openxmlformats.org/officeDocument/2006/relationships/viewProps" Target="viewProps.xml" /><ns0:Relationship Id="rId7" Type="http://schemas.openxmlformats.org/officeDocument/2006/relationships/slide" Target="slides/slide6.xml" /><ns0:Relationship Id="rId2" Type="http://schemas.openxmlformats.org/officeDocument/2006/relationships/slide" Target="slides/slide1.xml" /><ns0:Relationship Id="rId16" Type="http://schemas.openxmlformats.org/officeDocument/2006/relationships/slide" Target="slides/slide15.xml" /><ns0:Relationship Id="rId29" Type="http://schemas.openxmlformats.org/officeDocument/2006/relationships/slide" Target="slides/slide28.xml" /><ns0:Relationship Id="rId11" Type="http://schemas.openxmlformats.org/officeDocument/2006/relationships/slide" Target="slides/slide10.xml" /><ns0:Relationship Id="rId24" Type="http://schemas.openxmlformats.org/officeDocument/2006/relationships/slide" Target="slides/slide23.xml" /><ns0:Relationship Id="rId32" Type="http://schemas.openxmlformats.org/officeDocument/2006/relationships/slide" Target="slides/slide31.xml" /><ns0:Relationship Id="rId37" Type="http://schemas.openxmlformats.org/officeDocument/2006/relationships/slide" Target="slides/slide36.xml" /><ns0:Relationship Id="rId40" Type="http://schemas.openxmlformats.org/officeDocument/2006/relationships/slide" Target="slides/slide39.xml" /><ns0:Relationship Id="rId45" Type="http://schemas.openxmlformats.org/officeDocument/2006/relationships/font" Target="fonts/font3.fntdata" /><ns0:Relationship Id="rId5" Type="http://schemas.openxmlformats.org/officeDocument/2006/relationships/slide" Target="slides/slide4.xml" /><ns0:Relationship Id="rId15" Type="http://schemas.openxmlformats.org/officeDocument/2006/relationships/slide" Target="slides/slide14.xml" /><ns0:Relationship Id="rId23" Type="http://schemas.openxmlformats.org/officeDocument/2006/relationships/slide" Target="slides/slide22.xml" /><ns0:Relationship Id="rId28" Type="http://schemas.openxmlformats.org/officeDocument/2006/relationships/slide" Target="slides/slide27.xml" /><ns0:Relationship Id="rId36" Type="http://schemas.openxmlformats.org/officeDocument/2006/relationships/slide" Target="slides/slide35.xml" /><ns0:Relationship Id="rId49" Type="http://schemas.openxmlformats.org/officeDocument/2006/relationships/presProps" Target="presProps.xml" /><ns0:Relationship Id="rId10" Type="http://schemas.openxmlformats.org/officeDocument/2006/relationships/slide" Target="slides/slide9.xml" /><ns0:Relationship Id="rId19" Type="http://schemas.openxmlformats.org/officeDocument/2006/relationships/slide" Target="slides/slide18.xml" /><ns0:Relationship Id="rId31" Type="http://schemas.openxmlformats.org/officeDocument/2006/relationships/slide" Target="slides/slide30.xml" /><ns0:Relationship Id="rId44" Type="http://schemas.openxmlformats.org/officeDocument/2006/relationships/font" Target="fonts/font2.fntdata" /><ns0:Relationship Id="rId52" Type="http://schemas.openxmlformats.org/officeDocument/2006/relationships/tableStyles" Target="tableStyles.xml" /><ns0:Relationship Id="rId4" Type="http://schemas.openxmlformats.org/officeDocument/2006/relationships/slide" Target="slides/slide3.xml" /><ns0:Relationship Id="rId9" Type="http://schemas.openxmlformats.org/officeDocument/2006/relationships/slide" Target="slides/slide8.xml" /><ns0:Relationship Id="rId14" Type="http://schemas.openxmlformats.org/officeDocument/2006/relationships/slide" Target="slides/slide13.xml" /><ns0:Relationship Id="rId22" Type="http://schemas.openxmlformats.org/officeDocument/2006/relationships/slide" Target="slides/slide21.xml" /><ns0:Relationship Id="rId27" Type="http://schemas.openxmlformats.org/officeDocument/2006/relationships/slide" Target="slides/slide26.xml" /><ns0:Relationship Id="rId30" Type="http://schemas.openxmlformats.org/officeDocument/2006/relationships/slide" Target="slides/slide29.xml" /><ns0:Relationship Id="rId35" Type="http://schemas.openxmlformats.org/officeDocument/2006/relationships/slide" Target="slides/slide34.xml" /><ns0:Relationship Id="rId43" Type="http://schemas.openxmlformats.org/officeDocument/2006/relationships/font" Target="fonts/font1.fntdata" /><ns0:Relationship Id="rId48" Type="http://schemas.openxmlformats.org/officeDocument/2006/relationships/font" Target="fonts/font6.fntdata" /><ns0:Relationship Id="rId8" Type="http://schemas.openxmlformats.org/officeDocument/2006/relationships/slide" Target="slides/slide7.xml" /><ns0:Relationship Id="rId51" Type="http://schemas.openxmlformats.org/officeDocument/2006/relationships/theme" Target="theme/theme1.xml" /><ns0:Relationship Id="rId3" Type="http://schemas.openxmlformats.org/officeDocument/2006/relationships/slide" Target="slides/slide2.xml" /><ns0:Relationship Id="rId12" Type="http://schemas.openxmlformats.org/officeDocument/2006/relationships/slide" Target="slides/slide11.xml" /><ns0:Relationship Id="rId17" Type="http://schemas.openxmlformats.org/officeDocument/2006/relationships/slide" Target="slides/slide16.xml" /><ns0:Relationship Id="rId25" Type="http://schemas.openxmlformats.org/officeDocument/2006/relationships/slide" Target="slides/slide24.xml" /><ns0:Relationship Id="rId33" Type="http://schemas.openxmlformats.org/officeDocument/2006/relationships/slide" Target="slides/slide32.xml" /><ns0:Relationship Id="rId38" Type="http://schemas.openxmlformats.org/officeDocument/2006/relationships/slide" Target="slides/slide37.xml" /><ns0:Relationship Id="rId46" Type="http://schemas.openxmlformats.org/officeDocument/2006/relationships/font" Target="fonts/font4.fntdata" /><ns0:Relationship Id="rId20" Type="http://schemas.openxmlformats.org/officeDocument/2006/relationships/slide" Target="slides/slide19.xml" /><ns0:Relationship Id="rId41" Type="http://schemas.openxmlformats.org/officeDocument/2006/relationships/slide" Target="slides/slide40.xml" /><ns0:Relationship Id="rId1" Type="http://schemas.openxmlformats.org/officeDocument/2006/relationships/slideMaster" Target="slideMasters/slideMaster1.xml" /><ns0:Relationship Id="rId6" Type="http://schemas.openxmlformats.org/officeDocument/2006/relationships/slide" Target="slides/slide5.xml" /><ns0:Relationship Id="rId57" Type="http://schemas.openxmlformats.org/officeDocument/2006/relationships/slide" Target="slides/slide41.xml" /><ns0:Relationship Id="rId58" Type="http://schemas.openxmlformats.org/officeDocument/2006/relationships/slide" Target="slides/slide42.xml" /><ns0:Relationship Id="rId59" Type="http://schemas.openxmlformats.org/officeDocument/2006/relationships/slide" Target="slides/slide43.xml" /><ns0:Relationship Id="rId60" Type="http://schemas.openxmlformats.org/officeDocument/2006/relationships/slide" Target="slides/slide44.xml" /><ns0:Relationship Id="rId61" Type="http://schemas.openxmlformats.org/officeDocument/2006/relationships/slide" Target="slides/slide45.xml" /><ns0:Relationship Id="rId62" Type="http://schemas.openxmlformats.org/officeDocument/2006/relationships/slide" Target="slides/slide46.xml" /><ns0:Relationship Id="rId63" Type="http://schemas.openxmlformats.org/officeDocument/2006/relationships/slide" Target="slides/slide47.xml" /><ns0:Relationship Id="rId64" Type="http://schemas.openxmlformats.org/officeDocument/2006/relationships/slide" Target="slides/slide48.xml" /></ns0: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dk2" tx2="lt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ns0:Relationships xmlns:ns0="http://schemas.openxmlformats.org/package/2006/relationships"><ns0:Relationship Id="rId1" Type="http://schemas.openxmlformats.org/officeDocument/2006/relationships/slide" Target="../slides/slide41.xml" /><ns0:Relationship Id="rId2" Type="http://schemas.openxmlformats.org/officeDocument/2006/relationships/notesMaster" Target="../notesMasters/notesMaster1.xml" /></ns0:Relationships>
</file>

<file path=ppt/notesSlides/_rels/notesSlide42.xml.rels><?xml version='1.0' encoding='utf-8'?>
<ns0:Relationships xmlns:ns0="http://schemas.openxmlformats.org/package/2006/relationships"><ns0:Relationship Id="rId1" Type="http://schemas.openxmlformats.org/officeDocument/2006/relationships/slide" Target="../slides/slide42.xml" /><ns0:Relationship Id="rId2" Type="http://schemas.openxmlformats.org/officeDocument/2006/relationships/notesMaster" Target="../notesMasters/notesMaster1.xml" /></ns0:Relationships>
</file>

<file path=ppt/notesSlides/_rels/notesSlide43.xml.rels><?xml version='1.0' encoding='utf-8'?>
<ns0:Relationships xmlns:ns0="http://schemas.openxmlformats.org/package/2006/relationships"><ns0:Relationship Id="rId1" Type="http://schemas.openxmlformats.org/officeDocument/2006/relationships/slide" Target="../slides/slide43.xml" /><ns0:Relationship Id="rId2" Type="http://schemas.openxmlformats.org/officeDocument/2006/relationships/notesMaster" Target="../notesMasters/notesMaster1.xml" /></ns0:Relationships>
</file>

<file path=ppt/notesSlides/_rels/notesSlide44.xml.rels><?xml version='1.0' encoding='utf-8'?>
<ns0:Relationships xmlns:ns0="http://schemas.openxmlformats.org/package/2006/relationships"><ns0:Relationship Id="rId1" Type="http://schemas.openxmlformats.org/officeDocument/2006/relationships/slide" Target="../slides/slide44.xml" /><ns0:Relationship Id="rId2" Type="http://schemas.openxmlformats.org/officeDocument/2006/relationships/notesMaster" Target="../notesMasters/notesMaster1.xml" /></ns0:Relationships>
</file>

<file path=ppt/notesSlides/_rels/notesSlide45.xml.rels><?xml version='1.0' encoding='utf-8'?>
<ns0:Relationships xmlns:ns0="http://schemas.openxmlformats.org/package/2006/relationships"><ns0:Relationship Id="rId1" Type="http://schemas.openxmlformats.org/officeDocument/2006/relationships/slide" Target="../slides/slide45.xml" /><ns0:Relationship Id="rId2" Type="http://schemas.openxmlformats.org/officeDocument/2006/relationships/notesMaster" Target="../notesMasters/notesMaster1.xml" /></ns0:Relationships>
</file>

<file path=ppt/notesSlides/_rels/notesSlide46.xml.rels><?xml version='1.0' encoding='utf-8'?>
<ns0:Relationships xmlns:ns0="http://schemas.openxmlformats.org/package/2006/relationships"><ns0:Relationship Id="rId1" Type="http://schemas.openxmlformats.org/officeDocument/2006/relationships/slide" Target="../slides/slide46.xml" /><ns0:Relationship Id="rId2" Type="http://schemas.openxmlformats.org/officeDocument/2006/relationships/notesMaster" Target="../notesMasters/notesMaster1.xml" /></ns0:Relationships>
</file>

<file path=ppt/notesSlides/_rels/notesSlide47.xml.rels><?xml version='1.0' encoding='utf-8'?>
<ns0:Relationships xmlns:ns0="http://schemas.openxmlformats.org/package/2006/relationships"><ns0:Relationship Id="rId1" Type="http://schemas.openxmlformats.org/officeDocument/2006/relationships/slide" Target="../slides/slide47.xml" /><ns0:Relationship Id="rId2" Type="http://schemas.openxmlformats.org/officeDocument/2006/relationships/notesMaster" Target="../notesMasters/notesMaster1.xml" /></ns0:Relationships>
</file>

<file path=ppt/notesSlides/_rels/notesSlide48.xml.rels><?xml version='1.0' encoding='utf-8'?>
<ns0:Relationships xmlns:ns0="http://schemas.openxmlformats.org/package/2006/relationships"><ns0:Relationship Id="rId1" Type="http://schemas.openxmlformats.org/officeDocument/2006/relationships/slide" Target="../slides/slide48.xml" /><ns0:Relationship Id="rId2" Type="http://schemas.openxmlformats.org/officeDocument/2006/relationships/notesMaster" Target="../notesMasters/notesMaster1.xml" /></ns0: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Sky Ng</a:t>
            </a:r>
          </a:p>
          <a:p>
            <a:pPr marL="0" lvl="0" indent="0" algn="l">
              <a:spcBef>
                <a:spcPts val="0"/>
              </a:spcBef>
              <a:spcAft>
                <a:spcPts val="0"/>
              </a:spcAft>
              <a:buNone/>
            </a:pPr>
            <a:r>
              <a:rPr dirty="0"/>
              <a:t>Planned timing: 00:00–00:30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Hi everyone, I'm Sky, and I'm here with Alex. Today we will test a Python workflow across several services, including the things that go wrong between them. We will start with the business </a:t>
            </a:r>
            <a:r>
              <a:rPr dirty="0" err="1"/>
              <a:t>behaviour</a:t>
            </a:r>
            <a:r>
              <a:rPr dirty="0"/>
              <a:t>, then Alex will show how we run it locally, inject failures, and connect the coverage report back to the tests.</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Introduce the talk briefly. Move to the speaker introduction without listing the tools again.</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https://</a:t>
            </a:r>
            <a:r>
              <a:rPr dirty="0" err="1"/>
              <a:t>www.linkedin.com</a:t>
            </a:r>
            <a:r>
              <a:rPr dirty="0"/>
              <a:t>/in/sky-ng-ab307b252/</a:t>
            </a:r>
          </a:p>
          <a:p>
            <a:pPr marL="0" lvl="0" indent="0" algn="l">
              <a:spcBef>
                <a:spcPts val="0"/>
              </a:spcBef>
              <a:spcAft>
                <a:spcPts val="0"/>
              </a:spcAft>
              <a:buNone/>
            </a:pPr>
            <a:r>
              <a:rPr dirty="0"/>
              <a:t>https://</a:t>
            </a:r>
            <a:r>
              <a:rPr dirty="0" err="1"/>
              <a:t>www.linkedin.com</a:t>
            </a:r>
            <a:r>
              <a:rPr dirty="0"/>
              <a:t>/in/</a:t>
            </a:r>
            <a:r>
              <a:rPr dirty="0" err="1"/>
              <a:t>alex</a:t>
            </a:r>
            <a:r>
              <a:rPr dirty="0"/>
              <a:t>-au-</a:t>
            </a:r>
            <a:r>
              <a:rPr dirty="0" err="1"/>
              <a:t>cloudeng</a:t>
            </a:r>
            <a:r>
              <a:rPr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BDC44C-7C76-8CD8-AD2B-ED17AEDFE9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AC8357-FAAC-72BB-5C53-7D30D28579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E92723-6371-11BC-02E8-4F6CD05563C9}"/>
              </a:ext>
            </a:extLst>
          </p:cNvPr>
          <p:cNvSpPr>
            <a:spLocks noGrp="1"/>
          </p:cNvSpPr>
          <p:nvPr>
            <p:ph type="body" idx="1"/>
          </p:nvPr>
        </p:nvSpPr>
        <p:spPr/>
        <p:txBody>
          <a:bodyPr/>
          <a:lstStyle/>
          <a:p>
            <a:pPr marL="0" lvl="0" indent="0" algn="l">
              <a:spcBef>
                <a:spcPts val="0"/>
              </a:spcBef>
              <a:spcAft>
                <a:spcPts val="0"/>
              </a:spcAft>
              <a:buNone/>
            </a:pPr>
            <a:r>
              <a:rPr dirty="0"/>
              <a:t>Speaker: Sky Ng</a:t>
            </a:r>
          </a:p>
          <a:p>
            <a:pPr marL="0" lvl="0" indent="0" algn="l">
              <a:spcBef>
                <a:spcPts val="0"/>
              </a:spcBef>
              <a:spcAft>
                <a:spcPts val="0"/>
              </a:spcAft>
              <a:buNone/>
            </a:pPr>
            <a:r>
              <a:rPr dirty="0"/>
              <a:t>Planned timing: 00:30–01:15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I'm Sky, and Alex is the host of Hong Kong Python User Group. I will cover the first three sections: why we want these tests, the order workflow, and what a test looks like. Alex will then take us through the implementation and the results.</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Point to each speaker once. Keep personal introductions short; do not read every credential.</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https://</a:t>
            </a:r>
            <a:r>
              <a:rPr dirty="0" err="1"/>
              <a:t>www.linkedin.com</a:t>
            </a:r>
            <a:r>
              <a:rPr dirty="0"/>
              <a:t>/in/sky-ng-ab307b252/</a:t>
            </a:r>
          </a:p>
          <a:p>
            <a:pPr marL="0" lvl="0" indent="0" algn="l">
              <a:spcBef>
                <a:spcPts val="0"/>
              </a:spcBef>
              <a:spcAft>
                <a:spcPts val="0"/>
              </a:spcAft>
              <a:buNone/>
            </a:pPr>
            <a:r>
              <a:rPr dirty="0"/>
              <a:t>https://</a:t>
            </a:r>
            <a:r>
              <a:rPr dirty="0" err="1"/>
              <a:t>www.linkedin.com</a:t>
            </a:r>
            <a:r>
              <a:rPr dirty="0"/>
              <a:t>/in/</a:t>
            </a:r>
            <a:r>
              <a:rPr dirty="0" err="1"/>
              <a:t>alex</a:t>
            </a:r>
            <a:r>
              <a:rPr dirty="0"/>
              <a:t>-au-</a:t>
            </a:r>
            <a:r>
              <a:rPr dirty="0" err="1"/>
              <a:t>cloudeng</a:t>
            </a:r>
            <a:r>
              <a:rPr dirty="0"/>
              <a:t>/</a:t>
            </a:r>
          </a:p>
        </p:txBody>
      </p:sp>
      <p:sp>
        <p:nvSpPr>
          <p:cNvPr id="4" name="Slide Number Placeholder 3">
            <a:extLst>
              <a:ext uri="{FF2B5EF4-FFF2-40B4-BE49-F238E27FC236}">
                <a16:creationId xmlns:a16="http://schemas.microsoft.com/office/drawing/2014/main" id="{14A9EECD-DF47-6F8B-ADBE-9184C69BCB19}"/>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9444279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Sky Ng</a:t>
            </a:r>
          </a:p>
          <a:p>
            <a:pPr marL="0" lvl="0" indent="0" algn="l">
              <a:spcBef>
                <a:spcPts val="0"/>
              </a:spcBef>
              <a:spcAft>
                <a:spcPts val="0"/>
              </a:spcAft>
              <a:buNone/>
            </a:pPr>
            <a:r>
              <a:rPr dirty="0"/>
              <a:t>Planned timing: 01:15–01:35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End-to-end tests are useful when the pieces work separately but fail when connected. Can we make those tests practical to run during development? And if we reach 100% coverage, can we explain what that number actually tells us? Those are the two questions for today.</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Pause after the two questions, then continue to the local-testing motivation.</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Sky Ng</a:t>
            </a:r>
          </a:p>
          <a:p>
            <a:pPr marL="0" lvl="0" indent="0" algn="l">
              <a:spcBef>
                <a:spcPts val="0"/>
              </a:spcBef>
              <a:spcAft>
                <a:spcPts val="0"/>
              </a:spcAft>
              <a:buNone/>
            </a:pPr>
            <a:r>
              <a:rPr dirty="0"/>
              <a:t>Planned timing: 01:35–02:15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A unit test runs a function with the input we give it. It does not show whether the workflow sends the right input, or whether the SDK and HTTP calls work together. We want to exercise those connections frequently. Running locally avoids creating a fresh AWS stack for every change. We can reuse containers and rerun an individual </a:t>
            </a:r>
            <a:r>
              <a:rPr dirty="0" err="1"/>
              <a:t>pytest</a:t>
            </a:r>
            <a:r>
              <a:rPr dirty="0"/>
              <a:t> case while developing. That removes repeated deployment work from the development loop.</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err="1"/>
              <a:t>Emphasise</a:t>
            </a:r>
            <a:r>
              <a:rPr dirty="0"/>
              <a:t> the shorter development loop. Keep the detailed container setup for Alex.</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a:t>
            </a:r>
            <a:r>
              <a:rPr dirty="0" err="1"/>
              <a:t>src</a:t>
            </a:r>
            <a:r>
              <a:rPr dirty="0"/>
              <a:t>/</a:t>
            </a:r>
            <a:r>
              <a:rPr dirty="0" err="1"/>
              <a:t>create_order.asl.json</a:t>
            </a:r>
            <a:endParaRPr dirty="0"/>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floci.py</a:t>
            </a:r>
            <a:endParaRPr dirty="0"/>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lambdas.py</a:t>
            </a:r>
            <a:endParaRPr dirty="0"/>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workflows.py</a:t>
            </a:r>
            <a:endParaRPr dirty="0"/>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stripe.py</a:t>
            </a:r>
            <a:endParaRPr dirty="0"/>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proxy.py</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Sky Ng</a:t>
            </a:r>
          </a:p>
          <a:p>
            <a:pPr marL="0" lvl="0" indent="0" algn="l">
              <a:spcBef>
                <a:spcPts val="0"/>
              </a:spcBef>
              <a:spcAft>
                <a:spcPts val="0"/>
              </a:spcAft>
              <a:buNone/>
            </a:pPr>
            <a:r>
              <a:rPr dirty="0"/>
              <a:t>Planned timing: 02:15–03:30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If 90% is enough, which remaining lines are we comfortable leaving untested? Would the answer change at 95% or 99%? For this application, we use 100% of the measured Python statements and branch outcomes as a way to expose those gaps. It gives us a concrete question about every uncovered path. But execution alone is not proof of correctness. We also want the test name and the assertions, so we can see which scenario ran that code and what result it checked.</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Pause at the percentage question. Point from the coverage target to the explanation of what it does and does not establish.</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/Documents/HKPUG/aws-community-day-hk-2026-step-functions-testing/pyproject.toml:31-54</a:t>
            </a:r>
          </a:p>
          <a:p>
            <a:pPr marL="0" lvl="0" indent="0" algn="l">
              <a:spcBef>
                <a:spcPts val="0"/>
              </a:spcBef>
              <a:spcAft>
                <a:spcPts val="0"/>
              </a:spcAft>
              <a:buNone/>
            </a:pPr>
            <a:r>
              <a:rPr dirty="0"/>
              <a:t>/Users/</a:t>
            </a:r>
            <a:r>
              <a:rPr dirty="0" err="1"/>
              <a:t>alexau</a:t>
            </a:r>
            <a:r>
              <a:rPr dirty="0"/>
              <a:t>/Documents/HKPUG/aws-community-day-hk-2026-step-functions-testing/output/</a:t>
            </a:r>
            <a:r>
              <a:rPr dirty="0" err="1"/>
              <a:t>coverage.json</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Sky Ng</a:t>
            </a:r>
          </a:p>
          <a:p>
            <a:pPr marL="0" lvl="0" indent="0" algn="l">
              <a:spcBef>
                <a:spcPts val="0"/>
              </a:spcBef>
              <a:spcAft>
                <a:spcPts val="0"/>
              </a:spcAft>
              <a:buNone/>
            </a:pPr>
            <a:r>
              <a:rPr dirty="0"/>
              <a:t>Planned timing: 03:30–03:45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Before we look at the testing tools, what should actually happen to an order? We need that expectation first, otherwise a successful workflow execution does not tell us whether the business result is right.</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Use this as the transition from testing goals to the purchase-order example.</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Sky Ng</a:t>
            </a:r>
          </a:p>
          <a:p>
            <a:pPr marL="0" lvl="0" indent="0" algn="l">
              <a:spcBef>
                <a:spcPts val="0"/>
              </a:spcBef>
              <a:spcAft>
                <a:spcPts val="0"/>
              </a:spcAft>
              <a:buNone/>
            </a:pPr>
            <a:r>
              <a:rPr dirty="0"/>
              <a:t>Planned timing: 03:45–04:45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We start with ten units in stock, and the customer orders two. First we wait for the merchant to approve. While we are waiting, we have neither reserved stock nor charged the customer. After approval, we reserve two units, take payment, and confirm the order. Stock is now eight. The second path cancels a paid order: find the payment, refund it, then cancel the order and restore the two units. These are the outcomes our tests will check later.</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Trace the creation flow, then the cancellation flow. Point out stock changing from ten to eight and then back to ten.</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a:t>
            </a:r>
            <a:r>
              <a:rPr dirty="0" err="1"/>
              <a:t>src</a:t>
            </a:r>
            <a:r>
              <a:rPr dirty="0"/>
              <a:t>/</a:t>
            </a:r>
            <a:r>
              <a:rPr dirty="0" err="1"/>
              <a:t>create_order.asl.json</a:t>
            </a:r>
            <a:endParaRPr dirty="0"/>
          </a:p>
          <a:p>
            <a:pPr marL="0" lvl="0" indent="0" algn="l">
              <a:spcBef>
                <a:spcPts val="0"/>
              </a:spcBef>
              <a:spcAft>
                <a:spcPts val="0"/>
              </a:spcAft>
              <a:buNone/>
            </a:pPr>
            <a:r>
              <a:rPr dirty="0"/>
              <a:t>/Users/</a:t>
            </a:r>
            <a:r>
              <a:rPr dirty="0" err="1"/>
              <a:t>alexau</a:t>
            </a:r>
            <a:r>
              <a:rPr dirty="0"/>
              <a:t>/Documents/HKPUG/aws-community-day-hk-2026-step-functions-testing/</a:t>
            </a:r>
            <a:r>
              <a:rPr dirty="0" err="1"/>
              <a:t>src</a:t>
            </a:r>
            <a:r>
              <a:rPr dirty="0"/>
              <a:t>/</a:t>
            </a:r>
            <a:r>
              <a:rPr dirty="0" err="1"/>
              <a:t>cancel_order.asl.json</a:t>
            </a:r>
            <a:endParaRPr dirty="0"/>
          </a:p>
          <a:p>
            <a:pPr marL="0" lvl="0" indent="0" algn="l">
              <a:spcBef>
                <a:spcPts val="0"/>
              </a:spcBef>
              <a:spcAft>
                <a:spcPts val="0"/>
              </a:spcAft>
              <a:buNone/>
            </a:pPr>
            <a:r>
              <a:rPr dirty="0"/>
              <a:t>/Users/</a:t>
            </a:r>
            <a:r>
              <a:rPr dirty="0" err="1"/>
              <a:t>alexau</a:t>
            </a:r>
            <a:r>
              <a:rPr dirty="0"/>
              <a:t>/Documents/HKPUG/aws-community-day-hk-2026-step-functions-testing/</a:t>
            </a:r>
            <a:r>
              <a:rPr dirty="0" err="1"/>
              <a:t>src</a:t>
            </a:r>
            <a:r>
              <a:rPr dirty="0"/>
              <a:t>/</a:t>
            </a:r>
            <a:r>
              <a:rPr dirty="0" err="1"/>
              <a:t>workflows.md</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Sky Ng</a:t>
            </a:r>
          </a:p>
          <a:p>
            <a:pPr marL="0" lvl="0" indent="0" algn="l">
              <a:spcBef>
                <a:spcPts val="0"/>
              </a:spcBef>
              <a:spcAft>
                <a:spcPts val="0"/>
              </a:spcAft>
              <a:buNone/>
            </a:pPr>
            <a:r>
              <a:rPr dirty="0"/>
              <a:t>Planned timing: 04:45–06:15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Here is how those steps map to services. Inside our AWS application, Step Functions coordinates the work, and SQS carries the approval request and task token. The merchant's worker is outside that boundary. It reads the request, then calls </a:t>
            </a:r>
            <a:r>
              <a:rPr dirty="0" err="1"/>
              <a:t>SendTaskSuccess</a:t>
            </a:r>
            <a:r>
              <a:rPr dirty="0"/>
              <a:t> directly with the token to resume the waiting task. The two workflows share the Orders and Payments Lambda functions. Orders reads and writes DynamoDB; Payments calls the external Stripe API. That boundary matters because our tests must control the merchant's response and observe the payment result as well as the workflow.</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Use the replacement architecture slide. Trace application → SQS → merchant worker, then the direct callback to Step Functions. Point out Stripe as a separate external dependency.</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a:t>
            </a:r>
            <a:r>
              <a:rPr dirty="0" err="1"/>
              <a:t>src</a:t>
            </a:r>
            <a:r>
              <a:rPr dirty="0"/>
              <a:t>/</a:t>
            </a:r>
            <a:r>
              <a:rPr dirty="0" err="1"/>
              <a:t>create_order.asl.json</a:t>
            </a:r>
            <a:endParaRPr dirty="0"/>
          </a:p>
          <a:p>
            <a:pPr marL="0" lvl="0" indent="0" algn="l">
              <a:spcBef>
                <a:spcPts val="0"/>
              </a:spcBef>
              <a:spcAft>
                <a:spcPts val="0"/>
              </a:spcAft>
              <a:buNone/>
            </a:pPr>
            <a:r>
              <a:rPr dirty="0"/>
              <a:t>/Users/</a:t>
            </a:r>
            <a:r>
              <a:rPr dirty="0" err="1"/>
              <a:t>alexau</a:t>
            </a:r>
            <a:r>
              <a:rPr dirty="0"/>
              <a:t>/Documents/HKPUG/aws-community-day-hk-2026-step-functions-testing/</a:t>
            </a:r>
            <a:r>
              <a:rPr dirty="0" err="1"/>
              <a:t>src</a:t>
            </a:r>
            <a:r>
              <a:rPr dirty="0"/>
              <a:t>/</a:t>
            </a:r>
            <a:r>
              <a:rPr dirty="0" err="1"/>
              <a:t>cancel_order.asl.json</a:t>
            </a:r>
            <a:endParaRPr dirty="0"/>
          </a:p>
          <a:p>
            <a:pPr marL="0" lvl="0" indent="0" algn="l">
              <a:spcBef>
                <a:spcPts val="0"/>
              </a:spcBef>
              <a:spcAft>
                <a:spcPts val="0"/>
              </a:spcAft>
              <a:buNone/>
            </a:pPr>
            <a:r>
              <a:rPr dirty="0"/>
              <a:t>https://</a:t>
            </a:r>
            <a:r>
              <a:rPr dirty="0" err="1"/>
              <a:t>docs.aws.amazon.com</a:t>
            </a:r>
            <a:r>
              <a:rPr dirty="0"/>
              <a:t>/step-functions/latest/dg/connect-</a:t>
            </a:r>
            <a:r>
              <a:rPr dirty="0" err="1"/>
              <a:t>sqs.html</a:t>
            </a:r>
            <a:endParaRPr dirty="0"/>
          </a:p>
          <a:p>
            <a:pPr marL="0" lvl="0" indent="0" algn="l">
              <a:spcBef>
                <a:spcPts val="0"/>
              </a:spcBef>
              <a:spcAft>
                <a:spcPts val="0"/>
              </a:spcAft>
              <a:buNone/>
            </a:pPr>
            <a:r>
              <a:rPr dirty="0"/>
              <a:t>/Users/</a:t>
            </a:r>
            <a:r>
              <a:rPr dirty="0" err="1"/>
              <a:t>alexau</a:t>
            </a:r>
            <a:r>
              <a:rPr dirty="0"/>
              <a:t>/Documents/HKPUG/aws-community-day-hk-2026-step-functions-testing/presentation/output/</a:t>
            </a:r>
            <a:r>
              <a:rPr dirty="0" err="1"/>
              <a:t>aws</a:t>
            </a:r>
            <a:r>
              <a:rPr dirty="0"/>
              <a:t>-workflow-architecture-single-</a:t>
            </a:r>
            <a:r>
              <a:rPr dirty="0" err="1"/>
              <a:t>slide.pptx</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Sky Ng</a:t>
            </a:r>
          </a:p>
          <a:p>
            <a:pPr marL="0" lvl="0" indent="0" algn="l">
              <a:spcBef>
                <a:spcPts val="0"/>
              </a:spcBef>
              <a:spcAft>
                <a:spcPts val="0"/>
              </a:spcAft>
              <a:buNone/>
            </a:pPr>
            <a:r>
              <a:rPr dirty="0"/>
              <a:t>Planned timing: 06:15–06:30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We now have a workflow that crosses several service interfaces. How do we exercise that whole path locally, while still making the same SDK and HTTP calls that the application normally makes?</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Pause on the question, then introduce Floci on the next slide.</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9E9AD-BA6D-FA01-2109-AB6583A21A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6C6A43-7E0A-8840-D4C9-C1CFB0219A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BBD13D-323A-A3B9-7AC9-F125661DFC9A}"/>
              </a:ext>
            </a:extLst>
          </p:cNvPr>
          <p:cNvSpPr>
            <a:spLocks noGrp="1"/>
          </p:cNvSpPr>
          <p:nvPr>
            <p:ph type="body" idx="1"/>
          </p:nvPr>
        </p:nvSpPr>
        <p:spPr/>
        <p:txBody>
          <a:bodyPr/>
          <a:lstStyle/>
          <a:p>
            <a:pPr marL="0" lvl="0" indent="0" algn="l">
              <a:spcBef>
                <a:spcPts val="0"/>
              </a:spcBef>
              <a:spcAft>
                <a:spcPts val="0"/>
              </a:spcAft>
              <a:buNone/>
            </a:pPr>
            <a:r>
              <a:rPr dirty="0"/>
              <a:t>Speaker: Sky Ng</a:t>
            </a:r>
          </a:p>
          <a:p>
            <a:pPr marL="0" lvl="0" indent="0" algn="l">
              <a:spcBef>
                <a:spcPts val="0"/>
              </a:spcBef>
              <a:spcAft>
                <a:spcPts val="0"/>
              </a:spcAft>
              <a:buNone/>
            </a:pPr>
            <a:r>
              <a:rPr dirty="0"/>
              <a:t>Planned timing: 06:30–07:30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Floci gives us local AWS APIs for Step Functions, SQS, DynamoDB, and Lambda. The test starts the workflow through boto3. Our application Python runs in separate Lambda containers and makes its normal calls to those local services. Payments goes to </a:t>
            </a:r>
            <a:r>
              <a:rPr dirty="0" err="1"/>
              <a:t>localstripe</a:t>
            </a:r>
            <a:r>
              <a:rPr dirty="0"/>
              <a:t>, our payment emulator. This lets the test cross the workflow, event, SDK, and HTTP boundaries without importing a handler and calling it directly. Alex will show how the fixtures connect these containers and how </a:t>
            </a:r>
            <a:r>
              <a:rPr dirty="0" err="1"/>
              <a:t>OpenResty</a:t>
            </a:r>
            <a:r>
              <a:rPr dirty="0"/>
              <a:t> fits into the request path.</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Trace </a:t>
            </a:r>
            <a:r>
              <a:rPr dirty="0" err="1"/>
              <a:t>pytest</a:t>
            </a:r>
            <a:r>
              <a:rPr dirty="0"/>
              <a:t> → Floci → Orders/Payments → </a:t>
            </a:r>
            <a:r>
              <a:rPr dirty="0" err="1"/>
              <a:t>localstripe</a:t>
            </a:r>
            <a:r>
              <a:rPr dirty="0"/>
              <a:t>. Distinguish the Floci service emulator from the separate application containers.</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floci.py</a:t>
            </a:r>
            <a:endParaRPr dirty="0"/>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lambdas.py</a:t>
            </a:r>
            <a:endParaRPr dirty="0"/>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stripe.py</a:t>
            </a:r>
            <a:endParaRPr dirty="0"/>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docker.py</a:t>
            </a:r>
            <a:endParaRPr dirty="0"/>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proxy.py</a:t>
            </a:r>
            <a:endParaRPr dirty="0"/>
          </a:p>
        </p:txBody>
      </p:sp>
      <p:sp>
        <p:nvSpPr>
          <p:cNvPr id="4" name="Slide Number Placeholder 3">
            <a:extLst>
              <a:ext uri="{FF2B5EF4-FFF2-40B4-BE49-F238E27FC236}">
                <a16:creationId xmlns:a16="http://schemas.microsoft.com/office/drawing/2014/main" id="{14EA571A-9E99-4B68-FC13-C6252D3A0BE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2553177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Sky Ng</a:t>
            </a:r>
          </a:p>
          <a:p>
            <a:pPr marL="0" lvl="0" indent="0" algn="l">
              <a:spcBef>
                <a:spcPts val="0"/>
              </a:spcBef>
              <a:spcAft>
                <a:spcPts val="0"/>
              </a:spcAft>
              <a:buNone/>
            </a:pPr>
            <a:r>
              <a:rPr dirty="0"/>
              <a:t>Planned timing: 07:30–08:35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The test begins with </a:t>
            </a:r>
            <a:r>
              <a:rPr dirty="0" err="1"/>
              <a:t>StartExecution</a:t>
            </a:r>
            <a:r>
              <a:rPr dirty="0"/>
              <a:t>, just as a workflow client would. The full test then receives the approval request, sends the callback, waits for completion, and reads the results through the service APIs. At the end, we check three different things: the order is confirmed, stock fell from ten to eight, and the payment ledger contains one charge. We are checking what the system did, rather than inspecting a Python variable inside the handler. Alex will now show how we build the environment that makes this possible.</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Reveal Start the order workflow, then the ledger explanation. Point to the three assertions and hand over to Alex.</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a:t>
            </a:r>
            <a:r>
              <a:rPr dirty="0" err="1"/>
              <a:t>test_workflows</a:t>
            </a:r>
            <a:r>
              <a:rPr dirty="0"/>
              <a:t>/test_order_lifecycle.py:34-115</a:t>
            </a:r>
          </a:p>
          <a:p>
            <a:pPr marL="0" lvl="0" indent="0" algn="l">
              <a:spcBef>
                <a:spcPts val="0"/>
              </a:spcBef>
              <a:spcAft>
                <a:spcPts val="0"/>
              </a:spcAft>
              <a:buNone/>
            </a:pPr>
            <a:r>
              <a:rPr dirty="0"/>
              <a:t>/Users/</a:t>
            </a:r>
            <a:r>
              <a:rPr dirty="0" err="1"/>
              <a:t>alexau</a:t>
            </a:r>
            <a:r>
              <a:rPr dirty="0"/>
              <a:t>/Documents/HKPUG/aws-community-day-hk-2026-step-functions-testing/tests/</a:t>
            </a:r>
            <a:r>
              <a:rPr dirty="0" err="1"/>
              <a:t>test_workflows</a:t>
            </a:r>
            <a:r>
              <a:rPr dirty="0"/>
              <a:t>/test_order_lifecycle.py:155-157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08:35–08:50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Thanks, Sky. We have seen what the test should prove. Now let's look at what the environment needs to provide: local service interfaces, a way to reach failure paths, and coverage from the Python process that actually runs the application.</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Take over here. Sections 4–7 remain with Alex; do not hand back to Sky after section 6.</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610A2-D91B-A7AA-342A-F87C852BFA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72AF51-70DB-3F8E-7C41-6DB7DAB606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115684-DA68-E9D9-BC94-EC213BB82F41}"/>
              </a:ext>
            </a:extLst>
          </p:cNvPr>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08:50–09:50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Each tool answers a requirement from the opening. Floci lets the application use AWS APIs locally. Environment variables supply the service addresses, so the handler does not need a separate local implementation. </a:t>
            </a:r>
            <a:r>
              <a:rPr dirty="0" err="1"/>
              <a:t>OpenResty</a:t>
            </a:r>
            <a:r>
              <a:rPr dirty="0"/>
              <a:t> sits in the HTTP path, where we can make a particular request fail and reach the recovery code. Finally, </a:t>
            </a:r>
            <a:r>
              <a:rPr dirty="0" err="1"/>
              <a:t>coverage.py</a:t>
            </a:r>
            <a:r>
              <a:rPr dirty="0"/>
              <a:t> runs inside the Lambda Python process. We give it the test function name as its context, so the report can tell us which test exercised a line. Let's build those connections one at a time.</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Follow the three requirement-to-mechanism paths. Use test function name consistently; do not introduce a separate test ID concept.</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a:t>
            </a:r>
            <a:r>
              <a:rPr dirty="0" err="1"/>
              <a:t>src</a:t>
            </a:r>
            <a:r>
              <a:rPr dirty="0"/>
              <a:t>/lambdas/orders/</a:t>
            </a:r>
            <a:r>
              <a:rPr dirty="0" err="1"/>
              <a:t>handler.py</a:t>
            </a:r>
            <a:endParaRPr dirty="0"/>
          </a:p>
          <a:p>
            <a:pPr marL="0" lvl="0" indent="0" algn="l">
              <a:spcBef>
                <a:spcPts val="0"/>
              </a:spcBef>
              <a:spcAft>
                <a:spcPts val="0"/>
              </a:spcAft>
              <a:buNone/>
            </a:pPr>
            <a:r>
              <a:rPr dirty="0"/>
              <a:t>/Users/</a:t>
            </a:r>
            <a:r>
              <a:rPr dirty="0" err="1"/>
              <a:t>alexau</a:t>
            </a:r>
            <a:r>
              <a:rPr dirty="0"/>
              <a:t>/Documents/HKPUG/aws-community-day-hk-2026-step-functions-testing/</a:t>
            </a:r>
            <a:r>
              <a:rPr dirty="0" err="1"/>
              <a:t>src</a:t>
            </a:r>
            <a:r>
              <a:rPr dirty="0"/>
              <a:t>/lambdas/payments/</a:t>
            </a:r>
            <a:r>
              <a:rPr dirty="0" err="1"/>
              <a:t>handler.py</a:t>
            </a:r>
            <a:endParaRPr dirty="0"/>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lambdas.py</a:t>
            </a:r>
            <a:endParaRPr dirty="0"/>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proxy.py</a:t>
            </a:r>
            <a:endParaRPr dirty="0"/>
          </a:p>
          <a:p>
            <a:pPr marL="0" lvl="0" indent="0" algn="l">
              <a:spcBef>
                <a:spcPts val="0"/>
              </a:spcBef>
              <a:spcAft>
                <a:spcPts val="0"/>
              </a:spcAft>
              <a:buNone/>
            </a:pPr>
            <a:r>
              <a:rPr dirty="0"/>
              <a:t>/Users/</a:t>
            </a:r>
            <a:r>
              <a:rPr dirty="0" err="1"/>
              <a:t>alexau</a:t>
            </a:r>
            <a:r>
              <a:rPr dirty="0"/>
              <a:t>/Documents/HKPUG/aws-community-day-hk-2026-step-functions-testing/</a:t>
            </a:r>
            <a:r>
              <a:rPr dirty="0" err="1"/>
              <a:t>pyproject.toml</a:t>
            </a:r>
            <a:endParaRPr dirty="0"/>
          </a:p>
        </p:txBody>
      </p:sp>
      <p:sp>
        <p:nvSpPr>
          <p:cNvPr id="4" name="Slide Number Placeholder 3">
            <a:extLst>
              <a:ext uri="{FF2B5EF4-FFF2-40B4-BE49-F238E27FC236}">
                <a16:creationId xmlns:a16="http://schemas.microsoft.com/office/drawing/2014/main" id="{3E01DEED-74FB-E1F4-2522-CF2B03737983}"/>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6142385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09:50–10:30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The first connection is a </a:t>
            </a:r>
            <a:r>
              <a:rPr dirty="0" err="1"/>
              <a:t>pytest</a:t>
            </a:r>
            <a:r>
              <a:rPr dirty="0"/>
              <a:t> fixture that owns the Floci container. Session scope means we start it once for the suite. </a:t>
            </a:r>
            <a:r>
              <a:rPr dirty="0" err="1"/>
              <a:t>Testcontainers</a:t>
            </a:r>
            <a:r>
              <a:rPr dirty="0"/>
              <a:t> starts the container when we enter the with block, and </a:t>
            </a:r>
            <a:r>
              <a:rPr dirty="0" err="1"/>
              <a:t>pytest</a:t>
            </a:r>
            <a:r>
              <a:rPr dirty="0"/>
              <a:t> receives the running container at yield. After the tests finish, leaving the block performs teardown. The full fixture also waits for the service to become ready. That gives the tests a managed resource instead of relying on someone to start and stop Floci by hand.</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Point to session scope, with container, and yield. Reveal the </a:t>
            </a:r>
            <a:r>
              <a:rPr dirty="0" err="1"/>
              <a:t>Testcontainers</a:t>
            </a:r>
            <a:r>
              <a:rPr dirty="0"/>
              <a:t> lifecycle callout if it is animated.</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/Documents/HKPUG/aws-community-day-hk-2026-step-functions-testing/tests/fixtures/floci.py:17-47</a:t>
            </a:r>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docker.py</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10:30–10:55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Next, another fixture takes that running container and builds its address on the Docker network. The Lambda container needs a name it can resolve from inside that network. By deriving the URL from the fixture's actual container, the dependency stays explicit: first create the container, then obtain its address, then pass that address to the application. We are not hard-coding a separate endpoint somewhere else in the test.</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Reveal the callouts in order: use this running container, then put its name in the URL.</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docker.py</a:t>
            </a:r>
            <a:endParaRPr dirty="0"/>
          </a:p>
          <a:p>
            <a:pPr marL="0" lvl="0" indent="0" algn="l">
              <a:spcBef>
                <a:spcPts val="0"/>
              </a:spcBef>
              <a:spcAft>
                <a:spcPts val="0"/>
              </a:spcAft>
              <a:buNone/>
            </a:pPr>
            <a:r>
              <a:rPr dirty="0"/>
              <a:t>/Users/</a:t>
            </a:r>
            <a:r>
              <a:rPr dirty="0" err="1"/>
              <a:t>alexau</a:t>
            </a:r>
            <a:r>
              <a:rPr dirty="0"/>
              <a:t>/Documents/HKPUG/aws-community-day-hk-2026-step-functions-testing/tests/fixtures/floci.py:56-59</a:t>
            </a:r>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lambdas.py</a:t>
            </a:r>
            <a:endParaRPr dirty="0"/>
          </a:p>
          <a:p>
            <a:pPr marL="0" lvl="0" indent="0" algn="l">
              <a:spcBef>
                <a:spcPts val="0"/>
              </a:spcBef>
              <a:spcAft>
                <a:spcPts val="0"/>
              </a:spcAft>
              <a:buNone/>
            </a:pPr>
            <a:r>
              <a:rPr dirty="0"/>
              <a:t>/Users/</a:t>
            </a:r>
            <a:r>
              <a:rPr dirty="0" err="1"/>
              <a:t>alexau</a:t>
            </a:r>
            <a:r>
              <a:rPr dirty="0"/>
              <a:t>/Documents/HKPUG/aws-community-day-hk-2026-step-functions-testing/</a:t>
            </a:r>
            <a:r>
              <a:rPr dirty="0" err="1"/>
              <a:t>src</a:t>
            </a:r>
            <a:r>
              <a:rPr dirty="0"/>
              <a:t>/lambdas/orders/handler.py:23-36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10:55–11:40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These settings have different jobs. AWS_ENDPOINT_URL tells boto3 that Floci is the destination. HTTP_PROXY sends the HTTP request through </a:t>
            </a:r>
            <a:r>
              <a:rPr dirty="0" err="1"/>
              <a:t>OpenResty</a:t>
            </a:r>
            <a:r>
              <a:rPr dirty="0"/>
              <a:t> on its way there. The application still makes an ordinary boto3 call, but the test can now intercept that call and return an error. AWS_MAX_ATTEMPTS is one so boto3 does not add its own retries underneath the workflow. Later, when we count attempts, we can see what Step Functions retried rather than mixing two retry policies together.</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Point to destination first, then proxy route, then AWS_MAX_ATTEMPTS. Avoid suggesting that AWS_ENDPOINT_URL itself is the proxy address.</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/Documents/HKPUG/aws-community-day-hk-2026-step-functions-testing/tests/fixtures/lambdas.py:111-120</a:t>
            </a:r>
          </a:p>
          <a:p>
            <a:pPr marL="0" lvl="0" indent="0" algn="l">
              <a:spcBef>
                <a:spcPts val="0"/>
              </a:spcBef>
              <a:spcAft>
                <a:spcPts val="0"/>
              </a:spcAft>
              <a:buNone/>
            </a:pPr>
            <a:r>
              <a:rPr dirty="0"/>
              <a:t>/Users/</a:t>
            </a:r>
            <a:r>
              <a:rPr dirty="0" err="1"/>
              <a:t>alexau</a:t>
            </a:r>
            <a:r>
              <a:rPr dirty="0"/>
              <a:t>/Documents/HKPUG/aws-community-day-hk-2026-step-functions-testing/tests/fixtures/lambdas.py:148-155</a:t>
            </a:r>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proxy.py</a:t>
            </a:r>
            <a:endParaRPr dirty="0"/>
          </a:p>
          <a:p>
            <a:pPr marL="0" lvl="0" indent="0" algn="l">
              <a:spcBef>
                <a:spcPts val="0"/>
              </a:spcBef>
              <a:spcAft>
                <a:spcPts val="0"/>
              </a:spcAft>
              <a:buNone/>
            </a:pPr>
            <a:r>
              <a:rPr dirty="0"/>
              <a:t>https://</a:t>
            </a:r>
            <a:r>
              <a:rPr dirty="0" err="1"/>
              <a:t>docs.aws.amazon.com</a:t>
            </a:r>
            <a:r>
              <a:rPr dirty="0"/>
              <a:t>/</a:t>
            </a:r>
            <a:r>
              <a:rPr dirty="0" err="1"/>
              <a:t>sdkref</a:t>
            </a:r>
            <a:r>
              <a:rPr dirty="0"/>
              <a:t>/latest/guide/feature-ss-</a:t>
            </a:r>
            <a:r>
              <a:rPr dirty="0" err="1"/>
              <a:t>endpoints.html</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11:40–12:25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Let's open the two files and follow the values through. In </a:t>
            </a:r>
            <a:r>
              <a:rPr dirty="0" err="1"/>
              <a:t>floci.py</a:t>
            </a:r>
            <a:r>
              <a:rPr dirty="0"/>
              <a:t>, this fixture creates the container, waits for it, and yields it to </a:t>
            </a:r>
            <a:r>
              <a:rPr dirty="0" err="1"/>
              <a:t>pytest</a:t>
            </a:r>
            <a:r>
              <a:rPr dirty="0"/>
              <a:t>. The URL fixture then uses that same container's name. In </a:t>
            </a:r>
            <a:r>
              <a:rPr dirty="0" err="1"/>
              <a:t>lambdas.py</a:t>
            </a:r>
            <a:r>
              <a:rPr dirty="0"/>
              <a:t>, the </a:t>
            </a:r>
            <a:r>
              <a:rPr dirty="0" err="1"/>
              <a:t>create_function</a:t>
            </a:r>
            <a:r>
              <a:rPr dirty="0"/>
              <a:t> call passes the URL and proxy settings into the Lambda environment. That is the connection from </a:t>
            </a:r>
            <a:r>
              <a:rPr dirty="0" err="1"/>
              <a:t>pytest's</a:t>
            </a:r>
            <a:r>
              <a:rPr dirty="0"/>
              <a:t> resources to the application's configuration. This is a code walkthrough; we do not need to start a test run here.</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From the project root, use the command shown to open tests/fixtures/</a:t>
            </a:r>
            <a:r>
              <a:rPr dirty="0" err="1"/>
              <a:t>floci.py</a:t>
            </a:r>
            <a:r>
              <a:rPr dirty="0"/>
              <a:t> and tests/fixtures/</a:t>
            </a:r>
            <a:r>
              <a:rPr dirty="0" err="1"/>
              <a:t>lambdas.py</a:t>
            </a:r>
            <a:r>
              <a:rPr dirty="0"/>
              <a:t> in Zed. Show </a:t>
            </a:r>
            <a:r>
              <a:rPr dirty="0" err="1"/>
              <a:t>floci_container</a:t>
            </a:r>
            <a:r>
              <a:rPr dirty="0"/>
              <a:t>, </a:t>
            </a:r>
            <a:r>
              <a:rPr dirty="0" err="1"/>
              <a:t>floci_internal_url</a:t>
            </a:r>
            <a:r>
              <a:rPr dirty="0"/>
              <a:t>, then </a:t>
            </a:r>
            <a:r>
              <a:rPr dirty="0" err="1"/>
              <a:t>create_function</a:t>
            </a:r>
            <a:r>
              <a:rPr dirty="0"/>
              <a:t> Environment. Use function names rather than relying on old line numbers. Return to the next runtime slide.</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/Documents/HKPUG/aws-community-day-hk-2026-step-functions-testing/tests/fixtures/floci.py:17-59</a:t>
            </a:r>
          </a:p>
          <a:p>
            <a:pPr marL="0" lvl="0" indent="0" algn="l">
              <a:spcBef>
                <a:spcPts val="0"/>
              </a:spcBef>
              <a:spcAft>
                <a:spcPts val="0"/>
              </a:spcAft>
              <a:buNone/>
            </a:pPr>
            <a:r>
              <a:rPr dirty="0"/>
              <a:t>/Users/</a:t>
            </a:r>
            <a:r>
              <a:rPr dirty="0" err="1"/>
              <a:t>alexau</a:t>
            </a:r>
            <a:r>
              <a:rPr dirty="0"/>
              <a:t>/Documents/HKPUG/aws-community-day-hk-2026-step-functions-testing/tests/fixtures/lambdas.py:111-120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12:25–13:20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There is one catch with measuring these tests: </a:t>
            </a:r>
            <a:r>
              <a:rPr dirty="0" err="1"/>
              <a:t>pytest</a:t>
            </a:r>
            <a:r>
              <a:rPr dirty="0"/>
              <a:t> and the Lambda code run in different Python processes. Coverage running beside </a:t>
            </a:r>
            <a:r>
              <a:rPr dirty="0" err="1"/>
              <a:t>pytest</a:t>
            </a:r>
            <a:r>
              <a:rPr dirty="0"/>
              <a:t> cannot see the code inside the Lambda container. On the right, the runtime client asks Floci for an event, calls our handler, and posts the result. Then it asks for another event. The handler has finished, but the Python process is still alive. That gives us two jobs: start coverage inside that process, and save its data before we remove the container.</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Follow the sequence from polling to the handler and back. Emphasize the final poll: handler return does not end the process. Move to the </a:t>
            </a:r>
            <a:r>
              <a:rPr dirty="0" err="1"/>
              <a:t>entrypoint</a:t>
            </a:r>
            <a:r>
              <a:rPr dirty="0"/>
              <a:t> implementation.</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p>
          <a:p>
            <a:pPr marL="0" lvl="0" indent="0" algn="l">
              <a:spcBef>
                <a:spcPts val="0"/>
              </a:spcBef>
              <a:spcAft>
                <a:spcPts val="0"/>
              </a:spcAft>
              <a:buNone/>
            </a:pPr>
            <a:r>
              <a:rPr dirty="0"/>
              <a:t>/Documents/HKPUG/aws-community-day-hk-2026-step-functions-testing/tests/fixtures/lambdas.py:25-44</a:t>
            </a:r>
          </a:p>
          <a:p>
            <a:pPr marL="0" lvl="0" indent="0" algn="l">
              <a:spcBef>
                <a:spcPts val="0"/>
              </a:spcBef>
              <a:spcAft>
                <a:spcPts val="0"/>
              </a:spcAft>
              <a:buNone/>
            </a:pPr>
            <a:r>
              <a:rPr dirty="0"/>
              <a:t>https://</a:t>
            </a:r>
          </a:p>
          <a:p>
            <a:pPr marL="0" lvl="0" indent="0" algn="l">
              <a:spcBef>
                <a:spcPts val="0"/>
              </a:spcBef>
              <a:spcAft>
                <a:spcPts val="0"/>
              </a:spcAft>
              <a:buNone/>
            </a:pPr>
            <a:r>
              <a:rPr dirty="0"/>
              <a:t>/lambda/latest/dg/python-</a:t>
            </a:r>
          </a:p>
          <a:p>
            <a:pPr marL="0" lvl="0" indent="0" algn="l">
              <a:spcBef>
                <a:spcPts val="0"/>
              </a:spcBef>
              <a:spcAft>
                <a:spcPts val="0"/>
              </a:spcAft>
              <a:buNone/>
            </a:pPr>
            <a:r>
              <a:rPr dirty="0"/>
              <a:t>/</a:t>
            </a:r>
          </a:p>
          <a:p>
            <a:pPr marL="0" lvl="0" indent="0" algn="l">
              <a:spcBef>
                <a:spcPts val="0"/>
              </a:spcBef>
              <a:spcAft>
                <a:spcPts val="0"/>
              </a:spcAft>
              <a:buNone/>
            </a:pPr>
            <a:r>
              <a:rPr dirty="0"/>
              <a:t>/lambda/latest/dg/runtimes-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13:20–14:15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We do that at the container </a:t>
            </a:r>
            <a:r>
              <a:rPr dirty="0" err="1"/>
              <a:t>entrypoint</a:t>
            </a:r>
            <a:r>
              <a:rPr dirty="0"/>
              <a:t>. Starting from the AWS Python image, we run the runtime client through </a:t>
            </a:r>
            <a:r>
              <a:rPr dirty="0" err="1"/>
              <a:t>coverage.py</a:t>
            </a:r>
            <a:r>
              <a:rPr dirty="0"/>
              <a:t>. The handler path still selects the same application handler; we have added measurement around its process. The important option here is save-signal. It lets coverage save its data when it receives SIGUSR1, without stopping the runtime. That matters because this process normally keeps waiting for more invocations. Next, we need </a:t>
            </a:r>
            <a:r>
              <a:rPr dirty="0" err="1"/>
              <a:t>pytest</a:t>
            </a:r>
            <a:r>
              <a:rPr dirty="0"/>
              <a:t> to collect those files before it cleans up the Lambda functions.</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Reveal the save-signal annotation, then the handler annotation. Do not read the entire command aloud. This is the local Docker setup; do not suggest sending signals to an AWS managed Lambda.</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/Documents/HKPUG/aws-community-day-hk-2026-step-functions-testing/tests/fixtures/lambdas.py:27-44</a:t>
            </a:r>
          </a:p>
          <a:p>
            <a:pPr marL="0" lvl="0" indent="0" algn="l">
              <a:spcBef>
                <a:spcPts val="0"/>
              </a:spcBef>
              <a:spcAft>
                <a:spcPts val="0"/>
              </a:spcAft>
              <a:buNone/>
            </a:pPr>
            <a:r>
              <a:rPr dirty="0"/>
              <a:t>/Users/</a:t>
            </a:r>
            <a:r>
              <a:rPr dirty="0" err="1"/>
              <a:t>alexau</a:t>
            </a:r>
            <a:r>
              <a:rPr dirty="0"/>
              <a:t>/Documents/HKPUG/aws-community-day-hk-2026-step-functions-testing/tests/fixtures/lambdas.py:55-88</a:t>
            </a:r>
          </a:p>
          <a:p>
            <a:pPr marL="0" lvl="0" indent="0" algn="l">
              <a:spcBef>
                <a:spcPts val="0"/>
              </a:spcBef>
              <a:spcAft>
                <a:spcPts val="0"/>
              </a:spcAft>
              <a:buNone/>
            </a:pPr>
            <a:r>
              <a:rPr dirty="0"/>
              <a:t>/Users/</a:t>
            </a:r>
            <a:r>
              <a:rPr dirty="0" err="1"/>
              <a:t>alexau</a:t>
            </a:r>
            <a:r>
              <a:rPr dirty="0"/>
              <a:t>/Documents/HKPUG/aws-community-day-hk-2026-step-functions-testing/mise.toml:35-43</a:t>
            </a:r>
          </a:p>
          <a:p>
            <a:pPr marL="0" lvl="0" indent="0" algn="l">
              <a:spcBef>
                <a:spcPts val="0"/>
              </a:spcBef>
              <a:spcAft>
                <a:spcPts val="0"/>
              </a:spcAft>
              <a:buNone/>
            </a:pPr>
            <a:r>
              <a:rPr dirty="0"/>
              <a:t>https://</a:t>
            </a:r>
            <a:r>
              <a:rPr dirty="0" err="1"/>
              <a:t>coverage.readthedocs.io</a:t>
            </a:r>
            <a:r>
              <a:rPr dirty="0"/>
              <a:t>/</a:t>
            </a:r>
            <a:r>
              <a:rPr dirty="0" err="1"/>
              <a:t>en</a:t>
            </a:r>
            <a:r>
              <a:rPr dirty="0"/>
              <a:t>/7.16.2/</a:t>
            </a:r>
            <a:r>
              <a:rPr dirty="0" err="1"/>
              <a:t>subprocess.html#long-running-processes</a:t>
            </a:r>
            <a:endParaRPr dirty="0"/>
          </a:p>
          <a:p>
            <a:pPr marL="0" lvl="0" indent="0" algn="l">
              <a:spcBef>
                <a:spcPts val="0"/>
              </a:spcBef>
              <a:spcAft>
                <a:spcPts val="0"/>
              </a:spcAft>
              <a:buNone/>
            </a:pPr>
            <a:r>
              <a:rPr dirty="0"/>
              <a:t>https://</a:t>
            </a:r>
            <a:r>
              <a:rPr dirty="0" err="1"/>
              <a:t>docs.aws.amazon.com</a:t>
            </a:r>
            <a:r>
              <a:rPr dirty="0"/>
              <a:t>/lambda/latest/dg/python-</a:t>
            </a:r>
            <a:r>
              <a:rPr dirty="0" err="1"/>
              <a:t>image.html</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14:15–15:05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The order of cleanup is important. After the test finishes its assertions, the fixture sends SIGUSR1 to its Lambda containers. Coverage writes the data inside each container, and </a:t>
            </a:r>
            <a:r>
              <a:rPr dirty="0" err="1"/>
              <a:t>pytest</a:t>
            </a:r>
            <a:r>
              <a:rPr dirty="0"/>
              <a:t> waits until that save has completed. Docker then copies the files back to the host. Only after that do we delete the Lambda functions. When the whole suite finishes, we combine the collected files and produce the HTML report. If we deleted the containers first, we could lose the very evidence we wanted to inspect.</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Trace the four numbered steps in order. Distinguish per-test collection from the suite-level combine and HTML generation.</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/Documents/HKPUG/aws-community-day-hk-2026-step-functions-testing/tests/fixtures/lambdas.py:55-88</a:t>
            </a:r>
          </a:p>
          <a:p>
            <a:pPr marL="0" lvl="0" indent="0" algn="l">
              <a:spcBef>
                <a:spcPts val="0"/>
              </a:spcBef>
              <a:spcAft>
                <a:spcPts val="0"/>
              </a:spcAft>
              <a:buNone/>
            </a:pPr>
            <a:r>
              <a:rPr dirty="0"/>
              <a:t>/Users/</a:t>
            </a:r>
            <a:r>
              <a:rPr dirty="0" err="1"/>
              <a:t>alexau</a:t>
            </a:r>
            <a:r>
              <a:rPr dirty="0"/>
              <a:t>/Documents/HKPUG/aws-community-day-hk-2026-step-functions-testing/tests/fixtures/lambdas.py:122-126</a:t>
            </a:r>
          </a:p>
          <a:p>
            <a:pPr marL="0" lvl="0" indent="0" algn="l">
              <a:spcBef>
                <a:spcPts val="0"/>
              </a:spcBef>
              <a:spcAft>
                <a:spcPts val="0"/>
              </a:spcAft>
              <a:buNone/>
            </a:pPr>
            <a:r>
              <a:rPr dirty="0"/>
              <a:t>/Users/</a:t>
            </a:r>
            <a:r>
              <a:rPr dirty="0" err="1"/>
              <a:t>alexau</a:t>
            </a:r>
            <a:r>
              <a:rPr dirty="0"/>
              <a:t>/Documents/HKPUG/aws-community-day-hk-2026-step-functions-testing/mise.toml:35-43</a:t>
            </a:r>
          </a:p>
          <a:p>
            <a:pPr marL="0" lvl="0" indent="0" algn="l">
              <a:spcBef>
                <a:spcPts val="0"/>
              </a:spcBef>
              <a:spcAft>
                <a:spcPts val="0"/>
              </a:spcAft>
              <a:buNone/>
            </a:pPr>
            <a:r>
              <a:rPr dirty="0"/>
              <a:t>https://</a:t>
            </a:r>
            <a:r>
              <a:rPr dirty="0" err="1"/>
              <a:t>coverage.readthedocs.io</a:t>
            </a:r>
            <a:r>
              <a:rPr dirty="0"/>
              <a:t>/</a:t>
            </a:r>
            <a:r>
              <a:rPr dirty="0" err="1"/>
              <a:t>en</a:t>
            </a:r>
            <a:r>
              <a:rPr dirty="0"/>
              <a:t>/7.16.2/</a:t>
            </a:r>
            <a:r>
              <a:rPr dirty="0" err="1"/>
              <a:t>subprocess.html#long-running-processes</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B2730-E735-D13E-8CA0-D6700E5C54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BD77BC-9C9F-8821-F1E4-8E812EC190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415F56-2D1F-06BA-6DEC-4CCBE346153E}"/>
              </a:ext>
            </a:extLst>
          </p:cNvPr>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15:05–15:40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We also want to know which test executed a line. When the fixture creates each Lambda function, it sets COVERAGE_CONTEXT to the test function name. Each test gets its own Orders and Payments functions, so that name can stay fixed for their lifetime. The name belongs to the test environment; our handler and business event do not need an extra field just for coverage.</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Point to </a:t>
            </a:r>
            <a:r>
              <a:rPr dirty="0" err="1"/>
              <a:t>test_function_name</a:t>
            </a:r>
            <a:r>
              <a:rPr dirty="0"/>
              <a:t> and the popup. Keep the explanation at the environment boundary; the next slide shows how coverage reads it.</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/Documents/HKPUG/aws-community-day-hk-2026-step-functions-testing/tests/fixtures/lambdas.py:111-120</a:t>
            </a:r>
          </a:p>
          <a:p>
            <a:pPr marL="0" lvl="0" indent="0" algn="l">
              <a:spcBef>
                <a:spcPts val="0"/>
              </a:spcBef>
              <a:spcAft>
                <a:spcPts val="0"/>
              </a:spcAft>
              <a:buNone/>
            </a:pPr>
            <a:r>
              <a:rPr dirty="0"/>
              <a:t>/Users/</a:t>
            </a:r>
            <a:r>
              <a:rPr dirty="0" err="1"/>
              <a:t>alexau</a:t>
            </a:r>
            <a:r>
              <a:rPr dirty="0"/>
              <a:t>/Documents/HKPUG/aws-community-day-hk-2026-step-functions-testing/tests/fixtures/lambdas.py:148-155</a:t>
            </a:r>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proxy.py</a:t>
            </a:r>
            <a:endParaRPr dirty="0"/>
          </a:p>
          <a:p>
            <a:pPr marL="0" lvl="0" indent="0" algn="l">
              <a:spcBef>
                <a:spcPts val="0"/>
              </a:spcBef>
              <a:spcAft>
                <a:spcPts val="0"/>
              </a:spcAft>
              <a:buNone/>
            </a:pPr>
            <a:r>
              <a:rPr dirty="0"/>
              <a:t>https://</a:t>
            </a:r>
            <a:r>
              <a:rPr dirty="0" err="1"/>
              <a:t>docs.aws.amazon.com</a:t>
            </a:r>
            <a:r>
              <a:rPr dirty="0"/>
              <a:t>/</a:t>
            </a:r>
            <a:r>
              <a:rPr dirty="0" err="1"/>
              <a:t>sdkref</a:t>
            </a:r>
            <a:r>
              <a:rPr dirty="0"/>
              <a:t>/latest/guide/feature-ss-</a:t>
            </a:r>
            <a:r>
              <a:rPr dirty="0" err="1"/>
              <a:t>endpoints.html</a:t>
            </a:r>
            <a:endParaRPr dirty="0"/>
          </a:p>
        </p:txBody>
      </p:sp>
      <p:sp>
        <p:nvSpPr>
          <p:cNvPr id="4" name="Slide Number Placeholder 3">
            <a:extLst>
              <a:ext uri="{FF2B5EF4-FFF2-40B4-BE49-F238E27FC236}">
                <a16:creationId xmlns:a16="http://schemas.microsoft.com/office/drawing/2014/main" id="{C326860C-C1C8-83E0-0ECB-611EFECAF49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38903487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15:40–16:15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This configuration connects that environment variable to </a:t>
            </a:r>
            <a:r>
              <a:rPr dirty="0" err="1"/>
              <a:t>coverage.py</a:t>
            </a:r>
            <a:r>
              <a:rPr dirty="0"/>
              <a:t>. The context setting reads COVERAGE_CONTEXT, and the </a:t>
            </a:r>
            <a:r>
              <a:rPr dirty="0" err="1"/>
              <a:t>entrypoint</a:t>
            </a:r>
            <a:r>
              <a:rPr dirty="0"/>
              <a:t> loads this configuration when measurement starts. From then on, the executed lines and branches carry that test function name. COVERAGE_CONTEXT is the name we chose for our configuration; the connection is this explicit setting. We can now collect data from separate Lambda processes while keeping the test name attached to it.</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Point from the context setting to --</a:t>
            </a:r>
            <a:r>
              <a:rPr dirty="0" err="1"/>
              <a:t>rcfile</a:t>
            </a:r>
            <a:r>
              <a:rPr dirty="0"/>
              <a:t> in the </a:t>
            </a:r>
            <a:r>
              <a:rPr dirty="0" err="1"/>
              <a:t>entrypoint</a:t>
            </a:r>
            <a:r>
              <a:rPr dirty="0"/>
              <a:t>. Avoid repeating the full </a:t>
            </a:r>
            <a:r>
              <a:rPr dirty="0" err="1"/>
              <a:t>entrypoint</a:t>
            </a:r>
            <a:r>
              <a:rPr dirty="0"/>
              <a:t> explanation.</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/Documents/HKPUG/aws-community-day-hk-2026-step-functions-testing/tests/fixtures/workflows.py:16-19</a:t>
            </a:r>
          </a:p>
          <a:p>
            <a:pPr marL="0" lvl="0" indent="0" algn="l">
              <a:spcBef>
                <a:spcPts val="0"/>
              </a:spcBef>
              <a:spcAft>
                <a:spcPts val="0"/>
              </a:spcAft>
              <a:buNone/>
            </a:pPr>
            <a:r>
              <a:rPr dirty="0"/>
              <a:t>/Users/</a:t>
            </a:r>
            <a:r>
              <a:rPr dirty="0" err="1"/>
              <a:t>alexau</a:t>
            </a:r>
            <a:r>
              <a:rPr dirty="0"/>
              <a:t>/Documents/HKPUG/aws-community-day-hk-2026-step-functions-testing/tests/fixtures/lambdas.py:118</a:t>
            </a:r>
          </a:p>
          <a:p>
            <a:pPr marL="0" lvl="0" indent="0" algn="l">
              <a:spcBef>
                <a:spcPts val="0"/>
              </a:spcBef>
              <a:spcAft>
                <a:spcPts val="0"/>
              </a:spcAft>
              <a:buNone/>
            </a:pPr>
            <a:r>
              <a:rPr dirty="0"/>
              <a:t>/Users/</a:t>
            </a:r>
            <a:r>
              <a:rPr dirty="0" err="1"/>
              <a:t>alexau</a:t>
            </a:r>
            <a:r>
              <a:rPr dirty="0"/>
              <a:t>/Documents/HKPUG/aws-community-day-hk-2026-step-functions-testing/pyproject.toml:31-54</a:t>
            </a:r>
          </a:p>
          <a:p>
            <a:pPr marL="0" lvl="0" indent="0" algn="l">
              <a:spcBef>
                <a:spcPts val="0"/>
              </a:spcBef>
              <a:spcAft>
                <a:spcPts val="0"/>
              </a:spcAft>
              <a:buNone/>
            </a:pPr>
            <a:r>
              <a:rPr dirty="0"/>
              <a:t>/Users/</a:t>
            </a:r>
            <a:r>
              <a:rPr dirty="0" err="1"/>
              <a:t>alexau</a:t>
            </a:r>
            <a:r>
              <a:rPr dirty="0"/>
              <a:t>/Documents/HKPUG/aws-community-day-hk-2026-step-functions-testing/output/</a:t>
            </a:r>
            <a:r>
              <a:rPr dirty="0" err="1"/>
              <a:t>htmlcov</a:t>
            </a:r>
            <a:endParaRPr dirty="0"/>
          </a:p>
          <a:p>
            <a:pPr marL="0" lvl="0" indent="0" algn="l">
              <a:spcBef>
                <a:spcPts val="0"/>
              </a:spcBef>
              <a:spcAft>
                <a:spcPts val="0"/>
              </a:spcAft>
              <a:buNone/>
            </a:pPr>
            <a:r>
              <a:rPr dirty="0"/>
              <a:t>https://</a:t>
            </a:r>
            <a:r>
              <a:rPr dirty="0" err="1"/>
              <a:t>coverage.readthedocs.io</a:t>
            </a:r>
            <a:r>
              <a:rPr dirty="0"/>
              <a:t>/</a:t>
            </a:r>
            <a:r>
              <a:rPr dirty="0" err="1"/>
              <a:t>en</a:t>
            </a:r>
            <a:r>
              <a:rPr dirty="0"/>
              <a:t>/7.16.2/</a:t>
            </a:r>
            <a:r>
              <a:rPr dirty="0" err="1"/>
              <a:t>contexts.html</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16:15–17:00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Here is the whole journey of that name. </a:t>
            </a:r>
            <a:r>
              <a:rPr dirty="0" err="1"/>
              <a:t>Pytest</a:t>
            </a:r>
            <a:r>
              <a:rPr dirty="0"/>
              <a:t> provides the test function name. The fixture puts it in the Lambda environment. Coverage records it alongside an executed line, and combining the files preserves it in the report. The same test can invoke a workflow more than once, so this identifies the test scenario rather than one particular workflow execution. That is enough to take us from a covered line back to the test whose assertions we should read.</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Follow the same test function name through the four stages. Parametrized cases retain their </a:t>
            </a:r>
            <a:r>
              <a:rPr dirty="0" err="1"/>
              <a:t>pytest</a:t>
            </a:r>
            <a:r>
              <a:rPr dirty="0"/>
              <a:t> parameter suffix.</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/Documents/HKPUG/aws-community-day-hk-2026-step-functions-testing/tests/fixtures/workflows.py:16-19</a:t>
            </a:r>
          </a:p>
          <a:p>
            <a:pPr marL="0" lvl="0" indent="0" algn="l">
              <a:spcBef>
                <a:spcPts val="0"/>
              </a:spcBef>
              <a:spcAft>
                <a:spcPts val="0"/>
              </a:spcAft>
              <a:buNone/>
            </a:pPr>
            <a:r>
              <a:rPr dirty="0"/>
              <a:t>/Users/</a:t>
            </a:r>
            <a:r>
              <a:rPr dirty="0" err="1"/>
              <a:t>alexau</a:t>
            </a:r>
            <a:r>
              <a:rPr dirty="0"/>
              <a:t>/Documents/HKPUG/aws-community-day-hk-2026-step-functions-testing/tests/fixtures/lambdas.py:118</a:t>
            </a:r>
          </a:p>
          <a:p>
            <a:pPr marL="0" lvl="0" indent="0" algn="l">
              <a:spcBef>
                <a:spcPts val="0"/>
              </a:spcBef>
              <a:spcAft>
                <a:spcPts val="0"/>
              </a:spcAft>
              <a:buNone/>
            </a:pPr>
            <a:r>
              <a:rPr dirty="0"/>
              <a:t>/Users/</a:t>
            </a:r>
            <a:r>
              <a:rPr dirty="0" err="1"/>
              <a:t>alexau</a:t>
            </a:r>
            <a:r>
              <a:rPr dirty="0"/>
              <a:t>/Documents/HKPUG/aws-community-day-hk-2026-step-functions-testing/tests/fixtures/lambdas.py:153</a:t>
            </a:r>
          </a:p>
          <a:p>
            <a:pPr marL="0" lvl="0" indent="0" algn="l">
              <a:spcBef>
                <a:spcPts val="0"/>
              </a:spcBef>
              <a:spcAft>
                <a:spcPts val="0"/>
              </a:spcAft>
              <a:buNone/>
            </a:pPr>
            <a:r>
              <a:rPr dirty="0"/>
              <a:t>/Users/</a:t>
            </a:r>
            <a:r>
              <a:rPr dirty="0" err="1"/>
              <a:t>alexau</a:t>
            </a:r>
            <a:r>
              <a:rPr dirty="0"/>
              <a:t>/Documents/HKPUG/aws-community-day-hk-2026-step-functions-testing/pyproject.toml:31-54</a:t>
            </a:r>
          </a:p>
          <a:p>
            <a:pPr marL="0" lvl="0" indent="0" algn="l">
              <a:spcBef>
                <a:spcPts val="0"/>
              </a:spcBef>
              <a:spcAft>
                <a:spcPts val="0"/>
              </a:spcAft>
              <a:buNone/>
            </a:pPr>
            <a:r>
              <a:rPr dirty="0"/>
              <a:t>https://</a:t>
            </a:r>
            <a:r>
              <a:rPr dirty="0" err="1"/>
              <a:t>coverage.readthedocs.io</a:t>
            </a:r>
            <a:r>
              <a:rPr dirty="0"/>
              <a:t>/</a:t>
            </a:r>
            <a:r>
              <a:rPr dirty="0" err="1"/>
              <a:t>en</a:t>
            </a:r>
            <a:r>
              <a:rPr dirty="0"/>
              <a:t>/7.16.2/</a:t>
            </a:r>
            <a:r>
              <a:rPr dirty="0" err="1"/>
              <a:t>contexts.html</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17:00–17:30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This is the native HTML report. This line raises </a:t>
            </a:r>
            <a:r>
              <a:rPr dirty="0" err="1"/>
              <a:t>PaymentRejected</a:t>
            </a:r>
            <a:r>
              <a:rPr dirty="0"/>
              <a:t> when the payment service returns HTTP 402. Expanding the context shows the test function that reached it. We can then open that test and inspect what it checked about cancellation and restored stock. The report tells us that the line ran and which test ran it. The assertions tell us what result that test actually verified.</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Open the preserved HTML report and expand the context beside line 120. Point to the readable test function name.</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/Documents/HKPUG/aws-community-day-hk-2026-step-functions-testing/output/</a:t>
            </a:r>
            <a:r>
              <a:rPr dirty="0" err="1"/>
              <a:t>htmlcov</a:t>
            </a:r>
            <a:r>
              <a:rPr dirty="0"/>
              <a:t>/z_49b0d24487c97dbd_client_py.html#t120</a:t>
            </a:r>
          </a:p>
          <a:p>
            <a:pPr marL="0" lvl="0" indent="0" algn="l">
              <a:spcBef>
                <a:spcPts val="0"/>
              </a:spcBef>
              <a:spcAft>
                <a:spcPts val="0"/>
              </a:spcAft>
              <a:buNone/>
            </a:pPr>
            <a:r>
              <a:rPr dirty="0"/>
              <a:t>/Users/</a:t>
            </a:r>
            <a:r>
              <a:rPr dirty="0" err="1"/>
              <a:t>alexau</a:t>
            </a:r>
            <a:r>
              <a:rPr dirty="0"/>
              <a:t>/Documents/HKPUG/aws-community-day-hk-2026-step-functions-testing/tests/</a:t>
            </a:r>
            <a:r>
              <a:rPr dirty="0" err="1"/>
              <a:t>test_workflows</a:t>
            </a:r>
            <a:r>
              <a:rPr dirty="0"/>
              <a:t>/</a:t>
            </a:r>
            <a:r>
              <a:rPr dirty="0" err="1"/>
              <a:t>test_payment_rejection.py</a:t>
            </a:r>
            <a:endParaRPr dirty="0"/>
          </a:p>
          <a:p>
            <a:pPr marL="0" lvl="0" indent="0" algn="l">
              <a:spcBef>
                <a:spcPts val="0"/>
              </a:spcBef>
              <a:spcAft>
                <a:spcPts val="0"/>
              </a:spcAft>
              <a:buNone/>
            </a:pPr>
            <a:r>
              <a:rPr dirty="0"/>
              <a:t>/Users/</a:t>
            </a:r>
            <a:r>
              <a:rPr dirty="0" err="1"/>
              <a:t>alexau</a:t>
            </a:r>
            <a:r>
              <a:rPr dirty="0"/>
              <a:t>/Documents/HKPUG/aws-community-day-hk-2026-step-functions-testing/pyproject.toml:31-54</a:t>
            </a:r>
          </a:p>
          <a:p>
            <a:pPr marL="0" lvl="0" indent="0" algn="l">
              <a:spcBef>
                <a:spcPts val="0"/>
              </a:spcBef>
              <a:spcAft>
                <a:spcPts val="0"/>
              </a:spcAft>
              <a:buNone/>
            </a:pPr>
            <a:r>
              <a:rPr dirty="0"/>
              <a:t>/Users/</a:t>
            </a:r>
            <a:r>
              <a:rPr dirty="0" err="1"/>
              <a:t>alexau</a:t>
            </a:r>
            <a:r>
              <a:rPr dirty="0"/>
              <a:t>/Documents/HKPUG/aws-community-day-hk-2026-step-functions-testing/presentation/assets/demo-report-v39/</a:t>
            </a:r>
            <a:r>
              <a:rPr dirty="0" err="1"/>
              <a:t>index.html</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17:30–18:15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Let me show those pieces together in the code: the coverage </a:t>
            </a:r>
            <a:r>
              <a:rPr dirty="0" err="1"/>
              <a:t>entrypoint</a:t>
            </a:r>
            <a:r>
              <a:rPr dirty="0"/>
              <a:t>, the signal and file collection during cleanup, and the test function name passed through the Lambda environment into the coverage configuration. These are all in the test setup, so we can follow the measurement without changing the handler.</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Use the command on the slide to open tests/fixtures/</a:t>
            </a:r>
            <a:r>
              <a:rPr dirty="0" err="1"/>
              <a:t>lambdas.py</a:t>
            </a:r>
            <a:r>
              <a:rPr dirty="0"/>
              <a:t> and </a:t>
            </a:r>
            <a:r>
              <a:rPr dirty="0" err="1"/>
              <a:t>pyproject.toml</a:t>
            </a:r>
            <a:r>
              <a:rPr dirty="0"/>
              <a:t>. Show ENTRYPOINT, _</a:t>
            </a:r>
            <a:r>
              <a:rPr dirty="0" err="1"/>
              <a:t>collect_coverage</a:t>
            </a:r>
            <a:r>
              <a:rPr dirty="0"/>
              <a:t>, COVERAGE_CONTEXT, then the context configuration. Show code only; running the suite is optional. Return to section 5.</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/Documents/HKPUG/aws-community-day-hk-2026-step-functions-testing/tests/fixtures/lambdas.py:43-88</a:t>
            </a:r>
          </a:p>
          <a:p>
            <a:pPr marL="0" lvl="0" indent="0" algn="l">
              <a:spcBef>
                <a:spcPts val="0"/>
              </a:spcBef>
              <a:spcAft>
                <a:spcPts val="0"/>
              </a:spcAft>
              <a:buNone/>
            </a:pPr>
            <a:r>
              <a:rPr dirty="0"/>
              <a:t>/Users/</a:t>
            </a:r>
            <a:r>
              <a:rPr dirty="0" err="1"/>
              <a:t>alexau</a:t>
            </a:r>
            <a:r>
              <a:rPr dirty="0"/>
              <a:t>/Documents/HKPUG/aws-community-day-hk-2026-step-functions-testing/tests/fixtures/lambdas.py:118</a:t>
            </a:r>
          </a:p>
          <a:p>
            <a:pPr marL="0" lvl="0" indent="0" algn="l">
              <a:spcBef>
                <a:spcPts val="0"/>
              </a:spcBef>
              <a:spcAft>
                <a:spcPts val="0"/>
              </a:spcAft>
              <a:buNone/>
            </a:pPr>
            <a:r>
              <a:rPr dirty="0"/>
              <a:t>/Users/</a:t>
            </a:r>
            <a:r>
              <a:rPr dirty="0" err="1"/>
              <a:t>alexau</a:t>
            </a:r>
            <a:r>
              <a:rPr dirty="0"/>
              <a:t>/Documents/HKPUG/aws-community-day-hk-2026-step-functions-testing/pyproject.toml:38</a:t>
            </a:r>
          </a:p>
          <a:p>
            <a:pPr marL="0" lvl="0" indent="0" algn="l">
              <a:spcBef>
                <a:spcPts val="0"/>
              </a:spcBef>
              <a:spcAft>
                <a:spcPts val="0"/>
              </a:spcAft>
              <a:buNone/>
            </a:pPr>
            <a:r>
              <a:rPr dirty="0"/>
              <a:t>/Users/</a:t>
            </a:r>
            <a:r>
              <a:rPr dirty="0" err="1"/>
              <a:t>alexau</a:t>
            </a:r>
            <a:r>
              <a:rPr dirty="0"/>
              <a:t>/Documents/HKPUG/aws-community-day-hk-2026-step-functions-testing/presentation/assets/demo-report-v37/z_49b0d24487c97dbd_client_py.html#t120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18:15–18:30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So far, we can run the workflow and measure it. But many important branches only run when something goes wrong. How do we make those failures happen deliberately, at the point we want to test?</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Pause on the section question, then move to the failure cases.</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18:30–19:15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The failure point changes what the workflow should do. If approval expires, there is no payment or reserved stock to undo. A temporary stock error can be retried. A definite payment rejection means releasing the reserved stock and cancelling the order. But if the charge succeeds and its reply is lost, a timeout does not tell us whether money moved. We need to check the payment records before trying again. How can we reproduce these cases consistently? We will put a proxy in the request path and control what it does.</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Use the rows to contrast before-operation failure with a lost acknowledgement. Reveal 'How can we test these errors?' and pause briefly before the proxy slide.</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a:t>
            </a:r>
            <a:r>
              <a:rPr dirty="0" err="1"/>
              <a:t>src</a:t>
            </a:r>
            <a:r>
              <a:rPr dirty="0"/>
              <a:t>/create_order.asl.json:39-101</a:t>
            </a:r>
          </a:p>
          <a:p>
            <a:pPr marL="0" lvl="0" indent="0" algn="l">
              <a:spcBef>
                <a:spcPts val="0"/>
              </a:spcBef>
              <a:spcAft>
                <a:spcPts val="0"/>
              </a:spcAft>
              <a:buNone/>
            </a:pPr>
            <a:r>
              <a:rPr dirty="0"/>
              <a:t>/Users/</a:t>
            </a:r>
            <a:r>
              <a:rPr dirty="0" err="1"/>
              <a:t>alexau</a:t>
            </a:r>
            <a:r>
              <a:rPr dirty="0"/>
              <a:t>/Documents/HKPUG/aws-community-day-hk-2026-step-functions-testing/</a:t>
            </a:r>
            <a:r>
              <a:rPr dirty="0" err="1"/>
              <a:t>src</a:t>
            </a:r>
            <a:r>
              <a:rPr dirty="0"/>
              <a:t>/create_order.asl.json:120-150</a:t>
            </a:r>
          </a:p>
          <a:p>
            <a:pPr marL="0" lvl="0" indent="0" algn="l">
              <a:spcBef>
                <a:spcPts val="0"/>
              </a:spcBef>
              <a:spcAft>
                <a:spcPts val="0"/>
              </a:spcAft>
              <a:buNone/>
            </a:pPr>
            <a:r>
              <a:rPr dirty="0"/>
              <a:t>/Users/</a:t>
            </a:r>
            <a:r>
              <a:rPr dirty="0" err="1"/>
              <a:t>alexau</a:t>
            </a:r>
            <a:r>
              <a:rPr dirty="0"/>
              <a:t>/Documents/HKPUG/aws-community-day-hk-2026-step-functions-testing/output/evidence/merchant-</a:t>
            </a:r>
            <a:r>
              <a:rPr dirty="0" err="1"/>
              <a:t>timeout.json</a:t>
            </a:r>
            <a:endParaRPr dirty="0"/>
          </a:p>
          <a:p>
            <a:pPr marL="0" lvl="0" indent="0" algn="l">
              <a:spcBef>
                <a:spcPts val="0"/>
              </a:spcBef>
              <a:spcAft>
                <a:spcPts val="0"/>
              </a:spcAft>
              <a:buNone/>
            </a:pPr>
            <a:r>
              <a:rPr dirty="0"/>
              <a:t>/Users/</a:t>
            </a:r>
            <a:r>
              <a:rPr dirty="0" err="1"/>
              <a:t>alexau</a:t>
            </a:r>
            <a:r>
              <a:rPr dirty="0"/>
              <a:t>/Documents/HKPUG/aws-community-day-hk-2026-step-functions-testing/output/evidence/payment-</a:t>
            </a:r>
            <a:r>
              <a:rPr dirty="0" err="1"/>
              <a:t>rejection.json</a:t>
            </a:r>
            <a:endParaRPr dirty="0"/>
          </a:p>
          <a:p>
            <a:pPr marL="0" lvl="0" indent="0" algn="l">
              <a:spcBef>
                <a:spcPts val="0"/>
              </a:spcBef>
              <a:spcAft>
                <a:spcPts val="0"/>
              </a:spcAft>
              <a:buNone/>
            </a:pPr>
            <a:r>
              <a:rPr dirty="0"/>
              <a:t>/Users/</a:t>
            </a:r>
            <a:r>
              <a:rPr dirty="0" err="1"/>
              <a:t>alexau</a:t>
            </a:r>
            <a:r>
              <a:rPr dirty="0"/>
              <a:t>/Documents/HKPUG/aws-community-day-hk-2026-step-functions-testing/output/evidence/lost-payment-</a:t>
            </a:r>
            <a:r>
              <a:rPr dirty="0" err="1"/>
              <a:t>acknowledgement.json</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19:15–19:50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Boto3 is still calling the Floci endpoint, but HTTP_PROXY sends the request through </a:t>
            </a:r>
            <a:r>
              <a:rPr dirty="0" err="1"/>
              <a:t>OpenResty</a:t>
            </a:r>
            <a:r>
              <a:rPr dirty="0"/>
              <a:t> first. Here, our Lua code stops the request at that proxy and returns HTTP 500 with an </a:t>
            </a:r>
            <a:r>
              <a:rPr dirty="0" err="1"/>
              <a:t>InternalServerError</a:t>
            </a:r>
            <a:r>
              <a:rPr dirty="0"/>
              <a:t> response. Floci never receives this request, so the attempted write has not happened. For requests we are not targeting, </a:t>
            </a:r>
            <a:r>
              <a:rPr dirty="0" err="1"/>
              <a:t>OpenResty</a:t>
            </a:r>
            <a:r>
              <a:rPr dirty="0"/>
              <a:t> forwards them normally. This gives us a precise failure before a database write, while the application still uses its normal SDK call.</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Follow the outbound request to the prohibition symbol, then the red return path to boto3. State the injected HTTP status and error type. Do not treat the grey destination line as a forwarded request.</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/Documents/HKPUG/aws-community-day-hk-2026-step-functions-testing/tests/fixtures/lambdas.py:111-120</a:t>
            </a:r>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proxy.py</a:t>
            </a:r>
            <a:endParaRPr dirty="0"/>
          </a:p>
          <a:p>
            <a:pPr marL="0" lvl="0" indent="0" algn="l">
              <a:spcBef>
                <a:spcPts val="0"/>
              </a:spcBef>
              <a:spcAft>
                <a:spcPts val="0"/>
              </a:spcAft>
              <a:buNone/>
            </a:pPr>
            <a:r>
              <a:rPr dirty="0"/>
              <a:t>/Users/</a:t>
            </a:r>
            <a:r>
              <a:rPr dirty="0" err="1"/>
              <a:t>alexau</a:t>
            </a:r>
            <a:r>
              <a:rPr dirty="0"/>
              <a:t>/Documents/HKPUG/aws-community-day-hk-2026-step-functions-testing/tests/</a:t>
            </a:r>
            <a:r>
              <a:rPr dirty="0" err="1"/>
              <a:t>test_workflows</a:t>
            </a:r>
            <a:r>
              <a:rPr dirty="0"/>
              <a:t>/test_stock_reservation.py:183-192</a:t>
            </a:r>
          </a:p>
          <a:p>
            <a:pPr marL="0" lvl="0" indent="0" algn="l">
              <a:spcBef>
                <a:spcPts val="0"/>
              </a:spcBef>
              <a:spcAft>
                <a:spcPts val="0"/>
              </a:spcAft>
              <a:buNone/>
            </a:pPr>
            <a:r>
              <a:rPr dirty="0"/>
              <a:t>https://</a:t>
            </a:r>
            <a:r>
              <a:rPr dirty="0" err="1"/>
              <a:t>docs.aws.amazon.com</a:t>
            </a:r>
            <a:r>
              <a:rPr dirty="0"/>
              <a:t>/</a:t>
            </a:r>
            <a:r>
              <a:rPr dirty="0" err="1"/>
              <a:t>sdkref</a:t>
            </a:r>
            <a:r>
              <a:rPr dirty="0"/>
              <a:t>/latest/guide/feature-ss-</a:t>
            </a:r>
            <a:r>
              <a:rPr dirty="0" err="1"/>
              <a:t>endpoints.html</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19:50–20:30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Each test supplies its own </a:t>
            </a:r>
            <a:r>
              <a:rPr dirty="0" err="1"/>
              <a:t>fault.lua</a:t>
            </a:r>
            <a:r>
              <a:rPr dirty="0"/>
              <a:t> file to </a:t>
            </a:r>
            <a:r>
              <a:rPr dirty="0" err="1"/>
              <a:t>OpenResty</a:t>
            </a:r>
            <a:r>
              <a:rPr dirty="0"/>
              <a:t>. The NGINX access hook calls that Lua module before </a:t>
            </a:r>
            <a:r>
              <a:rPr dirty="0" err="1"/>
              <a:t>proxy_pass</a:t>
            </a:r>
            <a:r>
              <a:rPr dirty="0"/>
              <a:t> forwards the request. The test writes the script, restarts </a:t>
            </a:r>
            <a:r>
              <a:rPr dirty="0" err="1"/>
              <a:t>OpenResty</a:t>
            </a:r>
            <a:r>
              <a:rPr dirty="0"/>
              <a:t> to reload it, and waits for the health check before starting the workflow. That makes the failure setup part of the test. We also set AWS_MAX_ATTEMPTS to one, so the SDK does not hide retries underneath us. In this example, Step Functions will own the retries that we observe.</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Point to require('fault')(), then </a:t>
            </a:r>
            <a:r>
              <a:rPr dirty="0" err="1"/>
              <a:t>proxy_pass</a:t>
            </a:r>
            <a:r>
              <a:rPr dirty="0"/>
              <a:t>. Show the write, restart, health-check order. The shown fragment is NGINX configuration invoking Lua; identify both accurately.</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proxy.py</a:t>
            </a:r>
            <a:endParaRPr dirty="0"/>
          </a:p>
          <a:p>
            <a:pPr marL="0" lvl="0" indent="0" algn="l">
              <a:spcBef>
                <a:spcPts val="0"/>
              </a:spcBef>
              <a:spcAft>
                <a:spcPts val="0"/>
              </a:spcAft>
              <a:buNone/>
            </a:pPr>
            <a:r>
              <a:rPr dirty="0"/>
              <a:t>/Users/</a:t>
            </a:r>
            <a:r>
              <a:rPr dirty="0" err="1"/>
              <a:t>alexau</a:t>
            </a:r>
            <a:r>
              <a:rPr dirty="0"/>
              <a:t>/Documents/HKPUG/aws-community-day-hk-2026-step-functions-testing/tests/</a:t>
            </a:r>
            <a:r>
              <a:rPr dirty="0" err="1"/>
              <a:t>test_workflows</a:t>
            </a:r>
            <a:r>
              <a:rPr dirty="0"/>
              <a:t>/test_stock_reservation.py:180-204</a:t>
            </a:r>
          </a:p>
          <a:p>
            <a:pPr marL="0" lvl="0" indent="0" algn="l">
              <a:spcBef>
                <a:spcPts val="0"/>
              </a:spcBef>
              <a:spcAft>
                <a:spcPts val="0"/>
              </a:spcAft>
              <a:buNone/>
            </a:pPr>
            <a:r>
              <a:rPr dirty="0"/>
              <a:t>https://</a:t>
            </a:r>
            <a:r>
              <a:rPr dirty="0" err="1"/>
              <a:t>github.com</a:t>
            </a:r>
            <a:r>
              <a:rPr dirty="0"/>
              <a:t>/</a:t>
            </a:r>
            <a:r>
              <a:rPr dirty="0" err="1"/>
              <a:t>openresty</a:t>
            </a:r>
            <a:r>
              <a:rPr dirty="0"/>
              <a:t>/</a:t>
            </a:r>
            <a:r>
              <a:rPr dirty="0" err="1"/>
              <a:t>lua-nginx-module#access_by_lua_block</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20:30–21:25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This Lua module rejects the first two stock transactions. The counter lives outside the returned function, so it survives between requests in this worker. We match DynamoDB's </a:t>
            </a:r>
            <a:r>
              <a:rPr dirty="0" err="1"/>
              <a:t>TransactWriteItems</a:t>
            </a:r>
            <a:r>
              <a:rPr dirty="0"/>
              <a:t> operation, decrement the counter, and return an AWS-shaped HTTP 500 response before forwarding. Once the counter reaches zero, the hook returns normally and NGINX forwards the request. Step Functions can then retry the same task and reach the successful write. We have created a repeatable sequence: failure, failure, then normal service behavior. Later, we will check whether recovery produced the right business result.</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Point to remaining = 2, the operation guard, and </a:t>
            </a:r>
            <a:r>
              <a:rPr dirty="0" err="1"/>
              <a:t>ngx.exit</a:t>
            </a:r>
            <a:r>
              <a:rPr dirty="0"/>
              <a:t>(500). Reveal the remaining = 0 annotation last. </a:t>
            </a:r>
            <a:r>
              <a:rPr dirty="0" err="1"/>
              <a:t>MaxAttempts</a:t>
            </a:r>
            <a:r>
              <a:rPr dirty="0"/>
              <a:t> = 3 in ASL permits three retries; this scenario succeeds on its third total attempt.</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a:t>
            </a:r>
            <a:r>
              <a:rPr dirty="0" err="1"/>
              <a:t>test_workflows</a:t>
            </a:r>
            <a:r>
              <a:rPr dirty="0"/>
              <a:t>/test_stock_reservation.py:180-204</a:t>
            </a:r>
          </a:p>
          <a:p>
            <a:pPr marL="0" lvl="0" indent="0" algn="l">
              <a:spcBef>
                <a:spcPts val="0"/>
              </a:spcBef>
              <a:spcAft>
                <a:spcPts val="0"/>
              </a:spcAft>
              <a:buNone/>
            </a:pPr>
            <a:r>
              <a:rPr dirty="0"/>
              <a:t>/Users/</a:t>
            </a:r>
            <a:r>
              <a:rPr dirty="0" err="1"/>
              <a:t>alexau</a:t>
            </a:r>
            <a:r>
              <a:rPr dirty="0"/>
              <a:t>/Documents/HKPUG/aws-community-day-hk-2026-step-functions-testing/</a:t>
            </a:r>
            <a:r>
              <a:rPr dirty="0" err="1"/>
              <a:t>src</a:t>
            </a:r>
            <a:r>
              <a:rPr dirty="0"/>
              <a:t>/create_order.asl.json:71-76</a:t>
            </a:r>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proxy.py</a:t>
            </a:r>
            <a:endParaRPr dirty="0"/>
          </a:p>
          <a:p>
            <a:pPr marL="0" lvl="0" indent="0" algn="l">
              <a:spcBef>
                <a:spcPts val="0"/>
              </a:spcBef>
              <a:spcAft>
                <a:spcPts val="0"/>
              </a:spcAft>
              <a:buNone/>
            </a:pPr>
            <a:r>
              <a:rPr dirty="0"/>
              <a:t>/Users/</a:t>
            </a:r>
            <a:r>
              <a:rPr dirty="0" err="1"/>
              <a:t>alexau</a:t>
            </a:r>
            <a:r>
              <a:rPr dirty="0"/>
              <a:t>/Documents/HKPUG/aws-community-day-hk-2026-step-functions-testing/tests/fixtures/lambdas.py:117</a:t>
            </a:r>
          </a:p>
          <a:p>
            <a:pPr marL="0" lvl="0" indent="0" algn="l">
              <a:spcBef>
                <a:spcPts val="0"/>
              </a:spcBef>
              <a:spcAft>
                <a:spcPts val="0"/>
              </a:spcAft>
              <a:buNone/>
            </a:pPr>
            <a:r>
              <a:rPr dirty="0"/>
              <a:t>https://</a:t>
            </a:r>
            <a:r>
              <a:rPr dirty="0" err="1"/>
              <a:t>github.com</a:t>
            </a:r>
            <a:r>
              <a:rPr dirty="0"/>
              <a:t>/</a:t>
            </a:r>
            <a:r>
              <a:rPr dirty="0" err="1"/>
              <a:t>openresty</a:t>
            </a:r>
            <a:r>
              <a:rPr dirty="0"/>
              <a:t>/</a:t>
            </a:r>
            <a:r>
              <a:rPr dirty="0" err="1"/>
              <a:t>lua-nginx-module#access_by_lua_block</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21:25–22:40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Now change the failure point. This code first forwards the payment request and gets a successful response: </a:t>
            </a:r>
            <a:r>
              <a:rPr dirty="0" err="1"/>
              <a:t>localstripe</a:t>
            </a:r>
            <a:r>
              <a:rPr dirty="0"/>
              <a:t> has recorded one charge. Only then does </a:t>
            </a:r>
            <a:r>
              <a:rPr dirty="0" err="1"/>
              <a:t>OpenResty</a:t>
            </a:r>
            <a:r>
              <a:rPr dirty="0"/>
              <a:t> hold the reply for 3.5 seconds. Our HTTP client gives up after two seconds. The workflow fails, while the order remains reserved and the stock is eight. A failed caller has not undone a successful charge. We deliberately do not retry this payment automatically; we check the payment records first. We have seen how to create these failures. Next, let us return to the stock case and ask what the recovery test should prove.</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Reveal successful charge first, then the delayed return and client timeout. The error marker belongs on the reply path after the charge. Show FAILED in red and RESERVED in green. This local emulator result does not verify real Stripe idempotency.</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a:t>
            </a:r>
            <a:r>
              <a:rPr dirty="0" err="1"/>
              <a:t>test_workflows</a:t>
            </a:r>
            <a:r>
              <a:rPr dirty="0"/>
              <a:t>/test_payment_uncertainty.py:237-255</a:t>
            </a:r>
          </a:p>
          <a:p>
            <a:pPr marL="0" lvl="0" indent="0" algn="l">
              <a:spcBef>
                <a:spcPts val="0"/>
              </a:spcBef>
              <a:spcAft>
                <a:spcPts val="0"/>
              </a:spcAft>
              <a:buNone/>
            </a:pPr>
            <a:r>
              <a:rPr dirty="0"/>
              <a:t>/Users/</a:t>
            </a:r>
            <a:r>
              <a:rPr dirty="0" err="1"/>
              <a:t>alexau</a:t>
            </a:r>
            <a:r>
              <a:rPr dirty="0"/>
              <a:t>/Documents/HKPUG/aws-community-day-hk-2026-step-functions-testing/tests/fixtures/lambdas.py:151-153</a:t>
            </a:r>
          </a:p>
          <a:p>
            <a:pPr marL="0" lvl="0" indent="0" algn="l">
              <a:spcBef>
                <a:spcPts val="0"/>
              </a:spcBef>
              <a:spcAft>
                <a:spcPts val="0"/>
              </a:spcAft>
              <a:buNone/>
            </a:pPr>
            <a:r>
              <a:rPr dirty="0"/>
              <a:t>/Users/</a:t>
            </a:r>
            <a:r>
              <a:rPr dirty="0" err="1"/>
              <a:t>alexau</a:t>
            </a:r>
            <a:r>
              <a:rPr dirty="0"/>
              <a:t>/Documents/HKPUG/aws-community-day-hk-2026-step-functions-testing/output/evidence/lost-payment-</a:t>
            </a:r>
            <a:r>
              <a:rPr dirty="0" err="1"/>
              <a:t>acknowledgement.json</a:t>
            </a:r>
            <a:endParaRPr dirty="0"/>
          </a:p>
          <a:p>
            <a:pPr marL="0" lvl="0" indent="0" algn="l">
              <a:spcBef>
                <a:spcPts val="0"/>
              </a:spcBef>
              <a:spcAft>
                <a:spcPts val="0"/>
              </a:spcAft>
              <a:buNone/>
            </a:pPr>
            <a:r>
              <a:rPr dirty="0"/>
              <a:t>https://</a:t>
            </a:r>
            <a:r>
              <a:rPr dirty="0" err="1"/>
              <a:t>github.com</a:t>
            </a:r>
            <a:r>
              <a:rPr dirty="0"/>
              <a:t>/</a:t>
            </a:r>
            <a:r>
              <a:rPr dirty="0" err="1"/>
              <a:t>openresty</a:t>
            </a:r>
            <a:r>
              <a:rPr dirty="0"/>
              <a:t>/</a:t>
            </a:r>
            <a:r>
              <a:rPr dirty="0" err="1"/>
              <a:t>lua-nginx-module#access_by_lua_block</a:t>
            </a:r>
            <a:endParaRPr dirty="0"/>
          </a:p>
          <a:p>
            <a:pPr marL="0" lvl="0" indent="0" algn="l">
              <a:spcBef>
                <a:spcPts val="0"/>
              </a:spcBef>
              <a:spcAft>
                <a:spcPts val="0"/>
              </a:spcAft>
              <a:buNone/>
            </a:pPr>
            <a:r>
              <a:rPr dirty="0"/>
              <a:t>https://</a:t>
            </a:r>
            <a:r>
              <a:rPr dirty="0" err="1"/>
              <a:t>github.com</a:t>
            </a:r>
            <a:r>
              <a:rPr dirty="0"/>
              <a:t>/</a:t>
            </a:r>
            <a:r>
              <a:rPr dirty="0" err="1"/>
              <a:t>adrienverge</a:t>
            </a:r>
            <a:r>
              <a:rPr dirty="0"/>
              <a:t>/</a:t>
            </a:r>
            <a:r>
              <a:rPr dirty="0" err="1"/>
              <a:t>localstripe</a:t>
            </a:r>
            <a:r>
              <a:rPr dirty="0"/>
              <a:t>/blob/v1.15.10/</a:t>
            </a:r>
            <a:r>
              <a:rPr dirty="0" err="1"/>
              <a:t>localstripe</a:t>
            </a:r>
            <a:r>
              <a:rPr dirty="0"/>
              <a:t>/</a:t>
            </a:r>
            <a:r>
              <a:rPr dirty="0" err="1"/>
              <a:t>server.py</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22:40–23:00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We can now create a failure on demand. How do we know that the recovery worked? A successful workflow status is only one observation. We also need to check the path it took, the stock it changed, and the payment it created. Let's return to the stock example and make those expectations explicit before we open the assertions.</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Pause after the section question. The next slide is the stock-result diagram, followed by the code demo.</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23:00–23:45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These are the results we expect this recovery test to check. The first two stock attempts fail before a write reaches DynamoDB. The third succeeds, leaving eight units available. Only then should the workflow charge the payment and confirm the order. We want one charge and one stock reservation for the two requested units. The history tells us how the workflow progressed. Reading the order, stock, and payment records separately tells us what it actually changed. Now let's see how the test checks those observations.</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Follow the two red failures, then the green reserve, charge, and confirmation. State that this is the before-write failure case; do not claim it proves payment idempotency or recovery after an unknown commit.</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/Documents/HKPUG/aws-community-day-hk-2026-step-functions-testing/output/evidence/order-transaction-</a:t>
            </a:r>
            <a:r>
              <a:rPr dirty="0" err="1"/>
              <a:t>retry.json</a:t>
            </a:r>
            <a:endParaRPr dirty="0"/>
          </a:p>
          <a:p>
            <a:pPr marL="0" lvl="0" indent="0" algn="l">
              <a:spcBef>
                <a:spcPts val="0"/>
              </a:spcBef>
              <a:spcAft>
                <a:spcPts val="0"/>
              </a:spcAft>
              <a:buNone/>
            </a:pPr>
            <a:r>
              <a:rPr dirty="0"/>
              <a:t>/Users/</a:t>
            </a:r>
            <a:r>
              <a:rPr dirty="0" err="1"/>
              <a:t>alexau</a:t>
            </a:r>
            <a:r>
              <a:rPr dirty="0"/>
              <a:t>/Documents/HKPUG/aws-community-day-hk-2026-step-functions-testing/tests/</a:t>
            </a:r>
            <a:r>
              <a:rPr dirty="0" err="1"/>
              <a:t>test_workflows</a:t>
            </a:r>
            <a:r>
              <a:rPr dirty="0"/>
              <a:t>/test_stock_reservation.py:285-314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23:45–25:05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Let's run that exact stock-retry test. Mise starts the local containers, injects two stock failures, runs the assertions, then collects coverage from the Lambda processes. When it finishes, I will open the HTML report. This report contains only this test's coverage, so some application lines remain unexecuted. That is expected. We can inspect which stock and payment lines this recovery scenario exercised. The next slide shows the separately saved full-suite result.</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Run the commands shown from the repository root. Confirm </a:t>
            </a:r>
            <a:r>
              <a:rPr dirty="0" err="1"/>
              <a:t>pytest</a:t>
            </a:r>
            <a:r>
              <a:rPr dirty="0"/>
              <a:t> collects exactly one item and the complete command exits successfully. Open the HTML report and inspect the stock and payment source pages. COVERAGE_FAIL_UNDER=0 permits partial coverage for this demo; the default mise run test still requires 100%. The exact test function name is the only recorded context.</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a:t>
            </a:r>
            <a:r>
              <a:rPr dirty="0" err="1"/>
              <a:t>test_workflows</a:t>
            </a:r>
            <a:r>
              <a:rPr dirty="0"/>
              <a:t>/test_stock_reservation.py:154-314</a:t>
            </a:r>
          </a:p>
          <a:p>
            <a:pPr marL="0" lvl="0" indent="0" algn="l">
              <a:spcBef>
                <a:spcPts val="0"/>
              </a:spcBef>
              <a:spcAft>
                <a:spcPts val="0"/>
              </a:spcAft>
              <a:buNone/>
            </a:pPr>
            <a:r>
              <a:rPr dirty="0"/>
              <a:t>/Users/</a:t>
            </a:r>
            <a:r>
              <a:rPr dirty="0" err="1"/>
              <a:t>alexau</a:t>
            </a:r>
            <a:r>
              <a:rPr dirty="0"/>
              <a:t>/Documents/HKPUG/aws-community-day-hk-2026-step-functions-testing/</a:t>
            </a:r>
            <a:r>
              <a:rPr dirty="0" err="1"/>
              <a:t>mise.toml</a:t>
            </a:r>
            <a:endParaRPr dirty="0"/>
          </a:p>
          <a:p>
            <a:pPr marL="0" lvl="0" indent="0" algn="l">
              <a:spcBef>
                <a:spcPts val="0"/>
              </a:spcBef>
              <a:spcAft>
                <a:spcPts val="0"/>
              </a:spcAft>
              <a:buNone/>
            </a:pPr>
            <a:r>
              <a:rPr dirty="0"/>
              <a:t>/Users/</a:t>
            </a:r>
            <a:r>
              <a:rPr dirty="0" err="1"/>
              <a:t>alexau</a:t>
            </a:r>
            <a:r>
              <a:rPr dirty="0"/>
              <a:t>/Documents/HKPUG/aws-community-day-hk-2026-step-functions-testing/presentation/.build/demo-full-suite</a:t>
            </a:r>
          </a:p>
          <a:p>
            <a:pPr marL="0" lvl="0" indent="0" algn="l">
              <a:spcBef>
                <a:spcPts val="0"/>
              </a:spcBef>
              <a:spcAft>
                <a:spcPts val="0"/>
              </a:spcAft>
              <a:buNone/>
            </a:pPr>
            <a:r>
              <a:rPr dirty="0"/>
              <a:t>/Users/</a:t>
            </a:r>
            <a:r>
              <a:rPr dirty="0" err="1"/>
              <a:t>alexau</a:t>
            </a:r>
            <a:r>
              <a:rPr dirty="0"/>
              <a:t>/Documents/HKPUG/aws-community-day-hk-2026-step-functions-testing/output/evidence/order-transaction-</a:t>
            </a:r>
            <a:r>
              <a:rPr dirty="0" err="1"/>
              <a:t>retry.json</a:t>
            </a:r>
            <a:endParaRPr dirty="0"/>
          </a:p>
          <a:p>
            <a:pPr marL="0" lvl="0" indent="0" algn="l">
              <a:spcBef>
                <a:spcPts val="0"/>
              </a:spcBef>
              <a:spcAft>
                <a:spcPts val="0"/>
              </a:spcAft>
              <a:buNone/>
            </a:pPr>
            <a:r>
              <a:rPr dirty="0"/>
              <a:t>https://</a:t>
            </a:r>
            <a:r>
              <a:rPr dirty="0" err="1"/>
              <a:t>mise.jdx.dev</a:t>
            </a:r>
            <a:r>
              <a:rPr dirty="0"/>
              <a:t>/tasks/task-</a:t>
            </a:r>
            <a:r>
              <a:rPr dirty="0" err="1"/>
              <a:t>arguments.html</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8F420-63C5-8587-62C8-7B331A0404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5E1ADA-7A5D-B290-A0B6-B618E02EE8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F9B214-CAC9-39D8-FE71-C9332E80DA3E}"/>
              </a:ext>
            </a:extLst>
          </p:cNvPr>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25:05–25:45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That was one scenario. This report covers the complete suite of 36 tests, which includes workflow end-to-end tests and direct integrations with the deployed Lambda functions. Together they executed all 250 measured Python statement lines and reached all 30 measured branch outcomes. This answers the execution-coverage question from the opening. The function-name contexts let us trace a covered line back to a test, and that test's assertions explain what was checked. We still need to ask how far results from this local environment can take us.</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Show the full-suite overview. Keep the scope clear: the stock demo alone does not produce 100%. Continue directly into section 7; Alex remains the speaker.</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/Documents/HKPUG/aws-community-day-hk-2026-step-functions-testing/output/</a:t>
            </a:r>
            <a:r>
              <a:rPr dirty="0" err="1"/>
              <a:t>coverage.json</a:t>
            </a:r>
            <a:endParaRPr dirty="0"/>
          </a:p>
          <a:p>
            <a:pPr marL="0" lvl="0" indent="0" algn="l">
              <a:spcBef>
                <a:spcPts val="0"/>
              </a:spcBef>
              <a:spcAft>
                <a:spcPts val="0"/>
              </a:spcAft>
              <a:buNone/>
            </a:pPr>
            <a:r>
              <a:rPr dirty="0"/>
              <a:t>/Users/</a:t>
            </a:r>
            <a:r>
              <a:rPr dirty="0" err="1"/>
              <a:t>alexau</a:t>
            </a:r>
            <a:r>
              <a:rPr dirty="0"/>
              <a:t>/Documents/HKPUG/aws-community-day-hk-2026-step-functions-testing/output/</a:t>
            </a:r>
            <a:r>
              <a:rPr dirty="0" err="1"/>
              <a:t>junit.xml</a:t>
            </a:r>
            <a:endParaRPr dirty="0"/>
          </a:p>
          <a:p>
            <a:pPr marL="0" lvl="0" indent="0" algn="l">
              <a:spcBef>
                <a:spcPts val="0"/>
              </a:spcBef>
              <a:spcAft>
                <a:spcPts val="0"/>
              </a:spcAft>
              <a:buNone/>
            </a:pPr>
            <a:r>
              <a:rPr dirty="0"/>
              <a:t>/Users/</a:t>
            </a:r>
            <a:r>
              <a:rPr dirty="0" err="1"/>
              <a:t>alexau</a:t>
            </a:r>
            <a:r>
              <a:rPr dirty="0"/>
              <a:t>/Documents/HKPUG/aws-community-day-hk-2026-step-functions-testing/output/</a:t>
            </a:r>
            <a:r>
              <a:rPr dirty="0" err="1"/>
              <a:t>htmlcov</a:t>
            </a:r>
            <a:endParaRPr dirty="0"/>
          </a:p>
          <a:p>
            <a:pPr marL="0" lvl="0" indent="0" algn="l">
              <a:spcBef>
                <a:spcPts val="0"/>
              </a:spcBef>
              <a:spcAft>
                <a:spcPts val="0"/>
              </a:spcAft>
              <a:buNone/>
            </a:pPr>
            <a:r>
              <a:rPr dirty="0"/>
              <a:t>/Users/</a:t>
            </a:r>
            <a:r>
              <a:rPr dirty="0" err="1"/>
              <a:t>alexau</a:t>
            </a:r>
            <a:r>
              <a:rPr dirty="0"/>
              <a:t>/Documents/HKPUG/aws-community-day-hk-2026-step-functions-testing/tests/</a:t>
            </a:r>
            <a:r>
              <a:rPr dirty="0" err="1"/>
              <a:t>test_workflows</a:t>
            </a:r>
            <a:r>
              <a:rPr dirty="0"/>
              <a:t>/</a:t>
            </a:r>
            <a:r>
              <a:rPr dirty="0" err="1"/>
              <a:t>test_payment_rejection.py</a:t>
            </a:r>
            <a:endParaRPr dirty="0"/>
          </a:p>
          <a:p>
            <a:pPr marL="0" lvl="0" indent="0" algn="l">
              <a:spcBef>
                <a:spcPts val="0"/>
              </a:spcBef>
              <a:spcAft>
                <a:spcPts val="0"/>
              </a:spcAft>
              <a:buNone/>
            </a:pPr>
            <a:r>
              <a:rPr dirty="0"/>
              <a:t>/Users/</a:t>
            </a:r>
            <a:r>
              <a:rPr dirty="0" err="1"/>
              <a:t>alexau</a:t>
            </a:r>
            <a:r>
              <a:rPr dirty="0"/>
              <a:t>/Documents/HKPUG/aws-community-day-hk-2026-step-functions-testing/presentation/assets/demo-report-v39/</a:t>
            </a:r>
            <a:r>
              <a:rPr dirty="0" err="1"/>
              <a:t>index.html</a:t>
            </a:r>
            <a:endParaRPr dirty="0"/>
          </a:p>
        </p:txBody>
      </p:sp>
      <p:sp>
        <p:nvSpPr>
          <p:cNvPr id="4" name="Slide Number Placeholder 3">
            <a:extLst>
              <a:ext uri="{FF2B5EF4-FFF2-40B4-BE49-F238E27FC236}">
                <a16:creationId xmlns:a16="http://schemas.microsoft.com/office/drawing/2014/main" id="{A0B899BD-6312-5391-DA19-884BAC50BD1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22642936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25:45–25:55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We have checked specific business outcomes and measured the Python paths exercised by the suite. What can we claim from that evidence, and which </a:t>
            </a:r>
            <a:r>
              <a:rPr dirty="0" err="1"/>
              <a:t>behaviours</a:t>
            </a:r>
            <a:r>
              <a:rPr dirty="0"/>
              <a:t> still depend on the real services?</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Use this as the transition from local evidence to the remaining service checks.</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25:55–26:50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Our local tests depend on what the emulators implement. The pinned </a:t>
            </a:r>
            <a:r>
              <a:rPr dirty="0" err="1"/>
              <a:t>localstripe</a:t>
            </a:r>
            <a:r>
              <a:rPr dirty="0"/>
              <a:t> version does not implement Idempotency-Key, so this environment cannot establish Stripe's actual payment deduplication </a:t>
            </a:r>
            <a:r>
              <a:rPr dirty="0" err="1"/>
              <a:t>behaviour</a:t>
            </a:r>
            <a:r>
              <a:rPr dirty="0"/>
              <a:t>. We need that check in Stripe's sandbox. We also found that Floci accepts expired task tokens, so token-expiry </a:t>
            </a:r>
            <a:r>
              <a:rPr dirty="0" err="1"/>
              <a:t>behaviour</a:t>
            </a:r>
            <a:r>
              <a:rPr dirty="0"/>
              <a:t> needs a check on AWS. The local suite gives us fast, repeatable checks of our application's </a:t>
            </a:r>
            <a:r>
              <a:rPr dirty="0" err="1"/>
              <a:t>behaviour</a:t>
            </a:r>
            <a:r>
              <a:rPr dirty="0"/>
              <a:t> against these interfaces. These service differences tell us where to add the real-service checks. The bonus section shows a locally tested Durable Functions callback/replay flow.</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Use the two rows to connect each limitation to its next check. Separate the local callback proof from AWS compatibility claims. Avoid suggesting that the local suite verifies IAM or every AWS service contract.</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a:t>
            </a:r>
            <a:r>
              <a:rPr dirty="0" err="1"/>
              <a:t>test_merchant.py</a:t>
            </a:r>
            <a:endParaRPr dirty="0"/>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stripe.py</a:t>
            </a:r>
            <a:endParaRPr dirty="0"/>
          </a:p>
          <a:p>
            <a:pPr marL="0" lvl="0" indent="0" algn="l">
              <a:spcBef>
                <a:spcPts val="0"/>
              </a:spcBef>
              <a:spcAft>
                <a:spcPts val="0"/>
              </a:spcAft>
              <a:buNone/>
            </a:pPr>
            <a:r>
              <a:rPr dirty="0"/>
              <a:t>/Users/</a:t>
            </a:r>
            <a:r>
              <a:rPr dirty="0" err="1"/>
              <a:t>alexau</a:t>
            </a:r>
            <a:r>
              <a:rPr dirty="0"/>
              <a:t>/Documents/HKPUG/aws-community-day-hk-2026-step-functions-testing/architecture/testing-limits-</a:t>
            </a:r>
            <a:r>
              <a:rPr dirty="0" err="1"/>
              <a:t>slide.md</a:t>
            </a:r>
            <a:endParaRPr dirty="0"/>
          </a:p>
          <a:p>
            <a:pPr marL="0" lvl="0" indent="0" algn="l">
              <a:spcBef>
                <a:spcPts val="0"/>
              </a:spcBef>
              <a:spcAft>
                <a:spcPts val="0"/>
              </a:spcAft>
              <a:buNone/>
            </a:pPr>
            <a:r>
              <a:rPr dirty="0"/>
              <a:t>/Users/</a:t>
            </a:r>
            <a:r>
              <a:rPr dirty="0" err="1"/>
              <a:t>alexau</a:t>
            </a:r>
            <a:r>
              <a:rPr dirty="0"/>
              <a:t>/Documents/HKPUG/aws-community-day-hk-2026-step-functions-testing/</a:t>
            </a:r>
            <a:r>
              <a:rPr dirty="0" err="1"/>
              <a:t>src</a:t>
            </a:r>
            <a:r>
              <a:rPr dirty="0"/>
              <a:t>/</a:t>
            </a:r>
            <a:r>
              <a:rPr dirty="0" err="1"/>
              <a:t>workflows.md</a:t>
            </a:r>
            <a:endParaRPr dirty="0"/>
          </a:p>
          <a:p>
            <a:pPr marL="0" lvl="0" indent="0" algn="l">
              <a:spcBef>
                <a:spcPts val="0"/>
              </a:spcBef>
              <a:spcAft>
                <a:spcPts val="0"/>
              </a:spcAft>
              <a:buNone/>
            </a:pPr>
            <a:r>
              <a:rPr dirty="0"/>
              <a:t>https://</a:t>
            </a:r>
            <a:r>
              <a:rPr dirty="0" err="1"/>
              <a:t>github.com</a:t>
            </a:r>
            <a:r>
              <a:rPr dirty="0"/>
              <a:t>/</a:t>
            </a:r>
            <a:r>
              <a:rPr dirty="0" err="1"/>
              <a:t>adrienverge</a:t>
            </a:r>
            <a:r>
              <a:rPr dirty="0"/>
              <a:t>/</a:t>
            </a:r>
            <a:r>
              <a:rPr dirty="0" err="1"/>
              <a:t>localstripe</a:t>
            </a:r>
            <a:r>
              <a:rPr dirty="0"/>
              <a:t>/blob/v1.15.10/</a:t>
            </a:r>
            <a:r>
              <a:rPr dirty="0" err="1"/>
              <a:t>localstripe</a:t>
            </a:r>
            <a:r>
              <a:rPr dirty="0"/>
              <a:t>/</a:t>
            </a:r>
            <a:r>
              <a:rPr dirty="0" err="1"/>
              <a:t>server.py</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26:50–27:40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I would leave you with these three questions when reading a coverage result. Did the relevant line or branch run? Which test function exercised it? And what did that test assert about the business outcome? In our payment-rejection example, the last question means checking cancellation, restored stock, and the absence of a charge. A percentage, a test name, and an assertion each tell us something different. Reading them together makes the result useful when we change the application.</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Point once to Coverage, Test context, and Assertions. Continue to the optional Durable Functions bonus before Q&amp;A.</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/Documents/HKPUG/aws-community-day-hk-2026-step-functions-testing/output/</a:t>
            </a:r>
            <a:r>
              <a:rPr dirty="0" err="1"/>
              <a:t>coverage.json</a:t>
            </a:r>
            <a:endParaRPr dirty="0"/>
          </a:p>
          <a:p>
            <a:pPr marL="0" lvl="0" indent="0" algn="l">
              <a:spcBef>
                <a:spcPts val="0"/>
              </a:spcBef>
              <a:spcAft>
                <a:spcPts val="0"/>
              </a:spcAft>
              <a:buNone/>
            </a:pPr>
            <a:r>
              <a:rPr dirty="0"/>
              <a:t>/Users/</a:t>
            </a:r>
            <a:r>
              <a:rPr dirty="0" err="1"/>
              <a:t>alexau</a:t>
            </a:r>
            <a:r>
              <a:rPr dirty="0"/>
              <a:t>/Documents/HKPUG/aws-community-day-hk-2026-step-functions-testing/tests/</a:t>
            </a:r>
            <a:r>
              <a:rPr dirty="0" err="1"/>
              <a:t>test_workflows</a:t>
            </a:r>
            <a:r>
              <a:rPr dirty="0"/>
              <a:t>/</a:t>
            </a:r>
            <a:r>
              <a:rPr dirty="0" err="1"/>
              <a:t>test_stock_reservation.py</a:t>
            </a:r>
            <a:endParaRPr dirty="0"/>
          </a:p>
          <a:p>
            <a:pPr marL="0" lvl="0" indent="0" algn="l">
              <a:spcBef>
                <a:spcPts val="0"/>
              </a:spcBef>
              <a:spcAft>
                <a:spcPts val="0"/>
              </a:spcAft>
              <a:buNone/>
            </a:pPr>
            <a:r>
              <a:rPr dirty="0"/>
              <a:t>/Users/</a:t>
            </a:r>
            <a:r>
              <a:rPr dirty="0" err="1"/>
              <a:t>alexau</a:t>
            </a:r>
            <a:r>
              <a:rPr dirty="0"/>
              <a:t>/Documents/HKPUG/aws-community-day-hk-2026-step-functions-testing/tests/</a:t>
            </a:r>
            <a:r>
              <a:rPr dirty="0" err="1"/>
              <a:t>test_workflows</a:t>
            </a:r>
            <a:r>
              <a:rPr dirty="0"/>
              <a:t>/</a:t>
            </a:r>
            <a:r>
              <a:rPr dirty="0" err="1"/>
              <a:t>test_payment_uncertainty.py</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FE52F3-3E6B-E4DC-F28C-5C05DE0EB5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983555-5AB9-1CC7-310C-710E2D9A91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9A4693-A103-08D5-E0A2-8CDC62C4B290}"/>
              </a:ext>
            </a:extLst>
          </p:cNvPr>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27:40–29:40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Thank you. What would you like us to go through in more detail? Sky and I are happy to take questions.</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Allow time for Q&amp;A. Sky can join the discussion; Alex hosts this slide.</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https://</a:t>
            </a:r>
            <a:r>
              <a:rPr dirty="0" err="1"/>
              <a:t>www.linkedin.com</a:t>
            </a:r>
            <a:r>
              <a:rPr dirty="0"/>
              <a:t>/in/sky-ng-ab307b252/</a:t>
            </a:r>
          </a:p>
          <a:p>
            <a:pPr marL="0" lvl="0" indent="0" algn="l">
              <a:spcBef>
                <a:spcPts val="0"/>
              </a:spcBef>
              <a:spcAft>
                <a:spcPts val="0"/>
              </a:spcAft>
              <a:buNone/>
            </a:pPr>
            <a:r>
              <a:rPr dirty="0"/>
              <a:t>https://</a:t>
            </a:r>
            <a:r>
              <a:rPr dirty="0" err="1"/>
              <a:t>www.linkedin.com</a:t>
            </a:r>
            <a:r>
              <a:rPr dirty="0"/>
              <a:t>/in/</a:t>
            </a:r>
            <a:r>
              <a:rPr dirty="0" err="1"/>
              <a:t>alex</a:t>
            </a:r>
            <a:r>
              <a:rPr dirty="0"/>
              <a:t>-au-</a:t>
            </a:r>
            <a:r>
              <a:rPr dirty="0" err="1"/>
              <a:t>cloudeng</a:t>
            </a:r>
            <a:r>
              <a:rPr dirty="0"/>
              <a:t>/</a:t>
            </a:r>
          </a:p>
        </p:txBody>
      </p:sp>
      <p:sp>
        <p:nvSpPr>
          <p:cNvPr id="4" name="Slide Number Placeholder 3">
            <a:extLst>
              <a:ext uri="{FF2B5EF4-FFF2-40B4-BE49-F238E27FC236}">
                <a16:creationId xmlns:a16="http://schemas.microsoft.com/office/drawing/2014/main" id="{0BA35E7F-0F0B-B63B-345B-96199D3B7148}"/>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6725358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29:40–30:00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And if you would like to continue the Python conversation, we hope to see you at PyCon Hong Kong on the fourteenth and fifteenth of November. Thank you for joining us today.</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Show the closing event slide briefly.</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https://</a:t>
            </a:r>
            <a:r>
              <a:rPr dirty="0" err="1"/>
              <a:t>www.linkedin.com</a:t>
            </a:r>
            <a:r>
              <a:rPr dirty="0"/>
              <a:t>/in/sky-ng-ab307b252/</a:t>
            </a:r>
          </a:p>
          <a:p>
            <a:pPr marL="0" lvl="0" indent="0" algn="l">
              <a:spcBef>
                <a:spcPts val="0"/>
              </a:spcBef>
              <a:spcAft>
                <a:spcPts val="0"/>
              </a:spcAft>
              <a:buNone/>
            </a:pPr>
            <a:r>
              <a:rPr dirty="0"/>
              <a:t>https://</a:t>
            </a:r>
            <a:r>
              <a:rPr dirty="0" err="1"/>
              <a:t>www.linkedin.com</a:t>
            </a:r>
            <a:r>
              <a:rPr dirty="0"/>
              <a:t>/in/</a:t>
            </a:r>
            <a:r>
              <a:rPr dirty="0" err="1"/>
              <a:t>alex</a:t>
            </a:r>
            <a:r>
              <a:rPr dirty="0"/>
              <a:t>-au-</a:t>
            </a:r>
            <a:r>
              <a:rPr dirty="0" err="1"/>
              <a:t>cloudeng</a:t>
            </a:r>
            <a:r>
              <a:rPr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Alex: This optional bonus expands the completed talk for readers. We express the same successful order flow with the official Lambda Durable Python SDK and run a real Docker Lambda callback/replay test on MiniStack. Start by mapping the earlier ASL states to Python operations, then show the local environment, callback exchange, saved results and observed evidence. The bonus does not port the original retry, compensation or Lambda coverage examples.
Sources: bonus/durable/README.md; bonus/durable/workflow.py.</a:t>
            </a:r>
          </a:p>
        </p:txBody>
      </p:sp>
    </p:spTree>
  </p:cSld>
  <p:clrMapOvr>
    <a:masterClrMapping/>
  </p:clrMapOvr>
</p:notes>
</file>

<file path=ppt/notesSlides/notesSlide42.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Alex: These are the same successful order states from the original ASL workflow. Each business mutation becomes context.step; the merchant approval task becomes context.wait_for_callback. The source passes anonymous functions and explicit step names; the slide shows only the operation mapping. The SDK persists results and drives checkpoint/replay, which makes the orchestration look smaller. The scope is also smaller: this bonus does not port rejection, retry, cancellation, compensation or Lambda coverage. A shorter successful path is not evidence of full Step Functions feature parity.
Sources: bonus/durable/workflow.py; src/create_order.asl.json; https://docs.aws.amazon.com/lambda/latest/dg/durable-functions.html</a:t>
            </a:r>
          </a:p>
        </p:txBody>
      </p:sp>
    </p:spTree>
  </p:cSld>
  <p:clrMapOvr>
    <a:masterClrMapping/>
  </p:clrMapOvr>
</p:notes>
</file>

<file path=ppt/notesSlides/notesSlide43.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Alex: The original suite uses Floci for Step Functions. This separate bonus uses MiniStack 1.5.32 to exercise Lambda Durable execution APIs, SQS and DynamoDB. Testcontainers starts the emulator and a separate localstripe container. MiniStack invokes the official AWS Python Lambda container with the official Durable SDK 2.1.0; strict Docker mode prevents host-execution fallback. pytest starts the published function and sends the callback through public APIs. The handler uses the same order and payment clients with configured local endpoints. MiniStack is not an extra production component; it is the local service environment for this test. Compatibility gaps are documented in bonus/durable/README.md: an Enabled wire extension is required, callback deadlines must be positive, synchronous invocation returns PENDING, and resume selects $LATEST. The function is unchanged after publication in this test.
Sources: bonus/durable/tests/conftest.py; bonus/durable/README.md.</a:t>
            </a:r>
          </a:p>
        </p:txBody>
      </p:sp>
    </p:spTree>
  </p:cSld>
  <p:clrMapOvr>
    <a:masterClrMapping/>
  </p:clrMapOvr>
</p:notes>
</file>

<file path=ppt/notesSlides/notesSlide44.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Alex: The wait call asks request_approval to submit the order and the callback ID through SQS. The first invocation then suspends. In this local test there is no deployed merchant worker: pytest reads that SQS message and acts as the merchant. It calls lambda_client.send_durable_execution_callback_success(CallbackId=callback_id, Result=b"{}"). The same callback ID selects the waiting task and the workflow resumes in another invocation. The code excerpt omits the explicit timeout, heartbeat timeout and retry configuration; the full source remains in workflow.py.
Sources: bonus/durable/workflow.py; bonus/durable/tests/test_durable_order.py.</a:t>
            </a:r>
          </a:p>
        </p:txBody>
      </p:sp>
    </p:spTree>
  </p:cSld>
  <p:clrMapOvr>
    <a:masterClrMapping/>
  </p:clrMapOvr>
</p:notes>
</file>

<file path=ppt/notesSlides/notesSlide45.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Alex: The SQS message body contains the order and callback ID. The test decodes the body, extracts callback_id, and passes the same value to send_durable_execution_callback_success, with an empty JSON success result. The callback selects the existing durable execution and its waiting task. MiniStack schedules its next Lambda invocation; this is a resumed execution rather than another new order. On replay, the SDK loads the checkpoints belonging to that execution. The displayed JSON decoding omits the source typing cast; runtime behaviour is identical.
Sources: bonus/durable/tests/test_durable_order.py; bonus/durable/workflow.py.</a:t>
            </a:r>
          </a:p>
        </p:txBody>
      </p:sp>
    </p:spTree>
  </p:cSld>
  <p:clrMapOvr>
    <a:masterClrMapping/>
  </p:clrMapOvr>
</p:notes>
</file>

<file path=ppt/notesSlides/notesSlide46.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Alex: A completed context.step is a saved result, not just a marker saying some code was visited. CreateOrder saves the returned order record. The wait helper also checkpoints that its approval-submission callback completed. After approval resumes execution, the handler is replayed from the beginning; the SDK returns that stored order and completed-submission result instead of making those external calls again. The later reserve, charge and confirm steps then run. This is checkpoint reuse of already completed steps. The SDK callback submitter still has at-least-once-per-retry semantics if interrupted before its checkpoint, and the test does not exercise replay after payment or every crash boundary.
Sources: bonus/durable/workflow.py; bonus/durable/README.md; output/durable/merchant-callback.json.</a:t>
            </a:r>
          </a:p>
        </p:txBody>
      </p:sp>
    </p:spTree>
  </p:cSld>
  <p:clrMapOvr>
    <a:masterClrMapping/>
  </p:clrMapOvr>
</p:notes>
</file>

<file path=ppt/notesSlides/notesSlide47.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Alex: These counts come from the saved local run, rather than a hypothetical example. There are two completed invocations and one callback-success event. The test reads paginated native history and asserts the exact ordered step names separately for StepStarted and StepSucceeded; the two earlier completed steps appear once even though the handler replayed. It also reads DynamoDB and the localstripe ledger independently, so it checks the business result rather than accepting a successful execution status alone. Before callback the order was PENDING, stock was 10 and there were no charges. After callback the order is CONFIRMED, stock is 8, there is exactly one payment intent and charge, and there are no refunds. This run proves completed-checkpoint reuse across merchant approval. It does not prove globally exactly-once side effects, crash-safe single SQS delivery, full AWS compatibility, or bonus coverage.
Sources: bonus/durable/tests/test_durable_order.py; output/durable/merchant-callback.json; output/durable/junit.xml.</a:t>
            </a:r>
          </a:p>
        </p:txBody>
      </p:sp>
    </p:spTree>
  </p:cSld>
  <p:clrMapOvr>
    <a:masterClrMapping/>
  </p:clrMapOvr>
</p:notes>
</file>

<file path=ppt/notesSlides/notesSlide48.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Alex: Run mise run test-durable from the repository root with mise and Docker running. The test deploys a published function version, starts the workflow, receives SQS approval, answers the durable callback as the merchant, reads paginated history and independently reads DynamoDB and the payment ledger, then saves output/durable/merchant-callback.json and removes its resources. The expected result is two invocations, one callback success, earlier completed steps started once, CONFIRMED, stock 8 and one charge. The full handler and assertions can be opened in Zed for a source walkthrough. check-durable remains available separately for formatting, lint and strict type checks.
Sources: mise.toml; bonus/durable/tests/test_durable_order.py; output/durable/merchant-callback.json.</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blipFill>
          <a:blip r:embed="rId2">
            <a:alphaModFix/>
          </a:blip>
          <a:stretch>
            <a:fillRect/>
          </a:stretch>
        </a:blipFill>
        <a:effectLst/>
      </p:bgPr>
    </p:bg>
    <p:spTree>
      <p:nvGrpSpPr>
        <p:cNvPr id="1" name=""/>
        <p:cNvGrpSpPr/>
        <p:nvPr/>
      </p:nvGrpSpPr>
      <p:grpSpPr>
        <a:xfrm>
          <a:off x="0" y="0"/>
          <a:ext cx="0" cy="0"/>
          <a:chOff x="0" y="0"/>
          <a:chExt cx="0" cy="0"/>
        </a:xfrm>
      </p:grpSpPr>
      <p:sp>
        <p:nvSpPr>
          <p:cNvPr id="8" name="Google Shape;8;p2">
            <a:extLst>
              <a:ext uri="{FF2B5EF4-FFF2-40B4-BE49-F238E27FC236}">
                <a16:creationId xmlns:a16="http://schemas.microsoft.com/office/drawing/2014/main" id="{F121CA12-4062-49A2-A8F7-BCA8757F3216}"/>
              </a:ext>
            </a:extLst>
          </p:cNvPr>
          <p:cNvSpPr>
            <a:spLocks noGrp="1"/>
          </p:cNvSpPr>
          <p:nvPr>
            <p:ph type="sldNum" idx="12"/>
          </p:nvPr>
        </p:nvSpPr>
        <p:spPr>
          <a:xfrm>
            <a:off x="0" y="4847100"/>
            <a:ext cx="2709300" cy="296400"/>
          </a:xfrm>
          <a:prstGeom prst="rect">
            <a:avLst/>
          </a:prstGeom>
        </p:spPr>
        <p:txBody>
          <a:bodyPr spcFirstLastPara="1" wrap="square" lIns="91425" tIns="91425" rIns="91425" bIns="91425" anchor="ctr">
            <a:normAutofit fontScale="92500" lnSpcReduction="20000"/>
          </a:bodyPr>
          <a:lstStyle>
            <a:lvl1pPr>
              <a:buNone/>
              <a:defRPr sz="1000">
                <a:solidFill>
                  <a:schemeClr val="lt1"/>
                </a:solidFill>
                <a:latin typeface="Ubuntu"/>
                <a:ea typeface="Ubuntu"/>
                <a:cs typeface="Ubuntu"/>
              </a:defRPr>
            </a:lvl1pPr>
            <a:lvl2pPr>
              <a:buNone/>
              <a:defRPr sz="1000">
                <a:solidFill>
                  <a:schemeClr val="lt1"/>
                </a:solidFill>
                <a:latin typeface="Ubuntu"/>
                <a:ea typeface="Ubuntu"/>
                <a:cs typeface="Ubuntu"/>
              </a:defRPr>
            </a:lvl2pPr>
            <a:lvl3pPr>
              <a:buNone/>
              <a:defRPr sz="1000">
                <a:solidFill>
                  <a:schemeClr val="lt1"/>
                </a:solidFill>
                <a:latin typeface="Ubuntu"/>
                <a:ea typeface="Ubuntu"/>
                <a:cs typeface="Ubuntu"/>
              </a:defRPr>
            </a:lvl3pPr>
            <a:lvl4pPr>
              <a:buNone/>
              <a:defRPr sz="1000">
                <a:solidFill>
                  <a:schemeClr val="lt1"/>
                </a:solidFill>
                <a:latin typeface="Ubuntu"/>
                <a:ea typeface="Ubuntu"/>
                <a:cs typeface="Ubuntu"/>
              </a:defRPr>
            </a:lvl4pPr>
            <a:lvl5pPr>
              <a:buNone/>
              <a:defRPr sz="1000">
                <a:solidFill>
                  <a:schemeClr val="lt1"/>
                </a:solidFill>
                <a:latin typeface="Ubuntu"/>
                <a:ea typeface="Ubuntu"/>
                <a:cs typeface="Ubuntu"/>
              </a:defRPr>
            </a:lvl5pPr>
            <a:lvl6pPr>
              <a:buNone/>
              <a:defRPr sz="1000">
                <a:solidFill>
                  <a:schemeClr val="lt1"/>
                </a:solidFill>
                <a:latin typeface="Ubuntu"/>
                <a:ea typeface="Ubuntu"/>
                <a:cs typeface="Ubuntu"/>
              </a:defRPr>
            </a:lvl6pPr>
            <a:lvl7pPr>
              <a:buNone/>
              <a:defRPr sz="1000">
                <a:solidFill>
                  <a:schemeClr val="lt1"/>
                </a:solidFill>
                <a:latin typeface="Ubuntu"/>
                <a:ea typeface="Ubuntu"/>
                <a:cs typeface="Ubuntu"/>
              </a:defRPr>
            </a:lvl7pPr>
            <a:lvl8pPr>
              <a:buNone/>
              <a:defRPr sz="1000">
                <a:solidFill>
                  <a:schemeClr val="lt1"/>
                </a:solidFill>
                <a:latin typeface="Ubuntu"/>
                <a:ea typeface="Ubuntu"/>
                <a:cs typeface="Ubuntu"/>
              </a:defRPr>
            </a:lvl8pPr>
            <a:lvl9pPr>
              <a:buNone/>
              <a:defRPr sz="1000">
                <a:solidFill>
                  <a:schemeClr val="lt1"/>
                </a:solidFill>
                <a:latin typeface="Ubuntu"/>
                <a:ea typeface="Ubuntu"/>
                <a:cs typeface="Ubuntu"/>
              </a:defRPr>
            </a:lvl9pPr>
          </a:lstStyle>
          <a:p>
            <a:pPr marL="0" lvl="0" indent="0" algn="l">
              <a:spcBef>
                <a:spcPts val="0"/>
              </a:spcBef>
              <a:spcAft>
                <a:spcPts val="0"/>
              </a:spcAft>
              <a:buNone/>
            </a:pPr>
            <a:r>
              <a:t>2026 © AWS User Group Hong Kong  </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blipFill>
          <a:blip r:embed="rId2">
            <a:alphaModFix/>
          </a:blip>
          <a:stretch>
            <a:fillRect/>
          </a:stretch>
        </a:blipFill>
        <a:effectLst/>
      </p:bgPr>
    </p:bg>
    <p:spTree>
      <p:nvGrpSpPr>
        <p:cNvPr id="1" name=""/>
        <p:cNvGrpSpPr/>
        <p:nvPr/>
      </p:nvGrpSpPr>
      <p:grpSpPr>
        <a:xfrm>
          <a:off x="0" y="0"/>
          <a:ext cx="0" cy="0"/>
          <a:chOff x="0" y="0"/>
          <a:chExt cx="0" cy="0"/>
        </a:xfrm>
      </p:grpSpPr>
      <p:sp>
        <p:nvSpPr>
          <p:cNvPr id="10" name="Google Shape;10;p3">
            <a:extLst>
              <a:ext uri="{FF2B5EF4-FFF2-40B4-BE49-F238E27FC236}">
                <a16:creationId xmlns:a16="http://schemas.microsoft.com/office/drawing/2014/main" id="{9418AF29-3F10-4DC0-9CFA-78A1D7A503B6}"/>
              </a:ext>
            </a:extLst>
          </p:cNvPr>
          <p:cNvSpPr>
            <a:spLocks noGrp="1"/>
          </p:cNvSpPr>
          <p:nvPr>
            <p:ph type="sldNum" idx="12"/>
          </p:nvPr>
        </p:nvSpPr>
        <p:spPr>
          <a:xfrm>
            <a:off x="0" y="4847100"/>
            <a:ext cx="2709300" cy="296400"/>
          </a:xfrm>
          <a:prstGeom prst="rect">
            <a:avLst/>
          </a:prstGeom>
        </p:spPr>
        <p:txBody>
          <a:bodyPr spcFirstLastPara="1" wrap="square" lIns="91425" tIns="91425" rIns="91425" bIns="91425" anchor="ctr">
            <a:normAutofit fontScale="92500" lnSpcReduction="20000"/>
          </a:bodyPr>
          <a:lstStyle>
            <a:lvl1pPr>
              <a:buNone/>
              <a:defRPr sz="1000">
                <a:solidFill>
                  <a:srgbClr val="232E3E"/>
                </a:solidFill>
                <a:latin typeface="Ubuntu"/>
                <a:ea typeface="Ubuntu"/>
                <a:cs typeface="Ubuntu"/>
              </a:defRPr>
            </a:lvl1pPr>
            <a:lvl2pPr>
              <a:buNone/>
              <a:defRPr sz="1000">
                <a:solidFill>
                  <a:srgbClr val="232E3E"/>
                </a:solidFill>
                <a:latin typeface="Ubuntu"/>
                <a:ea typeface="Ubuntu"/>
                <a:cs typeface="Ubuntu"/>
              </a:defRPr>
            </a:lvl2pPr>
            <a:lvl3pPr>
              <a:buNone/>
              <a:defRPr sz="1000">
                <a:solidFill>
                  <a:srgbClr val="232E3E"/>
                </a:solidFill>
                <a:latin typeface="Ubuntu"/>
                <a:ea typeface="Ubuntu"/>
                <a:cs typeface="Ubuntu"/>
              </a:defRPr>
            </a:lvl3pPr>
            <a:lvl4pPr>
              <a:buNone/>
              <a:defRPr sz="1000">
                <a:solidFill>
                  <a:srgbClr val="232E3E"/>
                </a:solidFill>
                <a:latin typeface="Ubuntu"/>
                <a:ea typeface="Ubuntu"/>
                <a:cs typeface="Ubuntu"/>
              </a:defRPr>
            </a:lvl4pPr>
            <a:lvl5pPr>
              <a:buNone/>
              <a:defRPr sz="1000">
                <a:solidFill>
                  <a:srgbClr val="232E3E"/>
                </a:solidFill>
                <a:latin typeface="Ubuntu"/>
                <a:ea typeface="Ubuntu"/>
                <a:cs typeface="Ubuntu"/>
              </a:defRPr>
            </a:lvl5pPr>
            <a:lvl6pPr>
              <a:buNone/>
              <a:defRPr sz="1000">
                <a:solidFill>
                  <a:srgbClr val="232E3E"/>
                </a:solidFill>
                <a:latin typeface="Ubuntu"/>
                <a:ea typeface="Ubuntu"/>
                <a:cs typeface="Ubuntu"/>
              </a:defRPr>
            </a:lvl6pPr>
            <a:lvl7pPr>
              <a:buNone/>
              <a:defRPr sz="1000">
                <a:solidFill>
                  <a:srgbClr val="232E3E"/>
                </a:solidFill>
                <a:latin typeface="Ubuntu"/>
                <a:ea typeface="Ubuntu"/>
                <a:cs typeface="Ubuntu"/>
              </a:defRPr>
            </a:lvl7pPr>
            <a:lvl8pPr>
              <a:buNone/>
              <a:defRPr sz="1000">
                <a:solidFill>
                  <a:srgbClr val="232E3E"/>
                </a:solidFill>
                <a:latin typeface="Ubuntu"/>
                <a:ea typeface="Ubuntu"/>
                <a:cs typeface="Ubuntu"/>
              </a:defRPr>
            </a:lvl8pPr>
            <a:lvl9pPr>
              <a:buNone/>
              <a:defRPr sz="1000">
                <a:solidFill>
                  <a:srgbClr val="232E3E"/>
                </a:solidFill>
                <a:latin typeface="Ubuntu"/>
                <a:ea typeface="Ubuntu"/>
                <a:cs typeface="Ubuntu"/>
              </a:defRPr>
            </a:lvl9pPr>
          </a:lstStyle>
          <a:p>
            <a:pPr marL="0" lvl="0" indent="0" algn="l">
              <a:spcBef>
                <a:spcPts val="0"/>
              </a:spcBef>
              <a:spcAft>
                <a:spcPts val="0"/>
              </a:spcAft>
              <a:buNone/>
            </a:pPr>
            <a:r>
              <a:t>2026 © AWS User Group Hong Kong  </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p:cSld name="TITLE_AND_BODY">
    <p:bg>
      <p:bgPr>
        <a:blipFill>
          <a:blip r:embed="rId2">
            <a:alphaModFix/>
          </a:blip>
          <a:stretch>
            <a:fillRect/>
          </a:stretch>
        </a:blipFill>
        <a:effectLst/>
      </p:bgPr>
    </p:bg>
    <p:spTree>
      <p:nvGrpSpPr>
        <p:cNvPr id="1" name=""/>
        <p:cNvGrpSpPr/>
        <p:nvPr/>
      </p:nvGrpSpPr>
      <p:grpSpPr>
        <a:xfrm>
          <a:off x="0" y="0"/>
          <a:ext cx="0" cy="0"/>
          <a:chOff x="0" y="0"/>
          <a:chExt cx="0" cy="0"/>
        </a:xfrm>
      </p:grpSpPr>
      <p:sp>
        <p:nvSpPr>
          <p:cNvPr id="12" name="Google Shape;12;p4">
            <a:extLst>
              <a:ext uri="{FF2B5EF4-FFF2-40B4-BE49-F238E27FC236}">
                <a16:creationId xmlns:a16="http://schemas.microsoft.com/office/drawing/2014/main" id="{1E806A99-FA15-44BB-BD99-652538ED1F90}"/>
              </a:ext>
            </a:extLst>
          </p:cNvPr>
          <p:cNvSpPr>
            <a:spLocks noGrp="1"/>
          </p:cNvSpPr>
          <p:nvPr>
            <p:ph type="sldNum" idx="12"/>
          </p:nvPr>
        </p:nvSpPr>
        <p:spPr>
          <a:xfrm>
            <a:off x="6434700" y="4811825"/>
            <a:ext cx="2709300" cy="296400"/>
          </a:xfrm>
          <a:prstGeom prst="rect">
            <a:avLst/>
          </a:prstGeom>
        </p:spPr>
        <p:txBody>
          <a:bodyPr spcFirstLastPara="1" wrap="square" lIns="91425" tIns="91425" rIns="91425" bIns="91425" anchor="ctr">
            <a:normAutofit fontScale="92500" lnSpcReduction="20000"/>
          </a:bodyPr>
          <a:lstStyle>
            <a:lvl1pPr algn="r">
              <a:buNone/>
              <a:defRPr sz="1000">
                <a:solidFill>
                  <a:schemeClr val="lt1"/>
                </a:solidFill>
                <a:latin typeface="Ubuntu"/>
                <a:ea typeface="Ubuntu"/>
                <a:cs typeface="Ubuntu"/>
              </a:defRPr>
            </a:lvl1pPr>
            <a:lvl2pPr algn="r">
              <a:buNone/>
              <a:defRPr sz="1000">
                <a:solidFill>
                  <a:schemeClr val="lt1"/>
                </a:solidFill>
                <a:latin typeface="Ubuntu"/>
                <a:ea typeface="Ubuntu"/>
                <a:cs typeface="Ubuntu"/>
              </a:defRPr>
            </a:lvl2pPr>
            <a:lvl3pPr algn="r">
              <a:buNone/>
              <a:defRPr sz="1000">
                <a:solidFill>
                  <a:schemeClr val="lt1"/>
                </a:solidFill>
                <a:latin typeface="Ubuntu"/>
                <a:ea typeface="Ubuntu"/>
                <a:cs typeface="Ubuntu"/>
              </a:defRPr>
            </a:lvl3pPr>
            <a:lvl4pPr algn="r">
              <a:buNone/>
              <a:defRPr sz="1000">
                <a:solidFill>
                  <a:schemeClr val="lt1"/>
                </a:solidFill>
                <a:latin typeface="Ubuntu"/>
                <a:ea typeface="Ubuntu"/>
                <a:cs typeface="Ubuntu"/>
              </a:defRPr>
            </a:lvl4pPr>
            <a:lvl5pPr algn="r">
              <a:buNone/>
              <a:defRPr sz="1000">
                <a:solidFill>
                  <a:schemeClr val="lt1"/>
                </a:solidFill>
                <a:latin typeface="Ubuntu"/>
                <a:ea typeface="Ubuntu"/>
                <a:cs typeface="Ubuntu"/>
              </a:defRPr>
            </a:lvl5pPr>
            <a:lvl6pPr algn="r">
              <a:buNone/>
              <a:defRPr sz="1000">
                <a:solidFill>
                  <a:schemeClr val="lt1"/>
                </a:solidFill>
                <a:latin typeface="Ubuntu"/>
                <a:ea typeface="Ubuntu"/>
                <a:cs typeface="Ubuntu"/>
              </a:defRPr>
            </a:lvl6pPr>
            <a:lvl7pPr algn="r">
              <a:buNone/>
              <a:defRPr sz="1000">
                <a:solidFill>
                  <a:schemeClr val="lt1"/>
                </a:solidFill>
                <a:latin typeface="Ubuntu"/>
                <a:ea typeface="Ubuntu"/>
                <a:cs typeface="Ubuntu"/>
              </a:defRPr>
            </a:lvl7pPr>
            <a:lvl8pPr algn="r">
              <a:buNone/>
              <a:defRPr sz="1000">
                <a:solidFill>
                  <a:schemeClr val="lt1"/>
                </a:solidFill>
                <a:latin typeface="Ubuntu"/>
                <a:ea typeface="Ubuntu"/>
                <a:cs typeface="Ubuntu"/>
              </a:defRPr>
            </a:lvl8pPr>
            <a:lvl9pPr algn="r">
              <a:buNone/>
              <a:defRPr sz="1000">
                <a:solidFill>
                  <a:schemeClr val="lt1"/>
                </a:solidFill>
                <a:latin typeface="Ubuntu"/>
                <a:ea typeface="Ubuntu"/>
                <a:cs typeface="Ubuntu"/>
              </a:defRPr>
            </a:lvl9pPr>
          </a:lstStyle>
          <a:p>
            <a:pPr marL="0" lvl="0" indent="0" algn="r">
              <a:spcBef>
                <a:spcPts val="0"/>
              </a:spcBef>
              <a:spcAft>
                <a:spcPts val="0"/>
              </a:spcAft>
              <a:buNone/>
            </a:pPr>
            <a:r>
              <a:t>2026 © AWS User Group Hong Kong  </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p:cSld name="TITLE_AND_TWO_COLUMNS">
    <p:bg>
      <p:bgPr>
        <a:blipFill>
          <a:blip r:embed="rId2">
            <a:alphaModFix/>
          </a:blip>
          <a:stretch>
            <a:fillRect/>
          </a:stretch>
        </a:blipFill>
        <a:effectLst/>
      </p:bgPr>
    </p:bg>
    <p:spTree>
      <p:nvGrpSpPr>
        <p:cNvPr id="1" name=""/>
        <p:cNvGrpSpPr/>
        <p:nvPr/>
      </p:nvGrpSpPr>
      <p:grpSpPr>
        <a:xfrm>
          <a:off x="0" y="0"/>
          <a:ext cx="0" cy="0"/>
          <a:chOff x="0" y="0"/>
          <a:chExt cx="0" cy="0"/>
        </a:xfrm>
      </p:grpSpPr>
      <p:sp>
        <p:nvSpPr>
          <p:cNvPr id="14" name="Google Shape;14;p5">
            <a:extLst>
              <a:ext uri="{FF2B5EF4-FFF2-40B4-BE49-F238E27FC236}">
                <a16:creationId xmlns:a16="http://schemas.microsoft.com/office/drawing/2014/main" id="{E145B762-823C-4B5C-915E-AF5D683C4B48}"/>
              </a:ext>
            </a:extLst>
          </p:cNvPr>
          <p:cNvSpPr>
            <a:spLocks noGrp="1"/>
          </p:cNvSpPr>
          <p:nvPr>
            <p:ph type="sldNum" idx="12"/>
          </p:nvPr>
        </p:nvSpPr>
        <p:spPr>
          <a:xfrm>
            <a:off x="0" y="4847100"/>
            <a:ext cx="2709300" cy="296400"/>
          </a:xfrm>
          <a:prstGeom prst="rect">
            <a:avLst/>
          </a:prstGeom>
        </p:spPr>
        <p:txBody>
          <a:bodyPr spcFirstLastPara="1" wrap="square" lIns="91425" tIns="91425" rIns="91425" bIns="91425" anchor="ctr">
            <a:normAutofit fontScale="92500" lnSpcReduction="20000"/>
          </a:bodyPr>
          <a:lstStyle>
            <a:lvl1pPr>
              <a:buNone/>
              <a:defRPr sz="1000">
                <a:solidFill>
                  <a:schemeClr val="lt1"/>
                </a:solidFill>
                <a:latin typeface="Ubuntu"/>
                <a:ea typeface="Ubuntu"/>
                <a:cs typeface="Ubuntu"/>
              </a:defRPr>
            </a:lvl1pPr>
            <a:lvl2pPr>
              <a:buNone/>
              <a:defRPr sz="1000">
                <a:solidFill>
                  <a:schemeClr val="lt1"/>
                </a:solidFill>
                <a:latin typeface="Ubuntu"/>
                <a:ea typeface="Ubuntu"/>
                <a:cs typeface="Ubuntu"/>
              </a:defRPr>
            </a:lvl2pPr>
            <a:lvl3pPr>
              <a:buNone/>
              <a:defRPr sz="1000">
                <a:solidFill>
                  <a:schemeClr val="lt1"/>
                </a:solidFill>
                <a:latin typeface="Ubuntu"/>
                <a:ea typeface="Ubuntu"/>
                <a:cs typeface="Ubuntu"/>
              </a:defRPr>
            </a:lvl3pPr>
            <a:lvl4pPr>
              <a:buNone/>
              <a:defRPr sz="1000">
                <a:solidFill>
                  <a:schemeClr val="lt1"/>
                </a:solidFill>
                <a:latin typeface="Ubuntu"/>
                <a:ea typeface="Ubuntu"/>
                <a:cs typeface="Ubuntu"/>
              </a:defRPr>
            </a:lvl4pPr>
            <a:lvl5pPr>
              <a:buNone/>
              <a:defRPr sz="1000">
                <a:solidFill>
                  <a:schemeClr val="lt1"/>
                </a:solidFill>
                <a:latin typeface="Ubuntu"/>
                <a:ea typeface="Ubuntu"/>
                <a:cs typeface="Ubuntu"/>
              </a:defRPr>
            </a:lvl5pPr>
            <a:lvl6pPr>
              <a:buNone/>
              <a:defRPr sz="1000">
                <a:solidFill>
                  <a:schemeClr val="lt1"/>
                </a:solidFill>
                <a:latin typeface="Ubuntu"/>
                <a:ea typeface="Ubuntu"/>
                <a:cs typeface="Ubuntu"/>
              </a:defRPr>
            </a:lvl6pPr>
            <a:lvl7pPr>
              <a:buNone/>
              <a:defRPr sz="1000">
                <a:solidFill>
                  <a:schemeClr val="lt1"/>
                </a:solidFill>
                <a:latin typeface="Ubuntu"/>
                <a:ea typeface="Ubuntu"/>
                <a:cs typeface="Ubuntu"/>
              </a:defRPr>
            </a:lvl7pPr>
            <a:lvl8pPr>
              <a:buNone/>
              <a:defRPr sz="1000">
                <a:solidFill>
                  <a:schemeClr val="lt1"/>
                </a:solidFill>
                <a:latin typeface="Ubuntu"/>
                <a:ea typeface="Ubuntu"/>
                <a:cs typeface="Ubuntu"/>
              </a:defRPr>
            </a:lvl8pPr>
            <a:lvl9pPr>
              <a:buNone/>
              <a:defRPr sz="1000">
                <a:solidFill>
                  <a:schemeClr val="lt1"/>
                </a:solidFill>
                <a:latin typeface="Ubuntu"/>
                <a:ea typeface="Ubuntu"/>
                <a:cs typeface="Ubuntu"/>
              </a:defRPr>
            </a:lvl9pPr>
          </a:lstStyle>
          <a:p>
            <a:pPr marL="0" lvl="0" indent="0" algn="l">
              <a:spcBef>
                <a:spcPts val="0"/>
              </a:spcBef>
              <a:spcAft>
                <a:spcPts val="0"/>
              </a:spcAft>
              <a:buNone/>
            </a:pPr>
            <a:r>
              <a:t>2026 © AWS User Group Hong Kong  </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
        <p:cNvGrpSpPr/>
        <p:nvPr/>
      </p:nvGrpSpPr>
      <p:grpSpPr>
        <a:xfrm>
          <a:off x="0" y="0"/>
          <a:ext cx="0" cy="0"/>
          <a:chOff x="0" y="0"/>
          <a:chExt cx="0" cy="0"/>
        </a:xfrm>
      </p:grpSpPr>
      <p:sp>
        <p:nvSpPr>
          <p:cNvPr id="16" name="Google Shape;16;p6">
            <a:extLst>
              <a:ext uri="{FF2B5EF4-FFF2-40B4-BE49-F238E27FC236}">
                <a16:creationId xmlns:a16="http://schemas.microsoft.com/office/drawing/2014/main" id="{1252EB45-D59D-4314-969C-FAFC32FCE7AA}"/>
              </a:ext>
            </a:extLst>
          </p:cNvPr>
          <p:cNvSpPr>
            <a:spLocks noGrp="1"/>
          </p:cNvSpPr>
          <p:nvPr>
            <p:ph type="sldNum" idx="12"/>
          </p:nvPr>
        </p:nvSpPr>
        <p:spPr>
          <a:xfrm>
            <a:off x="1120425" y="4847100"/>
            <a:ext cx="2709300" cy="296400"/>
          </a:xfrm>
          <a:prstGeom prst="rect">
            <a:avLst/>
          </a:prstGeom>
        </p:spPr>
        <p:txBody>
          <a:bodyPr spcFirstLastPara="1" wrap="square" lIns="91425" tIns="91425" rIns="91425" bIns="91425" anchor="ctr">
            <a:normAutofit fontScale="92500" lnSpcReduction="20000"/>
          </a:bodyPr>
          <a:lstStyle>
            <a:lvl1pPr>
              <a:buNone/>
              <a:defRPr sz="1000">
                <a:solidFill>
                  <a:schemeClr val="lt1"/>
                </a:solidFill>
                <a:latin typeface="Ubuntu"/>
                <a:ea typeface="Ubuntu"/>
                <a:cs typeface="Ubuntu"/>
              </a:defRPr>
            </a:lvl1pPr>
            <a:lvl2pPr>
              <a:buNone/>
              <a:defRPr sz="1000">
                <a:solidFill>
                  <a:schemeClr val="lt1"/>
                </a:solidFill>
                <a:latin typeface="Ubuntu"/>
                <a:ea typeface="Ubuntu"/>
                <a:cs typeface="Ubuntu"/>
              </a:defRPr>
            </a:lvl2pPr>
            <a:lvl3pPr>
              <a:buNone/>
              <a:defRPr sz="1000">
                <a:solidFill>
                  <a:schemeClr val="lt1"/>
                </a:solidFill>
                <a:latin typeface="Ubuntu"/>
                <a:ea typeface="Ubuntu"/>
                <a:cs typeface="Ubuntu"/>
              </a:defRPr>
            </a:lvl3pPr>
            <a:lvl4pPr>
              <a:buNone/>
              <a:defRPr sz="1000">
                <a:solidFill>
                  <a:schemeClr val="lt1"/>
                </a:solidFill>
                <a:latin typeface="Ubuntu"/>
                <a:ea typeface="Ubuntu"/>
                <a:cs typeface="Ubuntu"/>
              </a:defRPr>
            </a:lvl4pPr>
            <a:lvl5pPr>
              <a:buNone/>
              <a:defRPr sz="1000">
                <a:solidFill>
                  <a:schemeClr val="lt1"/>
                </a:solidFill>
                <a:latin typeface="Ubuntu"/>
                <a:ea typeface="Ubuntu"/>
                <a:cs typeface="Ubuntu"/>
              </a:defRPr>
            </a:lvl5pPr>
            <a:lvl6pPr>
              <a:buNone/>
              <a:defRPr sz="1000">
                <a:solidFill>
                  <a:schemeClr val="lt1"/>
                </a:solidFill>
                <a:latin typeface="Ubuntu"/>
                <a:ea typeface="Ubuntu"/>
                <a:cs typeface="Ubuntu"/>
              </a:defRPr>
            </a:lvl6pPr>
            <a:lvl7pPr>
              <a:buNone/>
              <a:defRPr sz="1000">
                <a:solidFill>
                  <a:schemeClr val="lt1"/>
                </a:solidFill>
                <a:latin typeface="Ubuntu"/>
                <a:ea typeface="Ubuntu"/>
                <a:cs typeface="Ubuntu"/>
              </a:defRPr>
            </a:lvl7pPr>
            <a:lvl8pPr>
              <a:buNone/>
              <a:defRPr sz="1000">
                <a:solidFill>
                  <a:schemeClr val="lt1"/>
                </a:solidFill>
                <a:latin typeface="Ubuntu"/>
                <a:ea typeface="Ubuntu"/>
                <a:cs typeface="Ubuntu"/>
              </a:defRPr>
            </a:lvl8pPr>
            <a:lvl9pPr>
              <a:buNone/>
              <a:defRPr sz="1000">
                <a:solidFill>
                  <a:schemeClr val="lt1"/>
                </a:solidFill>
                <a:latin typeface="Ubuntu"/>
                <a:ea typeface="Ubuntu"/>
                <a:cs typeface="Ubuntu"/>
              </a:defRPr>
            </a:lvl9pPr>
          </a:lstStyle>
          <a:p>
            <a:pPr marL="0" lvl="0" indent="0" algn="l">
              <a:spcBef>
                <a:spcPts val="0"/>
              </a:spcBef>
              <a:spcAft>
                <a:spcPts val="0"/>
              </a:spcAft>
              <a:buNone/>
            </a:pPr>
            <a:r>
              <a:t>2026 © AWS User Group Hong Kong  </a:t>
            </a: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blipFill>
          <a:blip r:embed="rId7">
            <a:alphaModFix/>
          </a:blip>
          <a:stretch>
            <a:fillRect/>
          </a:stretch>
        </a:blipFill>
        <a:effectLst/>
      </p:bgPr>
    </p:bg>
    <p:spTree>
      <p:nvGrpSpPr>
        <p:cNvPr id="1" name=""/>
        <p:cNvGrpSpPr/>
        <p:nvPr/>
      </p:nvGrpSpPr>
      <p:grpSpPr>
        <a:xfrm>
          <a:off x="0" y="0"/>
          <a:ext cx="0" cy="0"/>
          <a:chOff x="0" y="0"/>
          <a:chExt cx="0" cy="0"/>
        </a:xfrm>
      </p:grpSpPr>
      <p:sp>
        <p:nvSpPr>
          <p:cNvPr id="6" name="Google Shape;6;p1">
            <a:extLst>
              <a:ext uri="{FF2B5EF4-FFF2-40B4-BE49-F238E27FC236}">
                <a16:creationId xmlns:a16="http://schemas.microsoft.com/office/drawing/2014/main" id="{626D3C2F-34E6-447D-85FD-164891ACE169}"/>
              </a:ext>
            </a:extLst>
          </p:cNvPr>
          <p:cNvSpPr>
            <a:spLocks noGrp="1"/>
          </p:cNvSpPr>
          <p:nvPr>
            <p:ph type="sldNum" idx="12"/>
          </p:nvPr>
        </p:nvSpPr>
        <p:spPr>
          <a:xfrm>
            <a:off x="1120425" y="4847100"/>
            <a:ext cx="2709300" cy="296400"/>
          </a:xfrm>
          <a:prstGeom prst="rect">
            <a:avLst/>
          </a:prstGeom>
          <a:noFill/>
          <a:ln>
            <a:noFill/>
          </a:ln>
        </p:spPr>
        <p:txBody>
          <a:bodyPr spcFirstLastPara="1" wrap="square" lIns="91425" tIns="91425" rIns="91425" bIns="91425" anchor="ctr">
            <a:normAutofit fontScale="92500" lnSpcReduction="20000"/>
          </a:bodyPr>
          <a:lstStyle>
            <a:lvl1pPr>
              <a:buNone/>
              <a:defRPr sz="1000">
                <a:solidFill>
                  <a:schemeClr val="lt1"/>
                </a:solidFill>
                <a:latin typeface="Ubuntu"/>
                <a:ea typeface="Ubuntu"/>
                <a:cs typeface="Ubuntu"/>
              </a:defRPr>
            </a:lvl1pPr>
            <a:lvl2pPr>
              <a:buNone/>
              <a:defRPr sz="1000">
                <a:solidFill>
                  <a:schemeClr val="lt1"/>
                </a:solidFill>
                <a:latin typeface="Ubuntu"/>
                <a:ea typeface="Ubuntu"/>
                <a:cs typeface="Ubuntu"/>
              </a:defRPr>
            </a:lvl2pPr>
            <a:lvl3pPr>
              <a:buNone/>
              <a:defRPr sz="1000">
                <a:solidFill>
                  <a:schemeClr val="lt1"/>
                </a:solidFill>
                <a:latin typeface="Ubuntu"/>
                <a:ea typeface="Ubuntu"/>
                <a:cs typeface="Ubuntu"/>
              </a:defRPr>
            </a:lvl3pPr>
            <a:lvl4pPr>
              <a:buNone/>
              <a:defRPr sz="1000">
                <a:solidFill>
                  <a:schemeClr val="lt1"/>
                </a:solidFill>
                <a:latin typeface="Ubuntu"/>
                <a:ea typeface="Ubuntu"/>
                <a:cs typeface="Ubuntu"/>
              </a:defRPr>
            </a:lvl4pPr>
            <a:lvl5pPr>
              <a:buNone/>
              <a:defRPr sz="1000">
                <a:solidFill>
                  <a:schemeClr val="lt1"/>
                </a:solidFill>
                <a:latin typeface="Ubuntu"/>
                <a:ea typeface="Ubuntu"/>
                <a:cs typeface="Ubuntu"/>
              </a:defRPr>
            </a:lvl5pPr>
            <a:lvl6pPr>
              <a:buNone/>
              <a:defRPr sz="1000">
                <a:solidFill>
                  <a:schemeClr val="lt1"/>
                </a:solidFill>
                <a:latin typeface="Ubuntu"/>
                <a:ea typeface="Ubuntu"/>
                <a:cs typeface="Ubuntu"/>
              </a:defRPr>
            </a:lvl6pPr>
            <a:lvl7pPr>
              <a:buNone/>
              <a:defRPr sz="1000">
                <a:solidFill>
                  <a:schemeClr val="lt1"/>
                </a:solidFill>
                <a:latin typeface="Ubuntu"/>
                <a:ea typeface="Ubuntu"/>
                <a:cs typeface="Ubuntu"/>
              </a:defRPr>
            </a:lvl7pPr>
            <a:lvl8pPr>
              <a:buNone/>
              <a:defRPr sz="1000">
                <a:solidFill>
                  <a:schemeClr val="lt1"/>
                </a:solidFill>
                <a:latin typeface="Ubuntu"/>
                <a:ea typeface="Ubuntu"/>
                <a:cs typeface="Ubuntu"/>
              </a:defRPr>
            </a:lvl8pPr>
            <a:lvl9pPr>
              <a:buNone/>
              <a:defRPr sz="1000">
                <a:solidFill>
                  <a:schemeClr val="lt1"/>
                </a:solidFill>
                <a:latin typeface="Ubuntu"/>
                <a:ea typeface="Ubuntu"/>
                <a:cs typeface="Ubuntu"/>
              </a:defRPr>
            </a:lvl9pPr>
          </a:lstStyle>
          <a:p>
            <a:pPr marL="0" lvl="0" indent="0" algn="l">
              <a:spcBef>
                <a:spcPts val="0"/>
              </a:spcBef>
              <a:spcAft>
                <a:spcPts val="0"/>
              </a:spcAft>
              <a:buNone/>
            </a:pPr>
            <a:r>
              <a:t>2026 © AWS User Group Hong Kong  </a:t>
            </a: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titleStyle>
    <p:bodyStyle>
      <a:lvl1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bodyStyle>
    <p:otherStyle>
      <a:lvl1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hyperlink" Target="https://www.linkedin.com/in/sky-ng-ab307b252/" TargetMode="External"/><Relationship Id="rId2" Type="http://schemas.openxmlformats.org/officeDocument/2006/relationships/notesSlide" Target="../notesSlides/notesSlide2.xml"/><Relationship Id="rId1" Type="http://schemas.openxmlformats.org/officeDocument/2006/relationships/slideLayout" Target="../slideLayouts/slideLayout4.xml"/><Relationship Id="rId5" Type="http://schemas.openxmlformats.org/officeDocument/2006/relationships/image" Target="../media/image8.jpeg"/><Relationship Id="rId4" Type="http://schemas.openxmlformats.org/officeDocument/2006/relationships/image" Target="../media/image7.jpe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4.png"/><Relationship Id="rId7"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4.xml"/><Relationship Id="rId6" Type="http://schemas.openxmlformats.org/officeDocument/2006/relationships/image" Target="../media/image13.png"/><Relationship Id="rId5" Type="http://schemas.openxmlformats.org/officeDocument/2006/relationships/image" Target="../media/image10.png"/><Relationship Id="rId4" Type="http://schemas.openxmlformats.org/officeDocument/2006/relationships/image" Target="../media/image11.png"/><Relationship Id="rId9" Type="http://schemas.openxmlformats.org/officeDocument/2006/relationships/image" Target="../media/image9.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4.xml"/><Relationship Id="rId5" Type="http://schemas.openxmlformats.org/officeDocument/2006/relationships/image" Target="../media/image17.png"/><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2.png"/><Relationship Id="rId7" Type="http://schemas.openxmlformats.org/officeDocument/2006/relationships/image" Target="../media/image20.png"/><Relationship Id="rId2" Type="http://schemas.openxmlformats.org/officeDocument/2006/relationships/notesSlide" Target="../notesSlides/notesSlide20.xml"/><Relationship Id="rId1" Type="http://schemas.openxmlformats.org/officeDocument/2006/relationships/slideLayout" Target="../slideLayouts/slideLayout4.xml"/><Relationship Id="rId6" Type="http://schemas.openxmlformats.org/officeDocument/2006/relationships/image" Target="../media/image19.png"/><Relationship Id="rId5" Type="http://schemas.openxmlformats.org/officeDocument/2006/relationships/image" Target="../media/image15.png"/><Relationship Id="rId4" Type="http://schemas.openxmlformats.org/officeDocument/2006/relationships/image" Target="../media/image18.png"/><Relationship Id="rId9" Type="http://schemas.openxmlformats.org/officeDocument/2006/relationships/image" Target="../media/image22.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4.xml"/><Relationship Id="rId6" Type="http://schemas.openxmlformats.org/officeDocument/2006/relationships/image" Target="../media/image20.png"/><Relationship Id="rId5" Type="http://schemas.openxmlformats.org/officeDocument/2006/relationships/image" Target="../media/image12.png"/><Relationship Id="rId4" Type="http://schemas.openxmlformats.org/officeDocument/2006/relationships/image" Target="../media/image15.png"/></Relationships>
</file>

<file path=ppt/slides/_rels/slide2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4.xml"/><Relationship Id="rId1" Type="http://schemas.openxmlformats.org/officeDocument/2006/relationships/slideLayout" Target="../slideLayouts/slideLayout4.xml"/><Relationship Id="rId4" Type="http://schemas.openxmlformats.org/officeDocument/2006/relationships/hyperlink" Target="file:///Users/alexau/Documents/HKPUG/aws-community-day-hk-2026-step-functions-testing/presentation/assets/demo-report-v39/z_49b0d24487c97dbd_client_py.html#t120" TargetMode="Externa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8.xml"/><Relationship Id="rId1" Type="http://schemas.openxmlformats.org/officeDocument/2006/relationships/slideLayout" Target="../slideLayouts/slideLayout4.xml"/><Relationship Id="rId6" Type="http://schemas.openxmlformats.org/officeDocument/2006/relationships/image" Target="../media/image26.png"/><Relationship Id="rId5" Type="http://schemas.openxmlformats.org/officeDocument/2006/relationships/image" Target="../media/image14.png"/><Relationship Id="rId4" Type="http://schemas.openxmlformats.org/officeDocument/2006/relationships/image" Target="../media/image9.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hyperlink" Target="https://www.linkedin.com/in/alex-au-cloudeng/" TargetMode="External"/><Relationship Id="rId2" Type="http://schemas.openxmlformats.org/officeDocument/2006/relationships/notesSlide" Target="../notesSlides/notesSlide39.xml"/><Relationship Id="rId1" Type="http://schemas.openxmlformats.org/officeDocument/2006/relationships/slideLayout" Target="../slideLayouts/slideLayout4.xml"/><Relationship Id="rId4" Type="http://schemas.openxmlformats.org/officeDocument/2006/relationships/hyperlink" Target="https://www.linkedin.com/in/sky-ng-ab307b252/" TargetMode="External"/></Relationships>
</file>

<file path=ppt/slides/_rels/slide4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41.xml.rels><?xml version='1.0' encoding='utf-8'?>
<ns0:Relationships xmlns:ns0="http://schemas.openxmlformats.org/package/2006/relationships"><ns0:Relationship Id="rId2" Type="http://schemas.openxmlformats.org/officeDocument/2006/relationships/notesSlide" Target="../notesSlides/notesSlide41.xml" /><ns0:Relationship Id="rId1" Type="http://schemas.openxmlformats.org/officeDocument/2006/relationships/slideLayout" Target="../slideLayouts/slideLayout2.xml" /></ns0:Relationships>
</file>

<file path=ppt/slides/_rels/slide42.xml.rels><?xml version='1.0' encoding='utf-8'?>
<ns0:Relationships xmlns:ns0="http://schemas.openxmlformats.org/package/2006/relationships"><ns0:Relationship Type="http://schemas.openxmlformats.org/officeDocument/2006/relationships/slideLayout" Target="../slideLayouts/slideLayout4.xml" Id="R11f40fed5d3c48b6" /><ns0:Relationship Type="http://schemas.openxmlformats.org/officeDocument/2006/relationships/image" Target="../media/bonus-style-image.png" Id="R407dbf5f35a543e7" /><ns0:Relationship Type="http://schemas.openxmlformats.org/officeDocument/2006/relationships/image" Target="../media/bonus-style-image2.png" Id="R5f3a658888f9446d" /><ns0:Relationship Type="http://schemas.openxmlformats.org/officeDocument/2006/relationships/notesSlide" Target="../notesSlides/notesSlide42.xml" Id="R4b597772e3244b1f" /></ns0:Relationships>
</file>

<file path=ppt/slides/_rels/slide43.xml.rels><?xml version='1.0' encoding='utf-8'?>
<ns0:Relationships xmlns:ns0="http://schemas.openxmlformats.org/package/2006/relationships"><ns0:Relationship Type="http://schemas.openxmlformats.org/officeDocument/2006/relationships/slideLayout" Target="../slideLayouts/slideLayout4.xml" Id="R091390481c8b42b5" /><ns0:Relationship Type="http://schemas.openxmlformats.org/officeDocument/2006/relationships/image" Target="../media/bonus-style-image3.png" Id="R766628fe048b4968" /><ns0:Relationship Type="http://schemas.openxmlformats.org/officeDocument/2006/relationships/image" Target="../media/bonus-style-image4.png" Id="R06f8ea38dacd4678" /><ns0:Relationship Type="http://schemas.openxmlformats.org/officeDocument/2006/relationships/image" Target="../media/bonus-style-image5.png" Id="R164965db569a492c" /><ns0:Relationship Type="http://schemas.openxmlformats.org/officeDocument/2006/relationships/image" Target="../media/bonus-style-image6.png" Id="Rd5e2be838d344b9a" /><ns0:Relationship Type="http://schemas.openxmlformats.org/officeDocument/2006/relationships/image" Target="../media/bonus-style-image7.png" Id="Rb58fde51878e4f15" /><ns0:Relationship Type="http://schemas.openxmlformats.org/officeDocument/2006/relationships/image" Target="../media/bonus-style-image8.png" Id="Re94a3e7308d74b39" /><ns0:Relationship Type="http://schemas.openxmlformats.org/officeDocument/2006/relationships/image" Target="../media/bonus-style-image9.png" Id="R85f1cc8558ff44d3" /><ns0:Relationship Type="http://schemas.openxmlformats.org/officeDocument/2006/relationships/notesSlide" Target="../notesSlides/notesSlide43.xml" Id="R4de9cce0c6ef4b00" /></ns0:Relationships>
</file>

<file path=ppt/slides/_rels/slide44.xml.rels><?xml version='1.0' encoding='utf-8'?>
<ns0:Relationships xmlns:ns0="http://schemas.openxmlformats.org/package/2006/relationships"><ns0:Relationship Type="http://schemas.openxmlformats.org/officeDocument/2006/relationships/slideLayout" Target="../slideLayouts/slideLayout4.xml" Id="Rfa74f78965d24211" /><ns0:Relationship Type="http://schemas.openxmlformats.org/officeDocument/2006/relationships/image" Target="../media/bonus-style-image10.png" Id="R43648569c27a4ce9" /><ns0:Relationship Type="http://schemas.openxmlformats.org/officeDocument/2006/relationships/image" Target="../media/bonus-style-image11.png" Id="R6e83fee8dc9b4356" /><ns0:Relationship Type="http://schemas.openxmlformats.org/officeDocument/2006/relationships/image" Target="../media/bonus-style-image12.png" Id="Rd484bf7174184168" /><ns0:Relationship Type="http://schemas.openxmlformats.org/officeDocument/2006/relationships/notesSlide" Target="../notesSlides/notesSlide44.xml" Id="R4c57a0a088ee4e65" /></ns0:Relationships>
</file>

<file path=ppt/slides/_rels/slide45.xml.rels><?xml version='1.0' encoding='utf-8'?>
<ns0:Relationships xmlns:ns0="http://schemas.openxmlformats.org/package/2006/relationships"><ns0:Relationship Type="http://schemas.openxmlformats.org/officeDocument/2006/relationships/slideLayout" Target="../slideLayouts/slideLayout4.xml" Id="R733c0523978744a6" /><ns0:Relationship Type="http://schemas.openxmlformats.org/officeDocument/2006/relationships/notesSlide" Target="../notesSlides/notesSlide45.xml" Id="R2106071c00184053" /></ns0:Relationships>
</file>

<file path=ppt/slides/_rels/slide46.xml.rels><?xml version='1.0' encoding='utf-8'?>
<ns0:Relationships xmlns:ns0="http://schemas.openxmlformats.org/package/2006/relationships"><ns0:Relationship Type="http://schemas.openxmlformats.org/officeDocument/2006/relationships/slideLayout" Target="../slideLayouts/slideLayout4.xml" Id="R6e1ebfb3def04b55" /><ns0:Relationship Type="http://schemas.openxmlformats.org/officeDocument/2006/relationships/image" Target="../media/bonus-style-image13.png" Id="R34e338cab859450d" /><ns0:Relationship Type="http://schemas.openxmlformats.org/officeDocument/2006/relationships/image" Target="../media/bonus-style-image14.png" Id="R0cf5da1cc25c48a6" /><ns0:Relationship Type="http://schemas.openxmlformats.org/officeDocument/2006/relationships/image" Target="../media/bonus-style-image15.png" Id="Rab51696f87f54c62" /><ns0:Relationship Type="http://schemas.openxmlformats.org/officeDocument/2006/relationships/image" Target="../media/bonus-style-image16.png" Id="R1f785b29678f4588" /><ns0:Relationship Type="http://schemas.openxmlformats.org/officeDocument/2006/relationships/notesSlide" Target="../notesSlides/notesSlide46.xml" Id="R82f3202ac2744df6" /></ns0:Relationships>
</file>

<file path=ppt/slides/_rels/slide47.xml.rels><?xml version='1.0' encoding='utf-8'?>
<ns0:Relationships xmlns:ns0="http://schemas.openxmlformats.org/package/2006/relationships"><ns0:Relationship Type="http://schemas.openxmlformats.org/officeDocument/2006/relationships/slideLayout" Target="../slideLayouts/slideLayout4.xml" Id="R6c9ddbec4ff24e3a" /><ns0:Relationship Type="http://schemas.openxmlformats.org/officeDocument/2006/relationships/image" Target="../media/bonus-style-image17.png" Id="R3495b22deb2547a2" /><ns0:Relationship Type="http://schemas.openxmlformats.org/officeDocument/2006/relationships/image" Target="../media/bonus-style-image18.png" Id="Rac74c1ff6509431d" /><ns0:Relationship Type="http://schemas.openxmlformats.org/officeDocument/2006/relationships/notesSlide" Target="../notesSlides/notesSlide47.xml" Id="R3c85c639e9dc48a2" /></ns0:Relationships>
</file>

<file path=ppt/slides/_rels/slide48.xml.rels><?xml version='1.0' encoding='utf-8'?>
<ns0:Relationships xmlns:ns0="http://schemas.openxmlformats.org/package/2006/relationships"><ns0:Relationship Id="rId2" Type="http://schemas.openxmlformats.org/officeDocument/2006/relationships/notesSlide" Target="../notesSlides/notesSlide48.xml" /><ns0:Relationship Id="rId1" Type="http://schemas.openxmlformats.org/officeDocument/2006/relationships/slideLayout" Target="../slideLayouts/slideLayout4.xml" /></ns0: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Google Shape;21;p7">
            <a:extLst>
              <a:ext uri="{FF2B5EF4-FFF2-40B4-BE49-F238E27FC236}">
                <a16:creationId xmlns:a16="http://schemas.microsoft.com/office/drawing/2014/main" id="{4A3D0FE1-8F36-466C-B3BC-B8C91A14D43B}"/>
              </a:ext>
            </a:extLst>
          </p:cNvPr>
          <p:cNvSpPr>
            <a:spLocks noGrp="1"/>
          </p:cNvSpPr>
          <p:nvPr/>
        </p:nvSpPr>
        <p:spPr>
          <a:xfrm>
            <a:off x="573596" y="1133475"/>
            <a:ext cx="7810500" cy="1114425"/>
          </a:xfrm>
          <a:prstGeom prst="rect">
            <a:avLst/>
          </a:prstGeom>
          <a:noFill/>
          <a:ln>
            <a:noFill/>
          </a:ln>
        </p:spPr>
        <p:txBody>
          <a:bodyPr spcFirstLastPara="1" wrap="none" lIns="0" tIns="0" rIns="0" bIns="0" anchor="t">
            <a:noAutofit/>
          </a:bodyPr>
          <a:lstStyle>
            <a:defPPr>
              <a:defRPr sz="3075" b="0">
                <a:solidFill>
                  <a:srgbClr val="FFFFFF"/>
                </a:solidFill>
                <a:latin typeface="Ubuntu Light"/>
                <a:ea typeface="Ubuntu Light"/>
                <a:cs typeface="Ubuntu Light"/>
              </a:defRPr>
            </a:defPPr>
            <a:lvl1pPr>
              <a:defRPr sz="3075" b="0">
                <a:solidFill>
                  <a:srgbClr val="FFFFFF"/>
                </a:solidFill>
                <a:latin typeface="Ubuntu Light"/>
                <a:ea typeface="Ubuntu Light"/>
                <a:cs typeface="Ubuntu Light"/>
              </a:defRPr>
            </a:lvl1pPr>
            <a:lvl2pPr>
              <a:defRPr sz="3075" b="0">
                <a:solidFill>
                  <a:srgbClr val="FFFFFF"/>
                </a:solidFill>
                <a:latin typeface="Ubuntu Light"/>
                <a:ea typeface="Ubuntu Light"/>
                <a:cs typeface="Ubuntu Light"/>
              </a:defRPr>
            </a:lvl2pPr>
            <a:lvl3pPr>
              <a:defRPr sz="3075" b="0">
                <a:solidFill>
                  <a:srgbClr val="FFFFFF"/>
                </a:solidFill>
                <a:latin typeface="Ubuntu Light"/>
                <a:ea typeface="Ubuntu Light"/>
                <a:cs typeface="Ubuntu Light"/>
              </a:defRPr>
            </a:lvl3pPr>
            <a:lvl4pPr>
              <a:defRPr sz="3075" b="0">
                <a:solidFill>
                  <a:srgbClr val="FFFFFF"/>
                </a:solidFill>
                <a:latin typeface="Ubuntu Light"/>
                <a:ea typeface="Ubuntu Light"/>
                <a:cs typeface="Ubuntu Light"/>
              </a:defRPr>
            </a:lvl4pPr>
            <a:lvl5pPr>
              <a:defRPr sz="3075" b="0">
                <a:solidFill>
                  <a:srgbClr val="FFFFFF"/>
                </a:solidFill>
                <a:latin typeface="Ubuntu Light"/>
                <a:ea typeface="Ubuntu Light"/>
                <a:cs typeface="Ubuntu Light"/>
              </a:defRPr>
            </a:lvl5pPr>
            <a:lvl6pPr>
              <a:defRPr sz="3075" b="0">
                <a:solidFill>
                  <a:srgbClr val="FFFFFF"/>
                </a:solidFill>
                <a:latin typeface="Ubuntu Light"/>
                <a:ea typeface="Ubuntu Light"/>
                <a:cs typeface="Ubuntu Light"/>
              </a:defRPr>
            </a:lvl6pPr>
            <a:lvl7pPr>
              <a:defRPr sz="3075" b="0">
                <a:solidFill>
                  <a:srgbClr val="FFFFFF"/>
                </a:solidFill>
                <a:latin typeface="Ubuntu Light"/>
                <a:ea typeface="Ubuntu Light"/>
                <a:cs typeface="Ubuntu Light"/>
              </a:defRPr>
            </a:lvl7pPr>
            <a:lvl8pPr>
              <a:defRPr sz="3075" b="0">
                <a:solidFill>
                  <a:srgbClr val="FFFFFF"/>
                </a:solidFill>
                <a:latin typeface="Ubuntu Light"/>
                <a:ea typeface="Ubuntu Light"/>
                <a:cs typeface="Ubuntu Light"/>
              </a:defRPr>
            </a:lvl8pPr>
            <a:lvl9pPr>
              <a:defRPr sz="3075" b="0">
                <a:solidFill>
                  <a:srgbClr val="FFFFFF"/>
                </a:solidFill>
                <a:latin typeface="Ubuntu Light"/>
                <a:ea typeface="Ubuntu Light"/>
                <a:cs typeface="Ubuntu Light"/>
              </a:defRPr>
            </a:lvl9pPr>
          </a:lstStyle>
          <a:p>
            <a:pPr marL="0" lvl="0" indent="0" algn="l">
              <a:spcBef>
                <a:spcPts val="0"/>
              </a:spcBef>
              <a:spcAft>
                <a:spcPts val="0"/>
              </a:spcAft>
              <a:buNone/>
              <a:defRPr sz="3075" b="0">
                <a:solidFill>
                  <a:srgbClr val="FFFFFF"/>
                </a:solidFill>
                <a:latin typeface="Ubuntu Light"/>
                <a:ea typeface="Ubuntu Light"/>
                <a:cs typeface="Ubuntu Light"/>
              </a:defRPr>
            </a:pPr>
            <a:r>
              <a:rPr sz="3075" b="0">
                <a:solidFill>
                  <a:srgbClr val="FFFFFF"/>
                </a:solidFill>
                <a:latin typeface="Ubuntu Light"/>
                <a:ea typeface="Ubuntu Light"/>
                <a:cs typeface="Ubuntu Light"/>
              </a:rPr>
              <a:t>Testing Python Workflows</a:t>
            </a:r>
            <a:endParaRPr sz="3200" b="1">
              <a:solidFill>
                <a:schemeClr val="lt1"/>
              </a:solidFill>
              <a:latin typeface="Ubuntu"/>
              <a:ea typeface="Ubuntu"/>
              <a:cs typeface="Ubuntu"/>
            </a:endParaRPr>
          </a:p>
          <a:p>
            <a:pPr marL="0" lvl="0" indent="0" algn="l">
              <a:spcBef>
                <a:spcPts val="0"/>
              </a:spcBef>
              <a:spcAft>
                <a:spcPts val="0"/>
              </a:spcAft>
              <a:buNone/>
              <a:defRPr sz="3075" b="0">
                <a:solidFill>
                  <a:srgbClr val="FFFFFF"/>
                </a:solidFill>
                <a:latin typeface="Ubuntu Light"/>
                <a:ea typeface="Ubuntu Light"/>
                <a:cs typeface="Ubuntu Light"/>
              </a:defRPr>
            </a:pPr>
            <a:r>
              <a:rPr sz="3075" b="0">
                <a:solidFill>
                  <a:srgbClr val="FFFFFF"/>
                </a:solidFill>
                <a:latin typeface="Ubuntu Light"/>
                <a:ea typeface="Ubuntu Light"/>
                <a:cs typeface="Ubuntu Light"/>
              </a:rPr>
              <a:t>with Floci</a:t>
            </a:r>
            <a:endParaRPr sz="3200" b="1">
              <a:solidFill>
                <a:schemeClr val="lt1"/>
              </a:solidFill>
              <a:latin typeface="Ubuntu"/>
              <a:ea typeface="Ubuntu"/>
              <a:cs typeface="Ubuntu"/>
            </a:endParaRPr>
          </a:p>
        </p:txBody>
      </p:sp>
      <p:sp>
        <p:nvSpPr>
          <p:cNvPr id="22" name="Google Shape;22;p7">
            <a:extLst>
              <a:ext uri="{FF2B5EF4-FFF2-40B4-BE49-F238E27FC236}">
                <a16:creationId xmlns:a16="http://schemas.microsoft.com/office/drawing/2014/main" id="{D490E3EA-90C1-4D90-BCB7-6A3FA1616DB5}"/>
              </a:ext>
            </a:extLst>
          </p:cNvPr>
          <p:cNvSpPr>
            <a:spLocks noGrp="1"/>
          </p:cNvSpPr>
          <p:nvPr/>
        </p:nvSpPr>
        <p:spPr>
          <a:xfrm>
            <a:off x="573596" y="2847975"/>
            <a:ext cx="3338004" cy="552450"/>
          </a:xfrm>
          <a:prstGeom prst="rect">
            <a:avLst/>
          </a:prstGeom>
          <a:noFill/>
          <a:ln>
            <a:noFill/>
          </a:ln>
        </p:spPr>
        <p:txBody>
          <a:bodyPr spcFirstLastPara="1" wrap="none" lIns="0" tIns="0" rIns="0" bIns="0" anchor="t">
            <a:noAutofit/>
          </a:bodyPr>
          <a:lstStyle>
            <a:defPPr>
              <a:defRPr sz="1725" b="0">
                <a:solidFill>
                  <a:srgbClr val="FFFFFF"/>
                </a:solidFill>
                <a:latin typeface="Ubuntu Light"/>
                <a:ea typeface="Ubuntu Light"/>
                <a:cs typeface="Ubuntu Light"/>
              </a:defRPr>
            </a:defPPr>
            <a:lvl1pPr>
              <a:defRPr sz="1725" b="0">
                <a:solidFill>
                  <a:srgbClr val="FFFFFF"/>
                </a:solidFill>
                <a:latin typeface="Ubuntu Light"/>
                <a:ea typeface="Ubuntu Light"/>
                <a:cs typeface="Ubuntu Light"/>
              </a:defRPr>
            </a:lvl1pPr>
            <a:lvl2pPr>
              <a:defRPr sz="1725" b="0">
                <a:solidFill>
                  <a:srgbClr val="FFFFFF"/>
                </a:solidFill>
                <a:latin typeface="Ubuntu Light"/>
                <a:ea typeface="Ubuntu Light"/>
                <a:cs typeface="Ubuntu Light"/>
              </a:defRPr>
            </a:lvl2pPr>
            <a:lvl3pPr>
              <a:defRPr sz="1725" b="0">
                <a:solidFill>
                  <a:srgbClr val="FFFFFF"/>
                </a:solidFill>
                <a:latin typeface="Ubuntu Light"/>
                <a:ea typeface="Ubuntu Light"/>
                <a:cs typeface="Ubuntu Light"/>
              </a:defRPr>
            </a:lvl3pPr>
            <a:lvl4pPr>
              <a:defRPr sz="1725" b="0">
                <a:solidFill>
                  <a:srgbClr val="FFFFFF"/>
                </a:solidFill>
                <a:latin typeface="Ubuntu Light"/>
                <a:ea typeface="Ubuntu Light"/>
                <a:cs typeface="Ubuntu Light"/>
              </a:defRPr>
            </a:lvl4pPr>
            <a:lvl5pPr>
              <a:defRPr sz="1725" b="0">
                <a:solidFill>
                  <a:srgbClr val="FFFFFF"/>
                </a:solidFill>
                <a:latin typeface="Ubuntu Light"/>
                <a:ea typeface="Ubuntu Light"/>
                <a:cs typeface="Ubuntu Light"/>
              </a:defRPr>
            </a:lvl5pPr>
            <a:lvl6pPr>
              <a:defRPr sz="1725" b="0">
                <a:solidFill>
                  <a:srgbClr val="FFFFFF"/>
                </a:solidFill>
                <a:latin typeface="Ubuntu Light"/>
                <a:ea typeface="Ubuntu Light"/>
                <a:cs typeface="Ubuntu Light"/>
              </a:defRPr>
            </a:lvl6pPr>
            <a:lvl7pPr>
              <a:defRPr sz="1725" b="0">
                <a:solidFill>
                  <a:srgbClr val="FFFFFF"/>
                </a:solidFill>
                <a:latin typeface="Ubuntu Light"/>
                <a:ea typeface="Ubuntu Light"/>
                <a:cs typeface="Ubuntu Light"/>
              </a:defRPr>
            </a:lvl7pPr>
            <a:lvl8pPr>
              <a:defRPr sz="1725" b="0">
                <a:solidFill>
                  <a:srgbClr val="FFFFFF"/>
                </a:solidFill>
                <a:latin typeface="Ubuntu Light"/>
                <a:ea typeface="Ubuntu Light"/>
                <a:cs typeface="Ubuntu Light"/>
              </a:defRPr>
            </a:lvl8pPr>
            <a:lvl9pPr>
              <a:defRPr sz="1725" b="0">
                <a:solidFill>
                  <a:srgbClr val="FFFFFF"/>
                </a:solidFill>
                <a:latin typeface="Ubuntu Light"/>
                <a:ea typeface="Ubuntu Light"/>
                <a:cs typeface="Ubuntu Light"/>
              </a:defRPr>
            </a:lvl9pPr>
          </a:lstStyle>
          <a:p>
            <a:pPr marL="0" lvl="0" indent="0" algn="l">
              <a:spcBef>
                <a:spcPts val="0"/>
              </a:spcBef>
              <a:spcAft>
                <a:spcPts val="0"/>
              </a:spcAft>
              <a:buNone/>
              <a:defRPr sz="1725" b="0">
                <a:solidFill>
                  <a:srgbClr val="FFFFFF"/>
                </a:solidFill>
                <a:latin typeface="Ubuntu Light"/>
                <a:ea typeface="Ubuntu Light"/>
                <a:cs typeface="Ubuntu Light"/>
              </a:defRPr>
            </a:pPr>
            <a:r>
              <a:rPr sz="1725" b="0" dirty="0">
                <a:solidFill>
                  <a:srgbClr val="FFFFFF"/>
                </a:solidFill>
                <a:latin typeface="Ubuntu Light"/>
                <a:ea typeface="Ubuntu Light"/>
                <a:cs typeface="Ubuntu Light"/>
              </a:rPr>
              <a:t>Alex Au and Sky Ng</a:t>
            </a:r>
            <a:r>
              <a:rPr lang="en-US" sz="1725" b="0" dirty="0">
                <a:solidFill>
                  <a:srgbClr val="FFFFFF"/>
                </a:solidFill>
                <a:latin typeface="Ubuntu Light"/>
                <a:ea typeface="Ubuntu Light"/>
                <a:cs typeface="Ubuntu Light"/>
              </a:rPr>
              <a:t> </a:t>
            </a:r>
          </a:p>
          <a:p>
            <a:pPr marL="0" lvl="0" indent="0" algn="l">
              <a:spcBef>
                <a:spcPts val="0"/>
              </a:spcBef>
              <a:spcAft>
                <a:spcPts val="0"/>
              </a:spcAft>
              <a:buNone/>
              <a:defRPr sz="1725" b="0">
                <a:solidFill>
                  <a:srgbClr val="FFFFFF"/>
                </a:solidFill>
                <a:latin typeface="Ubuntu Light"/>
                <a:ea typeface="Ubuntu Light"/>
                <a:cs typeface="Ubuntu Light"/>
              </a:defRPr>
            </a:pPr>
            <a:r>
              <a:rPr lang="en-US" sz="1725" b="0" dirty="0">
                <a:solidFill>
                  <a:srgbClr val="FFFFFF"/>
                </a:solidFill>
                <a:latin typeface="Ubuntu Light"/>
                <a:ea typeface="Ubuntu Light"/>
                <a:cs typeface="Ubuntu Light"/>
              </a:rPr>
              <a:t>(Hong Kong Python User Group)</a:t>
            </a:r>
            <a:endParaRPr sz="1600" b="1" dirty="0">
              <a:solidFill>
                <a:schemeClr val="lt1"/>
              </a:solidFill>
              <a:latin typeface="Ubuntu"/>
              <a:ea typeface="Ubuntu"/>
              <a:cs typeface="Ubuntu"/>
            </a:endParaRPr>
          </a:p>
        </p:txBody>
      </p:sp>
      <p:sp>
        <p:nvSpPr>
          <p:cNvPr id="23" name="Google Shape;23;p7">
            <a:extLst>
              <a:ext uri="{FF2B5EF4-FFF2-40B4-BE49-F238E27FC236}">
                <a16:creationId xmlns:a16="http://schemas.microsoft.com/office/drawing/2014/main" id="{CFD5C3DD-6D2C-4676-9AE1-B13DBB8E3A17}"/>
              </a:ext>
            </a:extLst>
          </p:cNvPr>
          <p:cNvSpPr>
            <a:spLocks noGrp="1"/>
          </p:cNvSpPr>
          <p:nvPr/>
        </p:nvSpPr>
        <p:spPr>
          <a:xfrm>
            <a:off x="573596" y="2240492"/>
            <a:ext cx="4548737" cy="381000"/>
          </a:xfrm>
          <a:prstGeom prst="rect">
            <a:avLst/>
          </a:prstGeom>
          <a:noFill/>
          <a:ln>
            <a:noFill/>
          </a:ln>
        </p:spPr>
        <p:txBody>
          <a:bodyPr spcFirstLastPara="1" wrap="none" lIns="0" tIns="0" rIns="0" bIns="0" anchor="t">
            <a:noAutofit/>
          </a:bodyPr>
          <a:lstStyle>
            <a:defPPr>
              <a:defRPr sz="1725" b="0">
                <a:solidFill>
                  <a:srgbClr val="FFFFFF"/>
                </a:solidFill>
                <a:latin typeface="Ubuntu Light"/>
                <a:ea typeface="Ubuntu Light"/>
                <a:cs typeface="Ubuntu Light"/>
              </a:defRPr>
            </a:defPPr>
            <a:lvl1pPr>
              <a:defRPr sz="1725" b="0">
                <a:solidFill>
                  <a:srgbClr val="FFFFFF"/>
                </a:solidFill>
                <a:latin typeface="Ubuntu Light"/>
                <a:ea typeface="Ubuntu Light"/>
                <a:cs typeface="Ubuntu Light"/>
              </a:defRPr>
            </a:lvl1pPr>
            <a:lvl2pPr>
              <a:defRPr sz="1725" b="0">
                <a:solidFill>
                  <a:srgbClr val="FFFFFF"/>
                </a:solidFill>
                <a:latin typeface="Ubuntu Light"/>
                <a:ea typeface="Ubuntu Light"/>
                <a:cs typeface="Ubuntu Light"/>
              </a:defRPr>
            </a:lvl2pPr>
            <a:lvl3pPr>
              <a:defRPr sz="1725" b="0">
                <a:solidFill>
                  <a:srgbClr val="FFFFFF"/>
                </a:solidFill>
                <a:latin typeface="Ubuntu Light"/>
                <a:ea typeface="Ubuntu Light"/>
                <a:cs typeface="Ubuntu Light"/>
              </a:defRPr>
            </a:lvl3pPr>
            <a:lvl4pPr>
              <a:defRPr sz="1725" b="0">
                <a:solidFill>
                  <a:srgbClr val="FFFFFF"/>
                </a:solidFill>
                <a:latin typeface="Ubuntu Light"/>
                <a:ea typeface="Ubuntu Light"/>
                <a:cs typeface="Ubuntu Light"/>
              </a:defRPr>
            </a:lvl4pPr>
            <a:lvl5pPr>
              <a:defRPr sz="1725" b="0">
                <a:solidFill>
                  <a:srgbClr val="FFFFFF"/>
                </a:solidFill>
                <a:latin typeface="Ubuntu Light"/>
                <a:ea typeface="Ubuntu Light"/>
                <a:cs typeface="Ubuntu Light"/>
              </a:defRPr>
            </a:lvl5pPr>
            <a:lvl6pPr>
              <a:defRPr sz="1725" b="0">
                <a:solidFill>
                  <a:srgbClr val="FFFFFF"/>
                </a:solidFill>
                <a:latin typeface="Ubuntu Light"/>
                <a:ea typeface="Ubuntu Light"/>
                <a:cs typeface="Ubuntu Light"/>
              </a:defRPr>
            </a:lvl6pPr>
            <a:lvl7pPr>
              <a:defRPr sz="1725" b="0">
                <a:solidFill>
                  <a:srgbClr val="FFFFFF"/>
                </a:solidFill>
                <a:latin typeface="Ubuntu Light"/>
                <a:ea typeface="Ubuntu Light"/>
                <a:cs typeface="Ubuntu Light"/>
              </a:defRPr>
            </a:lvl7pPr>
            <a:lvl8pPr>
              <a:defRPr sz="1725" b="0">
                <a:solidFill>
                  <a:srgbClr val="FFFFFF"/>
                </a:solidFill>
                <a:latin typeface="Ubuntu Light"/>
                <a:ea typeface="Ubuntu Light"/>
                <a:cs typeface="Ubuntu Light"/>
              </a:defRPr>
            </a:lvl8pPr>
            <a:lvl9pPr>
              <a:defRPr sz="1725" b="0">
                <a:solidFill>
                  <a:srgbClr val="FFFFFF"/>
                </a:solidFill>
                <a:latin typeface="Ubuntu Light"/>
                <a:ea typeface="Ubuntu Light"/>
                <a:cs typeface="Ubuntu Light"/>
              </a:defRPr>
            </a:lvl9pPr>
          </a:lstStyle>
          <a:p>
            <a:pPr marL="0" lvl="0" indent="0" algn="l">
              <a:spcBef>
                <a:spcPts val="0"/>
              </a:spcBef>
              <a:spcAft>
                <a:spcPts val="0"/>
              </a:spcAft>
              <a:buNone/>
              <a:defRPr sz="1725" b="0">
                <a:solidFill>
                  <a:srgbClr val="FFFFFF"/>
                </a:solidFill>
                <a:latin typeface="Ubuntu Light"/>
                <a:ea typeface="Ubuntu Light"/>
                <a:cs typeface="Ubuntu Light"/>
              </a:defRPr>
            </a:pPr>
            <a:r>
              <a:rPr sz="1725" b="0" dirty="0">
                <a:solidFill>
                  <a:srgbClr val="FFFFFF"/>
                </a:solidFill>
                <a:latin typeface="Ubuntu Light"/>
                <a:ea typeface="Ubuntu Light"/>
                <a:cs typeface="Ubuntu Light"/>
              </a:rPr>
              <a:t>Black-box tests, fault injection and coverage</a:t>
            </a:r>
            <a:endParaRPr dirty="0">
              <a:solidFill>
                <a:schemeClr val="lt1"/>
              </a:solidFill>
              <a:latin typeface="Ubuntu Light"/>
              <a:ea typeface="Ubuntu Light"/>
              <a:cs typeface="Ubuntu Light"/>
            </a:endParaRPr>
          </a:p>
        </p:txBody>
      </p:sp>
      <p:pic>
        <p:nvPicPr>
          <p:cNvPr id="25" name="Picture 24">
            <a:extLst>
              <a:ext uri="{FF2B5EF4-FFF2-40B4-BE49-F238E27FC236}">
                <a16:creationId xmlns:a16="http://schemas.microsoft.com/office/drawing/2014/main" id="{1C1657A2-4ADC-4678-8CA8-E8DB397FD9D7}"/>
              </a:ext>
            </a:extLst>
          </p:cNvPr>
          <p:cNvPicPr>
            <a:picLocks noChangeAspect="1"/>
          </p:cNvPicPr>
          <p:nvPr/>
        </p:nvPicPr>
        <p:blipFill>
          <a:blip r:embed="rId3"/>
          <a:stretch/>
        </p:blipFill>
        <p:spPr>
          <a:xfrm>
            <a:off x="577047" y="3581867"/>
            <a:ext cx="922889" cy="932984"/>
          </a:xfrm>
          <a:prstGeom prst="rect">
            <a:avLst/>
          </a:prstGeom>
        </p:spPr>
      </p:pic>
    </p:spTree>
    <p:extLst>
      <p:ext uri="{BB962C8B-B14F-4D97-AF65-F5344CB8AC3E}">
        <p14:creationId xmlns:p14="http://schemas.microsoft.com/office/powerpoint/2010/main" val="9245585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3C9F03-71B5-AACA-5DA0-07FA3FA245D4}"/>
            </a:ext>
          </a:extLst>
        </p:cNvPr>
        <p:cNvGrpSpPr/>
        <p:nvPr/>
      </p:nvGrpSpPr>
      <p:grpSpPr>
        <a:xfrm>
          <a:off x="0" y="0"/>
          <a:ext cx="0" cy="0"/>
          <a:chOff x="0" y="0"/>
          <a:chExt cx="0" cy="0"/>
        </a:xfrm>
      </p:grpSpPr>
      <p:sp>
        <p:nvSpPr>
          <p:cNvPr id="2" name="alex">
            <a:extLst>
              <a:ext uri="{FF2B5EF4-FFF2-40B4-BE49-F238E27FC236}">
                <a16:creationId xmlns:a16="http://schemas.microsoft.com/office/drawing/2014/main" id="{61EB75C4-0EDF-85C0-6503-410CEA7BD971}"/>
              </a:ext>
            </a:extLst>
          </p:cNvPr>
          <p:cNvSpPr>
            <a:spLocks noGrp="1"/>
          </p:cNvSpPr>
          <p:nvPr/>
        </p:nvSpPr>
        <p:spPr>
          <a:xfrm>
            <a:off x="3095620" y="2121861"/>
            <a:ext cx="862542" cy="342900"/>
          </a:xfrm>
          <a:prstGeom prst="rect">
            <a:avLst/>
          </a:prstGeom>
          <a:noFill/>
          <a:ln w="0">
            <a:noFill/>
          </a:ln>
        </p:spPr>
        <p:txBody>
          <a:bodyPr wrap="none" lIns="0" tIns="0" rIns="0" bIns="0" anchor="t">
            <a:noAutofit/>
          </a:bodyPr>
          <a:lstStyle>
            <a:defPPr algn="l">
              <a:defRPr sz="1950" b="0">
                <a:solidFill>
                  <a:srgbClr val="202D3E"/>
                </a:solidFill>
                <a:latin typeface="Ubuntu Light"/>
                <a:ea typeface="Ubuntu Light"/>
                <a:cs typeface="Ubuntu Light"/>
              </a:defRPr>
            </a:defPPr>
            <a:lvl1pPr algn="l">
              <a:defRPr sz="1950" b="0">
                <a:solidFill>
                  <a:srgbClr val="202D3E"/>
                </a:solidFill>
                <a:latin typeface="Ubuntu Light"/>
                <a:ea typeface="Ubuntu Light"/>
                <a:cs typeface="Ubuntu Light"/>
              </a:defRPr>
            </a:lvl1pPr>
            <a:lvl2pPr algn="l">
              <a:defRPr sz="1950" b="0">
                <a:solidFill>
                  <a:srgbClr val="202D3E"/>
                </a:solidFill>
                <a:latin typeface="Ubuntu Light"/>
                <a:ea typeface="Ubuntu Light"/>
                <a:cs typeface="Ubuntu Light"/>
              </a:defRPr>
            </a:lvl2pPr>
            <a:lvl3pPr algn="l">
              <a:defRPr sz="1950" b="0">
                <a:solidFill>
                  <a:srgbClr val="202D3E"/>
                </a:solidFill>
                <a:latin typeface="Ubuntu Light"/>
                <a:ea typeface="Ubuntu Light"/>
                <a:cs typeface="Ubuntu Light"/>
              </a:defRPr>
            </a:lvl3pPr>
            <a:lvl4pPr algn="l">
              <a:defRPr sz="1950" b="0">
                <a:solidFill>
                  <a:srgbClr val="202D3E"/>
                </a:solidFill>
                <a:latin typeface="Ubuntu Light"/>
                <a:ea typeface="Ubuntu Light"/>
                <a:cs typeface="Ubuntu Light"/>
              </a:defRPr>
            </a:lvl4pPr>
            <a:lvl5pPr algn="l">
              <a:defRPr sz="1950" b="0">
                <a:solidFill>
                  <a:srgbClr val="202D3E"/>
                </a:solidFill>
                <a:latin typeface="Ubuntu Light"/>
                <a:ea typeface="Ubuntu Light"/>
                <a:cs typeface="Ubuntu Light"/>
              </a:defRPr>
            </a:lvl5pPr>
            <a:lvl6pPr algn="l">
              <a:defRPr sz="1950" b="0">
                <a:solidFill>
                  <a:srgbClr val="202D3E"/>
                </a:solidFill>
                <a:latin typeface="Ubuntu Light"/>
                <a:ea typeface="Ubuntu Light"/>
                <a:cs typeface="Ubuntu Light"/>
              </a:defRPr>
            </a:lvl6pPr>
            <a:lvl7pPr algn="l">
              <a:defRPr sz="1950" b="0">
                <a:solidFill>
                  <a:srgbClr val="202D3E"/>
                </a:solidFill>
                <a:latin typeface="Ubuntu Light"/>
                <a:ea typeface="Ubuntu Light"/>
                <a:cs typeface="Ubuntu Light"/>
              </a:defRPr>
            </a:lvl7pPr>
            <a:lvl8pPr algn="l">
              <a:defRPr sz="1950" b="0">
                <a:solidFill>
                  <a:srgbClr val="202D3E"/>
                </a:solidFill>
                <a:latin typeface="Ubuntu Light"/>
                <a:ea typeface="Ubuntu Light"/>
                <a:cs typeface="Ubuntu Light"/>
              </a:defRPr>
            </a:lvl8pPr>
            <a:lvl9pPr algn="l">
              <a:defRPr sz="1950" b="0">
                <a:solidFill>
                  <a:srgbClr val="202D3E"/>
                </a:solidFill>
                <a:latin typeface="Ubuntu Light"/>
                <a:ea typeface="Ubuntu Light"/>
                <a:cs typeface="Ubuntu Light"/>
              </a:defRPr>
            </a:lvl9pPr>
          </a:lstStyle>
          <a:p>
            <a:pPr algn="l">
              <a:defRPr sz="1950" b="0">
                <a:solidFill>
                  <a:srgbClr val="202D3E"/>
                </a:solidFill>
                <a:latin typeface="Ubuntu Light"/>
                <a:ea typeface="Ubuntu Light"/>
                <a:cs typeface="Ubuntu Light"/>
              </a:defRPr>
            </a:pPr>
            <a:r>
              <a:rPr b="0" dirty="0">
                <a:latin typeface="Ubuntu Light"/>
                <a:ea typeface="Ubuntu Light"/>
                <a:cs typeface="Ubuntu Light"/>
              </a:rPr>
              <a:t>Alex Au</a:t>
            </a:r>
          </a:p>
        </p:txBody>
      </p:sp>
      <p:sp>
        <p:nvSpPr>
          <p:cNvPr id="4" name="sky">
            <a:extLst>
              <a:ext uri="{FF2B5EF4-FFF2-40B4-BE49-F238E27FC236}">
                <a16:creationId xmlns:a16="http://schemas.microsoft.com/office/drawing/2014/main" id="{1E097CB2-77A7-F960-EC3B-10232522F486}"/>
              </a:ext>
            </a:extLst>
          </p:cNvPr>
          <p:cNvSpPr>
            <a:spLocks noGrp="1"/>
          </p:cNvSpPr>
          <p:nvPr/>
        </p:nvSpPr>
        <p:spPr>
          <a:xfrm>
            <a:off x="4958293" y="2115679"/>
            <a:ext cx="907523" cy="342900"/>
          </a:xfrm>
          <a:prstGeom prst="rect">
            <a:avLst/>
          </a:prstGeom>
          <a:noFill/>
          <a:ln w="0">
            <a:noFill/>
          </a:ln>
        </p:spPr>
        <p:txBody>
          <a:bodyPr wrap="none" lIns="0" tIns="0" rIns="0" bIns="0" anchor="t">
            <a:noAutofit/>
          </a:bodyPr>
          <a:lstStyle>
            <a:defPPr algn="l">
              <a:defRPr sz="1950" b="0">
                <a:solidFill>
                  <a:srgbClr val="202D3E"/>
                </a:solidFill>
                <a:latin typeface="Ubuntu Light"/>
                <a:ea typeface="Ubuntu Light"/>
                <a:cs typeface="Ubuntu Light"/>
              </a:defRPr>
            </a:defPPr>
            <a:lvl1pPr algn="l">
              <a:defRPr sz="1950" b="0">
                <a:solidFill>
                  <a:srgbClr val="202D3E"/>
                </a:solidFill>
                <a:latin typeface="Ubuntu Light"/>
                <a:ea typeface="Ubuntu Light"/>
                <a:cs typeface="Ubuntu Light"/>
              </a:defRPr>
            </a:lvl1pPr>
            <a:lvl2pPr algn="l">
              <a:defRPr sz="1950" b="0">
                <a:solidFill>
                  <a:srgbClr val="202D3E"/>
                </a:solidFill>
                <a:latin typeface="Ubuntu Light"/>
                <a:ea typeface="Ubuntu Light"/>
                <a:cs typeface="Ubuntu Light"/>
              </a:defRPr>
            </a:lvl2pPr>
            <a:lvl3pPr algn="l">
              <a:defRPr sz="1950" b="0">
                <a:solidFill>
                  <a:srgbClr val="202D3E"/>
                </a:solidFill>
                <a:latin typeface="Ubuntu Light"/>
                <a:ea typeface="Ubuntu Light"/>
                <a:cs typeface="Ubuntu Light"/>
              </a:defRPr>
            </a:lvl3pPr>
            <a:lvl4pPr algn="l">
              <a:defRPr sz="1950" b="0">
                <a:solidFill>
                  <a:srgbClr val="202D3E"/>
                </a:solidFill>
                <a:latin typeface="Ubuntu Light"/>
                <a:ea typeface="Ubuntu Light"/>
                <a:cs typeface="Ubuntu Light"/>
              </a:defRPr>
            </a:lvl4pPr>
            <a:lvl5pPr algn="l">
              <a:defRPr sz="1950" b="0">
                <a:solidFill>
                  <a:srgbClr val="202D3E"/>
                </a:solidFill>
                <a:latin typeface="Ubuntu Light"/>
                <a:ea typeface="Ubuntu Light"/>
                <a:cs typeface="Ubuntu Light"/>
              </a:defRPr>
            </a:lvl5pPr>
            <a:lvl6pPr algn="l">
              <a:defRPr sz="1950" b="0">
                <a:solidFill>
                  <a:srgbClr val="202D3E"/>
                </a:solidFill>
                <a:latin typeface="Ubuntu Light"/>
                <a:ea typeface="Ubuntu Light"/>
                <a:cs typeface="Ubuntu Light"/>
              </a:defRPr>
            </a:lvl6pPr>
            <a:lvl7pPr algn="l">
              <a:defRPr sz="1950" b="0">
                <a:solidFill>
                  <a:srgbClr val="202D3E"/>
                </a:solidFill>
                <a:latin typeface="Ubuntu Light"/>
                <a:ea typeface="Ubuntu Light"/>
                <a:cs typeface="Ubuntu Light"/>
              </a:defRPr>
            </a:lvl7pPr>
            <a:lvl8pPr algn="l">
              <a:defRPr sz="1950" b="0">
                <a:solidFill>
                  <a:srgbClr val="202D3E"/>
                </a:solidFill>
                <a:latin typeface="Ubuntu Light"/>
                <a:ea typeface="Ubuntu Light"/>
                <a:cs typeface="Ubuntu Light"/>
              </a:defRPr>
            </a:lvl8pPr>
            <a:lvl9pPr algn="l">
              <a:defRPr sz="1950" b="0">
                <a:solidFill>
                  <a:srgbClr val="202D3E"/>
                </a:solidFill>
                <a:latin typeface="Ubuntu Light"/>
                <a:ea typeface="Ubuntu Light"/>
                <a:cs typeface="Ubuntu Light"/>
              </a:defRPr>
            </a:lvl9pPr>
          </a:lstStyle>
          <a:p>
            <a:pPr algn="l">
              <a:defRPr sz="1950" b="0">
                <a:solidFill>
                  <a:srgbClr val="202D3E"/>
                </a:solidFill>
                <a:latin typeface="Ubuntu Light"/>
                <a:ea typeface="Ubuntu Light"/>
                <a:cs typeface="Ubuntu Light"/>
              </a:defRPr>
            </a:pPr>
            <a:r>
              <a:rPr b="0" dirty="0">
                <a:latin typeface="Ubuntu Light"/>
                <a:ea typeface="Ubuntu Light"/>
                <a:cs typeface="Ubuntu Light"/>
              </a:rPr>
              <a:t>Sky Ng</a:t>
            </a:r>
          </a:p>
        </p:txBody>
      </p:sp>
      <p:sp>
        <p:nvSpPr>
          <p:cNvPr id="5" name="sky-profile">
            <a:extLst>
              <a:ext uri="{FF2B5EF4-FFF2-40B4-BE49-F238E27FC236}">
                <a16:creationId xmlns:a16="http://schemas.microsoft.com/office/drawing/2014/main" id="{84DF6F4B-FE0D-5A86-EF5C-B69F65D53FAB}"/>
              </a:ext>
            </a:extLst>
          </p:cNvPr>
          <p:cNvSpPr>
            <a:spLocks noGrp="1"/>
          </p:cNvSpPr>
          <p:nvPr/>
        </p:nvSpPr>
        <p:spPr>
          <a:xfrm>
            <a:off x="5048250" y="2971800"/>
            <a:ext cx="3476625" cy="285750"/>
          </a:xfrm>
          <a:prstGeom prst="rect">
            <a:avLst/>
          </a:prstGeom>
          <a:noFill/>
          <a:ln w="0">
            <a:noFill/>
          </a:ln>
        </p:spPr>
        <p:txBody>
          <a:bodyPr wrap="none" lIns="0" tIns="0" rIns="0" bIns="0" anchor="t">
            <a:noAutofit/>
          </a:bodyPr>
          <a:lstStyle>
            <a:defPPr algn="l">
              <a:defRPr sz="1650" b="0">
                <a:solidFill>
                  <a:srgbClr val="202D3E"/>
                </a:solidFill>
                <a:latin typeface="Ubuntu Light"/>
                <a:ea typeface="Ubuntu Light"/>
                <a:cs typeface="Ubuntu Light"/>
              </a:defRPr>
            </a:defPPr>
            <a:lvl1pPr algn="l">
              <a:defRPr sz="1650" b="0">
                <a:solidFill>
                  <a:srgbClr val="202D3E"/>
                </a:solidFill>
                <a:latin typeface="Ubuntu Light"/>
                <a:ea typeface="Ubuntu Light"/>
                <a:cs typeface="Ubuntu Light"/>
              </a:defRPr>
            </a:lvl1pPr>
            <a:lvl2pPr algn="l">
              <a:defRPr sz="1650" b="0">
                <a:solidFill>
                  <a:srgbClr val="202D3E"/>
                </a:solidFill>
                <a:latin typeface="Ubuntu Light"/>
                <a:ea typeface="Ubuntu Light"/>
                <a:cs typeface="Ubuntu Light"/>
              </a:defRPr>
            </a:lvl2pPr>
            <a:lvl3pPr algn="l">
              <a:defRPr sz="1650" b="0">
                <a:solidFill>
                  <a:srgbClr val="202D3E"/>
                </a:solidFill>
                <a:latin typeface="Ubuntu Light"/>
                <a:ea typeface="Ubuntu Light"/>
                <a:cs typeface="Ubuntu Light"/>
              </a:defRPr>
            </a:lvl3pPr>
            <a:lvl4pPr algn="l">
              <a:defRPr sz="1650" b="0">
                <a:solidFill>
                  <a:srgbClr val="202D3E"/>
                </a:solidFill>
                <a:latin typeface="Ubuntu Light"/>
                <a:ea typeface="Ubuntu Light"/>
                <a:cs typeface="Ubuntu Light"/>
              </a:defRPr>
            </a:lvl4pPr>
            <a:lvl5pPr algn="l">
              <a:defRPr sz="1650" b="0">
                <a:solidFill>
                  <a:srgbClr val="202D3E"/>
                </a:solidFill>
                <a:latin typeface="Ubuntu Light"/>
                <a:ea typeface="Ubuntu Light"/>
                <a:cs typeface="Ubuntu Light"/>
              </a:defRPr>
            </a:lvl5pPr>
            <a:lvl6pPr algn="l">
              <a:defRPr sz="1650" b="0">
                <a:solidFill>
                  <a:srgbClr val="202D3E"/>
                </a:solidFill>
                <a:latin typeface="Ubuntu Light"/>
                <a:ea typeface="Ubuntu Light"/>
                <a:cs typeface="Ubuntu Light"/>
              </a:defRPr>
            </a:lvl6pPr>
            <a:lvl7pPr algn="l">
              <a:defRPr sz="1650" b="0">
                <a:solidFill>
                  <a:srgbClr val="202D3E"/>
                </a:solidFill>
                <a:latin typeface="Ubuntu Light"/>
                <a:ea typeface="Ubuntu Light"/>
                <a:cs typeface="Ubuntu Light"/>
              </a:defRPr>
            </a:lvl7pPr>
            <a:lvl8pPr algn="l">
              <a:defRPr sz="1650" b="0">
                <a:solidFill>
                  <a:srgbClr val="202D3E"/>
                </a:solidFill>
                <a:latin typeface="Ubuntu Light"/>
                <a:ea typeface="Ubuntu Light"/>
                <a:cs typeface="Ubuntu Light"/>
              </a:defRPr>
            </a:lvl8pPr>
            <a:lvl9pPr algn="l">
              <a:defRPr sz="1650" b="0">
                <a:solidFill>
                  <a:srgbClr val="202D3E"/>
                </a:solidFill>
                <a:latin typeface="Ubuntu Light"/>
                <a:ea typeface="Ubuntu Light"/>
                <a:cs typeface="Ubuntu Light"/>
              </a:defRPr>
            </a:lvl9pPr>
          </a:lstStyle>
          <a:p>
            <a:pPr algn="l">
              <a:defRPr sz="1650" b="0">
                <a:solidFill>
                  <a:srgbClr val="202D3E"/>
                </a:solidFill>
                <a:latin typeface="Ubuntu Light"/>
                <a:ea typeface="Ubuntu Light"/>
                <a:cs typeface="Ubuntu Light"/>
              </a:defRPr>
            </a:pPr>
            <a:endParaRPr b="0" dirty="0">
              <a:solidFill>
                <a:srgbClr val="075A8C"/>
              </a:solidFill>
              <a:latin typeface="Ubuntu Light"/>
              <a:ea typeface="Ubuntu Light"/>
              <a:cs typeface="Ubuntu Light"/>
              <a:hlinkClick r:id="rId3"/>
            </a:endParaRPr>
          </a:p>
        </p:txBody>
      </p:sp>
      <p:sp>
        <p:nvSpPr>
          <p:cNvPr id="8" name="slide-title">
            <a:extLst>
              <a:ext uri="{FF2B5EF4-FFF2-40B4-BE49-F238E27FC236}">
                <a16:creationId xmlns:a16="http://schemas.microsoft.com/office/drawing/2014/main" id="{AAB2809F-AE70-6C03-F90A-EF7FF418CC79}"/>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lang="en-US" dirty="0"/>
              <a:t>Who are we?</a:t>
            </a:r>
            <a:endParaRPr b="0" dirty="0">
              <a:latin typeface="Ubuntu Light"/>
              <a:ea typeface="Ubuntu Light"/>
              <a:cs typeface="Ubuntu Light"/>
            </a:endParaRPr>
          </a:p>
        </p:txBody>
      </p:sp>
      <p:sp>
        <p:nvSpPr>
          <p:cNvPr id="9" name="alex">
            <a:extLst>
              <a:ext uri="{FF2B5EF4-FFF2-40B4-BE49-F238E27FC236}">
                <a16:creationId xmlns:a16="http://schemas.microsoft.com/office/drawing/2014/main" id="{05AE7DC4-55D3-41CF-D923-BC5EB523D887}"/>
              </a:ext>
            </a:extLst>
          </p:cNvPr>
          <p:cNvSpPr>
            <a:spLocks noGrp="1"/>
          </p:cNvSpPr>
          <p:nvPr/>
        </p:nvSpPr>
        <p:spPr>
          <a:xfrm>
            <a:off x="619125" y="2916404"/>
            <a:ext cx="3714750" cy="981075"/>
          </a:xfrm>
          <a:prstGeom prst="rect">
            <a:avLst/>
          </a:prstGeom>
          <a:noFill/>
          <a:ln w="0">
            <a:noFill/>
          </a:ln>
        </p:spPr>
        <p:txBody>
          <a:bodyPr wrap="none" lIns="0" tIns="0" rIns="0" bIns="0" anchor="t">
            <a:noAutofit/>
          </a:bodyPr>
          <a:lstStyle>
            <a:defPPr algn="l">
              <a:defRPr sz="1950" b="0">
                <a:solidFill>
                  <a:srgbClr val="202D3E"/>
                </a:solidFill>
                <a:latin typeface="Ubuntu Light"/>
                <a:ea typeface="Ubuntu Light"/>
                <a:cs typeface="Ubuntu Light"/>
              </a:defRPr>
            </a:defPPr>
            <a:lvl1pPr algn="l">
              <a:defRPr sz="1950" b="0">
                <a:solidFill>
                  <a:srgbClr val="202D3E"/>
                </a:solidFill>
                <a:latin typeface="Ubuntu Light"/>
                <a:ea typeface="Ubuntu Light"/>
                <a:cs typeface="Ubuntu Light"/>
              </a:defRPr>
            </a:lvl1pPr>
            <a:lvl2pPr algn="l">
              <a:defRPr sz="1950" b="0">
                <a:solidFill>
                  <a:srgbClr val="202D3E"/>
                </a:solidFill>
                <a:latin typeface="Ubuntu Light"/>
                <a:ea typeface="Ubuntu Light"/>
                <a:cs typeface="Ubuntu Light"/>
              </a:defRPr>
            </a:lvl2pPr>
            <a:lvl3pPr algn="l">
              <a:defRPr sz="1950" b="0">
                <a:solidFill>
                  <a:srgbClr val="202D3E"/>
                </a:solidFill>
                <a:latin typeface="Ubuntu Light"/>
                <a:ea typeface="Ubuntu Light"/>
                <a:cs typeface="Ubuntu Light"/>
              </a:defRPr>
            </a:lvl3pPr>
            <a:lvl4pPr algn="l">
              <a:defRPr sz="1950" b="0">
                <a:solidFill>
                  <a:srgbClr val="202D3E"/>
                </a:solidFill>
                <a:latin typeface="Ubuntu Light"/>
                <a:ea typeface="Ubuntu Light"/>
                <a:cs typeface="Ubuntu Light"/>
              </a:defRPr>
            </a:lvl4pPr>
            <a:lvl5pPr algn="l">
              <a:defRPr sz="1950" b="0">
                <a:solidFill>
                  <a:srgbClr val="202D3E"/>
                </a:solidFill>
                <a:latin typeface="Ubuntu Light"/>
                <a:ea typeface="Ubuntu Light"/>
                <a:cs typeface="Ubuntu Light"/>
              </a:defRPr>
            </a:lvl5pPr>
            <a:lvl6pPr algn="l">
              <a:defRPr sz="1950" b="0">
                <a:solidFill>
                  <a:srgbClr val="202D3E"/>
                </a:solidFill>
                <a:latin typeface="Ubuntu Light"/>
                <a:ea typeface="Ubuntu Light"/>
                <a:cs typeface="Ubuntu Light"/>
              </a:defRPr>
            </a:lvl6pPr>
            <a:lvl7pPr algn="l">
              <a:defRPr sz="1950" b="0">
                <a:solidFill>
                  <a:srgbClr val="202D3E"/>
                </a:solidFill>
                <a:latin typeface="Ubuntu Light"/>
                <a:ea typeface="Ubuntu Light"/>
                <a:cs typeface="Ubuntu Light"/>
              </a:defRPr>
            </a:lvl7pPr>
            <a:lvl8pPr algn="l">
              <a:defRPr sz="1950" b="0">
                <a:solidFill>
                  <a:srgbClr val="202D3E"/>
                </a:solidFill>
                <a:latin typeface="Ubuntu Light"/>
                <a:ea typeface="Ubuntu Light"/>
                <a:cs typeface="Ubuntu Light"/>
              </a:defRPr>
            </a:lvl8pPr>
            <a:lvl9pPr algn="l">
              <a:defRPr sz="1950" b="0">
                <a:solidFill>
                  <a:srgbClr val="202D3E"/>
                </a:solidFill>
                <a:latin typeface="Ubuntu Light"/>
                <a:ea typeface="Ubuntu Light"/>
                <a:cs typeface="Ubuntu Light"/>
              </a:defRPr>
            </a:lvl9pPr>
          </a:lstStyle>
          <a:p>
            <a:pPr marL="342900" indent="-342900" algn="l">
              <a:buFont typeface="Arial" panose="020B0604020202020204" pitchFamily="34" charset="0"/>
              <a:buChar char="•"/>
              <a:defRPr sz="1950" b="0">
                <a:solidFill>
                  <a:srgbClr val="202D3E"/>
                </a:solidFill>
                <a:latin typeface="Ubuntu Light"/>
                <a:ea typeface="Ubuntu Light"/>
                <a:cs typeface="Ubuntu Light"/>
              </a:defRPr>
            </a:pPr>
            <a:endParaRPr b="0" dirty="0">
              <a:latin typeface="Ubuntu Light"/>
              <a:ea typeface="Ubuntu Light"/>
              <a:cs typeface="Ubuntu Light"/>
            </a:endParaRPr>
          </a:p>
        </p:txBody>
      </p:sp>
      <p:pic>
        <p:nvPicPr>
          <p:cNvPr id="10" name="Picture 9">
            <a:extLst>
              <a:ext uri="{FF2B5EF4-FFF2-40B4-BE49-F238E27FC236}">
                <a16:creationId xmlns:a16="http://schemas.microsoft.com/office/drawing/2014/main" id="{E7D96251-BA73-62B9-A0E9-43BC26755ED9}"/>
              </a:ext>
            </a:extLst>
          </p:cNvPr>
          <p:cNvPicPr>
            <a:picLocks noChangeAspect="1"/>
          </p:cNvPicPr>
          <p:nvPr/>
        </p:nvPicPr>
        <p:blipFill>
          <a:blip r:embed="rId4"/>
          <a:stretch>
            <a:fillRect/>
          </a:stretch>
        </p:blipFill>
        <p:spPr>
          <a:xfrm>
            <a:off x="894820" y="1334463"/>
            <a:ext cx="1917696" cy="1917696"/>
          </a:xfrm>
          <a:prstGeom prst="ellipse">
            <a:avLst/>
          </a:prstGeom>
        </p:spPr>
      </p:pic>
      <p:sp>
        <p:nvSpPr>
          <p:cNvPr id="12" name="alex">
            <a:extLst>
              <a:ext uri="{FF2B5EF4-FFF2-40B4-BE49-F238E27FC236}">
                <a16:creationId xmlns:a16="http://schemas.microsoft.com/office/drawing/2014/main" id="{6A86FC2F-9A7D-BF25-DE3E-D182FE64AA4D}"/>
              </a:ext>
            </a:extLst>
          </p:cNvPr>
          <p:cNvSpPr>
            <a:spLocks noGrp="1"/>
          </p:cNvSpPr>
          <p:nvPr/>
        </p:nvSpPr>
        <p:spPr>
          <a:xfrm>
            <a:off x="894820" y="3440279"/>
            <a:ext cx="3952875" cy="1323638"/>
          </a:xfrm>
          <a:prstGeom prst="rect">
            <a:avLst/>
          </a:prstGeom>
          <a:noFill/>
          <a:ln w="0">
            <a:noFill/>
          </a:ln>
        </p:spPr>
        <p:txBody>
          <a:bodyPr wrap="none" lIns="0" tIns="0" rIns="0" bIns="0" anchor="t">
            <a:noAutofit/>
          </a:bodyPr>
          <a:lstStyle>
            <a:defPPr algn="l">
              <a:defRPr sz="1950" b="0">
                <a:solidFill>
                  <a:srgbClr val="202D3E"/>
                </a:solidFill>
                <a:latin typeface="Ubuntu Light"/>
                <a:ea typeface="Ubuntu Light"/>
                <a:cs typeface="Ubuntu Light"/>
              </a:defRPr>
            </a:defPPr>
            <a:lvl1pPr algn="l">
              <a:defRPr sz="1950" b="0">
                <a:solidFill>
                  <a:srgbClr val="202D3E"/>
                </a:solidFill>
                <a:latin typeface="Ubuntu Light"/>
                <a:ea typeface="Ubuntu Light"/>
                <a:cs typeface="Ubuntu Light"/>
              </a:defRPr>
            </a:lvl1pPr>
            <a:lvl2pPr algn="l">
              <a:defRPr sz="1950" b="0">
                <a:solidFill>
                  <a:srgbClr val="202D3E"/>
                </a:solidFill>
                <a:latin typeface="Ubuntu Light"/>
                <a:ea typeface="Ubuntu Light"/>
                <a:cs typeface="Ubuntu Light"/>
              </a:defRPr>
            </a:lvl2pPr>
            <a:lvl3pPr algn="l">
              <a:defRPr sz="1950" b="0">
                <a:solidFill>
                  <a:srgbClr val="202D3E"/>
                </a:solidFill>
                <a:latin typeface="Ubuntu Light"/>
                <a:ea typeface="Ubuntu Light"/>
                <a:cs typeface="Ubuntu Light"/>
              </a:defRPr>
            </a:lvl3pPr>
            <a:lvl4pPr algn="l">
              <a:defRPr sz="1950" b="0">
                <a:solidFill>
                  <a:srgbClr val="202D3E"/>
                </a:solidFill>
                <a:latin typeface="Ubuntu Light"/>
                <a:ea typeface="Ubuntu Light"/>
                <a:cs typeface="Ubuntu Light"/>
              </a:defRPr>
            </a:lvl4pPr>
            <a:lvl5pPr algn="l">
              <a:defRPr sz="1950" b="0">
                <a:solidFill>
                  <a:srgbClr val="202D3E"/>
                </a:solidFill>
                <a:latin typeface="Ubuntu Light"/>
                <a:ea typeface="Ubuntu Light"/>
                <a:cs typeface="Ubuntu Light"/>
              </a:defRPr>
            </a:lvl5pPr>
            <a:lvl6pPr algn="l">
              <a:defRPr sz="1950" b="0">
                <a:solidFill>
                  <a:srgbClr val="202D3E"/>
                </a:solidFill>
                <a:latin typeface="Ubuntu Light"/>
                <a:ea typeface="Ubuntu Light"/>
                <a:cs typeface="Ubuntu Light"/>
              </a:defRPr>
            </a:lvl6pPr>
            <a:lvl7pPr algn="l">
              <a:defRPr sz="1950" b="0">
                <a:solidFill>
                  <a:srgbClr val="202D3E"/>
                </a:solidFill>
                <a:latin typeface="Ubuntu Light"/>
                <a:ea typeface="Ubuntu Light"/>
                <a:cs typeface="Ubuntu Light"/>
              </a:defRPr>
            </a:lvl7pPr>
            <a:lvl8pPr algn="l">
              <a:defRPr sz="1950" b="0">
                <a:solidFill>
                  <a:srgbClr val="202D3E"/>
                </a:solidFill>
                <a:latin typeface="Ubuntu Light"/>
                <a:ea typeface="Ubuntu Light"/>
                <a:cs typeface="Ubuntu Light"/>
              </a:defRPr>
            </a:lvl8pPr>
            <a:lvl9pPr algn="l">
              <a:defRPr sz="1950" b="0">
                <a:solidFill>
                  <a:srgbClr val="202D3E"/>
                </a:solidFill>
                <a:latin typeface="Ubuntu Light"/>
                <a:ea typeface="Ubuntu Light"/>
                <a:cs typeface="Ubuntu Light"/>
              </a:defRPr>
            </a:lvl9pPr>
          </a:lstStyle>
          <a:p>
            <a:pPr marL="342900" indent="-342900" algn="l">
              <a:lnSpc>
                <a:spcPct val="150000"/>
              </a:lnSpc>
              <a:buFont typeface="Arial" panose="020B0604020202020204" pitchFamily="34" charset="0"/>
              <a:buChar char="•"/>
              <a:defRPr sz="1950" b="0">
                <a:solidFill>
                  <a:srgbClr val="202D3E"/>
                </a:solidFill>
                <a:latin typeface="Ubuntu Light"/>
                <a:ea typeface="Ubuntu Light"/>
                <a:cs typeface="Ubuntu Light"/>
              </a:defRPr>
            </a:pPr>
            <a:r>
              <a:rPr lang="en-US" b="0" dirty="0">
                <a:latin typeface="Ubuntu Light"/>
                <a:ea typeface="Ubuntu Light"/>
                <a:cs typeface="Ubuntu Light"/>
              </a:rPr>
              <a:t>Ex-Silicon Valley</a:t>
            </a:r>
          </a:p>
          <a:p>
            <a:pPr marL="342900" indent="-342900" algn="l">
              <a:lnSpc>
                <a:spcPct val="150000"/>
              </a:lnSpc>
              <a:buFont typeface="Arial" panose="020B0604020202020204" pitchFamily="34" charset="0"/>
              <a:buChar char="•"/>
              <a:defRPr sz="1950" b="0">
                <a:solidFill>
                  <a:srgbClr val="202D3E"/>
                </a:solidFill>
                <a:latin typeface="Ubuntu Light"/>
                <a:ea typeface="Ubuntu Light"/>
                <a:cs typeface="Ubuntu Light"/>
              </a:defRPr>
            </a:pPr>
            <a:r>
              <a:rPr lang="en-US" dirty="0"/>
              <a:t>Golden </a:t>
            </a:r>
            <a:r>
              <a:rPr lang="en-US" dirty="0" err="1"/>
              <a:t>Kubestronaut</a:t>
            </a:r>
            <a:endParaRPr lang="en-US" dirty="0"/>
          </a:p>
          <a:p>
            <a:pPr marL="342900" indent="-342900" algn="l">
              <a:lnSpc>
                <a:spcPct val="150000"/>
              </a:lnSpc>
              <a:buFont typeface="Arial" panose="020B0604020202020204" pitchFamily="34" charset="0"/>
              <a:buChar char="•"/>
              <a:defRPr sz="1950" b="0">
                <a:solidFill>
                  <a:srgbClr val="202D3E"/>
                </a:solidFill>
                <a:latin typeface="Ubuntu Light"/>
                <a:ea typeface="Ubuntu Light"/>
                <a:cs typeface="Ubuntu Light"/>
              </a:defRPr>
            </a:pPr>
            <a:r>
              <a:rPr lang="en-US" b="0" dirty="0">
                <a:latin typeface="Ubuntu Light"/>
                <a:ea typeface="Ubuntu Light"/>
                <a:cs typeface="Ubuntu Light"/>
              </a:rPr>
              <a:t>HK Python User Group Host</a:t>
            </a:r>
            <a:endParaRPr b="0" dirty="0">
              <a:latin typeface="Ubuntu Light"/>
              <a:ea typeface="Ubuntu Light"/>
              <a:cs typeface="Ubuntu Light"/>
            </a:endParaRPr>
          </a:p>
        </p:txBody>
      </p:sp>
      <p:pic>
        <p:nvPicPr>
          <p:cNvPr id="13" name="Picture 12">
            <a:extLst>
              <a:ext uri="{FF2B5EF4-FFF2-40B4-BE49-F238E27FC236}">
                <a16:creationId xmlns:a16="http://schemas.microsoft.com/office/drawing/2014/main" id="{CBFC78E4-43D5-D067-B420-A2534C8B0151}"/>
              </a:ext>
            </a:extLst>
          </p:cNvPr>
          <p:cNvPicPr>
            <a:picLocks noChangeAspect="1"/>
          </p:cNvPicPr>
          <p:nvPr/>
        </p:nvPicPr>
        <p:blipFill>
          <a:blip r:embed="rId5"/>
          <a:stretch>
            <a:fillRect/>
          </a:stretch>
        </p:blipFill>
        <p:spPr>
          <a:xfrm>
            <a:off x="6048381" y="1334463"/>
            <a:ext cx="1917696" cy="1917696"/>
          </a:xfrm>
          <a:prstGeom prst="ellipse">
            <a:avLst/>
          </a:prstGeom>
        </p:spPr>
      </p:pic>
      <p:sp>
        <p:nvSpPr>
          <p:cNvPr id="14" name="alex">
            <a:extLst>
              <a:ext uri="{FF2B5EF4-FFF2-40B4-BE49-F238E27FC236}">
                <a16:creationId xmlns:a16="http://schemas.microsoft.com/office/drawing/2014/main" id="{F757F4B7-A6AE-F05A-34D4-6A9AC91E9A37}"/>
              </a:ext>
            </a:extLst>
          </p:cNvPr>
          <p:cNvSpPr>
            <a:spLocks noGrp="1"/>
          </p:cNvSpPr>
          <p:nvPr/>
        </p:nvSpPr>
        <p:spPr>
          <a:xfrm>
            <a:off x="4810124" y="3440279"/>
            <a:ext cx="3952875" cy="1323638"/>
          </a:xfrm>
          <a:prstGeom prst="rect">
            <a:avLst/>
          </a:prstGeom>
          <a:noFill/>
          <a:ln w="0">
            <a:noFill/>
          </a:ln>
        </p:spPr>
        <p:txBody>
          <a:bodyPr wrap="none" lIns="0" tIns="0" rIns="0" bIns="0" anchor="t">
            <a:noAutofit/>
          </a:bodyPr>
          <a:lstStyle>
            <a:defPPr algn="l">
              <a:defRPr sz="1950" b="0">
                <a:solidFill>
                  <a:srgbClr val="202D3E"/>
                </a:solidFill>
                <a:latin typeface="Ubuntu Light"/>
                <a:ea typeface="Ubuntu Light"/>
                <a:cs typeface="Ubuntu Light"/>
              </a:defRPr>
            </a:defPPr>
            <a:lvl1pPr algn="l">
              <a:defRPr sz="1950" b="0">
                <a:solidFill>
                  <a:srgbClr val="202D3E"/>
                </a:solidFill>
                <a:latin typeface="Ubuntu Light"/>
                <a:ea typeface="Ubuntu Light"/>
                <a:cs typeface="Ubuntu Light"/>
              </a:defRPr>
            </a:lvl1pPr>
            <a:lvl2pPr algn="l">
              <a:defRPr sz="1950" b="0">
                <a:solidFill>
                  <a:srgbClr val="202D3E"/>
                </a:solidFill>
                <a:latin typeface="Ubuntu Light"/>
                <a:ea typeface="Ubuntu Light"/>
                <a:cs typeface="Ubuntu Light"/>
              </a:defRPr>
            </a:lvl2pPr>
            <a:lvl3pPr algn="l">
              <a:defRPr sz="1950" b="0">
                <a:solidFill>
                  <a:srgbClr val="202D3E"/>
                </a:solidFill>
                <a:latin typeface="Ubuntu Light"/>
                <a:ea typeface="Ubuntu Light"/>
                <a:cs typeface="Ubuntu Light"/>
              </a:defRPr>
            </a:lvl3pPr>
            <a:lvl4pPr algn="l">
              <a:defRPr sz="1950" b="0">
                <a:solidFill>
                  <a:srgbClr val="202D3E"/>
                </a:solidFill>
                <a:latin typeface="Ubuntu Light"/>
                <a:ea typeface="Ubuntu Light"/>
                <a:cs typeface="Ubuntu Light"/>
              </a:defRPr>
            </a:lvl4pPr>
            <a:lvl5pPr algn="l">
              <a:defRPr sz="1950" b="0">
                <a:solidFill>
                  <a:srgbClr val="202D3E"/>
                </a:solidFill>
                <a:latin typeface="Ubuntu Light"/>
                <a:ea typeface="Ubuntu Light"/>
                <a:cs typeface="Ubuntu Light"/>
              </a:defRPr>
            </a:lvl5pPr>
            <a:lvl6pPr algn="l">
              <a:defRPr sz="1950" b="0">
                <a:solidFill>
                  <a:srgbClr val="202D3E"/>
                </a:solidFill>
                <a:latin typeface="Ubuntu Light"/>
                <a:ea typeface="Ubuntu Light"/>
                <a:cs typeface="Ubuntu Light"/>
              </a:defRPr>
            </a:lvl6pPr>
            <a:lvl7pPr algn="l">
              <a:defRPr sz="1950" b="0">
                <a:solidFill>
                  <a:srgbClr val="202D3E"/>
                </a:solidFill>
                <a:latin typeface="Ubuntu Light"/>
                <a:ea typeface="Ubuntu Light"/>
                <a:cs typeface="Ubuntu Light"/>
              </a:defRPr>
            </a:lvl7pPr>
            <a:lvl8pPr algn="l">
              <a:defRPr sz="1950" b="0">
                <a:solidFill>
                  <a:srgbClr val="202D3E"/>
                </a:solidFill>
                <a:latin typeface="Ubuntu Light"/>
                <a:ea typeface="Ubuntu Light"/>
                <a:cs typeface="Ubuntu Light"/>
              </a:defRPr>
            </a:lvl8pPr>
            <a:lvl9pPr algn="l">
              <a:defRPr sz="1950" b="0">
                <a:solidFill>
                  <a:srgbClr val="202D3E"/>
                </a:solidFill>
                <a:latin typeface="Ubuntu Light"/>
                <a:ea typeface="Ubuntu Light"/>
                <a:cs typeface="Ubuntu Light"/>
              </a:defRPr>
            </a:lvl9pPr>
          </a:lstStyle>
          <a:p>
            <a:pPr marL="342900" indent="-342900" algn="l">
              <a:lnSpc>
                <a:spcPct val="150000"/>
              </a:lnSpc>
              <a:buFont typeface="Arial" panose="020B0604020202020204" pitchFamily="34" charset="0"/>
              <a:buChar char="•"/>
              <a:defRPr sz="1950" b="0">
                <a:solidFill>
                  <a:srgbClr val="202D3E"/>
                </a:solidFill>
                <a:latin typeface="Ubuntu Light"/>
                <a:ea typeface="Ubuntu Light"/>
                <a:cs typeface="Ubuntu Light"/>
              </a:defRPr>
            </a:pPr>
            <a:r>
              <a:rPr lang="en-US" b="0" dirty="0">
                <a:latin typeface="Ubuntu Light"/>
                <a:ea typeface="Ubuntu Light"/>
                <a:cs typeface="Ubuntu Light"/>
              </a:rPr>
              <a:t>Cloud Engineer</a:t>
            </a:r>
          </a:p>
          <a:p>
            <a:pPr marL="342900" indent="-342900" algn="l">
              <a:lnSpc>
                <a:spcPct val="150000"/>
              </a:lnSpc>
              <a:buFont typeface="Arial" panose="020B0604020202020204" pitchFamily="34" charset="0"/>
              <a:buChar char="•"/>
              <a:defRPr sz="1950" b="0">
                <a:solidFill>
                  <a:srgbClr val="202D3E"/>
                </a:solidFill>
                <a:latin typeface="Ubuntu Light"/>
                <a:ea typeface="Ubuntu Light"/>
                <a:cs typeface="Ubuntu Light"/>
              </a:defRPr>
            </a:pPr>
            <a:r>
              <a:rPr lang="en-US" dirty="0"/>
              <a:t>Ex-AWS Cloud Club </a:t>
            </a:r>
            <a:br>
              <a:rPr lang="en-US" dirty="0"/>
            </a:br>
            <a:r>
              <a:rPr lang="en-US" dirty="0"/>
              <a:t>Captain</a:t>
            </a:r>
          </a:p>
          <a:p>
            <a:pPr marL="342900" indent="-342900" algn="l">
              <a:lnSpc>
                <a:spcPct val="150000"/>
              </a:lnSpc>
              <a:buFont typeface="Arial" panose="020B0604020202020204" pitchFamily="34" charset="0"/>
              <a:buChar char="•"/>
              <a:defRPr sz="1950" b="0">
                <a:solidFill>
                  <a:srgbClr val="202D3E"/>
                </a:solidFill>
                <a:latin typeface="Ubuntu Light"/>
                <a:ea typeface="Ubuntu Light"/>
                <a:cs typeface="Ubuntu Light"/>
              </a:defRPr>
            </a:pPr>
            <a:endParaRPr b="0" dirty="0">
              <a:latin typeface="Ubuntu Light"/>
              <a:ea typeface="Ubuntu Light"/>
              <a:cs typeface="Ubuntu Light"/>
            </a:endParaRPr>
          </a:p>
        </p:txBody>
      </p:sp>
    </p:spTree>
    <p:extLst>
      <p:ext uri="{BB962C8B-B14F-4D97-AF65-F5344CB8AC3E}">
        <p14:creationId xmlns:p14="http://schemas.microsoft.com/office/powerpoint/2010/main" val="40931828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ction-number">
            <a:extLst>
              <a:ext uri="{FF2B5EF4-FFF2-40B4-BE49-F238E27FC236}">
                <a16:creationId xmlns:a16="http://schemas.microsoft.com/office/drawing/2014/main" id="{9A5C44AE-A55F-4DF0-AD27-5E98BED2FDDA}"/>
              </a:ext>
            </a:extLst>
          </p:cNvPr>
          <p:cNvSpPr>
            <a:spLocks noGrp="1"/>
          </p:cNvSpPr>
          <p:nvPr/>
        </p:nvSpPr>
        <p:spPr>
          <a:xfrm>
            <a:off x="619125" y="1190625"/>
            <a:ext cx="7905750" cy="266700"/>
          </a:xfrm>
          <a:prstGeom prst="rect">
            <a:avLst/>
          </a:prstGeom>
          <a:noFill/>
          <a:ln w="0">
            <a:noFill/>
          </a:ln>
        </p:spPr>
        <p:txBody>
          <a:bodyPr wrap="none" lIns="0" tIns="0" rIns="0" bIns="0" anchor="t">
            <a:noAutofit/>
          </a:bodyPr>
          <a:lstStyle>
            <a:defPPr algn="l">
              <a:defRPr sz="1350" b="0">
                <a:solidFill>
                  <a:srgbClr val="B91561"/>
                </a:solidFill>
                <a:latin typeface="Ubuntu Light"/>
                <a:ea typeface="Ubuntu Light"/>
                <a:cs typeface="Ubuntu Light"/>
              </a:defRPr>
            </a:defPPr>
            <a:lvl1pPr algn="l">
              <a:defRPr sz="1350" b="0">
                <a:solidFill>
                  <a:srgbClr val="B91561"/>
                </a:solidFill>
                <a:latin typeface="Ubuntu Light"/>
                <a:ea typeface="Ubuntu Light"/>
                <a:cs typeface="Ubuntu Light"/>
              </a:defRPr>
            </a:lvl1pPr>
            <a:lvl2pPr algn="l">
              <a:defRPr sz="1350" b="0">
                <a:solidFill>
                  <a:srgbClr val="B91561"/>
                </a:solidFill>
                <a:latin typeface="Ubuntu Light"/>
                <a:ea typeface="Ubuntu Light"/>
                <a:cs typeface="Ubuntu Light"/>
              </a:defRPr>
            </a:lvl2pPr>
            <a:lvl3pPr algn="l">
              <a:defRPr sz="1350" b="0">
                <a:solidFill>
                  <a:srgbClr val="B91561"/>
                </a:solidFill>
                <a:latin typeface="Ubuntu Light"/>
                <a:ea typeface="Ubuntu Light"/>
                <a:cs typeface="Ubuntu Light"/>
              </a:defRPr>
            </a:lvl3pPr>
            <a:lvl4pPr algn="l">
              <a:defRPr sz="1350" b="0">
                <a:solidFill>
                  <a:srgbClr val="B91561"/>
                </a:solidFill>
                <a:latin typeface="Ubuntu Light"/>
                <a:ea typeface="Ubuntu Light"/>
                <a:cs typeface="Ubuntu Light"/>
              </a:defRPr>
            </a:lvl4pPr>
            <a:lvl5pPr algn="l">
              <a:defRPr sz="1350" b="0">
                <a:solidFill>
                  <a:srgbClr val="B91561"/>
                </a:solidFill>
                <a:latin typeface="Ubuntu Light"/>
                <a:ea typeface="Ubuntu Light"/>
                <a:cs typeface="Ubuntu Light"/>
              </a:defRPr>
            </a:lvl5pPr>
            <a:lvl6pPr algn="l">
              <a:defRPr sz="1350" b="0">
                <a:solidFill>
                  <a:srgbClr val="B91561"/>
                </a:solidFill>
                <a:latin typeface="Ubuntu Light"/>
                <a:ea typeface="Ubuntu Light"/>
                <a:cs typeface="Ubuntu Light"/>
              </a:defRPr>
            </a:lvl6pPr>
            <a:lvl7pPr algn="l">
              <a:defRPr sz="1350" b="0">
                <a:solidFill>
                  <a:srgbClr val="B91561"/>
                </a:solidFill>
                <a:latin typeface="Ubuntu Light"/>
                <a:ea typeface="Ubuntu Light"/>
                <a:cs typeface="Ubuntu Light"/>
              </a:defRPr>
            </a:lvl7pPr>
            <a:lvl8pPr algn="l">
              <a:defRPr sz="1350" b="0">
                <a:solidFill>
                  <a:srgbClr val="B91561"/>
                </a:solidFill>
                <a:latin typeface="Ubuntu Light"/>
                <a:ea typeface="Ubuntu Light"/>
                <a:cs typeface="Ubuntu Light"/>
              </a:defRPr>
            </a:lvl8pPr>
            <a:lvl9pPr algn="l">
              <a:defRPr sz="1350" b="0">
                <a:solidFill>
                  <a:srgbClr val="B91561"/>
                </a:solidFill>
                <a:latin typeface="Ubuntu Light"/>
                <a:ea typeface="Ubuntu Light"/>
                <a:cs typeface="Ubuntu Light"/>
              </a:defRPr>
            </a:lvl9pPr>
          </a:lstStyle>
          <a:p>
            <a:pPr algn="l">
              <a:defRPr sz="1350" b="0">
                <a:solidFill>
                  <a:srgbClr val="B91561"/>
                </a:solidFill>
                <a:latin typeface="Ubuntu Light"/>
                <a:ea typeface="Ubuntu Light"/>
                <a:cs typeface="Ubuntu Light"/>
              </a:defRPr>
            </a:pPr>
            <a:r>
              <a:rPr sz="1600" b="1" dirty="0">
                <a:latin typeface="Ubuntu Light"/>
                <a:ea typeface="Ubuntu Light"/>
                <a:cs typeface="Ubuntu Light"/>
              </a:rPr>
              <a:t>SECTION 01</a:t>
            </a:r>
          </a:p>
        </p:txBody>
      </p:sp>
      <p:sp>
        <p:nvSpPr>
          <p:cNvPr id="2" name="section-question">
            <a:extLst>
              <a:ext uri="{FF2B5EF4-FFF2-40B4-BE49-F238E27FC236}">
                <a16:creationId xmlns:a16="http://schemas.microsoft.com/office/drawing/2014/main" id="{5474E37C-9401-4596-B763-B77233FBC9BA}"/>
              </a:ext>
            </a:extLst>
          </p:cNvPr>
          <p:cNvSpPr>
            <a:spLocks noGrp="1"/>
          </p:cNvSpPr>
          <p:nvPr/>
        </p:nvSpPr>
        <p:spPr>
          <a:xfrm>
            <a:off x="619125" y="1857375"/>
            <a:ext cx="7905750" cy="1905000"/>
          </a:xfrm>
          <a:prstGeom prst="rect">
            <a:avLst/>
          </a:prstGeom>
          <a:noFill/>
          <a:ln w="0">
            <a:noFill/>
          </a:ln>
        </p:spPr>
        <p:txBody>
          <a:bodyPr wrap="none" lIns="0" tIns="0" rIns="0" bIns="0" anchor="t">
            <a:noAutofit/>
          </a:bodyPr>
          <a:lstStyle>
            <a:defPPr algn="l">
              <a:defRPr sz="3300" b="0">
                <a:solidFill>
                  <a:srgbClr val="202D3E"/>
                </a:solidFill>
                <a:latin typeface="Ubuntu Light"/>
                <a:ea typeface="Ubuntu Light"/>
                <a:cs typeface="Ubuntu Light"/>
              </a:defRPr>
            </a:defPPr>
            <a:lvl1pPr algn="l">
              <a:defRPr sz="3300" b="0">
                <a:solidFill>
                  <a:srgbClr val="202D3E"/>
                </a:solidFill>
                <a:latin typeface="Ubuntu Light"/>
                <a:ea typeface="Ubuntu Light"/>
                <a:cs typeface="Ubuntu Light"/>
              </a:defRPr>
            </a:lvl1pPr>
            <a:lvl2pPr algn="l">
              <a:defRPr sz="3300" b="0">
                <a:solidFill>
                  <a:srgbClr val="202D3E"/>
                </a:solidFill>
                <a:latin typeface="Ubuntu Light"/>
                <a:ea typeface="Ubuntu Light"/>
                <a:cs typeface="Ubuntu Light"/>
              </a:defRPr>
            </a:lvl2pPr>
            <a:lvl3pPr algn="l">
              <a:defRPr sz="3300" b="0">
                <a:solidFill>
                  <a:srgbClr val="202D3E"/>
                </a:solidFill>
                <a:latin typeface="Ubuntu Light"/>
                <a:ea typeface="Ubuntu Light"/>
                <a:cs typeface="Ubuntu Light"/>
              </a:defRPr>
            </a:lvl3pPr>
            <a:lvl4pPr algn="l">
              <a:defRPr sz="3300" b="0">
                <a:solidFill>
                  <a:srgbClr val="202D3E"/>
                </a:solidFill>
                <a:latin typeface="Ubuntu Light"/>
                <a:ea typeface="Ubuntu Light"/>
                <a:cs typeface="Ubuntu Light"/>
              </a:defRPr>
            </a:lvl4pPr>
            <a:lvl5pPr algn="l">
              <a:defRPr sz="3300" b="0">
                <a:solidFill>
                  <a:srgbClr val="202D3E"/>
                </a:solidFill>
                <a:latin typeface="Ubuntu Light"/>
                <a:ea typeface="Ubuntu Light"/>
                <a:cs typeface="Ubuntu Light"/>
              </a:defRPr>
            </a:lvl5pPr>
            <a:lvl6pPr algn="l">
              <a:defRPr sz="3300" b="0">
                <a:solidFill>
                  <a:srgbClr val="202D3E"/>
                </a:solidFill>
                <a:latin typeface="Ubuntu Light"/>
                <a:ea typeface="Ubuntu Light"/>
                <a:cs typeface="Ubuntu Light"/>
              </a:defRPr>
            </a:lvl6pPr>
            <a:lvl7pPr algn="l">
              <a:defRPr sz="3300" b="0">
                <a:solidFill>
                  <a:srgbClr val="202D3E"/>
                </a:solidFill>
                <a:latin typeface="Ubuntu Light"/>
                <a:ea typeface="Ubuntu Light"/>
                <a:cs typeface="Ubuntu Light"/>
              </a:defRPr>
            </a:lvl7pPr>
            <a:lvl8pPr algn="l">
              <a:defRPr sz="3300" b="0">
                <a:solidFill>
                  <a:srgbClr val="202D3E"/>
                </a:solidFill>
                <a:latin typeface="Ubuntu Light"/>
                <a:ea typeface="Ubuntu Light"/>
                <a:cs typeface="Ubuntu Light"/>
              </a:defRPr>
            </a:lvl8pPr>
            <a:lvl9pPr algn="l">
              <a:defRPr sz="3300" b="0">
                <a:solidFill>
                  <a:srgbClr val="202D3E"/>
                </a:solidFill>
                <a:latin typeface="Ubuntu Light"/>
                <a:ea typeface="Ubuntu Light"/>
                <a:cs typeface="Ubuntu Light"/>
              </a:defRPr>
            </a:lvl9pPr>
          </a:lstStyle>
          <a:p>
            <a:pPr algn="l">
              <a:defRPr sz="3300" b="0">
                <a:solidFill>
                  <a:srgbClr val="202D3E"/>
                </a:solidFill>
                <a:latin typeface="Ubuntu Light"/>
                <a:ea typeface="Ubuntu Light"/>
                <a:cs typeface="Ubuntu Light"/>
              </a:defRPr>
            </a:pPr>
            <a:r>
              <a:rPr b="0" dirty="0">
                <a:latin typeface="Ubuntu Light"/>
                <a:ea typeface="Ubuntu Light"/>
                <a:cs typeface="Ubuntu Light"/>
              </a:rPr>
              <a:t>Can end-to-end tests be</a:t>
            </a:r>
          </a:p>
          <a:p>
            <a:pPr algn="l">
              <a:defRPr sz="3300" b="0">
                <a:solidFill>
                  <a:srgbClr val="202D3E"/>
                </a:solidFill>
                <a:latin typeface="Ubuntu Light"/>
                <a:ea typeface="Ubuntu Light"/>
                <a:cs typeface="Ubuntu Light"/>
              </a:defRPr>
            </a:pPr>
            <a:r>
              <a:rPr b="0" dirty="0">
                <a:latin typeface="Ubuntu Light"/>
                <a:ea typeface="Ubuntu Light"/>
                <a:cs typeface="Ubuntu Light"/>
              </a:rPr>
              <a:t>faster and cheaper,</a:t>
            </a:r>
          </a:p>
          <a:p>
            <a:pPr algn="l">
              <a:defRPr sz="3300" b="0">
                <a:solidFill>
                  <a:srgbClr val="202D3E"/>
                </a:solidFill>
                <a:latin typeface="Ubuntu Light"/>
                <a:ea typeface="Ubuntu Light"/>
                <a:cs typeface="Ubuntu Light"/>
              </a:defRPr>
            </a:pPr>
            <a:r>
              <a:rPr b="0" dirty="0">
                <a:latin typeface="Ubuntu Light"/>
                <a:ea typeface="Ubuntu Light"/>
                <a:cs typeface="Ubuntu Light"/>
              </a:rPr>
              <a:t>with useful 100% coverage?</a:t>
            </a:r>
          </a:p>
        </p:txBody>
      </p:sp>
    </p:spTree>
    <p:extLst>
      <p:ext uri="{BB962C8B-B14F-4D97-AF65-F5344CB8AC3E}">
        <p14:creationId xmlns:p14="http://schemas.microsoft.com/office/powerpoint/2010/main" val="8134678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lide-title">
            <a:extLst>
              <a:ext uri="{FF2B5EF4-FFF2-40B4-BE49-F238E27FC236}">
                <a16:creationId xmlns:a16="http://schemas.microsoft.com/office/drawing/2014/main" id="{C367D5B0-16E4-435A-A5B8-30A4B50A4ABB}"/>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lang="en-US" b="0" dirty="0">
                <a:latin typeface="Ubuntu Light"/>
                <a:ea typeface="Ubuntu Light"/>
                <a:cs typeface="Ubuntu Light"/>
              </a:rPr>
              <a:t>Local End-to-End Test</a:t>
            </a:r>
            <a:endParaRPr b="0" dirty="0">
              <a:latin typeface="Ubuntu Light"/>
              <a:ea typeface="Ubuntu Light"/>
              <a:cs typeface="Ubuntu Light"/>
            </a:endParaRPr>
          </a:p>
        </p:txBody>
      </p:sp>
      <p:sp>
        <p:nvSpPr>
          <p:cNvPr id="2" name="local-why-0">
            <a:extLst>
              <a:ext uri="{FF2B5EF4-FFF2-40B4-BE49-F238E27FC236}">
                <a16:creationId xmlns:a16="http://schemas.microsoft.com/office/drawing/2014/main" id="{7361A3CB-A659-4D78-9885-06BA4DE19AB4}"/>
              </a:ext>
            </a:extLst>
          </p:cNvPr>
          <p:cNvSpPr>
            <a:spLocks noGrp="1"/>
          </p:cNvSpPr>
          <p:nvPr/>
        </p:nvSpPr>
        <p:spPr>
          <a:xfrm>
            <a:off x="619125" y="1790700"/>
            <a:ext cx="2714625" cy="304800"/>
          </a:xfrm>
          <a:prstGeom prst="rect">
            <a:avLst/>
          </a:prstGeom>
          <a:noFill/>
          <a:ln w="0">
            <a:noFill/>
          </a:ln>
        </p:spPr>
        <p:txBody>
          <a:bodyPr wrap="none" lIns="0" tIns="0" rIns="0" bIns="0" anchor="t">
            <a:noAutofit/>
          </a:bodyPr>
          <a:lstStyle>
            <a:defPPr algn="l">
              <a:defRPr sz="1575" b="0">
                <a:solidFill>
                  <a:srgbClr val="255DA8"/>
                </a:solidFill>
                <a:latin typeface="Ubuntu Light"/>
                <a:ea typeface="Ubuntu Light"/>
                <a:cs typeface="Ubuntu Light"/>
              </a:defRPr>
            </a:defPPr>
            <a:lvl1pPr algn="l">
              <a:defRPr sz="1575" b="0">
                <a:solidFill>
                  <a:srgbClr val="255DA8"/>
                </a:solidFill>
                <a:latin typeface="Ubuntu Light"/>
                <a:ea typeface="Ubuntu Light"/>
                <a:cs typeface="Ubuntu Light"/>
              </a:defRPr>
            </a:lvl1pPr>
            <a:lvl2pPr algn="l">
              <a:defRPr sz="1575" b="0">
                <a:solidFill>
                  <a:srgbClr val="255DA8"/>
                </a:solidFill>
                <a:latin typeface="Ubuntu Light"/>
                <a:ea typeface="Ubuntu Light"/>
                <a:cs typeface="Ubuntu Light"/>
              </a:defRPr>
            </a:lvl2pPr>
            <a:lvl3pPr algn="l">
              <a:defRPr sz="1575" b="0">
                <a:solidFill>
                  <a:srgbClr val="255DA8"/>
                </a:solidFill>
                <a:latin typeface="Ubuntu Light"/>
                <a:ea typeface="Ubuntu Light"/>
                <a:cs typeface="Ubuntu Light"/>
              </a:defRPr>
            </a:lvl3pPr>
            <a:lvl4pPr algn="l">
              <a:defRPr sz="1575" b="0">
                <a:solidFill>
                  <a:srgbClr val="255DA8"/>
                </a:solidFill>
                <a:latin typeface="Ubuntu Light"/>
                <a:ea typeface="Ubuntu Light"/>
                <a:cs typeface="Ubuntu Light"/>
              </a:defRPr>
            </a:lvl4pPr>
            <a:lvl5pPr algn="l">
              <a:defRPr sz="1575" b="0">
                <a:solidFill>
                  <a:srgbClr val="255DA8"/>
                </a:solidFill>
                <a:latin typeface="Ubuntu Light"/>
                <a:ea typeface="Ubuntu Light"/>
                <a:cs typeface="Ubuntu Light"/>
              </a:defRPr>
            </a:lvl5pPr>
            <a:lvl6pPr algn="l">
              <a:defRPr sz="1575" b="0">
                <a:solidFill>
                  <a:srgbClr val="255DA8"/>
                </a:solidFill>
                <a:latin typeface="Ubuntu Light"/>
                <a:ea typeface="Ubuntu Light"/>
                <a:cs typeface="Ubuntu Light"/>
              </a:defRPr>
            </a:lvl6pPr>
            <a:lvl7pPr algn="l">
              <a:defRPr sz="1575" b="0">
                <a:solidFill>
                  <a:srgbClr val="255DA8"/>
                </a:solidFill>
                <a:latin typeface="Ubuntu Light"/>
                <a:ea typeface="Ubuntu Light"/>
                <a:cs typeface="Ubuntu Light"/>
              </a:defRPr>
            </a:lvl7pPr>
            <a:lvl8pPr algn="l">
              <a:defRPr sz="1575" b="0">
                <a:solidFill>
                  <a:srgbClr val="255DA8"/>
                </a:solidFill>
                <a:latin typeface="Ubuntu Light"/>
                <a:ea typeface="Ubuntu Light"/>
                <a:cs typeface="Ubuntu Light"/>
              </a:defRPr>
            </a:lvl8pPr>
            <a:lvl9pPr algn="l">
              <a:defRPr sz="1575" b="0">
                <a:solidFill>
                  <a:srgbClr val="255DA8"/>
                </a:solidFill>
                <a:latin typeface="Ubuntu Light"/>
                <a:ea typeface="Ubuntu Light"/>
                <a:cs typeface="Ubuntu Light"/>
              </a:defRPr>
            </a:lvl9pPr>
          </a:lstStyle>
          <a:p>
            <a:pPr algn="l">
              <a:defRPr sz="1575" b="0">
                <a:solidFill>
                  <a:srgbClr val="255DA8"/>
                </a:solidFill>
                <a:latin typeface="Ubuntu Light"/>
                <a:ea typeface="Ubuntu Light"/>
                <a:cs typeface="Ubuntu Light"/>
              </a:defRPr>
            </a:pPr>
            <a:r>
              <a:rPr b="0" dirty="0">
                <a:latin typeface="Ubuntu Light"/>
                <a:ea typeface="Ubuntu Light"/>
                <a:cs typeface="Ubuntu Light"/>
              </a:rPr>
              <a:t>Reduce cloud deployments</a:t>
            </a:r>
          </a:p>
        </p:txBody>
      </p:sp>
      <p:sp>
        <p:nvSpPr>
          <p:cNvPr id="3" name="local-benefit-0">
            <a:extLst>
              <a:ext uri="{FF2B5EF4-FFF2-40B4-BE49-F238E27FC236}">
                <a16:creationId xmlns:a16="http://schemas.microsoft.com/office/drawing/2014/main" id="{D72827B3-16CF-472E-80D8-C94FB329C8E0}"/>
              </a:ext>
            </a:extLst>
          </p:cNvPr>
          <p:cNvSpPr>
            <a:spLocks noGrp="1"/>
          </p:cNvSpPr>
          <p:nvPr/>
        </p:nvSpPr>
        <p:spPr>
          <a:xfrm>
            <a:off x="3476625" y="1790700"/>
            <a:ext cx="5048250" cy="542925"/>
          </a:xfrm>
          <a:prstGeom prst="rect">
            <a:avLst/>
          </a:prstGeom>
          <a:noFill/>
          <a:ln w="0">
            <a:noFill/>
          </a:ln>
        </p:spPr>
        <p:txBody xmlns:a="http://schemas.openxmlformats.org/drawingml/2006/main" xmlns:p="http://schemas.openxmlformats.org/presentationml/2006/main">
          <a:bodyPr wrap="none" lIns="0" tIns="0" rIns="0" bIns="0" anchor="t">
            <a:noAutofit/>
          </a:bodyPr>
          <a:lstStyle>
            <a:defPPr algn="l">
              <a:defRPr sz="1500" b="0">
                <a:solidFill>
                  <a:srgbClr val="202D3E"/>
                </a:solidFill>
                <a:latin typeface="Ubuntu Light"/>
                <a:ea typeface="Ubuntu Light"/>
                <a:cs typeface="Ubuntu Light"/>
              </a:defRPr>
            </a:defPPr>
            <a:lvl1pPr algn="l">
              <a:defRPr sz="1500" b="0">
                <a:solidFill>
                  <a:srgbClr val="202D3E"/>
                </a:solidFill>
                <a:latin typeface="Ubuntu Light"/>
                <a:ea typeface="Ubuntu Light"/>
                <a:cs typeface="Ubuntu Light"/>
              </a:defRPr>
            </a:lvl1pPr>
            <a:lvl2pPr algn="l">
              <a:defRPr sz="1500" b="0">
                <a:solidFill>
                  <a:srgbClr val="202D3E"/>
                </a:solidFill>
                <a:latin typeface="Ubuntu Light"/>
                <a:ea typeface="Ubuntu Light"/>
                <a:cs typeface="Ubuntu Light"/>
              </a:defRPr>
            </a:lvl2pPr>
            <a:lvl3pPr algn="l">
              <a:defRPr sz="1500" b="0">
                <a:solidFill>
                  <a:srgbClr val="202D3E"/>
                </a:solidFill>
                <a:latin typeface="Ubuntu Light"/>
                <a:ea typeface="Ubuntu Light"/>
                <a:cs typeface="Ubuntu Light"/>
              </a:defRPr>
            </a:lvl3pPr>
            <a:lvl4pPr algn="l">
              <a:defRPr sz="1500" b="0">
                <a:solidFill>
                  <a:srgbClr val="202D3E"/>
                </a:solidFill>
                <a:latin typeface="Ubuntu Light"/>
                <a:ea typeface="Ubuntu Light"/>
                <a:cs typeface="Ubuntu Light"/>
              </a:defRPr>
            </a:lvl4pPr>
            <a:lvl5pPr algn="l">
              <a:defRPr sz="1500" b="0">
                <a:solidFill>
                  <a:srgbClr val="202D3E"/>
                </a:solidFill>
                <a:latin typeface="Ubuntu Light"/>
                <a:ea typeface="Ubuntu Light"/>
                <a:cs typeface="Ubuntu Light"/>
              </a:defRPr>
            </a:lvl5pPr>
            <a:lvl6pPr algn="l">
              <a:defRPr sz="1500" b="0">
                <a:solidFill>
                  <a:srgbClr val="202D3E"/>
                </a:solidFill>
                <a:latin typeface="Ubuntu Light"/>
                <a:ea typeface="Ubuntu Light"/>
                <a:cs typeface="Ubuntu Light"/>
              </a:defRPr>
            </a:lvl6pPr>
            <a:lvl7pPr algn="l">
              <a:defRPr sz="1500" b="0">
                <a:solidFill>
                  <a:srgbClr val="202D3E"/>
                </a:solidFill>
                <a:latin typeface="Ubuntu Light"/>
                <a:ea typeface="Ubuntu Light"/>
                <a:cs typeface="Ubuntu Light"/>
              </a:defRPr>
            </a:lvl7pPr>
            <a:lvl8pPr algn="l">
              <a:defRPr sz="1500" b="0">
                <a:solidFill>
                  <a:srgbClr val="202D3E"/>
                </a:solidFill>
                <a:latin typeface="Ubuntu Light"/>
                <a:ea typeface="Ubuntu Light"/>
                <a:cs typeface="Ubuntu Light"/>
              </a:defRPr>
            </a:lvl8pPr>
            <a:lvl9pPr algn="l">
              <a:defRPr sz="1500" b="0">
                <a:solidFill>
                  <a:srgbClr val="202D3E"/>
                </a:solidFill>
                <a:latin typeface="Ubuntu Light"/>
                <a:ea typeface="Ubuntu Light"/>
                <a:cs typeface="Ubuntu Light"/>
              </a:defRPr>
            </a:lvl9pPr>
          </a:lstStyle>
          <a:p>
            <a:pPr algn="l">
              <a:defRPr sz="1500" b="0">
                <a:solidFill>
                  <a:srgbClr val="202D3E"/>
                </a:solidFill>
                <a:latin typeface="Ubuntu Light"/>
                <a:ea typeface="Ubuntu Light"/>
                <a:cs typeface="Ubuntu Light"/>
              </a:defRPr>
            </a:pPr>
            <a:r>
              <a:rPr b="0" dirty="0">
                <a:latin typeface="Ubuntu Light"/>
                <a:ea typeface="Ubuntu Light"/>
                <a:cs typeface="Ubuntu Light"/>
              </a:rPr>
              <a:t>Run the workflow and its services locally</a:t>
            </a:r>
          </a:p>
          <a:p>
            <a:pPr algn="l">
              <a:defRPr sz="1500" b="0">
                <a:solidFill>
                  <a:srgbClr val="202D3E"/>
                </a:solidFill>
                <a:latin typeface="Ubuntu Light"/>
                <a:ea typeface="Ubuntu Light"/>
                <a:cs typeface="Ubuntu Light"/>
              </a:defRPr>
            </a:pPr>
            <a:r>
              <a:rPr b="0" dirty="0">
                <a:latin typeface="Ubuntu Light"/>
                <a:ea typeface="Ubuntu Light"/>
                <a:cs typeface="Ubuntu Light"/>
              </a:rPr>
              <a:t>without creating any AWS resources.</a:t>
            </a:r>
          </a:p>
        </p:txBody>
      </p:sp>
      <p:cxnSp>
        <p:nvCxnSpPr>
          <p:cNvPr id="4" name="local-row-rule-0">
            <a:extLst>
              <a:ext uri="{FF2B5EF4-FFF2-40B4-BE49-F238E27FC236}">
                <a16:creationId xmlns:a16="http://schemas.microsoft.com/office/drawing/2014/main" id="{1D3C0687-0242-4E5F-874B-1754AA9A1743}"/>
              </a:ext>
            </a:extLst>
          </p:cNvPr>
          <p:cNvCxnSpPr/>
          <p:nvPr/>
        </p:nvCxnSpPr>
        <p:spPr>
          <a:xfrm>
            <a:off x="619125" y="2447925"/>
            <a:ext cx="7905750" cy="0"/>
          </a:xfrm>
          <a:prstGeom prst="straightConnector1">
            <a:avLst/>
          </a:prstGeom>
          <a:ln w="9525">
            <a:solidFill>
              <a:srgbClr val="D6DFE9"/>
            </a:solidFill>
          </a:ln>
        </p:spPr>
      </p:cxnSp>
      <p:sp>
        <p:nvSpPr>
          <p:cNvPr id="5" name="local-why-1">
            <a:extLst>
              <a:ext uri="{FF2B5EF4-FFF2-40B4-BE49-F238E27FC236}">
                <a16:creationId xmlns:a16="http://schemas.microsoft.com/office/drawing/2014/main" id="{CDBD04A1-FD18-45DF-ACFD-071841F8CF71}"/>
              </a:ext>
            </a:extLst>
          </p:cNvPr>
          <p:cNvSpPr>
            <a:spLocks noGrp="1"/>
          </p:cNvSpPr>
          <p:nvPr/>
        </p:nvSpPr>
        <p:spPr>
          <a:xfrm>
            <a:off x="619125" y="2743200"/>
            <a:ext cx="2714625" cy="304800"/>
          </a:xfrm>
          <a:prstGeom prst="rect">
            <a:avLst/>
          </a:prstGeom>
          <a:noFill/>
          <a:ln w="0">
            <a:noFill/>
          </a:ln>
        </p:spPr>
        <p:txBody>
          <a:bodyPr wrap="none" lIns="0" tIns="0" rIns="0" bIns="0" anchor="t">
            <a:noAutofit/>
          </a:bodyPr>
          <a:lstStyle>
            <a:defPPr algn="l">
              <a:defRPr sz="1575" b="0">
                <a:solidFill>
                  <a:srgbClr val="255DA8"/>
                </a:solidFill>
                <a:latin typeface="Ubuntu Light"/>
                <a:ea typeface="Ubuntu Light"/>
                <a:cs typeface="Ubuntu Light"/>
              </a:defRPr>
            </a:defPPr>
            <a:lvl1pPr algn="l">
              <a:defRPr sz="1575" b="0">
                <a:solidFill>
                  <a:srgbClr val="255DA8"/>
                </a:solidFill>
                <a:latin typeface="Ubuntu Light"/>
                <a:ea typeface="Ubuntu Light"/>
                <a:cs typeface="Ubuntu Light"/>
              </a:defRPr>
            </a:lvl1pPr>
            <a:lvl2pPr algn="l">
              <a:defRPr sz="1575" b="0">
                <a:solidFill>
                  <a:srgbClr val="255DA8"/>
                </a:solidFill>
                <a:latin typeface="Ubuntu Light"/>
                <a:ea typeface="Ubuntu Light"/>
                <a:cs typeface="Ubuntu Light"/>
              </a:defRPr>
            </a:lvl2pPr>
            <a:lvl3pPr algn="l">
              <a:defRPr sz="1575" b="0">
                <a:solidFill>
                  <a:srgbClr val="255DA8"/>
                </a:solidFill>
                <a:latin typeface="Ubuntu Light"/>
                <a:ea typeface="Ubuntu Light"/>
                <a:cs typeface="Ubuntu Light"/>
              </a:defRPr>
            </a:lvl3pPr>
            <a:lvl4pPr algn="l">
              <a:defRPr sz="1575" b="0">
                <a:solidFill>
                  <a:srgbClr val="255DA8"/>
                </a:solidFill>
                <a:latin typeface="Ubuntu Light"/>
                <a:ea typeface="Ubuntu Light"/>
                <a:cs typeface="Ubuntu Light"/>
              </a:defRPr>
            </a:lvl4pPr>
            <a:lvl5pPr algn="l">
              <a:defRPr sz="1575" b="0">
                <a:solidFill>
                  <a:srgbClr val="255DA8"/>
                </a:solidFill>
                <a:latin typeface="Ubuntu Light"/>
                <a:ea typeface="Ubuntu Light"/>
                <a:cs typeface="Ubuntu Light"/>
              </a:defRPr>
            </a:lvl5pPr>
            <a:lvl6pPr algn="l">
              <a:defRPr sz="1575" b="0">
                <a:solidFill>
                  <a:srgbClr val="255DA8"/>
                </a:solidFill>
                <a:latin typeface="Ubuntu Light"/>
                <a:ea typeface="Ubuntu Light"/>
                <a:cs typeface="Ubuntu Light"/>
              </a:defRPr>
            </a:lvl6pPr>
            <a:lvl7pPr algn="l">
              <a:defRPr sz="1575" b="0">
                <a:solidFill>
                  <a:srgbClr val="255DA8"/>
                </a:solidFill>
                <a:latin typeface="Ubuntu Light"/>
                <a:ea typeface="Ubuntu Light"/>
                <a:cs typeface="Ubuntu Light"/>
              </a:defRPr>
            </a:lvl7pPr>
            <a:lvl8pPr algn="l">
              <a:defRPr sz="1575" b="0">
                <a:solidFill>
                  <a:srgbClr val="255DA8"/>
                </a:solidFill>
                <a:latin typeface="Ubuntu Light"/>
                <a:ea typeface="Ubuntu Light"/>
                <a:cs typeface="Ubuntu Light"/>
              </a:defRPr>
            </a:lvl8pPr>
            <a:lvl9pPr algn="l">
              <a:defRPr sz="1575" b="0">
                <a:solidFill>
                  <a:srgbClr val="255DA8"/>
                </a:solidFill>
                <a:latin typeface="Ubuntu Light"/>
                <a:ea typeface="Ubuntu Light"/>
                <a:cs typeface="Ubuntu Light"/>
              </a:defRPr>
            </a:lvl9pPr>
          </a:lstStyle>
          <a:p>
            <a:pPr algn="l">
              <a:defRPr sz="1575" b="0">
                <a:solidFill>
                  <a:srgbClr val="255DA8"/>
                </a:solidFill>
                <a:latin typeface="Ubuntu Light"/>
                <a:ea typeface="Ubuntu Light"/>
                <a:cs typeface="Ubuntu Light"/>
              </a:defRPr>
            </a:pPr>
            <a:r>
              <a:rPr lang="en-US" b="0" dirty="0">
                <a:latin typeface="Ubuntu Light"/>
                <a:ea typeface="Ubuntu Light"/>
                <a:cs typeface="Ubuntu Light"/>
              </a:rPr>
              <a:t>Speed up Testing</a:t>
            </a:r>
            <a:endParaRPr b="0" dirty="0">
              <a:latin typeface="Ubuntu Light"/>
              <a:ea typeface="Ubuntu Light"/>
              <a:cs typeface="Ubuntu Light"/>
            </a:endParaRPr>
          </a:p>
        </p:txBody>
      </p:sp>
      <p:sp>
        <p:nvSpPr>
          <p:cNvPr id="6" name="local-benefit-1">
            <a:extLst>
              <a:ext uri="{FF2B5EF4-FFF2-40B4-BE49-F238E27FC236}">
                <a16:creationId xmlns:a16="http://schemas.microsoft.com/office/drawing/2014/main" id="{646CDB93-CEDD-4BDF-99E6-F35A28EC3609}"/>
              </a:ext>
            </a:extLst>
          </p:cNvPr>
          <p:cNvSpPr>
            <a:spLocks noGrp="1"/>
          </p:cNvSpPr>
          <p:nvPr/>
        </p:nvSpPr>
        <p:spPr>
          <a:xfrm>
            <a:off x="3476625" y="2743200"/>
            <a:ext cx="5048250" cy="542925"/>
          </a:xfrm>
          <a:prstGeom prst="rect">
            <a:avLst/>
          </a:prstGeom>
          <a:noFill/>
          <a:ln w="0">
            <a:noFill/>
          </a:ln>
        </p:spPr>
        <p:txBody xmlns:a="http://schemas.openxmlformats.org/drawingml/2006/main" xmlns:p="http://schemas.openxmlformats.org/presentationml/2006/main">
          <a:bodyPr wrap="none" lIns="0" tIns="0" rIns="0" bIns="0" anchor="t">
            <a:noAutofit/>
          </a:bodyPr>
          <a:lstStyle>
            <a:defPPr algn="l">
              <a:defRPr sz="1500" b="0">
                <a:solidFill>
                  <a:srgbClr val="202D3E"/>
                </a:solidFill>
                <a:latin typeface="Ubuntu Light"/>
                <a:ea typeface="Ubuntu Light"/>
                <a:cs typeface="Ubuntu Light"/>
              </a:defRPr>
            </a:defPPr>
            <a:lvl1pPr algn="l">
              <a:defRPr sz="1500" b="0">
                <a:solidFill>
                  <a:srgbClr val="202D3E"/>
                </a:solidFill>
                <a:latin typeface="Ubuntu Light"/>
                <a:ea typeface="Ubuntu Light"/>
                <a:cs typeface="Ubuntu Light"/>
              </a:defRPr>
            </a:lvl1pPr>
            <a:lvl2pPr algn="l">
              <a:defRPr sz="1500" b="0">
                <a:solidFill>
                  <a:srgbClr val="202D3E"/>
                </a:solidFill>
                <a:latin typeface="Ubuntu Light"/>
                <a:ea typeface="Ubuntu Light"/>
                <a:cs typeface="Ubuntu Light"/>
              </a:defRPr>
            </a:lvl2pPr>
            <a:lvl3pPr algn="l">
              <a:defRPr sz="1500" b="0">
                <a:solidFill>
                  <a:srgbClr val="202D3E"/>
                </a:solidFill>
                <a:latin typeface="Ubuntu Light"/>
                <a:ea typeface="Ubuntu Light"/>
                <a:cs typeface="Ubuntu Light"/>
              </a:defRPr>
            </a:lvl3pPr>
            <a:lvl4pPr algn="l">
              <a:defRPr sz="1500" b="0">
                <a:solidFill>
                  <a:srgbClr val="202D3E"/>
                </a:solidFill>
                <a:latin typeface="Ubuntu Light"/>
                <a:ea typeface="Ubuntu Light"/>
                <a:cs typeface="Ubuntu Light"/>
              </a:defRPr>
            </a:lvl4pPr>
            <a:lvl5pPr algn="l">
              <a:defRPr sz="1500" b="0">
                <a:solidFill>
                  <a:srgbClr val="202D3E"/>
                </a:solidFill>
                <a:latin typeface="Ubuntu Light"/>
                <a:ea typeface="Ubuntu Light"/>
                <a:cs typeface="Ubuntu Light"/>
              </a:defRPr>
            </a:lvl5pPr>
            <a:lvl6pPr algn="l">
              <a:defRPr sz="1500" b="0">
                <a:solidFill>
                  <a:srgbClr val="202D3E"/>
                </a:solidFill>
                <a:latin typeface="Ubuntu Light"/>
                <a:ea typeface="Ubuntu Light"/>
                <a:cs typeface="Ubuntu Light"/>
              </a:defRPr>
            </a:lvl6pPr>
            <a:lvl7pPr algn="l">
              <a:defRPr sz="1500" b="0">
                <a:solidFill>
                  <a:srgbClr val="202D3E"/>
                </a:solidFill>
                <a:latin typeface="Ubuntu Light"/>
                <a:ea typeface="Ubuntu Light"/>
                <a:cs typeface="Ubuntu Light"/>
              </a:defRPr>
            </a:lvl7pPr>
            <a:lvl8pPr algn="l">
              <a:defRPr sz="1500" b="0">
                <a:solidFill>
                  <a:srgbClr val="202D3E"/>
                </a:solidFill>
                <a:latin typeface="Ubuntu Light"/>
                <a:ea typeface="Ubuntu Light"/>
                <a:cs typeface="Ubuntu Light"/>
              </a:defRPr>
            </a:lvl8pPr>
            <a:lvl9pPr algn="l">
              <a:defRPr sz="1500" b="0">
                <a:solidFill>
                  <a:srgbClr val="202D3E"/>
                </a:solidFill>
                <a:latin typeface="Ubuntu Light"/>
                <a:ea typeface="Ubuntu Light"/>
                <a:cs typeface="Ubuntu Light"/>
              </a:defRPr>
            </a:lvl9pPr>
          </a:lstStyle>
          <a:p>
            <a:pPr algn="l">
              <a:defRPr sz="1500" b="0">
                <a:solidFill>
                  <a:srgbClr val="202D3E"/>
                </a:solidFill>
                <a:latin typeface="Ubuntu Light"/>
                <a:ea typeface="Ubuntu Light"/>
                <a:cs typeface="Ubuntu Light"/>
              </a:defRPr>
            </a:pPr>
            <a:r>
              <a:rPr lang="en-US" b="0" dirty="0">
                <a:latin typeface="Ubuntu Light"/>
                <a:ea typeface="Ubuntu Light"/>
                <a:cs typeface="Ubuntu Light"/>
              </a:rPr>
              <a:t>Avoid deploying infrastructure to AWS</a:t>
            </a:r>
          </a:p>
          <a:p>
            <a:pPr algn="l">
              <a:defRPr sz="1500" b="0">
                <a:solidFill>
                  <a:srgbClr val="202D3E"/>
                </a:solidFill>
                <a:latin typeface="Ubuntu Light"/>
                <a:ea typeface="Ubuntu Light"/>
                <a:cs typeface="Ubuntu Light"/>
              </a:defRPr>
            </a:pPr>
            <a:r>
              <a:rPr lang="en-US" b="0" dirty="0">
                <a:latin typeface="Ubuntu Light"/>
                <a:ea typeface="Ubuntu Light"/>
                <a:cs typeface="Ubuntu Light"/>
              </a:rPr>
              <a:t>to shorten the feedback loop.</a:t>
            </a:r>
          </a:p>
        </p:txBody>
      </p:sp>
    </p:spTree>
    <p:extLst>
      <p:ext uri="{BB962C8B-B14F-4D97-AF65-F5344CB8AC3E}">
        <p14:creationId xmlns:p14="http://schemas.microsoft.com/office/powerpoint/2010/main" val="12706008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title">
            <a:extLst>
              <a:ext uri="{FF2B5EF4-FFF2-40B4-BE49-F238E27FC236}">
                <a16:creationId xmlns:a16="http://schemas.microsoft.com/office/drawing/2014/main" id="{2F3AF91A-AB2F-4F78-8C22-9AFE693AD472}"/>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buNone/>
              <a:defRPr sz="2250" b="0">
                <a:solidFill>
                  <a:srgbClr val="202D3E"/>
                </a:solidFill>
                <a:latin typeface="Ubuntu Light"/>
                <a:ea typeface="Ubuntu Light"/>
                <a:cs typeface="Ubuntu Light"/>
              </a:defRPr>
            </a:lvl1pPr>
            <a:lvl2pPr algn="l">
              <a:buNone/>
              <a:defRPr sz="2250" b="0">
                <a:solidFill>
                  <a:srgbClr val="202D3E"/>
                </a:solidFill>
                <a:latin typeface="Ubuntu Light"/>
                <a:ea typeface="Ubuntu Light"/>
                <a:cs typeface="Ubuntu Light"/>
              </a:defRPr>
            </a:lvl2pPr>
            <a:lvl3pPr algn="l">
              <a:buNone/>
              <a:defRPr sz="2250" b="0">
                <a:solidFill>
                  <a:srgbClr val="202D3E"/>
                </a:solidFill>
                <a:latin typeface="Ubuntu Light"/>
                <a:ea typeface="Ubuntu Light"/>
                <a:cs typeface="Ubuntu Light"/>
              </a:defRPr>
            </a:lvl3pPr>
            <a:lvl4pPr algn="l">
              <a:buNone/>
              <a:defRPr sz="2250" b="0">
                <a:solidFill>
                  <a:srgbClr val="202D3E"/>
                </a:solidFill>
                <a:latin typeface="Ubuntu Light"/>
                <a:ea typeface="Ubuntu Light"/>
                <a:cs typeface="Ubuntu Light"/>
              </a:defRPr>
            </a:lvl4pPr>
            <a:lvl5pPr algn="l">
              <a:buNone/>
              <a:defRPr sz="2250" b="0">
                <a:solidFill>
                  <a:srgbClr val="202D3E"/>
                </a:solidFill>
                <a:latin typeface="Ubuntu Light"/>
                <a:ea typeface="Ubuntu Light"/>
                <a:cs typeface="Ubuntu Light"/>
              </a:defRPr>
            </a:lvl5pPr>
            <a:lvl6pPr algn="l">
              <a:buNone/>
              <a:defRPr sz="2250" b="0">
                <a:solidFill>
                  <a:srgbClr val="202D3E"/>
                </a:solidFill>
                <a:latin typeface="Ubuntu Light"/>
                <a:ea typeface="Ubuntu Light"/>
                <a:cs typeface="Ubuntu Light"/>
              </a:defRPr>
            </a:lvl6pPr>
            <a:lvl7pPr algn="l">
              <a:buNone/>
              <a:defRPr sz="2250" b="0">
                <a:solidFill>
                  <a:srgbClr val="202D3E"/>
                </a:solidFill>
                <a:latin typeface="Ubuntu Light"/>
                <a:ea typeface="Ubuntu Light"/>
                <a:cs typeface="Ubuntu Light"/>
              </a:defRPr>
            </a:lvl7pPr>
            <a:lvl8pPr algn="l">
              <a:buNone/>
              <a:defRPr sz="2250" b="0">
                <a:solidFill>
                  <a:srgbClr val="202D3E"/>
                </a:solidFill>
                <a:latin typeface="Ubuntu Light"/>
                <a:ea typeface="Ubuntu Light"/>
                <a:cs typeface="Ubuntu Light"/>
              </a:defRPr>
            </a:lvl8pPr>
            <a:lvl9pPr algn="l">
              <a:buNone/>
              <a:defRPr sz="2250" b="0">
                <a:solidFill>
                  <a:srgbClr val="202D3E"/>
                </a:solidFill>
                <a:latin typeface="Ubuntu Light"/>
                <a:ea typeface="Ubuntu Light"/>
                <a:cs typeface="Ubuntu Light"/>
              </a:defRPr>
            </a:lvl9pPr>
          </a:lstStyle>
          <a:p>
            <a:pPr algn="l">
              <a:buNone/>
              <a:defRPr sz="2250" b="0">
                <a:solidFill>
                  <a:srgbClr val="202D3E"/>
                </a:solidFill>
                <a:latin typeface="Ubuntu Light"/>
                <a:ea typeface="Ubuntu Light"/>
                <a:cs typeface="Ubuntu Light"/>
              </a:defRPr>
            </a:pPr>
            <a:r>
              <a:rPr b="0">
                <a:latin typeface="Ubuntu Light"/>
                <a:ea typeface="Ubuntu Light"/>
                <a:cs typeface="Ubuntu Light"/>
              </a:rPr>
              <a:t>How much code coverage is enough?</a:t>
            </a:r>
          </a:p>
        </p:txBody>
      </p:sp>
      <p:sp>
        <p:nvSpPr>
          <p:cNvPr id="2" name="coverage-thresholds">
            <a:extLst>
              <a:ext uri="{FF2B5EF4-FFF2-40B4-BE49-F238E27FC236}">
                <a16:creationId xmlns:a16="http://schemas.microsoft.com/office/drawing/2014/main" id="{0D491473-8CBF-457B-BF03-91EA939B107B}"/>
              </a:ext>
            </a:extLst>
          </p:cNvPr>
          <p:cNvSpPr>
            <a:spLocks noGrp="1"/>
          </p:cNvSpPr>
          <p:nvPr/>
        </p:nvSpPr>
        <p:spPr>
          <a:xfrm>
            <a:off x="619125" y="1628775"/>
            <a:ext cx="7905750" cy="361950"/>
          </a:xfrm>
          <a:prstGeom prst="rect">
            <a:avLst/>
          </a:prstGeom>
          <a:noFill/>
          <a:ln w="0">
            <a:noFill/>
          </a:ln>
        </p:spPr>
        <p:txBody>
          <a:bodyPr wrap="none" lIns="0" tIns="0" rIns="0" bIns="0" anchor="t">
            <a:noAutofit/>
          </a:bodyPr>
          <a:lstStyle>
            <a:defPPr algn="l">
              <a:defRPr sz="1950" b="0">
                <a:solidFill>
                  <a:srgbClr val="202D3E"/>
                </a:solidFill>
                <a:latin typeface="Menlo"/>
                <a:ea typeface="Menlo"/>
                <a:cs typeface="Menlo"/>
              </a:defRPr>
            </a:defPPr>
            <a:lvl1pPr algn="l">
              <a:defRPr sz="1950" b="0">
                <a:solidFill>
                  <a:srgbClr val="202D3E"/>
                </a:solidFill>
                <a:latin typeface="Menlo"/>
                <a:ea typeface="Menlo"/>
                <a:cs typeface="Menlo"/>
              </a:defRPr>
            </a:lvl1pPr>
            <a:lvl2pPr algn="l">
              <a:defRPr sz="1950" b="0">
                <a:solidFill>
                  <a:srgbClr val="202D3E"/>
                </a:solidFill>
                <a:latin typeface="Menlo"/>
                <a:ea typeface="Menlo"/>
                <a:cs typeface="Menlo"/>
              </a:defRPr>
            </a:lvl2pPr>
            <a:lvl3pPr algn="l">
              <a:defRPr sz="1950" b="0">
                <a:solidFill>
                  <a:srgbClr val="202D3E"/>
                </a:solidFill>
                <a:latin typeface="Menlo"/>
                <a:ea typeface="Menlo"/>
                <a:cs typeface="Menlo"/>
              </a:defRPr>
            </a:lvl3pPr>
            <a:lvl4pPr algn="l">
              <a:defRPr sz="1950" b="0">
                <a:solidFill>
                  <a:srgbClr val="202D3E"/>
                </a:solidFill>
                <a:latin typeface="Menlo"/>
                <a:ea typeface="Menlo"/>
                <a:cs typeface="Menlo"/>
              </a:defRPr>
            </a:lvl4pPr>
            <a:lvl5pPr algn="l">
              <a:defRPr sz="1950" b="0">
                <a:solidFill>
                  <a:srgbClr val="202D3E"/>
                </a:solidFill>
                <a:latin typeface="Menlo"/>
                <a:ea typeface="Menlo"/>
                <a:cs typeface="Menlo"/>
              </a:defRPr>
            </a:lvl5pPr>
            <a:lvl6pPr algn="l">
              <a:defRPr sz="1950" b="0">
                <a:solidFill>
                  <a:srgbClr val="202D3E"/>
                </a:solidFill>
                <a:latin typeface="Menlo"/>
                <a:ea typeface="Menlo"/>
                <a:cs typeface="Menlo"/>
              </a:defRPr>
            </a:lvl6pPr>
            <a:lvl7pPr algn="l">
              <a:defRPr sz="1950" b="0">
                <a:solidFill>
                  <a:srgbClr val="202D3E"/>
                </a:solidFill>
                <a:latin typeface="Menlo"/>
                <a:ea typeface="Menlo"/>
                <a:cs typeface="Menlo"/>
              </a:defRPr>
            </a:lvl7pPr>
            <a:lvl8pPr algn="l">
              <a:defRPr sz="1950" b="0">
                <a:solidFill>
                  <a:srgbClr val="202D3E"/>
                </a:solidFill>
                <a:latin typeface="Menlo"/>
                <a:ea typeface="Menlo"/>
                <a:cs typeface="Menlo"/>
              </a:defRPr>
            </a:lvl8pPr>
            <a:lvl9pPr algn="l">
              <a:defRPr sz="1950" b="0">
                <a:solidFill>
                  <a:srgbClr val="202D3E"/>
                </a:solidFill>
                <a:latin typeface="Menlo"/>
                <a:ea typeface="Menlo"/>
                <a:cs typeface="Menlo"/>
              </a:defRPr>
            </a:lvl9pPr>
          </a:lstStyle>
          <a:p>
            <a:pPr algn="l">
              <a:defRPr sz="1950" b="0">
                <a:solidFill>
                  <a:srgbClr val="202D3E"/>
                </a:solidFill>
                <a:latin typeface="Menlo"/>
                <a:ea typeface="Menlo"/>
                <a:cs typeface="Menlo"/>
              </a:defRPr>
            </a:pPr>
            <a:r>
              <a:rPr b="0" dirty="0">
                <a:latin typeface="Menlo"/>
                <a:ea typeface="Menlo"/>
                <a:cs typeface="Menlo"/>
              </a:rPr>
              <a:t>90%? 95%? 99%? 99.9%?</a:t>
            </a:r>
          </a:p>
        </p:txBody>
      </p:sp>
      <p:sp>
        <p:nvSpPr>
          <p:cNvPr id="3" name="coverage-question">
            <a:extLst>
              <a:ext uri="{FF2B5EF4-FFF2-40B4-BE49-F238E27FC236}">
                <a16:creationId xmlns:a16="http://schemas.microsoft.com/office/drawing/2014/main" id="{8EB09127-6AFD-4236-9F56-4207FF13A6BD}"/>
              </a:ext>
            </a:extLst>
          </p:cNvPr>
          <p:cNvSpPr>
            <a:spLocks noGrp="1"/>
          </p:cNvSpPr>
          <p:nvPr/>
        </p:nvSpPr>
        <p:spPr>
          <a:xfrm>
            <a:off x="619125" y="2114550"/>
            <a:ext cx="7905750" cy="361950"/>
          </a:xfrm>
          <a:prstGeom prst="rect">
            <a:avLst/>
          </a:prstGeom>
          <a:noFill/>
          <a:ln w="0">
            <a:noFill/>
          </a:ln>
        </p:spPr>
        <p:txBody>
          <a:bodyPr wrap="none" lIns="0" tIns="0" rIns="0" bIns="0" anchor="t">
            <a:noAutofit/>
          </a:bodyPr>
          <a:lstStyle>
            <a:defPPr algn="l">
              <a:defRPr sz="1950" b="0">
                <a:solidFill>
                  <a:srgbClr val="202D3E"/>
                </a:solidFill>
                <a:latin typeface="Ubuntu Light"/>
                <a:ea typeface="Ubuntu Light"/>
                <a:cs typeface="Ubuntu Light"/>
              </a:defRPr>
            </a:defPPr>
            <a:lvl1pPr algn="l">
              <a:defRPr sz="1950" b="0">
                <a:solidFill>
                  <a:srgbClr val="202D3E"/>
                </a:solidFill>
                <a:latin typeface="Ubuntu Light"/>
                <a:ea typeface="Ubuntu Light"/>
                <a:cs typeface="Ubuntu Light"/>
              </a:defRPr>
            </a:lvl1pPr>
            <a:lvl2pPr algn="l">
              <a:defRPr sz="1950" b="0">
                <a:solidFill>
                  <a:srgbClr val="202D3E"/>
                </a:solidFill>
                <a:latin typeface="Ubuntu Light"/>
                <a:ea typeface="Ubuntu Light"/>
                <a:cs typeface="Ubuntu Light"/>
              </a:defRPr>
            </a:lvl2pPr>
            <a:lvl3pPr algn="l">
              <a:defRPr sz="1950" b="0">
                <a:solidFill>
                  <a:srgbClr val="202D3E"/>
                </a:solidFill>
                <a:latin typeface="Ubuntu Light"/>
                <a:ea typeface="Ubuntu Light"/>
                <a:cs typeface="Ubuntu Light"/>
              </a:defRPr>
            </a:lvl3pPr>
            <a:lvl4pPr algn="l">
              <a:defRPr sz="1950" b="0">
                <a:solidFill>
                  <a:srgbClr val="202D3E"/>
                </a:solidFill>
                <a:latin typeface="Ubuntu Light"/>
                <a:ea typeface="Ubuntu Light"/>
                <a:cs typeface="Ubuntu Light"/>
              </a:defRPr>
            </a:lvl4pPr>
            <a:lvl5pPr algn="l">
              <a:defRPr sz="1950" b="0">
                <a:solidFill>
                  <a:srgbClr val="202D3E"/>
                </a:solidFill>
                <a:latin typeface="Ubuntu Light"/>
                <a:ea typeface="Ubuntu Light"/>
                <a:cs typeface="Ubuntu Light"/>
              </a:defRPr>
            </a:lvl5pPr>
            <a:lvl6pPr algn="l">
              <a:defRPr sz="1950" b="0">
                <a:solidFill>
                  <a:srgbClr val="202D3E"/>
                </a:solidFill>
                <a:latin typeface="Ubuntu Light"/>
                <a:ea typeface="Ubuntu Light"/>
                <a:cs typeface="Ubuntu Light"/>
              </a:defRPr>
            </a:lvl6pPr>
            <a:lvl7pPr algn="l">
              <a:defRPr sz="1950" b="0">
                <a:solidFill>
                  <a:srgbClr val="202D3E"/>
                </a:solidFill>
                <a:latin typeface="Ubuntu Light"/>
                <a:ea typeface="Ubuntu Light"/>
                <a:cs typeface="Ubuntu Light"/>
              </a:defRPr>
            </a:lvl7pPr>
            <a:lvl8pPr algn="l">
              <a:defRPr sz="1950" b="0">
                <a:solidFill>
                  <a:srgbClr val="202D3E"/>
                </a:solidFill>
                <a:latin typeface="Ubuntu Light"/>
                <a:ea typeface="Ubuntu Light"/>
                <a:cs typeface="Ubuntu Light"/>
              </a:defRPr>
            </a:lvl8pPr>
            <a:lvl9pPr algn="l">
              <a:defRPr sz="1950" b="0">
                <a:solidFill>
                  <a:srgbClr val="202D3E"/>
                </a:solidFill>
                <a:latin typeface="Ubuntu Light"/>
                <a:ea typeface="Ubuntu Light"/>
                <a:cs typeface="Ubuntu Light"/>
              </a:defRPr>
            </a:lvl9pPr>
          </a:lstStyle>
          <a:p>
            <a:pPr algn="l">
              <a:defRPr sz="1950" b="0">
                <a:solidFill>
                  <a:srgbClr val="202D3E"/>
                </a:solidFill>
                <a:latin typeface="Ubuntu Light"/>
                <a:ea typeface="Ubuntu Light"/>
                <a:cs typeface="Ubuntu Light"/>
              </a:defRPr>
            </a:pPr>
            <a:r>
              <a:rPr b="0">
                <a:latin typeface="Ubuntu Light"/>
                <a:ea typeface="Ubuntu Light"/>
                <a:cs typeface="Ubuntu Light"/>
              </a:rPr>
              <a:t>Which statement or branch can we leave untested?</a:t>
            </a:r>
          </a:p>
        </p:txBody>
      </p:sp>
      <p:sp>
        <p:nvSpPr>
          <p:cNvPr id="4" name="coverage-goal">
            <a:extLst>
              <a:ext uri="{FF2B5EF4-FFF2-40B4-BE49-F238E27FC236}">
                <a16:creationId xmlns:a16="http://schemas.microsoft.com/office/drawing/2014/main" id="{01A76717-FE40-447B-B391-E6F8DF19454A}"/>
              </a:ext>
            </a:extLst>
          </p:cNvPr>
          <p:cNvSpPr>
            <a:spLocks noGrp="1"/>
          </p:cNvSpPr>
          <p:nvPr/>
        </p:nvSpPr>
        <p:spPr>
          <a:xfrm>
            <a:off x="619125" y="3086100"/>
            <a:ext cx="1905000" cy="609600"/>
          </a:xfrm>
          <a:prstGeom prst="rect">
            <a:avLst/>
          </a:prstGeom>
          <a:noFill/>
          <a:ln w="0">
            <a:noFill/>
          </a:ln>
        </p:spPr>
        <p:txBody>
          <a:bodyPr wrap="none" lIns="0" tIns="0" rIns="0" bIns="0" anchor="t">
            <a:noAutofit/>
          </a:bodyPr>
          <a:lstStyle>
            <a:defPPr algn="l">
              <a:defRPr sz="3600" b="0">
                <a:solidFill>
                  <a:srgbClr val="126447"/>
                </a:solidFill>
                <a:latin typeface="Ubuntu Light"/>
                <a:ea typeface="Ubuntu Light"/>
                <a:cs typeface="Ubuntu Light"/>
              </a:defRPr>
            </a:defPPr>
            <a:lvl1pPr algn="l">
              <a:defRPr sz="3600" b="0">
                <a:solidFill>
                  <a:srgbClr val="126447"/>
                </a:solidFill>
                <a:latin typeface="Ubuntu Light"/>
                <a:ea typeface="Ubuntu Light"/>
                <a:cs typeface="Ubuntu Light"/>
              </a:defRPr>
            </a:lvl1pPr>
            <a:lvl2pPr algn="l">
              <a:defRPr sz="3600" b="0">
                <a:solidFill>
                  <a:srgbClr val="126447"/>
                </a:solidFill>
                <a:latin typeface="Ubuntu Light"/>
                <a:ea typeface="Ubuntu Light"/>
                <a:cs typeface="Ubuntu Light"/>
              </a:defRPr>
            </a:lvl2pPr>
            <a:lvl3pPr algn="l">
              <a:defRPr sz="3600" b="0">
                <a:solidFill>
                  <a:srgbClr val="126447"/>
                </a:solidFill>
                <a:latin typeface="Ubuntu Light"/>
                <a:ea typeface="Ubuntu Light"/>
                <a:cs typeface="Ubuntu Light"/>
              </a:defRPr>
            </a:lvl3pPr>
            <a:lvl4pPr algn="l">
              <a:defRPr sz="3600" b="0">
                <a:solidFill>
                  <a:srgbClr val="126447"/>
                </a:solidFill>
                <a:latin typeface="Ubuntu Light"/>
                <a:ea typeface="Ubuntu Light"/>
                <a:cs typeface="Ubuntu Light"/>
              </a:defRPr>
            </a:lvl4pPr>
            <a:lvl5pPr algn="l">
              <a:defRPr sz="3600" b="0">
                <a:solidFill>
                  <a:srgbClr val="126447"/>
                </a:solidFill>
                <a:latin typeface="Ubuntu Light"/>
                <a:ea typeface="Ubuntu Light"/>
                <a:cs typeface="Ubuntu Light"/>
              </a:defRPr>
            </a:lvl5pPr>
            <a:lvl6pPr algn="l">
              <a:defRPr sz="3600" b="0">
                <a:solidFill>
                  <a:srgbClr val="126447"/>
                </a:solidFill>
                <a:latin typeface="Ubuntu Light"/>
                <a:ea typeface="Ubuntu Light"/>
                <a:cs typeface="Ubuntu Light"/>
              </a:defRPr>
            </a:lvl6pPr>
            <a:lvl7pPr algn="l">
              <a:defRPr sz="3600" b="0">
                <a:solidFill>
                  <a:srgbClr val="126447"/>
                </a:solidFill>
                <a:latin typeface="Ubuntu Light"/>
                <a:ea typeface="Ubuntu Light"/>
                <a:cs typeface="Ubuntu Light"/>
              </a:defRPr>
            </a:lvl7pPr>
            <a:lvl8pPr algn="l">
              <a:defRPr sz="3600" b="0">
                <a:solidFill>
                  <a:srgbClr val="126447"/>
                </a:solidFill>
                <a:latin typeface="Ubuntu Light"/>
                <a:ea typeface="Ubuntu Light"/>
                <a:cs typeface="Ubuntu Light"/>
              </a:defRPr>
            </a:lvl8pPr>
            <a:lvl9pPr algn="l">
              <a:defRPr sz="3600" b="0">
                <a:solidFill>
                  <a:srgbClr val="126447"/>
                </a:solidFill>
                <a:latin typeface="Ubuntu Light"/>
                <a:ea typeface="Ubuntu Light"/>
                <a:cs typeface="Ubuntu Light"/>
              </a:defRPr>
            </a:lvl9pPr>
          </a:lstStyle>
          <a:p>
            <a:pPr algn="l">
              <a:defRPr sz="3600" b="0">
                <a:solidFill>
                  <a:srgbClr val="126447"/>
                </a:solidFill>
                <a:latin typeface="Ubuntu Light"/>
                <a:ea typeface="Ubuntu Light"/>
                <a:cs typeface="Ubuntu Light"/>
              </a:defRPr>
            </a:pPr>
            <a:r>
              <a:rPr b="0" dirty="0">
                <a:latin typeface="Ubuntu Light"/>
                <a:ea typeface="Ubuntu Light"/>
                <a:cs typeface="Ubuntu Light"/>
              </a:rPr>
              <a:t>100%</a:t>
            </a:r>
          </a:p>
        </p:txBody>
      </p:sp>
      <p:sp>
        <p:nvSpPr>
          <p:cNvPr id="5" name="coverage-definition">
            <a:extLst>
              <a:ext uri="{FF2B5EF4-FFF2-40B4-BE49-F238E27FC236}">
                <a16:creationId xmlns:a16="http://schemas.microsoft.com/office/drawing/2014/main" id="{646196E3-EDC5-4D91-898A-A9C101FA8788}"/>
              </a:ext>
            </a:extLst>
          </p:cNvPr>
          <p:cNvSpPr>
            <a:spLocks noGrp="1"/>
          </p:cNvSpPr>
          <p:nvPr/>
        </p:nvSpPr>
        <p:spPr>
          <a:xfrm>
            <a:off x="2809875" y="3152775"/>
            <a:ext cx="5715000" cy="609600"/>
          </a:xfrm>
          <a:prstGeom prst="rect">
            <a:avLst/>
          </a:prstGeom>
          <a:noFill/>
          <a:ln w="0">
            <a:noFill/>
          </a:ln>
        </p:spPr>
        <p:txBody>
          <a:bodyPr wrap="square" lIns="0" tIns="0" rIns="0" bIns="0" anchor="t">
            <a:noAutofit/>
          </a:bodyPr>
          <a:lstStyle>
            <a:defPPr algn="l">
              <a:defRPr sz="1800" b="0">
                <a:solidFill>
                  <a:srgbClr val="202D3E"/>
                </a:solidFill>
                <a:latin typeface="Ubuntu Light"/>
                <a:ea typeface="Ubuntu Light"/>
                <a:cs typeface="Ubuntu Light"/>
              </a:defRPr>
            </a:defPPr>
            <a:lvl1pPr algn="l">
              <a:defRPr sz="1800" b="0">
                <a:solidFill>
                  <a:srgbClr val="202D3E"/>
                </a:solidFill>
                <a:latin typeface="Ubuntu Light"/>
                <a:ea typeface="Ubuntu Light"/>
                <a:cs typeface="Ubuntu Light"/>
              </a:defRPr>
            </a:lvl1pPr>
            <a:lvl2pPr algn="l">
              <a:defRPr sz="1800" b="0">
                <a:solidFill>
                  <a:srgbClr val="202D3E"/>
                </a:solidFill>
                <a:latin typeface="Ubuntu Light"/>
                <a:ea typeface="Ubuntu Light"/>
                <a:cs typeface="Ubuntu Light"/>
              </a:defRPr>
            </a:lvl2pPr>
            <a:lvl3pPr algn="l">
              <a:defRPr sz="1800" b="0">
                <a:solidFill>
                  <a:srgbClr val="202D3E"/>
                </a:solidFill>
                <a:latin typeface="Ubuntu Light"/>
                <a:ea typeface="Ubuntu Light"/>
                <a:cs typeface="Ubuntu Light"/>
              </a:defRPr>
            </a:lvl3pPr>
            <a:lvl4pPr algn="l">
              <a:defRPr sz="1800" b="0">
                <a:solidFill>
                  <a:srgbClr val="202D3E"/>
                </a:solidFill>
                <a:latin typeface="Ubuntu Light"/>
                <a:ea typeface="Ubuntu Light"/>
                <a:cs typeface="Ubuntu Light"/>
              </a:defRPr>
            </a:lvl4pPr>
            <a:lvl5pPr algn="l">
              <a:defRPr sz="1800" b="0">
                <a:solidFill>
                  <a:srgbClr val="202D3E"/>
                </a:solidFill>
                <a:latin typeface="Ubuntu Light"/>
                <a:ea typeface="Ubuntu Light"/>
                <a:cs typeface="Ubuntu Light"/>
              </a:defRPr>
            </a:lvl5pPr>
            <a:lvl6pPr algn="l">
              <a:defRPr sz="1800" b="0">
                <a:solidFill>
                  <a:srgbClr val="202D3E"/>
                </a:solidFill>
                <a:latin typeface="Ubuntu Light"/>
                <a:ea typeface="Ubuntu Light"/>
                <a:cs typeface="Ubuntu Light"/>
              </a:defRPr>
            </a:lvl6pPr>
            <a:lvl7pPr algn="l">
              <a:defRPr sz="1800" b="0">
                <a:solidFill>
                  <a:srgbClr val="202D3E"/>
                </a:solidFill>
                <a:latin typeface="Ubuntu Light"/>
                <a:ea typeface="Ubuntu Light"/>
                <a:cs typeface="Ubuntu Light"/>
              </a:defRPr>
            </a:lvl7pPr>
            <a:lvl8pPr algn="l">
              <a:defRPr sz="1800" b="0">
                <a:solidFill>
                  <a:srgbClr val="202D3E"/>
                </a:solidFill>
                <a:latin typeface="Ubuntu Light"/>
                <a:ea typeface="Ubuntu Light"/>
                <a:cs typeface="Ubuntu Light"/>
              </a:defRPr>
            </a:lvl8pPr>
            <a:lvl9pPr algn="l">
              <a:defRPr sz="1800" b="0">
                <a:solidFill>
                  <a:srgbClr val="202D3E"/>
                </a:solidFill>
                <a:latin typeface="Ubuntu Light"/>
                <a:ea typeface="Ubuntu Light"/>
                <a:cs typeface="Ubuntu Light"/>
              </a:defRPr>
            </a:lvl9pPr>
          </a:lstStyle>
          <a:p>
            <a:pPr algn="l">
              <a:defRPr sz="1800" b="0">
                <a:solidFill>
                  <a:srgbClr val="202D3E"/>
                </a:solidFill>
                <a:latin typeface="Ubuntu Light"/>
                <a:ea typeface="Ubuntu Light"/>
                <a:cs typeface="Ubuntu Light"/>
              </a:defRPr>
            </a:pPr>
            <a:r>
              <a:rPr b="1" dirty="0">
                <a:latin typeface="Ubuntu Light"/>
                <a:ea typeface="Ubuntu Light"/>
                <a:cs typeface="Ubuntu Light"/>
              </a:rPr>
              <a:t>Every statement and branch</a:t>
            </a:r>
          </a:p>
          <a:p>
            <a:pPr algn="l">
              <a:defRPr sz="1800" b="0">
                <a:solidFill>
                  <a:srgbClr val="202D3E"/>
                </a:solidFill>
                <a:latin typeface="Ubuntu Light"/>
                <a:ea typeface="Ubuntu Light"/>
                <a:cs typeface="Ubuntu Light"/>
              </a:defRPr>
            </a:pPr>
            <a:r>
              <a:rPr b="0" dirty="0">
                <a:latin typeface="Ubuntu Light"/>
                <a:ea typeface="Ubuntu Light"/>
                <a:cs typeface="Ubuntu Light"/>
              </a:rPr>
              <a:t>in the application’s Python code has run.</a:t>
            </a:r>
          </a:p>
        </p:txBody>
      </p:sp>
      <p:sp>
        <p:nvSpPr>
          <p:cNvPr id="7" name="cue-6-1-label">
            <a:extLst>
              <a:ext uri="{FF2B5EF4-FFF2-40B4-BE49-F238E27FC236}">
                <a16:creationId xmlns:a16="http://schemas.microsoft.com/office/drawing/2014/main" id="{B510A812-1FDD-A25B-2EEB-78722B198829}"/>
              </a:ext>
            </a:extLst>
          </p:cNvPr>
          <p:cNvSpPr>
            <a:spLocks noGrp="1"/>
          </p:cNvSpPr>
          <p:nvPr/>
        </p:nvSpPr>
        <p:spPr>
          <a:xfrm>
            <a:off x="6477640" y="1977085"/>
            <a:ext cx="2449117" cy="1208667"/>
          </a:xfrm>
          <a:prstGeom prst="rect">
            <a:avLst/>
          </a:prstGeom>
          <a:solidFill>
            <a:srgbClr val="255DA8"/>
          </a:solidFill>
          <a:ln w="0">
            <a:noFill/>
          </a:ln>
        </p:spPr>
        <p:txBody xmlns:a="http://schemas.openxmlformats.org/drawingml/2006/main" xmlns:p="http://schemas.openxmlformats.org/presentationml/2006/main">
          <a:bodyPr wrap="none" lIns="85725" tIns="38100" rIns="85725" bIns="28575" anchor="ctr">
            <a:noAutofit/>
          </a:bodyPr>
          <a:lstStyle>
            <a:defPPr algn="ctr">
              <a:defRPr sz="1275" b="0">
                <a:solidFill>
                  <a:srgbClr val="FFFFFF"/>
                </a:solidFill>
                <a:latin typeface="Ubuntu Light"/>
                <a:ea typeface="Ubuntu Light"/>
                <a:cs typeface="Ubuntu Light"/>
              </a:defRPr>
            </a:defPPr>
            <a:lvl1pPr algn="ctr">
              <a:defRPr sz="1275" b="0">
                <a:solidFill>
                  <a:srgbClr val="FFFFFF"/>
                </a:solidFill>
                <a:latin typeface="Ubuntu Light"/>
                <a:ea typeface="Ubuntu Light"/>
                <a:cs typeface="Ubuntu Light"/>
              </a:defRPr>
            </a:lvl1pPr>
            <a:lvl2pPr algn="ctr">
              <a:defRPr sz="1275" b="0">
                <a:solidFill>
                  <a:srgbClr val="FFFFFF"/>
                </a:solidFill>
                <a:latin typeface="Ubuntu Light"/>
                <a:ea typeface="Ubuntu Light"/>
                <a:cs typeface="Ubuntu Light"/>
              </a:defRPr>
            </a:lvl2pPr>
            <a:lvl3pPr algn="ctr">
              <a:defRPr sz="1275" b="0">
                <a:solidFill>
                  <a:srgbClr val="FFFFFF"/>
                </a:solidFill>
                <a:latin typeface="Ubuntu Light"/>
                <a:ea typeface="Ubuntu Light"/>
                <a:cs typeface="Ubuntu Light"/>
              </a:defRPr>
            </a:lvl3pPr>
            <a:lvl4pPr algn="ctr">
              <a:defRPr sz="1275" b="0">
                <a:solidFill>
                  <a:srgbClr val="FFFFFF"/>
                </a:solidFill>
                <a:latin typeface="Ubuntu Light"/>
                <a:ea typeface="Ubuntu Light"/>
                <a:cs typeface="Ubuntu Light"/>
              </a:defRPr>
            </a:lvl4pPr>
            <a:lvl5pPr algn="ctr">
              <a:defRPr sz="1275" b="0">
                <a:solidFill>
                  <a:srgbClr val="FFFFFF"/>
                </a:solidFill>
                <a:latin typeface="Ubuntu Light"/>
                <a:ea typeface="Ubuntu Light"/>
                <a:cs typeface="Ubuntu Light"/>
              </a:defRPr>
            </a:lvl5pPr>
            <a:lvl6pPr algn="ctr">
              <a:defRPr sz="1275" b="0">
                <a:solidFill>
                  <a:srgbClr val="FFFFFF"/>
                </a:solidFill>
                <a:latin typeface="Ubuntu Light"/>
                <a:ea typeface="Ubuntu Light"/>
                <a:cs typeface="Ubuntu Light"/>
              </a:defRPr>
            </a:lvl6pPr>
            <a:lvl7pPr algn="ctr">
              <a:defRPr sz="1275" b="0">
                <a:solidFill>
                  <a:srgbClr val="FFFFFF"/>
                </a:solidFill>
                <a:latin typeface="Ubuntu Light"/>
                <a:ea typeface="Ubuntu Light"/>
                <a:cs typeface="Ubuntu Light"/>
              </a:defRPr>
            </a:lvl7pPr>
            <a:lvl8pPr algn="ctr">
              <a:defRPr sz="1275" b="0">
                <a:solidFill>
                  <a:srgbClr val="FFFFFF"/>
                </a:solidFill>
                <a:latin typeface="Ubuntu Light"/>
                <a:ea typeface="Ubuntu Light"/>
                <a:cs typeface="Ubuntu Light"/>
              </a:defRPr>
            </a:lvl8pPr>
            <a:lvl9pPr algn="ctr">
              <a:defRPr sz="1275" b="0">
                <a:solidFill>
                  <a:srgbClr val="FFFFFF"/>
                </a:solidFill>
                <a:latin typeface="Ubuntu Light"/>
                <a:ea typeface="Ubuntu Light"/>
                <a:cs typeface="Ubuntu Light"/>
              </a:defRPr>
            </a:lvl9pPr>
          </a:lstStyle>
          <a:p>
            <a:pPr algn="ctr">
              <a:defRPr sz="1275" b="0">
                <a:solidFill>
                  <a:srgbClr val="FFFFFF"/>
                </a:solidFill>
                <a:latin typeface="Ubuntu Light"/>
                <a:ea typeface="Ubuntu Light"/>
                <a:cs typeface="Ubuntu Light"/>
              </a:defRPr>
            </a:pPr>
            <a:r>
              <a:rPr lang="en-HK" b="0" dirty="0">
                <a:latin typeface="Ubuntu Light"/>
                <a:ea typeface="Ubuntu Light"/>
                <a:cs typeface="Ubuntu Light"/>
              </a:rPr>
              <a:t>100% execution coverage</a:t>
            </a:r>
          </a:p>
          <a:p>
            <a:pPr algn="ctr">
              <a:defRPr sz="1275" b="0">
                <a:solidFill>
                  <a:srgbClr val="FFFFFF"/>
                </a:solidFill>
                <a:latin typeface="Ubuntu Light"/>
                <a:ea typeface="Ubuntu Light"/>
                <a:cs typeface="Ubuntu Light"/>
              </a:defRPr>
            </a:pPr>
            <a:r>
              <a:rPr lang="en-HK" b="0" dirty="0">
                <a:latin typeface="Ubuntu Light"/>
                <a:ea typeface="Ubuntu Light"/>
                <a:cs typeface="Ubuntu Light"/>
              </a:rPr>
              <a:t>still needs assertions</a:t>
            </a:r>
          </a:p>
          <a:p>
            <a:pPr algn="ctr">
              <a:defRPr sz="1275" b="0">
                <a:solidFill>
                  <a:srgbClr val="FFFFFF"/>
                </a:solidFill>
                <a:latin typeface="Ubuntu Light"/>
                <a:ea typeface="Ubuntu Light"/>
                <a:cs typeface="Ubuntu Light"/>
              </a:defRPr>
            </a:pPr>
            <a:r>
              <a:rPr lang="en-HK" b="0" dirty="0">
                <a:latin typeface="Ubuntu Light"/>
                <a:ea typeface="Ubuntu Light"/>
                <a:cs typeface="Ubuntu Light"/>
              </a:rPr>
              <a:t>on business outcomes.</a:t>
            </a:r>
          </a:p>
        </p:txBody>
      </p:sp>
    </p:spTree>
    <p:extLst>
      <p:ext uri="{BB962C8B-B14F-4D97-AF65-F5344CB8AC3E}">
        <p14:creationId xmlns:p14="http://schemas.microsoft.com/office/powerpoint/2010/main" val="127060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ction-number">
            <a:extLst>
              <a:ext uri="{FF2B5EF4-FFF2-40B4-BE49-F238E27FC236}">
                <a16:creationId xmlns:a16="http://schemas.microsoft.com/office/drawing/2014/main" id="{2AEC70EB-4221-4B96-A877-D5A3E550E02E}"/>
              </a:ext>
            </a:extLst>
          </p:cNvPr>
          <p:cNvSpPr>
            <a:spLocks noGrp="1"/>
          </p:cNvSpPr>
          <p:nvPr/>
        </p:nvSpPr>
        <p:spPr>
          <a:xfrm>
            <a:off x="619125" y="1190625"/>
            <a:ext cx="7905750" cy="266700"/>
          </a:xfrm>
          <a:prstGeom prst="rect">
            <a:avLst/>
          </a:prstGeom>
          <a:noFill/>
          <a:ln w="0">
            <a:noFill/>
          </a:ln>
        </p:spPr>
        <p:txBody>
          <a:bodyPr wrap="none" lIns="0" tIns="0" rIns="0" bIns="0" anchor="t">
            <a:noAutofit/>
          </a:bodyPr>
          <a:lstStyle>
            <a:defPPr algn="l">
              <a:defRPr sz="1350" b="0">
                <a:solidFill>
                  <a:srgbClr val="B91561"/>
                </a:solidFill>
                <a:latin typeface="Ubuntu Light"/>
                <a:ea typeface="Ubuntu Light"/>
                <a:cs typeface="Ubuntu Light"/>
              </a:defRPr>
            </a:defPPr>
            <a:lvl1pPr algn="l">
              <a:defRPr sz="1350" b="0">
                <a:solidFill>
                  <a:srgbClr val="B91561"/>
                </a:solidFill>
                <a:latin typeface="Ubuntu Light"/>
                <a:ea typeface="Ubuntu Light"/>
                <a:cs typeface="Ubuntu Light"/>
              </a:defRPr>
            </a:lvl1pPr>
            <a:lvl2pPr algn="l">
              <a:defRPr sz="1350" b="0">
                <a:solidFill>
                  <a:srgbClr val="B91561"/>
                </a:solidFill>
                <a:latin typeface="Ubuntu Light"/>
                <a:ea typeface="Ubuntu Light"/>
                <a:cs typeface="Ubuntu Light"/>
              </a:defRPr>
            </a:lvl2pPr>
            <a:lvl3pPr algn="l">
              <a:defRPr sz="1350" b="0">
                <a:solidFill>
                  <a:srgbClr val="B91561"/>
                </a:solidFill>
                <a:latin typeface="Ubuntu Light"/>
                <a:ea typeface="Ubuntu Light"/>
                <a:cs typeface="Ubuntu Light"/>
              </a:defRPr>
            </a:lvl3pPr>
            <a:lvl4pPr algn="l">
              <a:defRPr sz="1350" b="0">
                <a:solidFill>
                  <a:srgbClr val="B91561"/>
                </a:solidFill>
                <a:latin typeface="Ubuntu Light"/>
                <a:ea typeface="Ubuntu Light"/>
                <a:cs typeface="Ubuntu Light"/>
              </a:defRPr>
            </a:lvl4pPr>
            <a:lvl5pPr algn="l">
              <a:defRPr sz="1350" b="0">
                <a:solidFill>
                  <a:srgbClr val="B91561"/>
                </a:solidFill>
                <a:latin typeface="Ubuntu Light"/>
                <a:ea typeface="Ubuntu Light"/>
                <a:cs typeface="Ubuntu Light"/>
              </a:defRPr>
            </a:lvl5pPr>
            <a:lvl6pPr algn="l">
              <a:defRPr sz="1350" b="0">
                <a:solidFill>
                  <a:srgbClr val="B91561"/>
                </a:solidFill>
                <a:latin typeface="Ubuntu Light"/>
                <a:ea typeface="Ubuntu Light"/>
                <a:cs typeface="Ubuntu Light"/>
              </a:defRPr>
            </a:lvl6pPr>
            <a:lvl7pPr algn="l">
              <a:defRPr sz="1350" b="0">
                <a:solidFill>
                  <a:srgbClr val="B91561"/>
                </a:solidFill>
                <a:latin typeface="Ubuntu Light"/>
                <a:ea typeface="Ubuntu Light"/>
                <a:cs typeface="Ubuntu Light"/>
              </a:defRPr>
            </a:lvl7pPr>
            <a:lvl8pPr algn="l">
              <a:defRPr sz="1350" b="0">
                <a:solidFill>
                  <a:srgbClr val="B91561"/>
                </a:solidFill>
                <a:latin typeface="Ubuntu Light"/>
                <a:ea typeface="Ubuntu Light"/>
                <a:cs typeface="Ubuntu Light"/>
              </a:defRPr>
            </a:lvl8pPr>
            <a:lvl9pPr algn="l">
              <a:defRPr sz="1350" b="0">
                <a:solidFill>
                  <a:srgbClr val="B91561"/>
                </a:solidFill>
                <a:latin typeface="Ubuntu Light"/>
                <a:ea typeface="Ubuntu Light"/>
                <a:cs typeface="Ubuntu Light"/>
              </a:defRPr>
            </a:lvl9pPr>
          </a:lstStyle>
          <a:p>
            <a:pPr algn="l">
              <a:defRPr sz="1350" b="0">
                <a:solidFill>
                  <a:srgbClr val="B91561"/>
                </a:solidFill>
                <a:latin typeface="Ubuntu Light"/>
                <a:ea typeface="Ubuntu Light"/>
                <a:cs typeface="Ubuntu Light"/>
              </a:defRPr>
            </a:pPr>
            <a:r>
              <a:rPr sz="1600" b="1" dirty="0">
                <a:latin typeface="Ubuntu Light"/>
                <a:ea typeface="Ubuntu Light"/>
                <a:cs typeface="Ubuntu Light"/>
              </a:rPr>
              <a:t>SECTION 02</a:t>
            </a:r>
          </a:p>
        </p:txBody>
      </p:sp>
      <p:sp>
        <p:nvSpPr>
          <p:cNvPr id="2" name="section-question">
            <a:extLst>
              <a:ext uri="{FF2B5EF4-FFF2-40B4-BE49-F238E27FC236}">
                <a16:creationId xmlns:a16="http://schemas.microsoft.com/office/drawing/2014/main" id="{C8A89D4A-8802-4FF5-AD94-D36DF4F4E7B2}"/>
              </a:ext>
            </a:extLst>
          </p:cNvPr>
          <p:cNvSpPr>
            <a:spLocks noGrp="1"/>
          </p:cNvSpPr>
          <p:nvPr/>
        </p:nvSpPr>
        <p:spPr>
          <a:xfrm>
            <a:off x="619125" y="1857375"/>
            <a:ext cx="7905750" cy="1905000"/>
          </a:xfrm>
          <a:prstGeom prst="rect">
            <a:avLst/>
          </a:prstGeom>
          <a:noFill/>
          <a:ln w="0">
            <a:noFill/>
          </a:ln>
        </p:spPr>
        <p:txBody>
          <a:bodyPr wrap="none" lIns="0" tIns="0" rIns="0" bIns="0" anchor="t">
            <a:noAutofit/>
          </a:bodyPr>
          <a:lstStyle>
            <a:defPPr algn="l">
              <a:defRPr sz="3300" b="0">
                <a:solidFill>
                  <a:srgbClr val="202D3E"/>
                </a:solidFill>
                <a:latin typeface="Ubuntu Light"/>
                <a:ea typeface="Ubuntu Light"/>
                <a:cs typeface="Ubuntu Light"/>
              </a:defRPr>
            </a:defPPr>
            <a:lvl1pPr algn="l">
              <a:buNone/>
              <a:defRPr sz="3300" b="0">
                <a:solidFill>
                  <a:srgbClr val="202D3E"/>
                </a:solidFill>
                <a:latin typeface="Ubuntu Light"/>
                <a:ea typeface="Ubuntu Light"/>
                <a:cs typeface="Ubuntu Light"/>
              </a:defRPr>
            </a:lvl1pPr>
            <a:lvl2pPr algn="l">
              <a:buNone/>
              <a:defRPr sz="3300" b="0">
                <a:solidFill>
                  <a:srgbClr val="202D3E"/>
                </a:solidFill>
                <a:latin typeface="Ubuntu Light"/>
                <a:ea typeface="Ubuntu Light"/>
                <a:cs typeface="Ubuntu Light"/>
              </a:defRPr>
            </a:lvl2pPr>
            <a:lvl3pPr algn="l">
              <a:buNone/>
              <a:defRPr sz="3300" b="0">
                <a:solidFill>
                  <a:srgbClr val="202D3E"/>
                </a:solidFill>
                <a:latin typeface="Ubuntu Light"/>
                <a:ea typeface="Ubuntu Light"/>
                <a:cs typeface="Ubuntu Light"/>
              </a:defRPr>
            </a:lvl3pPr>
            <a:lvl4pPr algn="l">
              <a:buNone/>
              <a:defRPr sz="3300" b="0">
                <a:solidFill>
                  <a:srgbClr val="202D3E"/>
                </a:solidFill>
                <a:latin typeface="Ubuntu Light"/>
                <a:ea typeface="Ubuntu Light"/>
                <a:cs typeface="Ubuntu Light"/>
              </a:defRPr>
            </a:lvl4pPr>
            <a:lvl5pPr algn="l">
              <a:buNone/>
              <a:defRPr sz="3300" b="0">
                <a:solidFill>
                  <a:srgbClr val="202D3E"/>
                </a:solidFill>
                <a:latin typeface="Ubuntu Light"/>
                <a:ea typeface="Ubuntu Light"/>
                <a:cs typeface="Ubuntu Light"/>
              </a:defRPr>
            </a:lvl5pPr>
            <a:lvl6pPr algn="l">
              <a:buNone/>
              <a:defRPr sz="3300" b="0">
                <a:solidFill>
                  <a:srgbClr val="202D3E"/>
                </a:solidFill>
                <a:latin typeface="Ubuntu Light"/>
                <a:ea typeface="Ubuntu Light"/>
                <a:cs typeface="Ubuntu Light"/>
              </a:defRPr>
            </a:lvl6pPr>
            <a:lvl7pPr algn="l">
              <a:buNone/>
              <a:defRPr sz="3300" b="0">
                <a:solidFill>
                  <a:srgbClr val="202D3E"/>
                </a:solidFill>
                <a:latin typeface="Ubuntu Light"/>
                <a:ea typeface="Ubuntu Light"/>
                <a:cs typeface="Ubuntu Light"/>
              </a:defRPr>
            </a:lvl7pPr>
            <a:lvl8pPr algn="l">
              <a:buNone/>
              <a:defRPr sz="3300" b="0">
                <a:solidFill>
                  <a:srgbClr val="202D3E"/>
                </a:solidFill>
                <a:latin typeface="Ubuntu Light"/>
                <a:ea typeface="Ubuntu Light"/>
                <a:cs typeface="Ubuntu Light"/>
              </a:defRPr>
            </a:lvl8pPr>
            <a:lvl9pPr algn="l">
              <a:buNone/>
              <a:defRPr sz="3300" b="0">
                <a:solidFill>
                  <a:srgbClr val="202D3E"/>
                </a:solidFill>
                <a:latin typeface="Ubuntu Light"/>
                <a:ea typeface="Ubuntu Light"/>
                <a:cs typeface="Ubuntu Light"/>
              </a:defRPr>
            </a:lvl9pPr>
          </a:lstStyle>
          <a:p>
            <a:pPr algn="l">
              <a:buNone/>
              <a:defRPr sz="3300" b="0">
                <a:solidFill>
                  <a:srgbClr val="202D3E"/>
                </a:solidFill>
                <a:latin typeface="Ubuntu Light"/>
                <a:ea typeface="Ubuntu Light"/>
                <a:cs typeface="Ubuntu Light"/>
              </a:defRPr>
            </a:pPr>
            <a:r>
              <a:rPr b="0">
                <a:latin typeface="Ubuntu Light"/>
                <a:ea typeface="Ubuntu Light"/>
                <a:cs typeface="Ubuntu Light"/>
              </a:rPr>
              <a:t>What should happen to a purchase order?</a:t>
            </a:r>
          </a:p>
        </p:txBody>
      </p:sp>
    </p:spTree>
    <p:extLst>
      <p:ext uri="{BB962C8B-B14F-4D97-AF65-F5344CB8AC3E}">
        <p14:creationId xmlns:p14="http://schemas.microsoft.com/office/powerpoint/2010/main" val="8134678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lide-title">
            <a:extLst>
              <a:ext uri="{FF2B5EF4-FFF2-40B4-BE49-F238E27FC236}">
                <a16:creationId xmlns:a16="http://schemas.microsoft.com/office/drawing/2014/main" id="{2CB1FD3F-89DC-41DA-82EB-44850C06B2DD}"/>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b="0" dirty="0">
                <a:latin typeface="Ubuntu Light"/>
                <a:ea typeface="Ubuntu Light"/>
                <a:cs typeface="Ubuntu Light"/>
              </a:rPr>
              <a:t>Create and cancel an order</a:t>
            </a:r>
            <a:r>
              <a:rPr lang="en-US" b="0" dirty="0">
                <a:latin typeface="Ubuntu Light"/>
                <a:ea typeface="Ubuntu Light"/>
                <a:cs typeface="Ubuntu Light"/>
              </a:rPr>
              <a:t> (Happy Paths)</a:t>
            </a:r>
            <a:endParaRPr b="0" dirty="0">
              <a:latin typeface="Ubuntu Light"/>
              <a:ea typeface="Ubuntu Light"/>
              <a:cs typeface="Ubuntu Light"/>
            </a:endParaRPr>
          </a:p>
        </p:txBody>
      </p:sp>
      <p:sp>
        <p:nvSpPr>
          <p:cNvPr id="2" name="order">
            <a:extLst>
              <a:ext uri="{FF2B5EF4-FFF2-40B4-BE49-F238E27FC236}">
                <a16:creationId xmlns:a16="http://schemas.microsoft.com/office/drawing/2014/main" id="{103342DB-E7C9-4345-91A6-CA9EC99F57B0}"/>
              </a:ext>
            </a:extLst>
          </p:cNvPr>
          <p:cNvSpPr>
            <a:spLocks noGrp="1"/>
          </p:cNvSpPr>
          <p:nvPr/>
        </p:nvSpPr>
        <p:spPr>
          <a:xfrm>
            <a:off x="619125" y="1381125"/>
            <a:ext cx="7905750" cy="285750"/>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b="0" dirty="0">
                <a:latin typeface="Ubuntu Light"/>
                <a:ea typeface="Ubuntu Light"/>
                <a:cs typeface="Ubuntu Light"/>
              </a:rPr>
              <a:t>Order quantity: </a:t>
            </a:r>
            <a:r>
              <a:rPr b="0" dirty="0">
                <a:latin typeface="Menlo"/>
                <a:ea typeface="Menlo"/>
                <a:cs typeface="Menlo"/>
              </a:rPr>
              <a:t>2</a:t>
            </a:r>
            <a:r>
              <a:rPr b="0" dirty="0">
                <a:latin typeface="Ubuntu Light"/>
                <a:ea typeface="Ubuntu Light"/>
                <a:cs typeface="Ubuntu Light"/>
              </a:rPr>
              <a:t> units. Initial stock: </a:t>
            </a:r>
            <a:r>
              <a:rPr b="0" dirty="0">
                <a:latin typeface="Menlo"/>
                <a:ea typeface="Menlo"/>
                <a:cs typeface="Menlo"/>
              </a:rPr>
              <a:t>10</a:t>
            </a:r>
            <a:r>
              <a:rPr b="0" dirty="0">
                <a:latin typeface="Ubuntu Light"/>
                <a:ea typeface="Ubuntu Light"/>
                <a:cs typeface="Ubuntu Light"/>
              </a:rPr>
              <a:t>.</a:t>
            </a:r>
          </a:p>
        </p:txBody>
      </p:sp>
      <p:sp>
        <p:nvSpPr>
          <p:cNvPr id="3" name="create-label">
            <a:extLst>
              <a:ext uri="{FF2B5EF4-FFF2-40B4-BE49-F238E27FC236}">
                <a16:creationId xmlns:a16="http://schemas.microsoft.com/office/drawing/2014/main" id="{2DA950DC-D3C2-4CBA-BFEA-BE447589F0DF}"/>
              </a:ext>
            </a:extLst>
          </p:cNvPr>
          <p:cNvSpPr>
            <a:spLocks noGrp="1"/>
          </p:cNvSpPr>
          <p:nvPr/>
        </p:nvSpPr>
        <p:spPr>
          <a:xfrm>
            <a:off x="619125" y="1752600"/>
            <a:ext cx="1809750" cy="257175"/>
          </a:xfrm>
          <a:prstGeom prst="rect">
            <a:avLst/>
          </a:prstGeom>
          <a:noFill/>
          <a:ln w="0">
            <a:noFill/>
          </a:ln>
        </p:spPr>
        <p:txBody>
          <a:bodyPr wrap="none" lIns="0" tIns="0" rIns="0" bIns="0" anchor="t">
            <a:noAutofit/>
          </a:bodyPr>
          <a:lstStyle>
            <a:defPPr algn="l">
              <a:defRPr sz="1500" b="0">
                <a:solidFill>
                  <a:srgbClr val="202D3E"/>
                </a:solidFill>
                <a:latin typeface="Ubuntu Light"/>
                <a:ea typeface="Ubuntu Light"/>
                <a:cs typeface="Ubuntu Light"/>
              </a:defRPr>
            </a:defPPr>
            <a:lvl1pPr algn="l">
              <a:defRPr sz="1500" b="0">
                <a:solidFill>
                  <a:srgbClr val="202D3E"/>
                </a:solidFill>
                <a:latin typeface="Ubuntu Light"/>
                <a:ea typeface="Ubuntu Light"/>
                <a:cs typeface="Ubuntu Light"/>
              </a:defRPr>
            </a:lvl1pPr>
            <a:lvl2pPr algn="l">
              <a:defRPr sz="1500" b="0">
                <a:solidFill>
                  <a:srgbClr val="202D3E"/>
                </a:solidFill>
                <a:latin typeface="Ubuntu Light"/>
                <a:ea typeface="Ubuntu Light"/>
                <a:cs typeface="Ubuntu Light"/>
              </a:defRPr>
            </a:lvl2pPr>
            <a:lvl3pPr algn="l">
              <a:defRPr sz="1500" b="0">
                <a:solidFill>
                  <a:srgbClr val="202D3E"/>
                </a:solidFill>
                <a:latin typeface="Ubuntu Light"/>
                <a:ea typeface="Ubuntu Light"/>
                <a:cs typeface="Ubuntu Light"/>
              </a:defRPr>
            </a:lvl3pPr>
            <a:lvl4pPr algn="l">
              <a:defRPr sz="1500" b="0">
                <a:solidFill>
                  <a:srgbClr val="202D3E"/>
                </a:solidFill>
                <a:latin typeface="Ubuntu Light"/>
                <a:ea typeface="Ubuntu Light"/>
                <a:cs typeface="Ubuntu Light"/>
              </a:defRPr>
            </a:lvl4pPr>
            <a:lvl5pPr algn="l">
              <a:defRPr sz="1500" b="0">
                <a:solidFill>
                  <a:srgbClr val="202D3E"/>
                </a:solidFill>
                <a:latin typeface="Ubuntu Light"/>
                <a:ea typeface="Ubuntu Light"/>
                <a:cs typeface="Ubuntu Light"/>
              </a:defRPr>
            </a:lvl5pPr>
            <a:lvl6pPr algn="l">
              <a:defRPr sz="1500" b="0">
                <a:solidFill>
                  <a:srgbClr val="202D3E"/>
                </a:solidFill>
                <a:latin typeface="Ubuntu Light"/>
                <a:ea typeface="Ubuntu Light"/>
                <a:cs typeface="Ubuntu Light"/>
              </a:defRPr>
            </a:lvl6pPr>
            <a:lvl7pPr algn="l">
              <a:defRPr sz="1500" b="0">
                <a:solidFill>
                  <a:srgbClr val="202D3E"/>
                </a:solidFill>
                <a:latin typeface="Ubuntu Light"/>
                <a:ea typeface="Ubuntu Light"/>
                <a:cs typeface="Ubuntu Light"/>
              </a:defRPr>
            </a:lvl7pPr>
            <a:lvl8pPr algn="l">
              <a:defRPr sz="1500" b="0">
                <a:solidFill>
                  <a:srgbClr val="202D3E"/>
                </a:solidFill>
                <a:latin typeface="Ubuntu Light"/>
                <a:ea typeface="Ubuntu Light"/>
                <a:cs typeface="Ubuntu Light"/>
              </a:defRPr>
            </a:lvl8pPr>
            <a:lvl9pPr algn="l">
              <a:defRPr sz="1500" b="0">
                <a:solidFill>
                  <a:srgbClr val="202D3E"/>
                </a:solidFill>
                <a:latin typeface="Ubuntu Light"/>
                <a:ea typeface="Ubuntu Light"/>
                <a:cs typeface="Ubuntu Light"/>
              </a:defRPr>
            </a:lvl9pPr>
          </a:lstStyle>
          <a:p>
            <a:pPr algn="l">
              <a:defRPr sz="1500" b="0">
                <a:solidFill>
                  <a:srgbClr val="202D3E"/>
                </a:solidFill>
                <a:latin typeface="Ubuntu Light"/>
                <a:ea typeface="Ubuntu Light"/>
                <a:cs typeface="Ubuntu Light"/>
              </a:defRPr>
            </a:pPr>
            <a:r>
              <a:rPr b="1" dirty="0">
                <a:solidFill>
                  <a:srgbClr val="00B050"/>
                </a:solidFill>
                <a:latin typeface="Ubuntu Light"/>
                <a:ea typeface="Ubuntu Light"/>
                <a:cs typeface="Ubuntu Light"/>
              </a:rPr>
              <a:t>Create order</a:t>
            </a:r>
          </a:p>
        </p:txBody>
      </p:sp>
      <p:sp>
        <p:nvSpPr>
          <p:cNvPr id="4" name="cancel-label">
            <a:extLst>
              <a:ext uri="{FF2B5EF4-FFF2-40B4-BE49-F238E27FC236}">
                <a16:creationId xmlns:a16="http://schemas.microsoft.com/office/drawing/2014/main" id="{23C0D744-75E9-4705-A58B-69A52B6FE9F1}"/>
              </a:ext>
            </a:extLst>
          </p:cNvPr>
          <p:cNvSpPr>
            <a:spLocks noGrp="1"/>
          </p:cNvSpPr>
          <p:nvPr/>
        </p:nvSpPr>
        <p:spPr>
          <a:xfrm>
            <a:off x="619125" y="3262311"/>
            <a:ext cx="1809750" cy="257175"/>
          </a:xfrm>
          <a:prstGeom prst="rect">
            <a:avLst/>
          </a:prstGeom>
          <a:noFill/>
          <a:ln w="0">
            <a:noFill/>
          </a:ln>
        </p:spPr>
        <p:txBody>
          <a:bodyPr wrap="none" lIns="0" tIns="0" rIns="0" bIns="0" anchor="t">
            <a:noAutofit/>
          </a:bodyPr>
          <a:lstStyle>
            <a:defPPr algn="l">
              <a:defRPr sz="1500" b="0">
                <a:solidFill>
                  <a:srgbClr val="202D3E"/>
                </a:solidFill>
                <a:latin typeface="Ubuntu Light"/>
                <a:ea typeface="Ubuntu Light"/>
                <a:cs typeface="Ubuntu Light"/>
              </a:defRPr>
            </a:defPPr>
            <a:lvl1pPr algn="l">
              <a:defRPr sz="1500" b="0">
                <a:solidFill>
                  <a:srgbClr val="202D3E"/>
                </a:solidFill>
                <a:latin typeface="Ubuntu Light"/>
                <a:ea typeface="Ubuntu Light"/>
                <a:cs typeface="Ubuntu Light"/>
              </a:defRPr>
            </a:lvl1pPr>
            <a:lvl2pPr algn="l">
              <a:defRPr sz="1500" b="0">
                <a:solidFill>
                  <a:srgbClr val="202D3E"/>
                </a:solidFill>
                <a:latin typeface="Ubuntu Light"/>
                <a:ea typeface="Ubuntu Light"/>
                <a:cs typeface="Ubuntu Light"/>
              </a:defRPr>
            </a:lvl2pPr>
            <a:lvl3pPr algn="l">
              <a:defRPr sz="1500" b="0">
                <a:solidFill>
                  <a:srgbClr val="202D3E"/>
                </a:solidFill>
                <a:latin typeface="Ubuntu Light"/>
                <a:ea typeface="Ubuntu Light"/>
                <a:cs typeface="Ubuntu Light"/>
              </a:defRPr>
            </a:lvl3pPr>
            <a:lvl4pPr algn="l">
              <a:defRPr sz="1500" b="0">
                <a:solidFill>
                  <a:srgbClr val="202D3E"/>
                </a:solidFill>
                <a:latin typeface="Ubuntu Light"/>
                <a:ea typeface="Ubuntu Light"/>
                <a:cs typeface="Ubuntu Light"/>
              </a:defRPr>
            </a:lvl4pPr>
            <a:lvl5pPr algn="l">
              <a:defRPr sz="1500" b="0">
                <a:solidFill>
                  <a:srgbClr val="202D3E"/>
                </a:solidFill>
                <a:latin typeface="Ubuntu Light"/>
                <a:ea typeface="Ubuntu Light"/>
                <a:cs typeface="Ubuntu Light"/>
              </a:defRPr>
            </a:lvl5pPr>
            <a:lvl6pPr algn="l">
              <a:defRPr sz="1500" b="0">
                <a:solidFill>
                  <a:srgbClr val="202D3E"/>
                </a:solidFill>
                <a:latin typeface="Ubuntu Light"/>
                <a:ea typeface="Ubuntu Light"/>
                <a:cs typeface="Ubuntu Light"/>
              </a:defRPr>
            </a:lvl6pPr>
            <a:lvl7pPr algn="l">
              <a:defRPr sz="1500" b="0">
                <a:solidFill>
                  <a:srgbClr val="202D3E"/>
                </a:solidFill>
                <a:latin typeface="Ubuntu Light"/>
                <a:ea typeface="Ubuntu Light"/>
                <a:cs typeface="Ubuntu Light"/>
              </a:defRPr>
            </a:lvl7pPr>
            <a:lvl8pPr algn="l">
              <a:defRPr sz="1500" b="0">
                <a:solidFill>
                  <a:srgbClr val="202D3E"/>
                </a:solidFill>
                <a:latin typeface="Ubuntu Light"/>
                <a:ea typeface="Ubuntu Light"/>
                <a:cs typeface="Ubuntu Light"/>
              </a:defRPr>
            </a:lvl8pPr>
            <a:lvl9pPr algn="l">
              <a:defRPr sz="1500" b="0">
                <a:solidFill>
                  <a:srgbClr val="202D3E"/>
                </a:solidFill>
                <a:latin typeface="Ubuntu Light"/>
                <a:ea typeface="Ubuntu Light"/>
                <a:cs typeface="Ubuntu Light"/>
              </a:defRPr>
            </a:lvl9pPr>
          </a:lstStyle>
          <a:p>
            <a:pPr algn="l">
              <a:defRPr sz="1500" b="0">
                <a:solidFill>
                  <a:srgbClr val="202D3E"/>
                </a:solidFill>
                <a:latin typeface="Ubuntu Light"/>
                <a:ea typeface="Ubuntu Light"/>
                <a:cs typeface="Ubuntu Light"/>
              </a:defRPr>
            </a:pPr>
            <a:r>
              <a:rPr b="1" dirty="0">
                <a:solidFill>
                  <a:srgbClr val="C00000"/>
                </a:solidFill>
                <a:latin typeface="Ubuntu Light"/>
                <a:ea typeface="Ubuntu Light"/>
                <a:cs typeface="Ubuntu Light"/>
              </a:rPr>
              <a:t>Cancel order</a:t>
            </a:r>
          </a:p>
        </p:txBody>
      </p:sp>
      <p:sp>
        <p:nvSpPr>
          <p:cNvPr id="5" name="merchant">
            <a:extLst>
              <a:ext uri="{FF2B5EF4-FFF2-40B4-BE49-F238E27FC236}">
                <a16:creationId xmlns:a16="http://schemas.microsoft.com/office/drawing/2014/main" id="{03007910-B6BF-43A9-A9B4-EBDD16ED7D3A}"/>
              </a:ext>
            </a:extLst>
          </p:cNvPr>
          <p:cNvSpPr>
            <a:spLocks noGrp="1"/>
          </p:cNvSpPr>
          <p:nvPr/>
        </p:nvSpPr>
        <p:spPr>
          <a:xfrm>
            <a:off x="619125" y="2105025"/>
            <a:ext cx="1476375" cy="523875"/>
          </a:xfrm>
          <a:prstGeom prst="roundRect">
            <a:avLst>
              <a:gd name="adj" fmla="val 14545"/>
            </a:avLst>
          </a:prstGeom>
          <a:solidFill>
            <a:srgbClr val="FFFFFF"/>
          </a:solidFill>
          <a:ln w="9525">
            <a:solidFill>
              <a:srgbClr val="475569"/>
            </a:solidFill>
          </a:ln>
        </p:spPr>
        <p:txBody>
          <a:bodyPr wrap="none" lIns="28575" tIns="28575" rIns="28575" bIns="28575" anchor="ctr">
            <a:noAutofit/>
          </a:bodyPr>
          <a:lstStyle>
            <a:defPPr algn="ctr">
              <a:defRPr sz="1500" b="0">
                <a:solidFill>
                  <a:srgbClr val="202D3E"/>
                </a:solidFill>
                <a:latin typeface="Ubuntu Light"/>
                <a:ea typeface="Ubuntu Light"/>
                <a:cs typeface="Ubuntu Light"/>
              </a:defRPr>
            </a:defPPr>
            <a:lvl1pPr algn="ctr">
              <a:defRPr sz="1500" b="0">
                <a:solidFill>
                  <a:srgbClr val="202D3E"/>
                </a:solidFill>
                <a:latin typeface="Ubuntu Light"/>
                <a:ea typeface="Ubuntu Light"/>
                <a:cs typeface="Ubuntu Light"/>
              </a:defRPr>
            </a:lvl1pPr>
            <a:lvl2pPr algn="ctr">
              <a:defRPr sz="1500" b="0">
                <a:solidFill>
                  <a:srgbClr val="202D3E"/>
                </a:solidFill>
                <a:latin typeface="Ubuntu Light"/>
                <a:ea typeface="Ubuntu Light"/>
                <a:cs typeface="Ubuntu Light"/>
              </a:defRPr>
            </a:lvl2pPr>
            <a:lvl3pPr algn="ctr">
              <a:defRPr sz="1500" b="0">
                <a:solidFill>
                  <a:srgbClr val="202D3E"/>
                </a:solidFill>
                <a:latin typeface="Ubuntu Light"/>
                <a:ea typeface="Ubuntu Light"/>
                <a:cs typeface="Ubuntu Light"/>
              </a:defRPr>
            </a:lvl3pPr>
            <a:lvl4pPr algn="ctr">
              <a:defRPr sz="1500" b="0">
                <a:solidFill>
                  <a:srgbClr val="202D3E"/>
                </a:solidFill>
                <a:latin typeface="Ubuntu Light"/>
                <a:ea typeface="Ubuntu Light"/>
                <a:cs typeface="Ubuntu Light"/>
              </a:defRPr>
            </a:lvl4pPr>
            <a:lvl5pPr algn="ctr">
              <a:defRPr sz="1500" b="0">
                <a:solidFill>
                  <a:srgbClr val="202D3E"/>
                </a:solidFill>
                <a:latin typeface="Ubuntu Light"/>
                <a:ea typeface="Ubuntu Light"/>
                <a:cs typeface="Ubuntu Light"/>
              </a:defRPr>
            </a:lvl5pPr>
            <a:lvl6pPr algn="ctr">
              <a:defRPr sz="1500" b="0">
                <a:solidFill>
                  <a:srgbClr val="202D3E"/>
                </a:solidFill>
                <a:latin typeface="Ubuntu Light"/>
                <a:ea typeface="Ubuntu Light"/>
                <a:cs typeface="Ubuntu Light"/>
              </a:defRPr>
            </a:lvl6pPr>
            <a:lvl7pPr algn="ctr">
              <a:defRPr sz="1500" b="0">
                <a:solidFill>
                  <a:srgbClr val="202D3E"/>
                </a:solidFill>
                <a:latin typeface="Ubuntu Light"/>
                <a:ea typeface="Ubuntu Light"/>
                <a:cs typeface="Ubuntu Light"/>
              </a:defRPr>
            </a:lvl7pPr>
            <a:lvl8pPr algn="ctr">
              <a:defRPr sz="1500" b="0">
                <a:solidFill>
                  <a:srgbClr val="202D3E"/>
                </a:solidFill>
                <a:latin typeface="Ubuntu Light"/>
                <a:ea typeface="Ubuntu Light"/>
                <a:cs typeface="Ubuntu Light"/>
              </a:defRPr>
            </a:lvl8pPr>
            <a:lvl9pPr algn="ctr">
              <a:defRPr sz="1500" b="0">
                <a:solidFill>
                  <a:srgbClr val="202D3E"/>
                </a:solidFill>
                <a:latin typeface="Ubuntu Light"/>
                <a:ea typeface="Ubuntu Light"/>
                <a:cs typeface="Ubuntu Light"/>
              </a:defRPr>
            </a:lvl9pPr>
          </a:lstStyle>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Await merchant</a:t>
            </a:r>
          </a:p>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approval</a:t>
            </a:r>
          </a:p>
        </p:txBody>
      </p:sp>
      <p:sp>
        <p:nvSpPr>
          <p:cNvPr id="6" name="reserve">
            <a:extLst>
              <a:ext uri="{FF2B5EF4-FFF2-40B4-BE49-F238E27FC236}">
                <a16:creationId xmlns:a16="http://schemas.microsoft.com/office/drawing/2014/main" id="{B9E751E6-2275-4EEC-B7FD-975C30A8C45F}"/>
              </a:ext>
            </a:extLst>
          </p:cNvPr>
          <p:cNvSpPr>
            <a:spLocks noGrp="1"/>
          </p:cNvSpPr>
          <p:nvPr/>
        </p:nvSpPr>
        <p:spPr>
          <a:xfrm>
            <a:off x="2714625" y="2105025"/>
            <a:ext cx="1476375" cy="523875"/>
          </a:xfrm>
          <a:prstGeom prst="roundRect">
            <a:avLst>
              <a:gd name="adj" fmla="val 14545"/>
            </a:avLst>
          </a:prstGeom>
          <a:solidFill>
            <a:srgbClr val="FFFFFF"/>
          </a:solidFill>
          <a:ln w="9525">
            <a:solidFill>
              <a:srgbClr val="475569"/>
            </a:solidFill>
          </a:ln>
        </p:spPr>
        <p:txBody>
          <a:bodyPr wrap="none" lIns="28575" tIns="28575" rIns="28575" bIns="28575" anchor="ctr">
            <a:noAutofit/>
          </a:bodyPr>
          <a:lstStyle>
            <a:defPPr algn="ctr">
              <a:defRPr sz="1500" b="0">
                <a:solidFill>
                  <a:srgbClr val="202D3E"/>
                </a:solidFill>
                <a:latin typeface="Ubuntu Light"/>
                <a:ea typeface="Ubuntu Light"/>
                <a:cs typeface="Ubuntu Light"/>
              </a:defRPr>
            </a:defPPr>
            <a:lvl1pPr algn="ctr">
              <a:defRPr sz="1500" b="0">
                <a:solidFill>
                  <a:srgbClr val="202D3E"/>
                </a:solidFill>
                <a:latin typeface="Ubuntu Light"/>
                <a:ea typeface="Ubuntu Light"/>
                <a:cs typeface="Ubuntu Light"/>
              </a:defRPr>
            </a:lvl1pPr>
            <a:lvl2pPr algn="ctr">
              <a:defRPr sz="1500" b="0">
                <a:solidFill>
                  <a:srgbClr val="202D3E"/>
                </a:solidFill>
                <a:latin typeface="Ubuntu Light"/>
                <a:ea typeface="Ubuntu Light"/>
                <a:cs typeface="Ubuntu Light"/>
              </a:defRPr>
            </a:lvl2pPr>
            <a:lvl3pPr algn="ctr">
              <a:defRPr sz="1500" b="0">
                <a:solidFill>
                  <a:srgbClr val="202D3E"/>
                </a:solidFill>
                <a:latin typeface="Ubuntu Light"/>
                <a:ea typeface="Ubuntu Light"/>
                <a:cs typeface="Ubuntu Light"/>
              </a:defRPr>
            </a:lvl3pPr>
            <a:lvl4pPr algn="ctr">
              <a:defRPr sz="1500" b="0">
                <a:solidFill>
                  <a:srgbClr val="202D3E"/>
                </a:solidFill>
                <a:latin typeface="Ubuntu Light"/>
                <a:ea typeface="Ubuntu Light"/>
                <a:cs typeface="Ubuntu Light"/>
              </a:defRPr>
            </a:lvl4pPr>
            <a:lvl5pPr algn="ctr">
              <a:defRPr sz="1500" b="0">
                <a:solidFill>
                  <a:srgbClr val="202D3E"/>
                </a:solidFill>
                <a:latin typeface="Ubuntu Light"/>
                <a:ea typeface="Ubuntu Light"/>
                <a:cs typeface="Ubuntu Light"/>
              </a:defRPr>
            </a:lvl5pPr>
            <a:lvl6pPr algn="ctr">
              <a:defRPr sz="1500" b="0">
                <a:solidFill>
                  <a:srgbClr val="202D3E"/>
                </a:solidFill>
                <a:latin typeface="Ubuntu Light"/>
                <a:ea typeface="Ubuntu Light"/>
                <a:cs typeface="Ubuntu Light"/>
              </a:defRPr>
            </a:lvl6pPr>
            <a:lvl7pPr algn="ctr">
              <a:defRPr sz="1500" b="0">
                <a:solidFill>
                  <a:srgbClr val="202D3E"/>
                </a:solidFill>
                <a:latin typeface="Ubuntu Light"/>
                <a:ea typeface="Ubuntu Light"/>
                <a:cs typeface="Ubuntu Light"/>
              </a:defRPr>
            </a:lvl7pPr>
            <a:lvl8pPr algn="ctr">
              <a:defRPr sz="1500" b="0">
                <a:solidFill>
                  <a:srgbClr val="202D3E"/>
                </a:solidFill>
                <a:latin typeface="Ubuntu Light"/>
                <a:ea typeface="Ubuntu Light"/>
                <a:cs typeface="Ubuntu Light"/>
              </a:defRPr>
            </a:lvl8pPr>
            <a:lvl9pPr algn="ctr">
              <a:defRPr sz="1500" b="0">
                <a:solidFill>
                  <a:srgbClr val="202D3E"/>
                </a:solidFill>
                <a:latin typeface="Ubuntu Light"/>
                <a:ea typeface="Ubuntu Light"/>
                <a:cs typeface="Ubuntu Light"/>
              </a:defRPr>
            </a:lvl9pPr>
          </a:lstStyle>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Reserve</a:t>
            </a:r>
          </a:p>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2 units</a:t>
            </a:r>
          </a:p>
        </p:txBody>
      </p:sp>
      <p:sp>
        <p:nvSpPr>
          <p:cNvPr id="7" name="charge">
            <a:extLst>
              <a:ext uri="{FF2B5EF4-FFF2-40B4-BE49-F238E27FC236}">
                <a16:creationId xmlns:a16="http://schemas.microsoft.com/office/drawing/2014/main" id="{15A145E5-FB53-4671-B3D0-A3FBD3F92F87}"/>
              </a:ext>
            </a:extLst>
          </p:cNvPr>
          <p:cNvSpPr>
            <a:spLocks noGrp="1"/>
          </p:cNvSpPr>
          <p:nvPr/>
        </p:nvSpPr>
        <p:spPr>
          <a:xfrm>
            <a:off x="4810125" y="2105025"/>
            <a:ext cx="1476375" cy="523875"/>
          </a:xfrm>
          <a:prstGeom prst="roundRect">
            <a:avLst>
              <a:gd name="adj" fmla="val 14545"/>
            </a:avLst>
          </a:prstGeom>
          <a:solidFill>
            <a:srgbClr val="FFFFFF"/>
          </a:solidFill>
          <a:ln w="9525">
            <a:solidFill>
              <a:srgbClr val="475569"/>
            </a:solidFill>
          </a:ln>
        </p:spPr>
        <p:txBody>
          <a:bodyPr wrap="none" lIns="28575" tIns="28575" rIns="28575" bIns="28575" anchor="ctr">
            <a:noAutofit/>
          </a:bodyPr>
          <a:lstStyle>
            <a:defPPr algn="ctr">
              <a:defRPr sz="1500" b="0">
                <a:solidFill>
                  <a:srgbClr val="202D3E"/>
                </a:solidFill>
                <a:latin typeface="Ubuntu Light"/>
                <a:ea typeface="Ubuntu Light"/>
                <a:cs typeface="Ubuntu Light"/>
              </a:defRPr>
            </a:defPPr>
            <a:lvl1pPr algn="ctr">
              <a:defRPr sz="1500" b="0">
                <a:solidFill>
                  <a:srgbClr val="202D3E"/>
                </a:solidFill>
                <a:latin typeface="Ubuntu Light"/>
                <a:ea typeface="Ubuntu Light"/>
                <a:cs typeface="Ubuntu Light"/>
              </a:defRPr>
            </a:lvl1pPr>
            <a:lvl2pPr algn="ctr">
              <a:defRPr sz="1500" b="0">
                <a:solidFill>
                  <a:srgbClr val="202D3E"/>
                </a:solidFill>
                <a:latin typeface="Ubuntu Light"/>
                <a:ea typeface="Ubuntu Light"/>
                <a:cs typeface="Ubuntu Light"/>
              </a:defRPr>
            </a:lvl2pPr>
            <a:lvl3pPr algn="ctr">
              <a:defRPr sz="1500" b="0">
                <a:solidFill>
                  <a:srgbClr val="202D3E"/>
                </a:solidFill>
                <a:latin typeface="Ubuntu Light"/>
                <a:ea typeface="Ubuntu Light"/>
                <a:cs typeface="Ubuntu Light"/>
              </a:defRPr>
            </a:lvl3pPr>
            <a:lvl4pPr algn="ctr">
              <a:defRPr sz="1500" b="0">
                <a:solidFill>
                  <a:srgbClr val="202D3E"/>
                </a:solidFill>
                <a:latin typeface="Ubuntu Light"/>
                <a:ea typeface="Ubuntu Light"/>
                <a:cs typeface="Ubuntu Light"/>
              </a:defRPr>
            </a:lvl4pPr>
            <a:lvl5pPr algn="ctr">
              <a:defRPr sz="1500" b="0">
                <a:solidFill>
                  <a:srgbClr val="202D3E"/>
                </a:solidFill>
                <a:latin typeface="Ubuntu Light"/>
                <a:ea typeface="Ubuntu Light"/>
                <a:cs typeface="Ubuntu Light"/>
              </a:defRPr>
            </a:lvl5pPr>
            <a:lvl6pPr algn="ctr">
              <a:defRPr sz="1500" b="0">
                <a:solidFill>
                  <a:srgbClr val="202D3E"/>
                </a:solidFill>
                <a:latin typeface="Ubuntu Light"/>
                <a:ea typeface="Ubuntu Light"/>
                <a:cs typeface="Ubuntu Light"/>
              </a:defRPr>
            </a:lvl6pPr>
            <a:lvl7pPr algn="ctr">
              <a:defRPr sz="1500" b="0">
                <a:solidFill>
                  <a:srgbClr val="202D3E"/>
                </a:solidFill>
                <a:latin typeface="Ubuntu Light"/>
                <a:ea typeface="Ubuntu Light"/>
                <a:cs typeface="Ubuntu Light"/>
              </a:defRPr>
            </a:lvl7pPr>
            <a:lvl8pPr algn="ctr">
              <a:defRPr sz="1500" b="0">
                <a:solidFill>
                  <a:srgbClr val="202D3E"/>
                </a:solidFill>
                <a:latin typeface="Ubuntu Light"/>
                <a:ea typeface="Ubuntu Light"/>
                <a:cs typeface="Ubuntu Light"/>
              </a:defRPr>
            </a:lvl8pPr>
            <a:lvl9pPr algn="ctr">
              <a:defRPr sz="1500" b="0">
                <a:solidFill>
                  <a:srgbClr val="202D3E"/>
                </a:solidFill>
                <a:latin typeface="Ubuntu Light"/>
                <a:ea typeface="Ubuntu Light"/>
                <a:cs typeface="Ubuntu Light"/>
              </a:defRPr>
            </a:lvl9pPr>
          </a:lstStyle>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Charge</a:t>
            </a:r>
          </a:p>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payment</a:t>
            </a:r>
          </a:p>
        </p:txBody>
      </p:sp>
      <p:sp>
        <p:nvSpPr>
          <p:cNvPr id="8" name="confirm">
            <a:extLst>
              <a:ext uri="{FF2B5EF4-FFF2-40B4-BE49-F238E27FC236}">
                <a16:creationId xmlns:a16="http://schemas.microsoft.com/office/drawing/2014/main" id="{A3B9E44C-E1B3-4700-8AE1-731F576BA19F}"/>
              </a:ext>
            </a:extLst>
          </p:cNvPr>
          <p:cNvSpPr>
            <a:spLocks noGrp="1"/>
          </p:cNvSpPr>
          <p:nvPr/>
        </p:nvSpPr>
        <p:spPr>
          <a:xfrm>
            <a:off x="6905625" y="2105025"/>
            <a:ext cx="1476375" cy="523875"/>
          </a:xfrm>
          <a:prstGeom prst="roundRect">
            <a:avLst>
              <a:gd name="adj" fmla="val 14545"/>
            </a:avLst>
          </a:prstGeom>
          <a:solidFill>
            <a:srgbClr val="FFFFFF"/>
          </a:solidFill>
          <a:ln w="9525">
            <a:solidFill>
              <a:srgbClr val="475569"/>
            </a:solidFill>
          </a:ln>
        </p:spPr>
        <p:txBody>
          <a:bodyPr wrap="none" lIns="28575" tIns="28575" rIns="28575" bIns="28575" anchor="ctr">
            <a:noAutofit/>
          </a:bodyPr>
          <a:lstStyle>
            <a:defPPr algn="ctr">
              <a:defRPr sz="1500" b="0">
                <a:solidFill>
                  <a:srgbClr val="202D3E"/>
                </a:solidFill>
                <a:latin typeface="Ubuntu Light"/>
                <a:ea typeface="Ubuntu Light"/>
                <a:cs typeface="Ubuntu Light"/>
              </a:defRPr>
            </a:defPPr>
            <a:lvl1pPr algn="ctr">
              <a:defRPr sz="1500" b="0">
                <a:solidFill>
                  <a:srgbClr val="202D3E"/>
                </a:solidFill>
                <a:latin typeface="Ubuntu Light"/>
                <a:ea typeface="Ubuntu Light"/>
                <a:cs typeface="Ubuntu Light"/>
              </a:defRPr>
            </a:lvl1pPr>
            <a:lvl2pPr algn="ctr">
              <a:defRPr sz="1500" b="0">
                <a:solidFill>
                  <a:srgbClr val="202D3E"/>
                </a:solidFill>
                <a:latin typeface="Ubuntu Light"/>
                <a:ea typeface="Ubuntu Light"/>
                <a:cs typeface="Ubuntu Light"/>
              </a:defRPr>
            </a:lvl2pPr>
            <a:lvl3pPr algn="ctr">
              <a:defRPr sz="1500" b="0">
                <a:solidFill>
                  <a:srgbClr val="202D3E"/>
                </a:solidFill>
                <a:latin typeface="Ubuntu Light"/>
                <a:ea typeface="Ubuntu Light"/>
                <a:cs typeface="Ubuntu Light"/>
              </a:defRPr>
            </a:lvl3pPr>
            <a:lvl4pPr algn="ctr">
              <a:defRPr sz="1500" b="0">
                <a:solidFill>
                  <a:srgbClr val="202D3E"/>
                </a:solidFill>
                <a:latin typeface="Ubuntu Light"/>
                <a:ea typeface="Ubuntu Light"/>
                <a:cs typeface="Ubuntu Light"/>
              </a:defRPr>
            </a:lvl4pPr>
            <a:lvl5pPr algn="ctr">
              <a:defRPr sz="1500" b="0">
                <a:solidFill>
                  <a:srgbClr val="202D3E"/>
                </a:solidFill>
                <a:latin typeface="Ubuntu Light"/>
                <a:ea typeface="Ubuntu Light"/>
                <a:cs typeface="Ubuntu Light"/>
              </a:defRPr>
            </a:lvl5pPr>
            <a:lvl6pPr algn="ctr">
              <a:defRPr sz="1500" b="0">
                <a:solidFill>
                  <a:srgbClr val="202D3E"/>
                </a:solidFill>
                <a:latin typeface="Ubuntu Light"/>
                <a:ea typeface="Ubuntu Light"/>
                <a:cs typeface="Ubuntu Light"/>
              </a:defRPr>
            </a:lvl6pPr>
            <a:lvl7pPr algn="ctr">
              <a:defRPr sz="1500" b="0">
                <a:solidFill>
                  <a:srgbClr val="202D3E"/>
                </a:solidFill>
                <a:latin typeface="Ubuntu Light"/>
                <a:ea typeface="Ubuntu Light"/>
                <a:cs typeface="Ubuntu Light"/>
              </a:defRPr>
            </a:lvl7pPr>
            <a:lvl8pPr algn="ctr">
              <a:defRPr sz="1500" b="0">
                <a:solidFill>
                  <a:srgbClr val="202D3E"/>
                </a:solidFill>
                <a:latin typeface="Ubuntu Light"/>
                <a:ea typeface="Ubuntu Light"/>
                <a:cs typeface="Ubuntu Light"/>
              </a:defRPr>
            </a:lvl8pPr>
            <a:lvl9pPr algn="ctr">
              <a:defRPr sz="1500" b="0">
                <a:solidFill>
                  <a:srgbClr val="202D3E"/>
                </a:solidFill>
                <a:latin typeface="Ubuntu Light"/>
                <a:ea typeface="Ubuntu Light"/>
                <a:cs typeface="Ubuntu Light"/>
              </a:defRPr>
            </a:lvl9pPr>
          </a:lstStyle>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Confirm</a:t>
            </a:r>
          </a:p>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order</a:t>
            </a:r>
          </a:p>
        </p:txBody>
      </p:sp>
      <p:cxnSp>
        <p:nvCxnSpPr>
          <p:cNvPr id="9" name="approved-flow-0">
            <a:extLst>
              <a:ext uri="{FF2B5EF4-FFF2-40B4-BE49-F238E27FC236}">
                <a16:creationId xmlns:a16="http://schemas.microsoft.com/office/drawing/2014/main" id="{5C5C19D9-D912-4FAA-862D-C67F340822CA}"/>
              </a:ext>
            </a:extLst>
          </p:cNvPr>
          <p:cNvCxnSpPr/>
          <p:nvPr/>
        </p:nvCxnSpPr>
        <p:spPr>
          <a:xfrm>
            <a:off x="2124075" y="2366963"/>
            <a:ext cx="561975" cy="0"/>
          </a:xfrm>
          <a:prstGeom prst="straightConnector1">
            <a:avLst/>
          </a:prstGeom>
          <a:ln w="19050">
            <a:solidFill>
              <a:srgbClr val="202D3E"/>
            </a:solidFill>
            <a:tailEnd type="triangle" w="sm" len="sm"/>
          </a:ln>
        </p:spPr>
      </p:cxnSp>
      <p:sp>
        <p:nvSpPr>
          <p:cNvPr id="10" name="approved-label">
            <a:extLst>
              <a:ext uri="{FF2B5EF4-FFF2-40B4-BE49-F238E27FC236}">
                <a16:creationId xmlns:a16="http://schemas.microsoft.com/office/drawing/2014/main" id="{FA910C5C-F490-41FE-B237-CBD6A87A7DC7}"/>
              </a:ext>
            </a:extLst>
          </p:cNvPr>
          <p:cNvSpPr>
            <a:spLocks noGrp="1"/>
          </p:cNvSpPr>
          <p:nvPr/>
        </p:nvSpPr>
        <p:spPr>
          <a:xfrm>
            <a:off x="1952625" y="1809751"/>
            <a:ext cx="914400" cy="228600"/>
          </a:xfrm>
          <a:prstGeom prst="rect">
            <a:avLst/>
          </a:prstGeom>
          <a:noFill/>
          <a:ln w="0">
            <a:noFill/>
          </a:ln>
        </p:spPr>
        <p:txBody>
          <a:bodyPr wrap="none" lIns="0" tIns="0" rIns="0" bIns="0" anchor="t">
            <a:noAutofit/>
          </a:bodyPr>
          <a:lstStyle>
            <a:defPPr algn="ctr">
              <a:defRPr sz="1275" b="0">
                <a:solidFill>
                  <a:srgbClr val="202D3E"/>
                </a:solidFill>
                <a:latin typeface="Ubuntu Light"/>
                <a:ea typeface="Ubuntu Light"/>
                <a:cs typeface="Ubuntu Light"/>
              </a:defRPr>
            </a:defPPr>
            <a:lvl1pPr algn="ctr">
              <a:defRPr sz="1275" b="0">
                <a:solidFill>
                  <a:srgbClr val="202D3E"/>
                </a:solidFill>
                <a:latin typeface="Ubuntu Light"/>
                <a:ea typeface="Ubuntu Light"/>
                <a:cs typeface="Ubuntu Light"/>
              </a:defRPr>
            </a:lvl1pPr>
            <a:lvl2pPr algn="ctr">
              <a:defRPr sz="1275" b="0">
                <a:solidFill>
                  <a:srgbClr val="202D3E"/>
                </a:solidFill>
                <a:latin typeface="Ubuntu Light"/>
                <a:ea typeface="Ubuntu Light"/>
                <a:cs typeface="Ubuntu Light"/>
              </a:defRPr>
            </a:lvl2pPr>
            <a:lvl3pPr algn="ctr">
              <a:defRPr sz="1275" b="0">
                <a:solidFill>
                  <a:srgbClr val="202D3E"/>
                </a:solidFill>
                <a:latin typeface="Ubuntu Light"/>
                <a:ea typeface="Ubuntu Light"/>
                <a:cs typeface="Ubuntu Light"/>
              </a:defRPr>
            </a:lvl3pPr>
            <a:lvl4pPr algn="ctr">
              <a:defRPr sz="1275" b="0">
                <a:solidFill>
                  <a:srgbClr val="202D3E"/>
                </a:solidFill>
                <a:latin typeface="Ubuntu Light"/>
                <a:ea typeface="Ubuntu Light"/>
                <a:cs typeface="Ubuntu Light"/>
              </a:defRPr>
            </a:lvl4pPr>
            <a:lvl5pPr algn="ctr">
              <a:defRPr sz="1275" b="0">
                <a:solidFill>
                  <a:srgbClr val="202D3E"/>
                </a:solidFill>
                <a:latin typeface="Ubuntu Light"/>
                <a:ea typeface="Ubuntu Light"/>
                <a:cs typeface="Ubuntu Light"/>
              </a:defRPr>
            </a:lvl5pPr>
            <a:lvl6pPr algn="ctr">
              <a:defRPr sz="1275" b="0">
                <a:solidFill>
                  <a:srgbClr val="202D3E"/>
                </a:solidFill>
                <a:latin typeface="Ubuntu Light"/>
                <a:ea typeface="Ubuntu Light"/>
                <a:cs typeface="Ubuntu Light"/>
              </a:defRPr>
            </a:lvl6pPr>
            <a:lvl7pPr algn="ctr">
              <a:defRPr sz="1275" b="0">
                <a:solidFill>
                  <a:srgbClr val="202D3E"/>
                </a:solidFill>
                <a:latin typeface="Ubuntu Light"/>
                <a:ea typeface="Ubuntu Light"/>
                <a:cs typeface="Ubuntu Light"/>
              </a:defRPr>
            </a:lvl7pPr>
            <a:lvl8pPr algn="ctr">
              <a:defRPr sz="1275" b="0">
                <a:solidFill>
                  <a:srgbClr val="202D3E"/>
                </a:solidFill>
                <a:latin typeface="Ubuntu Light"/>
                <a:ea typeface="Ubuntu Light"/>
                <a:cs typeface="Ubuntu Light"/>
              </a:defRPr>
            </a:lvl8pPr>
            <a:lvl9pPr algn="ctr">
              <a:defRPr sz="1275" b="0">
                <a:solidFill>
                  <a:srgbClr val="202D3E"/>
                </a:solidFill>
                <a:latin typeface="Ubuntu Light"/>
                <a:ea typeface="Ubuntu Light"/>
                <a:cs typeface="Ubuntu Light"/>
              </a:defRPr>
            </a:lvl9pPr>
          </a:lstStyle>
          <a:p>
            <a:pPr algn="ctr">
              <a:defRPr sz="1275" b="0">
                <a:solidFill>
                  <a:srgbClr val="202D3E"/>
                </a:solidFill>
                <a:latin typeface="Ubuntu Light"/>
                <a:ea typeface="Ubuntu Light"/>
                <a:cs typeface="Ubuntu Light"/>
              </a:defRPr>
            </a:pPr>
            <a:r>
              <a:rPr b="0" dirty="0">
                <a:latin typeface="Ubuntu Light"/>
                <a:ea typeface="Ubuntu Light"/>
                <a:cs typeface="Ubuntu Light"/>
              </a:rPr>
              <a:t>Approved</a:t>
            </a:r>
          </a:p>
        </p:txBody>
      </p:sp>
      <p:cxnSp>
        <p:nvCxnSpPr>
          <p:cNvPr id="11" name="reserved-flow-0">
            <a:extLst>
              <a:ext uri="{FF2B5EF4-FFF2-40B4-BE49-F238E27FC236}">
                <a16:creationId xmlns:a16="http://schemas.microsoft.com/office/drawing/2014/main" id="{38930DC6-BCDC-4C35-85D9-BFEA10E0112C}"/>
              </a:ext>
            </a:extLst>
          </p:cNvPr>
          <p:cNvCxnSpPr/>
          <p:nvPr/>
        </p:nvCxnSpPr>
        <p:spPr>
          <a:xfrm>
            <a:off x="4219575" y="2366963"/>
            <a:ext cx="561975" cy="0"/>
          </a:xfrm>
          <a:prstGeom prst="straightConnector1">
            <a:avLst/>
          </a:prstGeom>
          <a:ln w="19050">
            <a:solidFill>
              <a:srgbClr val="202D3E"/>
            </a:solidFill>
            <a:tailEnd type="triangle" w="sm" len="sm"/>
          </a:ln>
        </p:spPr>
      </p:cxnSp>
      <p:sp>
        <p:nvSpPr>
          <p:cNvPr id="12" name="reserved-label">
            <a:extLst>
              <a:ext uri="{FF2B5EF4-FFF2-40B4-BE49-F238E27FC236}">
                <a16:creationId xmlns:a16="http://schemas.microsoft.com/office/drawing/2014/main" id="{2839A41D-2ADF-44CF-A045-660E8AECE991}"/>
              </a:ext>
            </a:extLst>
          </p:cNvPr>
          <p:cNvSpPr>
            <a:spLocks noGrp="1"/>
          </p:cNvSpPr>
          <p:nvPr/>
        </p:nvSpPr>
        <p:spPr>
          <a:xfrm>
            <a:off x="4048125" y="1885950"/>
            <a:ext cx="914400" cy="228600"/>
          </a:xfrm>
          <a:prstGeom prst="rect">
            <a:avLst/>
          </a:prstGeom>
          <a:noFill/>
          <a:ln w="0">
            <a:noFill/>
          </a:ln>
        </p:spPr>
        <p:txBody>
          <a:bodyPr wrap="none" lIns="0" tIns="0" rIns="0" bIns="0" anchor="t">
            <a:noAutofit/>
          </a:bodyPr>
          <a:lstStyle>
            <a:defPPr algn="ctr">
              <a:defRPr sz="1275" b="0">
                <a:solidFill>
                  <a:srgbClr val="202D3E"/>
                </a:solidFill>
                <a:latin typeface="Ubuntu Light"/>
                <a:ea typeface="Ubuntu Light"/>
                <a:cs typeface="Ubuntu Light"/>
              </a:defRPr>
            </a:defPPr>
            <a:lvl1pPr algn="ctr">
              <a:defRPr sz="1275" b="0">
                <a:solidFill>
                  <a:srgbClr val="202D3E"/>
                </a:solidFill>
                <a:latin typeface="Ubuntu Light"/>
                <a:ea typeface="Ubuntu Light"/>
                <a:cs typeface="Ubuntu Light"/>
              </a:defRPr>
            </a:lvl1pPr>
            <a:lvl2pPr algn="ctr">
              <a:defRPr sz="1275" b="0">
                <a:solidFill>
                  <a:srgbClr val="202D3E"/>
                </a:solidFill>
                <a:latin typeface="Ubuntu Light"/>
                <a:ea typeface="Ubuntu Light"/>
                <a:cs typeface="Ubuntu Light"/>
              </a:defRPr>
            </a:lvl2pPr>
            <a:lvl3pPr algn="ctr">
              <a:defRPr sz="1275" b="0">
                <a:solidFill>
                  <a:srgbClr val="202D3E"/>
                </a:solidFill>
                <a:latin typeface="Ubuntu Light"/>
                <a:ea typeface="Ubuntu Light"/>
                <a:cs typeface="Ubuntu Light"/>
              </a:defRPr>
            </a:lvl3pPr>
            <a:lvl4pPr algn="ctr">
              <a:defRPr sz="1275" b="0">
                <a:solidFill>
                  <a:srgbClr val="202D3E"/>
                </a:solidFill>
                <a:latin typeface="Ubuntu Light"/>
                <a:ea typeface="Ubuntu Light"/>
                <a:cs typeface="Ubuntu Light"/>
              </a:defRPr>
            </a:lvl4pPr>
            <a:lvl5pPr algn="ctr">
              <a:defRPr sz="1275" b="0">
                <a:solidFill>
                  <a:srgbClr val="202D3E"/>
                </a:solidFill>
                <a:latin typeface="Ubuntu Light"/>
                <a:ea typeface="Ubuntu Light"/>
                <a:cs typeface="Ubuntu Light"/>
              </a:defRPr>
            </a:lvl5pPr>
            <a:lvl6pPr algn="ctr">
              <a:defRPr sz="1275" b="0">
                <a:solidFill>
                  <a:srgbClr val="202D3E"/>
                </a:solidFill>
                <a:latin typeface="Ubuntu Light"/>
                <a:ea typeface="Ubuntu Light"/>
                <a:cs typeface="Ubuntu Light"/>
              </a:defRPr>
            </a:lvl6pPr>
            <a:lvl7pPr algn="ctr">
              <a:defRPr sz="1275" b="0">
                <a:solidFill>
                  <a:srgbClr val="202D3E"/>
                </a:solidFill>
                <a:latin typeface="Ubuntu Light"/>
                <a:ea typeface="Ubuntu Light"/>
                <a:cs typeface="Ubuntu Light"/>
              </a:defRPr>
            </a:lvl7pPr>
            <a:lvl8pPr algn="ctr">
              <a:defRPr sz="1275" b="0">
                <a:solidFill>
                  <a:srgbClr val="202D3E"/>
                </a:solidFill>
                <a:latin typeface="Ubuntu Light"/>
                <a:ea typeface="Ubuntu Light"/>
                <a:cs typeface="Ubuntu Light"/>
              </a:defRPr>
            </a:lvl8pPr>
            <a:lvl9pPr algn="ctr">
              <a:defRPr sz="1275" b="0">
                <a:solidFill>
                  <a:srgbClr val="202D3E"/>
                </a:solidFill>
                <a:latin typeface="Ubuntu Light"/>
                <a:ea typeface="Ubuntu Light"/>
                <a:cs typeface="Ubuntu Light"/>
              </a:defRPr>
            </a:lvl9pPr>
          </a:lstStyle>
          <a:p>
            <a:pPr algn="ctr">
              <a:defRPr sz="1275" b="0">
                <a:solidFill>
                  <a:srgbClr val="202D3E"/>
                </a:solidFill>
                <a:latin typeface="Ubuntu Light"/>
                <a:ea typeface="Ubuntu Light"/>
                <a:cs typeface="Ubuntu Light"/>
              </a:defRPr>
            </a:pPr>
            <a:r>
              <a:rPr b="0" dirty="0">
                <a:latin typeface="Ubuntu Light"/>
                <a:ea typeface="Ubuntu Light"/>
                <a:cs typeface="Ubuntu Light"/>
              </a:rPr>
              <a:t>Reserved</a:t>
            </a:r>
          </a:p>
        </p:txBody>
      </p:sp>
      <p:cxnSp>
        <p:nvCxnSpPr>
          <p:cNvPr id="13" name="paid-flow-0">
            <a:extLst>
              <a:ext uri="{FF2B5EF4-FFF2-40B4-BE49-F238E27FC236}">
                <a16:creationId xmlns:a16="http://schemas.microsoft.com/office/drawing/2014/main" id="{1DF145F6-0A76-43F0-BD6C-B493EEC59005}"/>
              </a:ext>
            </a:extLst>
          </p:cNvPr>
          <p:cNvCxnSpPr/>
          <p:nvPr/>
        </p:nvCxnSpPr>
        <p:spPr>
          <a:xfrm>
            <a:off x="6315075" y="2366963"/>
            <a:ext cx="561975" cy="0"/>
          </a:xfrm>
          <a:prstGeom prst="straightConnector1">
            <a:avLst/>
          </a:prstGeom>
          <a:ln w="19050">
            <a:solidFill>
              <a:srgbClr val="202D3E"/>
            </a:solidFill>
            <a:tailEnd type="triangle" w="sm" len="sm"/>
          </a:ln>
        </p:spPr>
      </p:cxnSp>
      <p:sp>
        <p:nvSpPr>
          <p:cNvPr id="14" name="paid-label">
            <a:extLst>
              <a:ext uri="{FF2B5EF4-FFF2-40B4-BE49-F238E27FC236}">
                <a16:creationId xmlns:a16="http://schemas.microsoft.com/office/drawing/2014/main" id="{91C887DE-5B0D-4CDE-BB2F-8A3E7E4F03AE}"/>
              </a:ext>
            </a:extLst>
          </p:cNvPr>
          <p:cNvSpPr>
            <a:spLocks noGrp="1"/>
          </p:cNvSpPr>
          <p:nvPr/>
        </p:nvSpPr>
        <p:spPr>
          <a:xfrm>
            <a:off x="6143625" y="1885950"/>
            <a:ext cx="914400" cy="228600"/>
          </a:xfrm>
          <a:prstGeom prst="rect">
            <a:avLst/>
          </a:prstGeom>
          <a:noFill/>
          <a:ln w="0">
            <a:noFill/>
          </a:ln>
        </p:spPr>
        <p:txBody>
          <a:bodyPr wrap="none" lIns="0" tIns="0" rIns="0" bIns="0" anchor="t">
            <a:noAutofit/>
          </a:bodyPr>
          <a:lstStyle>
            <a:defPPr algn="ctr">
              <a:defRPr sz="1275" b="0">
                <a:solidFill>
                  <a:srgbClr val="202D3E"/>
                </a:solidFill>
                <a:latin typeface="Ubuntu Light"/>
                <a:ea typeface="Ubuntu Light"/>
                <a:cs typeface="Ubuntu Light"/>
              </a:defRPr>
            </a:defPPr>
            <a:lvl1pPr algn="ctr">
              <a:defRPr sz="1275" b="0">
                <a:solidFill>
                  <a:srgbClr val="202D3E"/>
                </a:solidFill>
                <a:latin typeface="Ubuntu Light"/>
                <a:ea typeface="Ubuntu Light"/>
                <a:cs typeface="Ubuntu Light"/>
              </a:defRPr>
            </a:lvl1pPr>
            <a:lvl2pPr algn="ctr">
              <a:defRPr sz="1275" b="0">
                <a:solidFill>
                  <a:srgbClr val="202D3E"/>
                </a:solidFill>
                <a:latin typeface="Ubuntu Light"/>
                <a:ea typeface="Ubuntu Light"/>
                <a:cs typeface="Ubuntu Light"/>
              </a:defRPr>
            </a:lvl2pPr>
            <a:lvl3pPr algn="ctr">
              <a:defRPr sz="1275" b="0">
                <a:solidFill>
                  <a:srgbClr val="202D3E"/>
                </a:solidFill>
                <a:latin typeface="Ubuntu Light"/>
                <a:ea typeface="Ubuntu Light"/>
                <a:cs typeface="Ubuntu Light"/>
              </a:defRPr>
            </a:lvl3pPr>
            <a:lvl4pPr algn="ctr">
              <a:defRPr sz="1275" b="0">
                <a:solidFill>
                  <a:srgbClr val="202D3E"/>
                </a:solidFill>
                <a:latin typeface="Ubuntu Light"/>
                <a:ea typeface="Ubuntu Light"/>
                <a:cs typeface="Ubuntu Light"/>
              </a:defRPr>
            </a:lvl4pPr>
            <a:lvl5pPr algn="ctr">
              <a:defRPr sz="1275" b="0">
                <a:solidFill>
                  <a:srgbClr val="202D3E"/>
                </a:solidFill>
                <a:latin typeface="Ubuntu Light"/>
                <a:ea typeface="Ubuntu Light"/>
                <a:cs typeface="Ubuntu Light"/>
              </a:defRPr>
            </a:lvl5pPr>
            <a:lvl6pPr algn="ctr">
              <a:defRPr sz="1275" b="0">
                <a:solidFill>
                  <a:srgbClr val="202D3E"/>
                </a:solidFill>
                <a:latin typeface="Ubuntu Light"/>
                <a:ea typeface="Ubuntu Light"/>
                <a:cs typeface="Ubuntu Light"/>
              </a:defRPr>
            </a:lvl6pPr>
            <a:lvl7pPr algn="ctr">
              <a:defRPr sz="1275" b="0">
                <a:solidFill>
                  <a:srgbClr val="202D3E"/>
                </a:solidFill>
                <a:latin typeface="Ubuntu Light"/>
                <a:ea typeface="Ubuntu Light"/>
                <a:cs typeface="Ubuntu Light"/>
              </a:defRPr>
            </a:lvl7pPr>
            <a:lvl8pPr algn="ctr">
              <a:defRPr sz="1275" b="0">
                <a:solidFill>
                  <a:srgbClr val="202D3E"/>
                </a:solidFill>
                <a:latin typeface="Ubuntu Light"/>
                <a:ea typeface="Ubuntu Light"/>
                <a:cs typeface="Ubuntu Light"/>
              </a:defRPr>
            </a:lvl8pPr>
            <a:lvl9pPr algn="ctr">
              <a:defRPr sz="1275" b="0">
                <a:solidFill>
                  <a:srgbClr val="202D3E"/>
                </a:solidFill>
                <a:latin typeface="Ubuntu Light"/>
                <a:ea typeface="Ubuntu Light"/>
                <a:cs typeface="Ubuntu Light"/>
              </a:defRPr>
            </a:lvl9pPr>
          </a:lstStyle>
          <a:p>
            <a:pPr algn="ctr">
              <a:defRPr sz="1275" b="0">
                <a:solidFill>
                  <a:srgbClr val="202D3E"/>
                </a:solidFill>
                <a:latin typeface="Ubuntu Light"/>
                <a:ea typeface="Ubuntu Light"/>
                <a:cs typeface="Ubuntu Light"/>
              </a:defRPr>
            </a:pPr>
            <a:r>
              <a:rPr b="0" dirty="0">
                <a:latin typeface="Ubuntu Light"/>
                <a:ea typeface="Ubuntu Light"/>
                <a:cs typeface="Ubuntu Light"/>
              </a:rPr>
              <a:t>Paid</a:t>
            </a:r>
          </a:p>
        </p:txBody>
      </p:sp>
      <p:sp>
        <p:nvSpPr>
          <p:cNvPr id="15" name="stock-reserved">
            <a:extLst>
              <a:ext uri="{FF2B5EF4-FFF2-40B4-BE49-F238E27FC236}">
                <a16:creationId xmlns:a16="http://schemas.microsoft.com/office/drawing/2014/main" id="{78655B02-9DCB-43EA-8ECF-33B2FF8F8A69}"/>
              </a:ext>
            </a:extLst>
          </p:cNvPr>
          <p:cNvSpPr>
            <a:spLocks noGrp="1"/>
          </p:cNvSpPr>
          <p:nvPr/>
        </p:nvSpPr>
        <p:spPr>
          <a:xfrm>
            <a:off x="3000375" y="2686050"/>
            <a:ext cx="2095500" cy="257175"/>
          </a:xfrm>
          <a:prstGeom prst="rect">
            <a:avLst/>
          </a:prstGeom>
          <a:noFill/>
          <a:ln w="0">
            <a:noFill/>
          </a:ln>
        </p:spPr>
        <p:txBody>
          <a:bodyPr wrap="none" lIns="0" tIns="0" rIns="0" bIns="0" anchor="t">
            <a:noAutofit/>
          </a:bodyPr>
          <a:lstStyle>
            <a:defPPr algn="l">
              <a:defRPr sz="1425" b="0">
                <a:solidFill>
                  <a:srgbClr val="202D3E"/>
                </a:solidFill>
                <a:latin typeface="Ubuntu Light"/>
                <a:ea typeface="Ubuntu Light"/>
                <a:cs typeface="Ubuntu Light"/>
              </a:defRPr>
            </a:defPPr>
            <a:lvl1pPr algn="l">
              <a:defRPr sz="1425" b="0">
                <a:solidFill>
                  <a:srgbClr val="202D3E"/>
                </a:solidFill>
                <a:latin typeface="Ubuntu Light"/>
                <a:ea typeface="Ubuntu Light"/>
                <a:cs typeface="Ubuntu Light"/>
              </a:defRPr>
            </a:lvl1pPr>
            <a:lvl2pPr algn="l">
              <a:defRPr sz="1425" b="0">
                <a:solidFill>
                  <a:srgbClr val="202D3E"/>
                </a:solidFill>
                <a:latin typeface="Ubuntu Light"/>
                <a:ea typeface="Ubuntu Light"/>
                <a:cs typeface="Ubuntu Light"/>
              </a:defRPr>
            </a:lvl2pPr>
            <a:lvl3pPr algn="l">
              <a:defRPr sz="1425" b="0">
                <a:solidFill>
                  <a:srgbClr val="202D3E"/>
                </a:solidFill>
                <a:latin typeface="Ubuntu Light"/>
                <a:ea typeface="Ubuntu Light"/>
                <a:cs typeface="Ubuntu Light"/>
              </a:defRPr>
            </a:lvl3pPr>
            <a:lvl4pPr algn="l">
              <a:defRPr sz="1425" b="0">
                <a:solidFill>
                  <a:srgbClr val="202D3E"/>
                </a:solidFill>
                <a:latin typeface="Ubuntu Light"/>
                <a:ea typeface="Ubuntu Light"/>
                <a:cs typeface="Ubuntu Light"/>
              </a:defRPr>
            </a:lvl4pPr>
            <a:lvl5pPr algn="l">
              <a:defRPr sz="1425" b="0">
                <a:solidFill>
                  <a:srgbClr val="202D3E"/>
                </a:solidFill>
                <a:latin typeface="Ubuntu Light"/>
                <a:ea typeface="Ubuntu Light"/>
                <a:cs typeface="Ubuntu Light"/>
              </a:defRPr>
            </a:lvl5pPr>
            <a:lvl6pPr algn="l">
              <a:defRPr sz="1425" b="0">
                <a:solidFill>
                  <a:srgbClr val="202D3E"/>
                </a:solidFill>
                <a:latin typeface="Ubuntu Light"/>
                <a:ea typeface="Ubuntu Light"/>
                <a:cs typeface="Ubuntu Light"/>
              </a:defRPr>
            </a:lvl6pPr>
            <a:lvl7pPr algn="l">
              <a:defRPr sz="1425" b="0">
                <a:solidFill>
                  <a:srgbClr val="202D3E"/>
                </a:solidFill>
                <a:latin typeface="Ubuntu Light"/>
                <a:ea typeface="Ubuntu Light"/>
                <a:cs typeface="Ubuntu Light"/>
              </a:defRPr>
            </a:lvl7pPr>
            <a:lvl8pPr algn="l">
              <a:defRPr sz="1425" b="0">
                <a:solidFill>
                  <a:srgbClr val="202D3E"/>
                </a:solidFill>
                <a:latin typeface="Ubuntu Light"/>
                <a:ea typeface="Ubuntu Light"/>
                <a:cs typeface="Ubuntu Light"/>
              </a:defRPr>
            </a:lvl8pPr>
            <a:lvl9pPr algn="l">
              <a:defRPr sz="1425" b="0">
                <a:solidFill>
                  <a:srgbClr val="202D3E"/>
                </a:solidFill>
                <a:latin typeface="Ubuntu Light"/>
                <a:ea typeface="Ubuntu Light"/>
                <a:cs typeface="Ubuntu Light"/>
              </a:defRPr>
            </a:lvl9pPr>
          </a:lstStyle>
          <a:p>
            <a:pPr algn="l">
              <a:defRPr sz="1425" b="0">
                <a:solidFill>
                  <a:srgbClr val="202D3E"/>
                </a:solidFill>
                <a:latin typeface="Ubuntu Light"/>
                <a:ea typeface="Ubuntu Light"/>
                <a:cs typeface="Ubuntu Light"/>
              </a:defRPr>
            </a:pPr>
            <a:r>
              <a:rPr b="0" dirty="0">
                <a:latin typeface="Ubuntu Light"/>
                <a:ea typeface="Ubuntu Light"/>
                <a:cs typeface="Ubuntu Light"/>
              </a:rPr>
              <a:t>Stock: </a:t>
            </a:r>
            <a:r>
              <a:rPr b="0" dirty="0">
                <a:latin typeface="Menlo"/>
                <a:ea typeface="Menlo"/>
                <a:cs typeface="Menlo"/>
              </a:rPr>
              <a:t>10</a:t>
            </a:r>
            <a:r>
              <a:rPr b="0" dirty="0">
                <a:latin typeface="Ubuntu Light"/>
                <a:ea typeface="Ubuntu Light"/>
                <a:cs typeface="Ubuntu Light"/>
              </a:rPr>
              <a:t> → </a:t>
            </a:r>
            <a:r>
              <a:rPr b="0" dirty="0">
                <a:latin typeface="Menlo"/>
                <a:ea typeface="Menlo"/>
                <a:cs typeface="Menlo"/>
              </a:rPr>
              <a:t>8</a:t>
            </a:r>
          </a:p>
        </p:txBody>
      </p:sp>
      <p:sp>
        <p:nvSpPr>
          <p:cNvPr id="16" name="read-paid">
            <a:extLst>
              <a:ext uri="{FF2B5EF4-FFF2-40B4-BE49-F238E27FC236}">
                <a16:creationId xmlns:a16="http://schemas.microsoft.com/office/drawing/2014/main" id="{D65534DF-F924-4708-8424-3B5220B1A60F}"/>
              </a:ext>
            </a:extLst>
          </p:cNvPr>
          <p:cNvSpPr>
            <a:spLocks noGrp="1"/>
          </p:cNvSpPr>
          <p:nvPr/>
        </p:nvSpPr>
        <p:spPr>
          <a:xfrm>
            <a:off x="619125" y="3602830"/>
            <a:ext cx="1476375" cy="523875"/>
          </a:xfrm>
          <a:prstGeom prst="roundRect">
            <a:avLst>
              <a:gd name="adj" fmla="val 14545"/>
            </a:avLst>
          </a:prstGeom>
          <a:solidFill>
            <a:srgbClr val="FFFFFF"/>
          </a:solidFill>
          <a:ln w="9525">
            <a:solidFill>
              <a:srgbClr val="475569"/>
            </a:solidFill>
          </a:ln>
        </p:spPr>
        <p:txBody>
          <a:bodyPr wrap="none" lIns="28575" tIns="28575" rIns="28575" bIns="28575" anchor="ctr">
            <a:noAutofit/>
          </a:bodyPr>
          <a:lstStyle>
            <a:defPPr algn="ctr">
              <a:defRPr sz="1500" b="0">
                <a:solidFill>
                  <a:srgbClr val="202D3E"/>
                </a:solidFill>
                <a:latin typeface="Ubuntu Light"/>
                <a:ea typeface="Ubuntu Light"/>
                <a:cs typeface="Ubuntu Light"/>
              </a:defRPr>
            </a:defPPr>
            <a:lvl1pPr algn="ctr">
              <a:defRPr sz="1500" b="0">
                <a:solidFill>
                  <a:srgbClr val="202D3E"/>
                </a:solidFill>
                <a:latin typeface="Ubuntu Light"/>
                <a:ea typeface="Ubuntu Light"/>
                <a:cs typeface="Ubuntu Light"/>
              </a:defRPr>
            </a:lvl1pPr>
            <a:lvl2pPr algn="ctr">
              <a:defRPr sz="1500" b="0">
                <a:solidFill>
                  <a:srgbClr val="202D3E"/>
                </a:solidFill>
                <a:latin typeface="Ubuntu Light"/>
                <a:ea typeface="Ubuntu Light"/>
                <a:cs typeface="Ubuntu Light"/>
              </a:defRPr>
            </a:lvl2pPr>
            <a:lvl3pPr algn="ctr">
              <a:defRPr sz="1500" b="0">
                <a:solidFill>
                  <a:srgbClr val="202D3E"/>
                </a:solidFill>
                <a:latin typeface="Ubuntu Light"/>
                <a:ea typeface="Ubuntu Light"/>
                <a:cs typeface="Ubuntu Light"/>
              </a:defRPr>
            </a:lvl3pPr>
            <a:lvl4pPr algn="ctr">
              <a:defRPr sz="1500" b="0">
                <a:solidFill>
                  <a:srgbClr val="202D3E"/>
                </a:solidFill>
                <a:latin typeface="Ubuntu Light"/>
                <a:ea typeface="Ubuntu Light"/>
                <a:cs typeface="Ubuntu Light"/>
              </a:defRPr>
            </a:lvl4pPr>
            <a:lvl5pPr algn="ctr">
              <a:defRPr sz="1500" b="0">
                <a:solidFill>
                  <a:srgbClr val="202D3E"/>
                </a:solidFill>
                <a:latin typeface="Ubuntu Light"/>
                <a:ea typeface="Ubuntu Light"/>
                <a:cs typeface="Ubuntu Light"/>
              </a:defRPr>
            </a:lvl5pPr>
            <a:lvl6pPr algn="ctr">
              <a:defRPr sz="1500" b="0">
                <a:solidFill>
                  <a:srgbClr val="202D3E"/>
                </a:solidFill>
                <a:latin typeface="Ubuntu Light"/>
                <a:ea typeface="Ubuntu Light"/>
                <a:cs typeface="Ubuntu Light"/>
              </a:defRPr>
            </a:lvl6pPr>
            <a:lvl7pPr algn="ctr">
              <a:defRPr sz="1500" b="0">
                <a:solidFill>
                  <a:srgbClr val="202D3E"/>
                </a:solidFill>
                <a:latin typeface="Ubuntu Light"/>
                <a:ea typeface="Ubuntu Light"/>
                <a:cs typeface="Ubuntu Light"/>
              </a:defRPr>
            </a:lvl7pPr>
            <a:lvl8pPr algn="ctr">
              <a:defRPr sz="1500" b="0">
                <a:solidFill>
                  <a:srgbClr val="202D3E"/>
                </a:solidFill>
                <a:latin typeface="Ubuntu Light"/>
                <a:ea typeface="Ubuntu Light"/>
                <a:cs typeface="Ubuntu Light"/>
              </a:defRPr>
            </a:lvl8pPr>
            <a:lvl9pPr algn="ctr">
              <a:defRPr sz="1500" b="0">
                <a:solidFill>
                  <a:srgbClr val="202D3E"/>
                </a:solidFill>
                <a:latin typeface="Ubuntu Light"/>
                <a:ea typeface="Ubuntu Light"/>
                <a:cs typeface="Ubuntu Light"/>
              </a:defRPr>
            </a:lvl9pPr>
          </a:lstStyle>
          <a:p>
            <a:pPr algn="ctr">
              <a:lnSpc>
                <a:spcPct val="110000"/>
              </a:lnSpc>
              <a:buNone/>
              <a:defRPr sz="1500" b="0">
                <a:solidFill>
                  <a:srgbClr val="202D3E"/>
                </a:solidFill>
                <a:latin typeface="Ubuntu Light"/>
                <a:ea typeface="Ubuntu Light"/>
                <a:cs typeface="Ubuntu Light"/>
              </a:defRPr>
            </a:pPr>
            <a:r>
              <a:rPr sz="1500" b="0">
                <a:solidFill>
                  <a:srgbClr val="202D3E"/>
                </a:solidFill>
                <a:latin typeface="Ubuntu Light"/>
                <a:ea typeface="Ubuntu Light"/>
                <a:cs typeface="Ubuntu Light"/>
              </a:rPr>
              <a:t>Read paid</a:t>
            </a:r>
          </a:p>
          <a:p>
            <a:pPr algn="ctr">
              <a:lnSpc>
                <a:spcPct val="110000"/>
              </a:lnSpc>
              <a:buNone/>
              <a:defRPr sz="1500" b="0">
                <a:solidFill>
                  <a:srgbClr val="202D3E"/>
                </a:solidFill>
                <a:latin typeface="Ubuntu Light"/>
                <a:ea typeface="Ubuntu Light"/>
                <a:cs typeface="Ubuntu Light"/>
              </a:defRPr>
            </a:pPr>
            <a:r>
              <a:rPr sz="1500" b="0">
                <a:solidFill>
                  <a:srgbClr val="202D3E"/>
                </a:solidFill>
                <a:latin typeface="Ubuntu Light"/>
                <a:ea typeface="Ubuntu Light"/>
                <a:cs typeface="Ubuntu Light"/>
              </a:rPr>
              <a:t>order</a:t>
            </a:r>
          </a:p>
        </p:txBody>
      </p:sp>
      <p:sp>
        <p:nvSpPr>
          <p:cNvPr id="17" name="refund">
            <a:extLst>
              <a:ext uri="{FF2B5EF4-FFF2-40B4-BE49-F238E27FC236}">
                <a16:creationId xmlns:a16="http://schemas.microsoft.com/office/drawing/2014/main" id="{193433C3-7618-43DE-8A88-DDBC12E12A03}"/>
              </a:ext>
            </a:extLst>
          </p:cNvPr>
          <p:cNvSpPr>
            <a:spLocks noGrp="1"/>
          </p:cNvSpPr>
          <p:nvPr/>
        </p:nvSpPr>
        <p:spPr>
          <a:xfrm>
            <a:off x="3181510" y="3602830"/>
            <a:ext cx="1476375" cy="523875"/>
          </a:xfrm>
          <a:prstGeom prst="roundRect">
            <a:avLst>
              <a:gd name="adj" fmla="val 14545"/>
            </a:avLst>
          </a:prstGeom>
          <a:solidFill>
            <a:srgbClr val="FFFFFF"/>
          </a:solidFill>
          <a:ln w="9525">
            <a:solidFill>
              <a:srgbClr val="475569"/>
            </a:solidFill>
          </a:ln>
        </p:spPr>
        <p:txBody>
          <a:bodyPr wrap="none" lIns="28575" tIns="28575" rIns="28575" bIns="28575" anchor="ctr">
            <a:noAutofit/>
          </a:bodyPr>
          <a:lstStyle>
            <a:defPPr algn="ctr">
              <a:defRPr sz="1500" b="0">
                <a:solidFill>
                  <a:srgbClr val="202D3E"/>
                </a:solidFill>
                <a:latin typeface="Ubuntu Light"/>
                <a:ea typeface="Ubuntu Light"/>
                <a:cs typeface="Ubuntu Light"/>
              </a:defRPr>
            </a:defPPr>
            <a:lvl1pPr algn="ctr">
              <a:defRPr sz="1500" b="0">
                <a:solidFill>
                  <a:srgbClr val="202D3E"/>
                </a:solidFill>
                <a:latin typeface="Ubuntu Light"/>
                <a:ea typeface="Ubuntu Light"/>
                <a:cs typeface="Ubuntu Light"/>
              </a:defRPr>
            </a:lvl1pPr>
            <a:lvl2pPr algn="ctr">
              <a:defRPr sz="1500" b="0">
                <a:solidFill>
                  <a:srgbClr val="202D3E"/>
                </a:solidFill>
                <a:latin typeface="Ubuntu Light"/>
                <a:ea typeface="Ubuntu Light"/>
                <a:cs typeface="Ubuntu Light"/>
              </a:defRPr>
            </a:lvl2pPr>
            <a:lvl3pPr algn="ctr">
              <a:defRPr sz="1500" b="0">
                <a:solidFill>
                  <a:srgbClr val="202D3E"/>
                </a:solidFill>
                <a:latin typeface="Ubuntu Light"/>
                <a:ea typeface="Ubuntu Light"/>
                <a:cs typeface="Ubuntu Light"/>
              </a:defRPr>
            </a:lvl3pPr>
            <a:lvl4pPr algn="ctr">
              <a:defRPr sz="1500" b="0">
                <a:solidFill>
                  <a:srgbClr val="202D3E"/>
                </a:solidFill>
                <a:latin typeface="Ubuntu Light"/>
                <a:ea typeface="Ubuntu Light"/>
                <a:cs typeface="Ubuntu Light"/>
              </a:defRPr>
            </a:lvl4pPr>
            <a:lvl5pPr algn="ctr">
              <a:defRPr sz="1500" b="0">
                <a:solidFill>
                  <a:srgbClr val="202D3E"/>
                </a:solidFill>
                <a:latin typeface="Ubuntu Light"/>
                <a:ea typeface="Ubuntu Light"/>
                <a:cs typeface="Ubuntu Light"/>
              </a:defRPr>
            </a:lvl5pPr>
            <a:lvl6pPr algn="ctr">
              <a:defRPr sz="1500" b="0">
                <a:solidFill>
                  <a:srgbClr val="202D3E"/>
                </a:solidFill>
                <a:latin typeface="Ubuntu Light"/>
                <a:ea typeface="Ubuntu Light"/>
                <a:cs typeface="Ubuntu Light"/>
              </a:defRPr>
            </a:lvl6pPr>
            <a:lvl7pPr algn="ctr">
              <a:defRPr sz="1500" b="0">
                <a:solidFill>
                  <a:srgbClr val="202D3E"/>
                </a:solidFill>
                <a:latin typeface="Ubuntu Light"/>
                <a:ea typeface="Ubuntu Light"/>
                <a:cs typeface="Ubuntu Light"/>
              </a:defRPr>
            </a:lvl7pPr>
            <a:lvl8pPr algn="ctr">
              <a:defRPr sz="1500" b="0">
                <a:solidFill>
                  <a:srgbClr val="202D3E"/>
                </a:solidFill>
                <a:latin typeface="Ubuntu Light"/>
                <a:ea typeface="Ubuntu Light"/>
                <a:cs typeface="Ubuntu Light"/>
              </a:defRPr>
            </a:lvl8pPr>
            <a:lvl9pPr algn="ctr">
              <a:defRPr sz="1500" b="0">
                <a:solidFill>
                  <a:srgbClr val="202D3E"/>
                </a:solidFill>
                <a:latin typeface="Ubuntu Light"/>
                <a:ea typeface="Ubuntu Light"/>
                <a:cs typeface="Ubuntu Light"/>
              </a:defRPr>
            </a:lvl9pPr>
          </a:lstStyle>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Refund</a:t>
            </a:r>
          </a:p>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payment</a:t>
            </a:r>
          </a:p>
        </p:txBody>
      </p:sp>
      <p:sp>
        <p:nvSpPr>
          <p:cNvPr id="18" name="cancel-restore">
            <a:extLst>
              <a:ext uri="{FF2B5EF4-FFF2-40B4-BE49-F238E27FC236}">
                <a16:creationId xmlns:a16="http://schemas.microsoft.com/office/drawing/2014/main" id="{B5874553-37A4-4042-A650-C513259354BA}"/>
              </a:ext>
            </a:extLst>
          </p:cNvPr>
          <p:cNvSpPr>
            <a:spLocks noGrp="1"/>
          </p:cNvSpPr>
          <p:nvPr/>
        </p:nvSpPr>
        <p:spPr>
          <a:xfrm>
            <a:off x="6248400" y="3602830"/>
            <a:ext cx="1619250" cy="523875"/>
          </a:xfrm>
          <a:prstGeom prst="roundRect">
            <a:avLst>
              <a:gd name="adj" fmla="val 14545"/>
            </a:avLst>
          </a:prstGeom>
          <a:solidFill>
            <a:srgbClr val="FFFFFF"/>
          </a:solidFill>
          <a:ln w="9525">
            <a:solidFill>
              <a:srgbClr val="475569"/>
            </a:solidFill>
          </a:ln>
        </p:spPr>
        <p:txBody>
          <a:bodyPr wrap="none" lIns="28575" tIns="28575" rIns="28575" bIns="28575" anchor="ctr">
            <a:noAutofit/>
          </a:bodyPr>
          <a:lstStyle>
            <a:defPPr algn="ctr">
              <a:defRPr sz="1500" b="0">
                <a:solidFill>
                  <a:srgbClr val="202D3E"/>
                </a:solidFill>
                <a:latin typeface="Ubuntu Light"/>
                <a:ea typeface="Ubuntu Light"/>
                <a:cs typeface="Ubuntu Light"/>
              </a:defRPr>
            </a:defPPr>
            <a:lvl1pPr algn="ctr">
              <a:defRPr sz="1500" b="0">
                <a:solidFill>
                  <a:srgbClr val="202D3E"/>
                </a:solidFill>
                <a:latin typeface="Ubuntu Light"/>
                <a:ea typeface="Ubuntu Light"/>
                <a:cs typeface="Ubuntu Light"/>
              </a:defRPr>
            </a:lvl1pPr>
            <a:lvl2pPr algn="ctr">
              <a:defRPr sz="1500" b="0">
                <a:solidFill>
                  <a:srgbClr val="202D3E"/>
                </a:solidFill>
                <a:latin typeface="Ubuntu Light"/>
                <a:ea typeface="Ubuntu Light"/>
                <a:cs typeface="Ubuntu Light"/>
              </a:defRPr>
            </a:lvl2pPr>
            <a:lvl3pPr algn="ctr">
              <a:defRPr sz="1500" b="0">
                <a:solidFill>
                  <a:srgbClr val="202D3E"/>
                </a:solidFill>
                <a:latin typeface="Ubuntu Light"/>
                <a:ea typeface="Ubuntu Light"/>
                <a:cs typeface="Ubuntu Light"/>
              </a:defRPr>
            </a:lvl3pPr>
            <a:lvl4pPr algn="ctr">
              <a:defRPr sz="1500" b="0">
                <a:solidFill>
                  <a:srgbClr val="202D3E"/>
                </a:solidFill>
                <a:latin typeface="Ubuntu Light"/>
                <a:ea typeface="Ubuntu Light"/>
                <a:cs typeface="Ubuntu Light"/>
              </a:defRPr>
            </a:lvl4pPr>
            <a:lvl5pPr algn="ctr">
              <a:defRPr sz="1500" b="0">
                <a:solidFill>
                  <a:srgbClr val="202D3E"/>
                </a:solidFill>
                <a:latin typeface="Ubuntu Light"/>
                <a:ea typeface="Ubuntu Light"/>
                <a:cs typeface="Ubuntu Light"/>
              </a:defRPr>
            </a:lvl5pPr>
            <a:lvl6pPr algn="ctr">
              <a:defRPr sz="1500" b="0">
                <a:solidFill>
                  <a:srgbClr val="202D3E"/>
                </a:solidFill>
                <a:latin typeface="Ubuntu Light"/>
                <a:ea typeface="Ubuntu Light"/>
                <a:cs typeface="Ubuntu Light"/>
              </a:defRPr>
            </a:lvl6pPr>
            <a:lvl7pPr algn="ctr">
              <a:defRPr sz="1500" b="0">
                <a:solidFill>
                  <a:srgbClr val="202D3E"/>
                </a:solidFill>
                <a:latin typeface="Ubuntu Light"/>
                <a:ea typeface="Ubuntu Light"/>
                <a:cs typeface="Ubuntu Light"/>
              </a:defRPr>
            </a:lvl7pPr>
            <a:lvl8pPr algn="ctr">
              <a:defRPr sz="1500" b="0">
                <a:solidFill>
                  <a:srgbClr val="202D3E"/>
                </a:solidFill>
                <a:latin typeface="Ubuntu Light"/>
                <a:ea typeface="Ubuntu Light"/>
                <a:cs typeface="Ubuntu Light"/>
              </a:defRPr>
            </a:lvl8pPr>
            <a:lvl9pPr algn="ctr">
              <a:defRPr sz="1500" b="0">
                <a:solidFill>
                  <a:srgbClr val="202D3E"/>
                </a:solidFill>
                <a:latin typeface="Ubuntu Light"/>
                <a:ea typeface="Ubuntu Light"/>
                <a:cs typeface="Ubuntu Light"/>
              </a:defRPr>
            </a:lvl9pPr>
          </a:lstStyle>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Cancel order</a:t>
            </a:r>
          </a:p>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Restore stock</a:t>
            </a:r>
          </a:p>
        </p:txBody>
      </p:sp>
      <p:cxnSp>
        <p:nvCxnSpPr>
          <p:cNvPr id="19" name="read-refund-flow-0">
            <a:extLst>
              <a:ext uri="{FF2B5EF4-FFF2-40B4-BE49-F238E27FC236}">
                <a16:creationId xmlns:a16="http://schemas.microsoft.com/office/drawing/2014/main" id="{0ACFB559-A7EF-4858-8F3D-F9DA0678F0CB}"/>
              </a:ext>
            </a:extLst>
          </p:cNvPr>
          <p:cNvCxnSpPr>
            <a:cxnSpLocks/>
            <a:endCxn id="17" idx="1"/>
          </p:cNvCxnSpPr>
          <p:nvPr/>
        </p:nvCxnSpPr>
        <p:spPr>
          <a:xfrm>
            <a:off x="2124075" y="3864768"/>
            <a:ext cx="1057435" cy="0"/>
          </a:xfrm>
          <a:prstGeom prst="straightConnector1">
            <a:avLst/>
          </a:prstGeom>
          <a:ln w="19050">
            <a:solidFill>
              <a:srgbClr val="202D3E"/>
            </a:solidFill>
            <a:tailEnd type="triangle" w="sm" len="sm"/>
          </a:ln>
        </p:spPr>
      </p:cxnSp>
      <p:sp>
        <p:nvSpPr>
          <p:cNvPr id="20" name="payment-found">
            <a:extLst>
              <a:ext uri="{FF2B5EF4-FFF2-40B4-BE49-F238E27FC236}">
                <a16:creationId xmlns:a16="http://schemas.microsoft.com/office/drawing/2014/main" id="{8C1CDBBD-69CF-44D8-9BBC-E531F7B3E830}"/>
              </a:ext>
            </a:extLst>
          </p:cNvPr>
          <p:cNvSpPr>
            <a:spLocks noGrp="1"/>
          </p:cNvSpPr>
          <p:nvPr/>
        </p:nvSpPr>
        <p:spPr>
          <a:xfrm>
            <a:off x="2043192" y="3332628"/>
            <a:ext cx="1219200" cy="228600"/>
          </a:xfrm>
          <a:prstGeom prst="rect">
            <a:avLst/>
          </a:prstGeom>
          <a:noFill/>
          <a:ln w="0">
            <a:noFill/>
          </a:ln>
        </p:spPr>
        <p:txBody>
          <a:bodyPr wrap="none" lIns="0" tIns="0" rIns="0" bIns="0" anchor="t">
            <a:noAutofit/>
          </a:bodyPr>
          <a:lstStyle>
            <a:defPPr algn="ctr">
              <a:defRPr sz="1275" b="0">
                <a:solidFill>
                  <a:srgbClr val="202D3E"/>
                </a:solidFill>
                <a:latin typeface="Ubuntu Light"/>
                <a:ea typeface="Ubuntu Light"/>
                <a:cs typeface="Ubuntu Light"/>
              </a:defRPr>
            </a:defPPr>
            <a:lvl1pPr algn="ctr">
              <a:defRPr sz="1275" b="0">
                <a:solidFill>
                  <a:srgbClr val="202D3E"/>
                </a:solidFill>
                <a:latin typeface="Ubuntu Light"/>
                <a:ea typeface="Ubuntu Light"/>
                <a:cs typeface="Ubuntu Light"/>
              </a:defRPr>
            </a:lvl1pPr>
            <a:lvl2pPr algn="ctr">
              <a:defRPr sz="1275" b="0">
                <a:solidFill>
                  <a:srgbClr val="202D3E"/>
                </a:solidFill>
                <a:latin typeface="Ubuntu Light"/>
                <a:ea typeface="Ubuntu Light"/>
                <a:cs typeface="Ubuntu Light"/>
              </a:defRPr>
            </a:lvl2pPr>
            <a:lvl3pPr algn="ctr">
              <a:defRPr sz="1275" b="0">
                <a:solidFill>
                  <a:srgbClr val="202D3E"/>
                </a:solidFill>
                <a:latin typeface="Ubuntu Light"/>
                <a:ea typeface="Ubuntu Light"/>
                <a:cs typeface="Ubuntu Light"/>
              </a:defRPr>
            </a:lvl3pPr>
            <a:lvl4pPr algn="ctr">
              <a:defRPr sz="1275" b="0">
                <a:solidFill>
                  <a:srgbClr val="202D3E"/>
                </a:solidFill>
                <a:latin typeface="Ubuntu Light"/>
                <a:ea typeface="Ubuntu Light"/>
                <a:cs typeface="Ubuntu Light"/>
              </a:defRPr>
            </a:lvl4pPr>
            <a:lvl5pPr algn="ctr">
              <a:defRPr sz="1275" b="0">
                <a:solidFill>
                  <a:srgbClr val="202D3E"/>
                </a:solidFill>
                <a:latin typeface="Ubuntu Light"/>
                <a:ea typeface="Ubuntu Light"/>
                <a:cs typeface="Ubuntu Light"/>
              </a:defRPr>
            </a:lvl5pPr>
            <a:lvl6pPr algn="ctr">
              <a:defRPr sz="1275" b="0">
                <a:solidFill>
                  <a:srgbClr val="202D3E"/>
                </a:solidFill>
                <a:latin typeface="Ubuntu Light"/>
                <a:ea typeface="Ubuntu Light"/>
                <a:cs typeface="Ubuntu Light"/>
              </a:defRPr>
            </a:lvl6pPr>
            <a:lvl7pPr algn="ctr">
              <a:defRPr sz="1275" b="0">
                <a:solidFill>
                  <a:srgbClr val="202D3E"/>
                </a:solidFill>
                <a:latin typeface="Ubuntu Light"/>
                <a:ea typeface="Ubuntu Light"/>
                <a:cs typeface="Ubuntu Light"/>
              </a:defRPr>
            </a:lvl7pPr>
            <a:lvl8pPr algn="ctr">
              <a:defRPr sz="1275" b="0">
                <a:solidFill>
                  <a:srgbClr val="202D3E"/>
                </a:solidFill>
                <a:latin typeface="Ubuntu Light"/>
                <a:ea typeface="Ubuntu Light"/>
                <a:cs typeface="Ubuntu Light"/>
              </a:defRPr>
            </a:lvl8pPr>
            <a:lvl9pPr algn="ctr">
              <a:defRPr sz="1275" b="0">
                <a:solidFill>
                  <a:srgbClr val="202D3E"/>
                </a:solidFill>
                <a:latin typeface="Ubuntu Light"/>
                <a:ea typeface="Ubuntu Light"/>
                <a:cs typeface="Ubuntu Light"/>
              </a:defRPr>
            </a:lvl9pPr>
          </a:lstStyle>
          <a:p>
            <a:pPr algn="ctr">
              <a:defRPr sz="1275" b="0">
                <a:solidFill>
                  <a:srgbClr val="202D3E"/>
                </a:solidFill>
                <a:latin typeface="Ubuntu Light"/>
                <a:ea typeface="Ubuntu Light"/>
                <a:cs typeface="Ubuntu Light"/>
              </a:defRPr>
            </a:pPr>
            <a:r>
              <a:rPr b="0" dirty="0">
                <a:latin typeface="Ubuntu Light"/>
                <a:ea typeface="Ubuntu Light"/>
                <a:cs typeface="Ubuntu Light"/>
              </a:rPr>
              <a:t>Payment found</a:t>
            </a:r>
          </a:p>
        </p:txBody>
      </p:sp>
      <p:cxnSp>
        <p:nvCxnSpPr>
          <p:cNvPr id="21" name="refund-cancel-flow-0">
            <a:extLst>
              <a:ext uri="{FF2B5EF4-FFF2-40B4-BE49-F238E27FC236}">
                <a16:creationId xmlns:a16="http://schemas.microsoft.com/office/drawing/2014/main" id="{64C02EB8-A724-45DD-8747-F8B9D1243092}"/>
              </a:ext>
            </a:extLst>
          </p:cNvPr>
          <p:cNvCxnSpPr>
            <a:cxnSpLocks/>
            <a:stCxn id="17" idx="3"/>
            <a:endCxn id="18" idx="1"/>
          </p:cNvCxnSpPr>
          <p:nvPr/>
        </p:nvCxnSpPr>
        <p:spPr>
          <a:xfrm>
            <a:off x="4657885" y="3864768"/>
            <a:ext cx="1590515" cy="0"/>
          </a:xfrm>
          <a:prstGeom prst="straightConnector1">
            <a:avLst/>
          </a:prstGeom>
          <a:ln w="19050">
            <a:solidFill>
              <a:srgbClr val="202D3E"/>
            </a:solidFill>
            <a:tailEnd type="triangle" w="sm" len="sm"/>
          </a:ln>
        </p:spPr>
      </p:cxnSp>
      <p:sp>
        <p:nvSpPr>
          <p:cNvPr id="22" name="refund-confirmed">
            <a:extLst>
              <a:ext uri="{FF2B5EF4-FFF2-40B4-BE49-F238E27FC236}">
                <a16:creationId xmlns:a16="http://schemas.microsoft.com/office/drawing/2014/main" id="{3F9B3B2B-C687-433F-8A23-22B79EE2FEAF}"/>
              </a:ext>
            </a:extLst>
          </p:cNvPr>
          <p:cNvSpPr>
            <a:spLocks noGrp="1"/>
          </p:cNvSpPr>
          <p:nvPr/>
        </p:nvSpPr>
        <p:spPr>
          <a:xfrm>
            <a:off x="4605417" y="3332628"/>
            <a:ext cx="1695450" cy="228600"/>
          </a:xfrm>
          <a:prstGeom prst="rect">
            <a:avLst/>
          </a:prstGeom>
          <a:noFill/>
          <a:ln w="0">
            <a:noFill/>
          </a:ln>
        </p:spPr>
        <p:txBody>
          <a:bodyPr wrap="none" lIns="0" tIns="0" rIns="0" bIns="0" anchor="t">
            <a:noAutofit/>
          </a:bodyPr>
          <a:lstStyle>
            <a:defPPr algn="ctr">
              <a:defRPr sz="1275" b="0">
                <a:solidFill>
                  <a:srgbClr val="202D3E"/>
                </a:solidFill>
                <a:latin typeface="Ubuntu Light"/>
                <a:ea typeface="Ubuntu Light"/>
                <a:cs typeface="Ubuntu Light"/>
              </a:defRPr>
            </a:defPPr>
            <a:lvl1pPr algn="ctr">
              <a:defRPr sz="1275" b="0">
                <a:solidFill>
                  <a:srgbClr val="202D3E"/>
                </a:solidFill>
                <a:latin typeface="Ubuntu Light"/>
                <a:ea typeface="Ubuntu Light"/>
                <a:cs typeface="Ubuntu Light"/>
              </a:defRPr>
            </a:lvl1pPr>
            <a:lvl2pPr algn="ctr">
              <a:defRPr sz="1275" b="0">
                <a:solidFill>
                  <a:srgbClr val="202D3E"/>
                </a:solidFill>
                <a:latin typeface="Ubuntu Light"/>
                <a:ea typeface="Ubuntu Light"/>
                <a:cs typeface="Ubuntu Light"/>
              </a:defRPr>
            </a:lvl2pPr>
            <a:lvl3pPr algn="ctr">
              <a:defRPr sz="1275" b="0">
                <a:solidFill>
                  <a:srgbClr val="202D3E"/>
                </a:solidFill>
                <a:latin typeface="Ubuntu Light"/>
                <a:ea typeface="Ubuntu Light"/>
                <a:cs typeface="Ubuntu Light"/>
              </a:defRPr>
            </a:lvl3pPr>
            <a:lvl4pPr algn="ctr">
              <a:defRPr sz="1275" b="0">
                <a:solidFill>
                  <a:srgbClr val="202D3E"/>
                </a:solidFill>
                <a:latin typeface="Ubuntu Light"/>
                <a:ea typeface="Ubuntu Light"/>
                <a:cs typeface="Ubuntu Light"/>
              </a:defRPr>
            </a:lvl4pPr>
            <a:lvl5pPr algn="ctr">
              <a:defRPr sz="1275" b="0">
                <a:solidFill>
                  <a:srgbClr val="202D3E"/>
                </a:solidFill>
                <a:latin typeface="Ubuntu Light"/>
                <a:ea typeface="Ubuntu Light"/>
                <a:cs typeface="Ubuntu Light"/>
              </a:defRPr>
            </a:lvl5pPr>
            <a:lvl6pPr algn="ctr">
              <a:defRPr sz="1275" b="0">
                <a:solidFill>
                  <a:srgbClr val="202D3E"/>
                </a:solidFill>
                <a:latin typeface="Ubuntu Light"/>
                <a:ea typeface="Ubuntu Light"/>
                <a:cs typeface="Ubuntu Light"/>
              </a:defRPr>
            </a:lvl6pPr>
            <a:lvl7pPr algn="ctr">
              <a:defRPr sz="1275" b="0">
                <a:solidFill>
                  <a:srgbClr val="202D3E"/>
                </a:solidFill>
                <a:latin typeface="Ubuntu Light"/>
                <a:ea typeface="Ubuntu Light"/>
                <a:cs typeface="Ubuntu Light"/>
              </a:defRPr>
            </a:lvl7pPr>
            <a:lvl8pPr algn="ctr">
              <a:defRPr sz="1275" b="0">
                <a:solidFill>
                  <a:srgbClr val="202D3E"/>
                </a:solidFill>
                <a:latin typeface="Ubuntu Light"/>
                <a:ea typeface="Ubuntu Light"/>
                <a:cs typeface="Ubuntu Light"/>
              </a:defRPr>
            </a:lvl8pPr>
            <a:lvl9pPr algn="ctr">
              <a:defRPr sz="1275" b="0">
                <a:solidFill>
                  <a:srgbClr val="202D3E"/>
                </a:solidFill>
                <a:latin typeface="Ubuntu Light"/>
                <a:ea typeface="Ubuntu Light"/>
                <a:cs typeface="Ubuntu Light"/>
              </a:defRPr>
            </a:lvl9pPr>
          </a:lstStyle>
          <a:p>
            <a:pPr algn="ctr">
              <a:defRPr sz="1275" b="0">
                <a:solidFill>
                  <a:srgbClr val="202D3E"/>
                </a:solidFill>
                <a:latin typeface="Ubuntu Light"/>
                <a:ea typeface="Ubuntu Light"/>
                <a:cs typeface="Ubuntu Light"/>
              </a:defRPr>
            </a:pPr>
            <a:r>
              <a:rPr b="0" dirty="0">
                <a:latin typeface="Ubuntu Light"/>
                <a:ea typeface="Ubuntu Light"/>
                <a:cs typeface="Ubuntu Light"/>
              </a:rPr>
              <a:t>Refund confirmed</a:t>
            </a:r>
          </a:p>
        </p:txBody>
      </p:sp>
      <p:sp>
        <p:nvSpPr>
          <p:cNvPr id="28" name="stock-reserved">
            <a:extLst>
              <a:ext uri="{FF2B5EF4-FFF2-40B4-BE49-F238E27FC236}">
                <a16:creationId xmlns:a16="http://schemas.microsoft.com/office/drawing/2014/main" id="{6AB2F2A6-25CD-70D7-8CA9-773EDC60789F}"/>
              </a:ext>
            </a:extLst>
          </p:cNvPr>
          <p:cNvSpPr>
            <a:spLocks noGrp="1"/>
          </p:cNvSpPr>
          <p:nvPr/>
        </p:nvSpPr>
        <p:spPr>
          <a:xfrm>
            <a:off x="6425853" y="3318340"/>
            <a:ext cx="1264344" cy="257175"/>
          </a:xfrm>
          <a:prstGeom prst="rect">
            <a:avLst/>
          </a:prstGeom>
          <a:noFill/>
          <a:ln w="0">
            <a:noFill/>
          </a:ln>
        </p:spPr>
        <p:txBody>
          <a:bodyPr wrap="none" lIns="0" tIns="0" rIns="0" bIns="0" anchor="t">
            <a:noAutofit/>
          </a:bodyPr>
          <a:lstStyle>
            <a:defPPr algn="l">
              <a:defRPr sz="1425" b="0">
                <a:solidFill>
                  <a:srgbClr val="202D3E"/>
                </a:solidFill>
                <a:latin typeface="Ubuntu Light"/>
                <a:ea typeface="Ubuntu Light"/>
                <a:cs typeface="Ubuntu Light"/>
              </a:defRPr>
            </a:defPPr>
            <a:lvl1pPr algn="l">
              <a:defRPr sz="1425" b="0">
                <a:solidFill>
                  <a:srgbClr val="202D3E"/>
                </a:solidFill>
                <a:latin typeface="Ubuntu Light"/>
                <a:ea typeface="Ubuntu Light"/>
                <a:cs typeface="Ubuntu Light"/>
              </a:defRPr>
            </a:lvl1pPr>
            <a:lvl2pPr algn="l">
              <a:defRPr sz="1425" b="0">
                <a:solidFill>
                  <a:srgbClr val="202D3E"/>
                </a:solidFill>
                <a:latin typeface="Ubuntu Light"/>
                <a:ea typeface="Ubuntu Light"/>
                <a:cs typeface="Ubuntu Light"/>
              </a:defRPr>
            </a:lvl2pPr>
            <a:lvl3pPr algn="l">
              <a:defRPr sz="1425" b="0">
                <a:solidFill>
                  <a:srgbClr val="202D3E"/>
                </a:solidFill>
                <a:latin typeface="Ubuntu Light"/>
                <a:ea typeface="Ubuntu Light"/>
                <a:cs typeface="Ubuntu Light"/>
              </a:defRPr>
            </a:lvl3pPr>
            <a:lvl4pPr algn="l">
              <a:defRPr sz="1425" b="0">
                <a:solidFill>
                  <a:srgbClr val="202D3E"/>
                </a:solidFill>
                <a:latin typeface="Ubuntu Light"/>
                <a:ea typeface="Ubuntu Light"/>
                <a:cs typeface="Ubuntu Light"/>
              </a:defRPr>
            </a:lvl4pPr>
            <a:lvl5pPr algn="l">
              <a:defRPr sz="1425" b="0">
                <a:solidFill>
                  <a:srgbClr val="202D3E"/>
                </a:solidFill>
                <a:latin typeface="Ubuntu Light"/>
                <a:ea typeface="Ubuntu Light"/>
                <a:cs typeface="Ubuntu Light"/>
              </a:defRPr>
            </a:lvl5pPr>
            <a:lvl6pPr algn="l">
              <a:defRPr sz="1425" b="0">
                <a:solidFill>
                  <a:srgbClr val="202D3E"/>
                </a:solidFill>
                <a:latin typeface="Ubuntu Light"/>
                <a:ea typeface="Ubuntu Light"/>
                <a:cs typeface="Ubuntu Light"/>
              </a:defRPr>
            </a:lvl6pPr>
            <a:lvl7pPr algn="l">
              <a:defRPr sz="1425" b="0">
                <a:solidFill>
                  <a:srgbClr val="202D3E"/>
                </a:solidFill>
                <a:latin typeface="Ubuntu Light"/>
                <a:ea typeface="Ubuntu Light"/>
                <a:cs typeface="Ubuntu Light"/>
              </a:defRPr>
            </a:lvl7pPr>
            <a:lvl8pPr algn="l">
              <a:defRPr sz="1425" b="0">
                <a:solidFill>
                  <a:srgbClr val="202D3E"/>
                </a:solidFill>
                <a:latin typeface="Ubuntu Light"/>
                <a:ea typeface="Ubuntu Light"/>
                <a:cs typeface="Ubuntu Light"/>
              </a:defRPr>
            </a:lvl8pPr>
            <a:lvl9pPr algn="l">
              <a:defRPr sz="1425" b="0">
                <a:solidFill>
                  <a:srgbClr val="202D3E"/>
                </a:solidFill>
                <a:latin typeface="Ubuntu Light"/>
                <a:ea typeface="Ubuntu Light"/>
                <a:cs typeface="Ubuntu Light"/>
              </a:defRPr>
            </a:lvl9pPr>
          </a:lstStyle>
          <a:p>
            <a:pPr algn="l">
              <a:defRPr sz="1425" b="0">
                <a:solidFill>
                  <a:srgbClr val="202D3E"/>
                </a:solidFill>
                <a:latin typeface="Ubuntu Light"/>
                <a:ea typeface="Ubuntu Light"/>
                <a:cs typeface="Ubuntu Light"/>
              </a:defRPr>
            </a:pPr>
            <a:r>
              <a:rPr b="0" dirty="0">
                <a:latin typeface="Ubuntu Light"/>
                <a:ea typeface="Ubuntu Light"/>
                <a:cs typeface="Ubuntu Light"/>
              </a:rPr>
              <a:t>Stock: </a:t>
            </a:r>
            <a:r>
              <a:rPr lang="en-US" b="0" dirty="0">
                <a:latin typeface="Menlo"/>
                <a:ea typeface="Menlo"/>
                <a:cs typeface="Menlo"/>
              </a:rPr>
              <a:t>8</a:t>
            </a:r>
            <a:r>
              <a:rPr b="0" dirty="0">
                <a:latin typeface="Ubuntu Light"/>
                <a:ea typeface="Ubuntu Light"/>
                <a:cs typeface="Ubuntu Light"/>
              </a:rPr>
              <a:t> → </a:t>
            </a:r>
            <a:r>
              <a:rPr lang="en-US" b="0" dirty="0">
                <a:latin typeface="Menlo"/>
                <a:ea typeface="Menlo"/>
                <a:cs typeface="Menlo"/>
              </a:rPr>
              <a:t>10</a:t>
            </a:r>
            <a:endParaRPr b="0" dirty="0">
              <a:latin typeface="Menlo"/>
              <a:ea typeface="Menlo"/>
              <a:cs typeface="Menlo"/>
            </a:endParaRPr>
          </a:p>
        </p:txBody>
      </p:sp>
    </p:spTree>
    <p:extLst>
      <p:ext uri="{BB962C8B-B14F-4D97-AF65-F5344CB8AC3E}">
        <p14:creationId xmlns:p14="http://schemas.microsoft.com/office/powerpoint/2010/main" val="12706008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slide-title">
            <a:extLst>
              <a:ext uri="{FF2B5EF4-FFF2-40B4-BE49-F238E27FC236}">
                <a16:creationId xmlns:a16="http://schemas.microsoft.com/office/drawing/2014/main" id="{17CCE4E6-7BE3-4F18-A013-631E31CDD032}"/>
              </a:ext>
            </a:extLst>
          </p:cNvPr>
          <p:cNvSpPr>
            <a:spLocks noGrp="1"/>
          </p:cNvSpPr>
          <p:nvPr/>
        </p:nvSpPr>
        <p:spPr>
          <a:xfrm>
            <a:off x="619125" y="752475"/>
            <a:ext cx="7905750" cy="457200"/>
          </a:xfrm>
          <a:prstGeom prst="rect">
            <a:avLst/>
          </a:prstGeom>
          <a:noFill/>
          <a:ln w="0">
            <a:noFill/>
          </a:ln>
        </p:spPr>
        <p:txBody>
          <a:bodyPr wrap="none" lIns="0" tIns="0" rIns="0" bIns="0">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b="0">
                <a:latin typeface="Ubuntu Light"/>
                <a:ea typeface="Ubuntu Light"/>
                <a:cs typeface="Ubuntu Light"/>
              </a:rPr>
              <a:t>AWS workflow architecture</a:t>
            </a:r>
          </a:p>
        </p:txBody>
      </p:sp>
      <p:sp>
        <p:nvSpPr>
          <p:cNvPr id="2" name="merchant-boundary">
            <a:extLst>
              <a:ext uri="{FF2B5EF4-FFF2-40B4-BE49-F238E27FC236}">
                <a16:creationId xmlns:a16="http://schemas.microsoft.com/office/drawing/2014/main" id="{389CC07E-3E12-41BE-A487-758CB6DAC5E0}"/>
              </a:ext>
            </a:extLst>
          </p:cNvPr>
          <p:cNvSpPr>
            <a:spLocks noGrp="1"/>
          </p:cNvSpPr>
          <p:nvPr/>
        </p:nvSpPr>
        <p:spPr>
          <a:xfrm>
            <a:off x="619125" y="1390650"/>
            <a:ext cx="1857375" cy="3009900"/>
          </a:xfrm>
          <a:prstGeom prst="rect">
            <a:avLst/>
          </a:prstGeom>
          <a:noFill/>
          <a:ln w="13335">
            <a:solidFill>
              <a:srgbClr val="8299B0"/>
            </a:solidFill>
          </a:ln>
        </p:spPr>
        <p:txBody>
          <a:bodyPr/>
          <a:lstStyle/>
          <a:p>
            <a:endParaRPr lang="en-US"/>
          </a:p>
        </p:txBody>
      </p:sp>
      <p:sp>
        <p:nvSpPr>
          <p:cNvPr id="3" name="our-aws-boundary">
            <a:extLst>
              <a:ext uri="{FF2B5EF4-FFF2-40B4-BE49-F238E27FC236}">
                <a16:creationId xmlns:a16="http://schemas.microsoft.com/office/drawing/2014/main" id="{D4653DBB-882E-4F88-A217-4E34003ADEDC}"/>
              </a:ext>
            </a:extLst>
          </p:cNvPr>
          <p:cNvSpPr>
            <a:spLocks noGrp="1"/>
          </p:cNvSpPr>
          <p:nvPr/>
        </p:nvSpPr>
        <p:spPr>
          <a:xfrm>
            <a:off x="2714625" y="1390650"/>
            <a:ext cx="5810250" cy="3009900"/>
          </a:xfrm>
          <a:prstGeom prst="rect">
            <a:avLst/>
          </a:prstGeom>
          <a:noFill/>
          <a:ln w="13335">
            <a:solidFill>
              <a:srgbClr val="8299B0"/>
            </a:solidFill>
          </a:ln>
        </p:spPr>
        <p:txBody>
          <a:bodyPr/>
          <a:lstStyle/>
          <a:p>
            <a:endParaRPr lang="en-US"/>
          </a:p>
        </p:txBody>
      </p:sp>
      <p:sp>
        <p:nvSpPr>
          <p:cNvPr id="4" name="merchant-heading">
            <a:extLst>
              <a:ext uri="{FF2B5EF4-FFF2-40B4-BE49-F238E27FC236}">
                <a16:creationId xmlns:a16="http://schemas.microsoft.com/office/drawing/2014/main" id="{300BCA0D-CBC7-4399-9513-F65762C0D07E}"/>
              </a:ext>
            </a:extLst>
          </p:cNvPr>
          <p:cNvSpPr>
            <a:spLocks noGrp="1"/>
          </p:cNvSpPr>
          <p:nvPr/>
        </p:nvSpPr>
        <p:spPr>
          <a:xfrm>
            <a:off x="762000" y="1504950"/>
            <a:ext cx="1562100" cy="257175"/>
          </a:xfrm>
          <a:prstGeom prst="rect">
            <a:avLst/>
          </a:prstGeom>
          <a:noFill/>
          <a:ln w="0">
            <a:noFill/>
          </a:ln>
        </p:spPr>
        <p:txBody>
          <a:bodyPr wrap="none" lIns="0" tIns="0" rIns="0" bIns="0">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b="0">
                <a:latin typeface="Ubuntu Light"/>
                <a:ea typeface="Ubuntu Light"/>
                <a:cs typeface="Ubuntu Light"/>
              </a:rPr>
              <a:t>Merchant</a:t>
            </a:r>
          </a:p>
        </p:txBody>
      </p:sp>
      <p:sp>
        <p:nvSpPr>
          <p:cNvPr id="5" name="our-heading">
            <a:extLst>
              <a:ext uri="{FF2B5EF4-FFF2-40B4-BE49-F238E27FC236}">
                <a16:creationId xmlns:a16="http://schemas.microsoft.com/office/drawing/2014/main" id="{28AC0665-A6B6-48EF-9D83-6E86070405DC}"/>
              </a:ext>
            </a:extLst>
          </p:cNvPr>
          <p:cNvSpPr>
            <a:spLocks noGrp="1"/>
          </p:cNvSpPr>
          <p:nvPr/>
        </p:nvSpPr>
        <p:spPr>
          <a:xfrm>
            <a:off x="2857500" y="1504950"/>
            <a:ext cx="2428875" cy="266700"/>
          </a:xfrm>
          <a:prstGeom prst="rect">
            <a:avLst/>
          </a:prstGeom>
          <a:noFill/>
          <a:ln w="0">
            <a:noFill/>
          </a:ln>
        </p:spPr>
        <p:txBody>
          <a:bodyPr wrap="none" lIns="0" tIns="0" rIns="0" bIns="0">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b="0">
                <a:latin typeface="Ubuntu Light"/>
                <a:ea typeface="Ubuntu Light"/>
                <a:cs typeface="Ubuntu Light"/>
              </a:rPr>
              <a:t>Our AWS application</a:t>
            </a:r>
          </a:p>
        </p:txBody>
      </p:sp>
      <p:pic>
        <p:nvPicPr>
          <p:cNvPr id="6" name="Picture 5">
            <a:extLst>
              <a:ext uri="{FF2B5EF4-FFF2-40B4-BE49-F238E27FC236}">
                <a16:creationId xmlns:a16="http://schemas.microsoft.com/office/drawing/2014/main" id="{8CCA08DC-8DE2-41DE-A8D7-367E04F01BBC}"/>
              </a:ext>
            </a:extLst>
          </p:cNvPr>
          <p:cNvPicPr>
            <a:picLocks noChangeAspect="1"/>
          </p:cNvPicPr>
          <p:nvPr/>
        </p:nvPicPr>
        <p:blipFill>
          <a:blip r:embed="rId3"/>
          <a:stretch/>
        </p:blipFill>
        <p:spPr>
          <a:xfrm>
            <a:off x="1209675" y="2676525"/>
            <a:ext cx="457200" cy="457200"/>
          </a:xfrm>
          <a:prstGeom prst="rect">
            <a:avLst/>
          </a:prstGeom>
        </p:spPr>
      </p:pic>
      <p:pic>
        <p:nvPicPr>
          <p:cNvPr id="7" name="Picture 6">
            <a:extLst>
              <a:ext uri="{FF2B5EF4-FFF2-40B4-BE49-F238E27FC236}">
                <a16:creationId xmlns:a16="http://schemas.microsoft.com/office/drawing/2014/main" id="{268A11F1-BDEE-44AF-9B29-A91D81E4A58A}"/>
              </a:ext>
            </a:extLst>
          </p:cNvPr>
          <p:cNvPicPr>
            <a:picLocks noChangeAspect="1"/>
          </p:cNvPicPr>
          <p:nvPr/>
        </p:nvPicPr>
        <p:blipFill>
          <a:blip r:embed="rId4"/>
          <a:stretch/>
        </p:blipFill>
        <p:spPr>
          <a:xfrm>
            <a:off x="2971800" y="2676525"/>
            <a:ext cx="457200" cy="457200"/>
          </a:xfrm>
          <a:prstGeom prst="rect">
            <a:avLst/>
          </a:prstGeom>
        </p:spPr>
      </p:pic>
      <p:pic>
        <p:nvPicPr>
          <p:cNvPr id="8" name="Picture 7">
            <a:extLst>
              <a:ext uri="{FF2B5EF4-FFF2-40B4-BE49-F238E27FC236}">
                <a16:creationId xmlns:a16="http://schemas.microsoft.com/office/drawing/2014/main" id="{4804DD0F-B92C-47EC-B45A-A565554AA10D}"/>
              </a:ext>
            </a:extLst>
          </p:cNvPr>
          <p:cNvPicPr>
            <a:picLocks noChangeAspect="1"/>
          </p:cNvPicPr>
          <p:nvPr/>
        </p:nvPicPr>
        <p:blipFill>
          <a:blip r:embed="rId5"/>
          <a:stretch/>
        </p:blipFill>
        <p:spPr>
          <a:xfrm>
            <a:off x="4038600" y="3028950"/>
            <a:ext cx="457200" cy="457200"/>
          </a:xfrm>
          <a:prstGeom prst="rect">
            <a:avLst/>
          </a:prstGeom>
        </p:spPr>
      </p:pic>
      <p:pic>
        <p:nvPicPr>
          <p:cNvPr id="9" name="Picture 8">
            <a:extLst>
              <a:ext uri="{FF2B5EF4-FFF2-40B4-BE49-F238E27FC236}">
                <a16:creationId xmlns:a16="http://schemas.microsoft.com/office/drawing/2014/main" id="{B50E3FA3-982F-450E-8FB8-376B3BBB1DCD}"/>
              </a:ext>
            </a:extLst>
          </p:cNvPr>
          <p:cNvPicPr>
            <a:picLocks noChangeAspect="1"/>
          </p:cNvPicPr>
          <p:nvPr/>
        </p:nvPicPr>
        <p:blipFill>
          <a:blip r:embed="rId5"/>
          <a:stretch/>
        </p:blipFill>
        <p:spPr>
          <a:xfrm>
            <a:off x="7715250" y="3028950"/>
            <a:ext cx="457200" cy="457200"/>
          </a:xfrm>
          <a:prstGeom prst="rect">
            <a:avLst/>
          </a:prstGeom>
        </p:spPr>
      </p:pic>
      <p:pic>
        <p:nvPicPr>
          <p:cNvPr id="10" name="Picture 9">
            <a:extLst>
              <a:ext uri="{FF2B5EF4-FFF2-40B4-BE49-F238E27FC236}">
                <a16:creationId xmlns:a16="http://schemas.microsoft.com/office/drawing/2014/main" id="{9F323ABC-DC04-44E0-8D10-5F6D84366F27}"/>
              </a:ext>
            </a:extLst>
          </p:cNvPr>
          <p:cNvPicPr>
            <a:picLocks noChangeAspect="1"/>
          </p:cNvPicPr>
          <p:nvPr/>
        </p:nvPicPr>
        <p:blipFill>
          <a:blip r:embed="rId6"/>
          <a:stretch/>
        </p:blipFill>
        <p:spPr>
          <a:xfrm>
            <a:off x="5953125" y="2190750"/>
            <a:ext cx="457200" cy="457200"/>
          </a:xfrm>
          <a:prstGeom prst="rect">
            <a:avLst/>
          </a:prstGeom>
        </p:spPr>
      </p:pic>
      <p:pic>
        <p:nvPicPr>
          <p:cNvPr id="11" name="Picture 10">
            <a:extLst>
              <a:ext uri="{FF2B5EF4-FFF2-40B4-BE49-F238E27FC236}">
                <a16:creationId xmlns:a16="http://schemas.microsoft.com/office/drawing/2014/main" id="{EE79CBBA-A91C-485E-BF82-97798161C9FE}"/>
              </a:ext>
            </a:extLst>
          </p:cNvPr>
          <p:cNvPicPr>
            <a:picLocks noChangeAspect="1"/>
          </p:cNvPicPr>
          <p:nvPr/>
        </p:nvPicPr>
        <p:blipFill>
          <a:blip r:embed="rId6"/>
          <a:stretch/>
        </p:blipFill>
        <p:spPr>
          <a:xfrm>
            <a:off x="5953125" y="3676650"/>
            <a:ext cx="457200" cy="457200"/>
          </a:xfrm>
          <a:prstGeom prst="rect">
            <a:avLst/>
          </a:prstGeom>
        </p:spPr>
      </p:pic>
      <p:pic>
        <p:nvPicPr>
          <p:cNvPr id="12" name="Picture 11">
            <a:extLst>
              <a:ext uri="{FF2B5EF4-FFF2-40B4-BE49-F238E27FC236}">
                <a16:creationId xmlns:a16="http://schemas.microsoft.com/office/drawing/2014/main" id="{C4E998CE-4FD2-41CD-ADD7-52A7C027D64E}"/>
              </a:ext>
            </a:extLst>
          </p:cNvPr>
          <p:cNvPicPr>
            <a:picLocks noChangeAspect="1"/>
          </p:cNvPicPr>
          <p:nvPr/>
        </p:nvPicPr>
        <p:blipFill>
          <a:blip r:embed="rId7"/>
          <a:stretch/>
        </p:blipFill>
        <p:spPr>
          <a:xfrm>
            <a:off x="5953125" y="1562100"/>
            <a:ext cx="457200" cy="457200"/>
          </a:xfrm>
          <a:prstGeom prst="rect">
            <a:avLst/>
          </a:prstGeom>
        </p:spPr>
      </p:pic>
      <p:pic>
        <p:nvPicPr>
          <p:cNvPr id="13" name="Picture 12">
            <a:extLst>
              <a:ext uri="{FF2B5EF4-FFF2-40B4-BE49-F238E27FC236}">
                <a16:creationId xmlns:a16="http://schemas.microsoft.com/office/drawing/2014/main" id="{7FFDF416-749A-4533-A215-F609525CDB34}"/>
              </a:ext>
            </a:extLst>
          </p:cNvPr>
          <p:cNvPicPr>
            <a:picLocks noChangeAspect="1"/>
          </p:cNvPicPr>
          <p:nvPr/>
        </p:nvPicPr>
        <p:blipFill>
          <a:blip r:embed="rId3"/>
          <a:stretch/>
        </p:blipFill>
        <p:spPr>
          <a:xfrm>
            <a:off x="5953125" y="4552950"/>
            <a:ext cx="457200" cy="457200"/>
          </a:xfrm>
          <a:prstGeom prst="rect">
            <a:avLst/>
          </a:prstGeom>
        </p:spPr>
      </p:pic>
      <p:sp>
        <p:nvSpPr>
          <p:cNvPr id="14" name="worker-label">
            <a:extLst>
              <a:ext uri="{FF2B5EF4-FFF2-40B4-BE49-F238E27FC236}">
                <a16:creationId xmlns:a16="http://schemas.microsoft.com/office/drawing/2014/main" id="{7461CFF3-4A75-4AF7-A7D7-F6D4DC344C0A}"/>
              </a:ext>
            </a:extLst>
          </p:cNvPr>
          <p:cNvSpPr>
            <a:spLocks noGrp="1"/>
          </p:cNvSpPr>
          <p:nvPr/>
        </p:nvSpPr>
        <p:spPr>
          <a:xfrm>
            <a:off x="952500" y="3238500"/>
            <a:ext cx="952500" cy="238125"/>
          </a:xfrm>
          <a:prstGeom prst="rect">
            <a:avLst/>
          </a:prstGeom>
          <a:noFill/>
          <a:ln w="0">
            <a:noFill/>
          </a:ln>
        </p:spPr>
        <p:txBody>
          <a:bodyPr wrap="none" lIns="0" tIns="0" rIns="0" bIns="0">
            <a:noAutofit/>
          </a:bodyPr>
          <a:lstStyle>
            <a:defPPr algn="ctr">
              <a:defRPr sz="1350" b="0">
                <a:solidFill>
                  <a:srgbClr val="202D3E"/>
                </a:solidFill>
                <a:latin typeface="Ubuntu Light"/>
                <a:ea typeface="Ubuntu Light"/>
                <a:cs typeface="Ubuntu Light"/>
              </a:defRPr>
            </a:defPPr>
            <a:lvl1pPr algn="ctr">
              <a:defRPr sz="1350" b="0">
                <a:solidFill>
                  <a:srgbClr val="202D3E"/>
                </a:solidFill>
                <a:latin typeface="Ubuntu Light"/>
                <a:ea typeface="Ubuntu Light"/>
                <a:cs typeface="Ubuntu Light"/>
              </a:defRPr>
            </a:lvl1pPr>
            <a:lvl2pPr algn="ctr">
              <a:defRPr sz="1350" b="0">
                <a:solidFill>
                  <a:srgbClr val="202D3E"/>
                </a:solidFill>
                <a:latin typeface="Ubuntu Light"/>
                <a:ea typeface="Ubuntu Light"/>
                <a:cs typeface="Ubuntu Light"/>
              </a:defRPr>
            </a:lvl2pPr>
            <a:lvl3pPr algn="ctr">
              <a:defRPr sz="1350" b="0">
                <a:solidFill>
                  <a:srgbClr val="202D3E"/>
                </a:solidFill>
                <a:latin typeface="Ubuntu Light"/>
                <a:ea typeface="Ubuntu Light"/>
                <a:cs typeface="Ubuntu Light"/>
              </a:defRPr>
            </a:lvl3pPr>
            <a:lvl4pPr algn="ctr">
              <a:defRPr sz="1350" b="0">
                <a:solidFill>
                  <a:srgbClr val="202D3E"/>
                </a:solidFill>
                <a:latin typeface="Ubuntu Light"/>
                <a:ea typeface="Ubuntu Light"/>
                <a:cs typeface="Ubuntu Light"/>
              </a:defRPr>
            </a:lvl4pPr>
            <a:lvl5pPr algn="ctr">
              <a:defRPr sz="1350" b="0">
                <a:solidFill>
                  <a:srgbClr val="202D3E"/>
                </a:solidFill>
                <a:latin typeface="Ubuntu Light"/>
                <a:ea typeface="Ubuntu Light"/>
                <a:cs typeface="Ubuntu Light"/>
              </a:defRPr>
            </a:lvl5pPr>
            <a:lvl6pPr algn="ctr">
              <a:defRPr sz="1350" b="0">
                <a:solidFill>
                  <a:srgbClr val="202D3E"/>
                </a:solidFill>
                <a:latin typeface="Ubuntu Light"/>
                <a:ea typeface="Ubuntu Light"/>
                <a:cs typeface="Ubuntu Light"/>
              </a:defRPr>
            </a:lvl6pPr>
            <a:lvl7pPr algn="ctr">
              <a:defRPr sz="1350" b="0">
                <a:solidFill>
                  <a:srgbClr val="202D3E"/>
                </a:solidFill>
                <a:latin typeface="Ubuntu Light"/>
                <a:ea typeface="Ubuntu Light"/>
                <a:cs typeface="Ubuntu Light"/>
              </a:defRPr>
            </a:lvl7pPr>
            <a:lvl8pPr algn="ctr">
              <a:defRPr sz="1350" b="0">
                <a:solidFill>
                  <a:srgbClr val="202D3E"/>
                </a:solidFill>
                <a:latin typeface="Ubuntu Light"/>
                <a:ea typeface="Ubuntu Light"/>
                <a:cs typeface="Ubuntu Light"/>
              </a:defRPr>
            </a:lvl8pPr>
            <a:lvl9pPr algn="ctr">
              <a:defRPr sz="1350" b="0">
                <a:solidFill>
                  <a:srgbClr val="202D3E"/>
                </a:solidFill>
                <a:latin typeface="Ubuntu Light"/>
                <a:ea typeface="Ubuntu Light"/>
                <a:cs typeface="Ubuntu Light"/>
              </a:defRPr>
            </a:lvl9pPr>
          </a:lstStyle>
          <a:p>
            <a:pPr algn="ctr">
              <a:defRPr sz="1350" b="0">
                <a:solidFill>
                  <a:srgbClr val="202D3E"/>
                </a:solidFill>
                <a:latin typeface="Ubuntu Light"/>
                <a:ea typeface="Ubuntu Light"/>
                <a:cs typeface="Ubuntu Light"/>
              </a:defRPr>
            </a:pPr>
            <a:r>
              <a:rPr b="0">
                <a:latin typeface="Ubuntu Light"/>
                <a:ea typeface="Ubuntu Light"/>
                <a:cs typeface="Ubuntu Light"/>
              </a:rPr>
              <a:t>Worker</a:t>
            </a:r>
          </a:p>
        </p:txBody>
      </p:sp>
      <p:sp>
        <p:nvSpPr>
          <p:cNvPr id="15" name="queue-label">
            <a:extLst>
              <a:ext uri="{FF2B5EF4-FFF2-40B4-BE49-F238E27FC236}">
                <a16:creationId xmlns:a16="http://schemas.microsoft.com/office/drawing/2014/main" id="{8C6111AD-2750-4757-AA1A-36015E04023D}"/>
              </a:ext>
            </a:extLst>
          </p:cNvPr>
          <p:cNvSpPr>
            <a:spLocks noGrp="1"/>
          </p:cNvSpPr>
          <p:nvPr/>
        </p:nvSpPr>
        <p:spPr>
          <a:xfrm>
            <a:off x="2762250" y="2209800"/>
            <a:ext cx="1095375" cy="400050"/>
          </a:xfrm>
          <a:prstGeom prst="rect">
            <a:avLst/>
          </a:prstGeom>
          <a:noFill/>
          <a:ln w="0">
            <a:noFill/>
          </a:ln>
        </p:spPr>
        <p:txBody>
          <a:bodyPr wrap="none" lIns="0" tIns="0" rIns="0" bIns="0">
            <a:noAutofit/>
          </a:bodyPr>
          <a:lstStyle>
            <a:defPPr algn="ctr">
              <a:defRPr sz="1275" b="0">
                <a:solidFill>
                  <a:srgbClr val="202D3E"/>
                </a:solidFill>
                <a:latin typeface="Ubuntu Light"/>
                <a:ea typeface="Ubuntu Light"/>
                <a:cs typeface="Ubuntu Light"/>
              </a:defRPr>
            </a:defPPr>
            <a:lvl1pPr algn="ctr">
              <a:defRPr sz="1275" b="0">
                <a:solidFill>
                  <a:srgbClr val="202D3E"/>
                </a:solidFill>
                <a:latin typeface="Ubuntu Light"/>
                <a:ea typeface="Ubuntu Light"/>
                <a:cs typeface="Ubuntu Light"/>
              </a:defRPr>
            </a:lvl1pPr>
            <a:lvl2pPr algn="ctr">
              <a:defRPr sz="1275" b="0">
                <a:solidFill>
                  <a:srgbClr val="202D3E"/>
                </a:solidFill>
                <a:latin typeface="Ubuntu Light"/>
                <a:ea typeface="Ubuntu Light"/>
                <a:cs typeface="Ubuntu Light"/>
              </a:defRPr>
            </a:lvl2pPr>
            <a:lvl3pPr algn="ctr">
              <a:defRPr sz="1275" b="0">
                <a:solidFill>
                  <a:srgbClr val="202D3E"/>
                </a:solidFill>
                <a:latin typeface="Ubuntu Light"/>
                <a:ea typeface="Ubuntu Light"/>
                <a:cs typeface="Ubuntu Light"/>
              </a:defRPr>
            </a:lvl3pPr>
            <a:lvl4pPr algn="ctr">
              <a:defRPr sz="1275" b="0">
                <a:solidFill>
                  <a:srgbClr val="202D3E"/>
                </a:solidFill>
                <a:latin typeface="Ubuntu Light"/>
                <a:ea typeface="Ubuntu Light"/>
                <a:cs typeface="Ubuntu Light"/>
              </a:defRPr>
            </a:lvl4pPr>
            <a:lvl5pPr algn="ctr">
              <a:defRPr sz="1275" b="0">
                <a:solidFill>
                  <a:srgbClr val="202D3E"/>
                </a:solidFill>
                <a:latin typeface="Ubuntu Light"/>
                <a:ea typeface="Ubuntu Light"/>
                <a:cs typeface="Ubuntu Light"/>
              </a:defRPr>
            </a:lvl5pPr>
            <a:lvl6pPr algn="ctr">
              <a:defRPr sz="1275" b="0">
                <a:solidFill>
                  <a:srgbClr val="202D3E"/>
                </a:solidFill>
                <a:latin typeface="Ubuntu Light"/>
                <a:ea typeface="Ubuntu Light"/>
                <a:cs typeface="Ubuntu Light"/>
              </a:defRPr>
            </a:lvl6pPr>
            <a:lvl7pPr algn="ctr">
              <a:defRPr sz="1275" b="0">
                <a:solidFill>
                  <a:srgbClr val="202D3E"/>
                </a:solidFill>
                <a:latin typeface="Ubuntu Light"/>
                <a:ea typeface="Ubuntu Light"/>
                <a:cs typeface="Ubuntu Light"/>
              </a:defRPr>
            </a:lvl7pPr>
            <a:lvl8pPr algn="ctr">
              <a:defRPr sz="1275" b="0">
                <a:solidFill>
                  <a:srgbClr val="202D3E"/>
                </a:solidFill>
                <a:latin typeface="Ubuntu Light"/>
                <a:ea typeface="Ubuntu Light"/>
                <a:cs typeface="Ubuntu Light"/>
              </a:defRPr>
            </a:lvl8pPr>
            <a:lvl9pPr algn="ctr">
              <a:defRPr sz="1275" b="0">
                <a:solidFill>
                  <a:srgbClr val="202D3E"/>
                </a:solidFill>
                <a:latin typeface="Ubuntu Light"/>
                <a:ea typeface="Ubuntu Light"/>
                <a:cs typeface="Ubuntu Light"/>
              </a:defRPr>
            </a:lvl9pPr>
          </a:lstStyle>
          <a:p>
            <a:pPr algn="ctr">
              <a:defRPr sz="1275" b="0">
                <a:solidFill>
                  <a:srgbClr val="202D3E"/>
                </a:solidFill>
                <a:latin typeface="Ubuntu Light"/>
                <a:ea typeface="Ubuntu Light"/>
                <a:cs typeface="Ubuntu Light"/>
              </a:defRPr>
            </a:pPr>
            <a:r>
              <a:rPr b="0">
                <a:latin typeface="Ubuntu Light"/>
                <a:ea typeface="Ubuntu Light"/>
                <a:cs typeface="Ubuntu Light"/>
              </a:rPr>
              <a:t>SQS</a:t>
            </a:r>
          </a:p>
          <a:p>
            <a:pPr algn="ctr">
              <a:defRPr sz="1275" b="0">
                <a:solidFill>
                  <a:srgbClr val="202D3E"/>
                </a:solidFill>
                <a:latin typeface="Ubuntu Light"/>
                <a:ea typeface="Ubuntu Light"/>
                <a:cs typeface="Ubuntu Light"/>
              </a:defRPr>
            </a:pPr>
            <a:r>
              <a:rPr b="0">
                <a:latin typeface="Ubuntu Light"/>
                <a:ea typeface="Ubuntu Light"/>
                <a:cs typeface="Ubuntu Light"/>
              </a:rPr>
              <a:t>Approval queue</a:t>
            </a:r>
          </a:p>
        </p:txBody>
      </p:sp>
      <p:sp>
        <p:nvSpPr>
          <p:cNvPr id="16" name="create-label">
            <a:extLst>
              <a:ext uri="{FF2B5EF4-FFF2-40B4-BE49-F238E27FC236}">
                <a16:creationId xmlns:a16="http://schemas.microsoft.com/office/drawing/2014/main" id="{92BD64A4-C455-4F0A-9513-E5BE875AB0C4}"/>
              </a:ext>
            </a:extLst>
          </p:cNvPr>
          <p:cNvSpPr>
            <a:spLocks noGrp="1"/>
          </p:cNvSpPr>
          <p:nvPr/>
        </p:nvSpPr>
        <p:spPr>
          <a:xfrm>
            <a:off x="3829050" y="3562350"/>
            <a:ext cx="1485900" cy="409575"/>
          </a:xfrm>
          <a:prstGeom prst="rect">
            <a:avLst/>
          </a:prstGeom>
          <a:noFill/>
          <a:ln w="0">
            <a:noFill/>
          </a:ln>
        </p:spPr>
        <p:txBody>
          <a:bodyPr wrap="none" lIns="0" tIns="0" rIns="0" bIns="0">
            <a:noAutofit/>
          </a:bodyPr>
          <a:lstStyle>
            <a:defPPr algn="ctr">
              <a:defRPr sz="1275" b="0">
                <a:solidFill>
                  <a:srgbClr val="202D3E"/>
                </a:solidFill>
                <a:latin typeface="Ubuntu Light"/>
                <a:ea typeface="Ubuntu Light"/>
                <a:cs typeface="Ubuntu Light"/>
              </a:defRPr>
            </a:defPPr>
            <a:lvl1pPr algn="ctr">
              <a:defRPr sz="1275" b="0">
                <a:solidFill>
                  <a:srgbClr val="202D3E"/>
                </a:solidFill>
                <a:latin typeface="Ubuntu Light"/>
                <a:ea typeface="Ubuntu Light"/>
                <a:cs typeface="Ubuntu Light"/>
              </a:defRPr>
            </a:lvl1pPr>
            <a:lvl2pPr algn="ctr">
              <a:defRPr sz="1275" b="0">
                <a:solidFill>
                  <a:srgbClr val="202D3E"/>
                </a:solidFill>
                <a:latin typeface="Ubuntu Light"/>
                <a:ea typeface="Ubuntu Light"/>
                <a:cs typeface="Ubuntu Light"/>
              </a:defRPr>
            </a:lvl2pPr>
            <a:lvl3pPr algn="ctr">
              <a:defRPr sz="1275" b="0">
                <a:solidFill>
                  <a:srgbClr val="202D3E"/>
                </a:solidFill>
                <a:latin typeface="Ubuntu Light"/>
                <a:ea typeface="Ubuntu Light"/>
                <a:cs typeface="Ubuntu Light"/>
              </a:defRPr>
            </a:lvl3pPr>
            <a:lvl4pPr algn="ctr">
              <a:defRPr sz="1275" b="0">
                <a:solidFill>
                  <a:srgbClr val="202D3E"/>
                </a:solidFill>
                <a:latin typeface="Ubuntu Light"/>
                <a:ea typeface="Ubuntu Light"/>
                <a:cs typeface="Ubuntu Light"/>
              </a:defRPr>
            </a:lvl4pPr>
            <a:lvl5pPr algn="ctr">
              <a:defRPr sz="1275" b="0">
                <a:solidFill>
                  <a:srgbClr val="202D3E"/>
                </a:solidFill>
                <a:latin typeface="Ubuntu Light"/>
                <a:ea typeface="Ubuntu Light"/>
                <a:cs typeface="Ubuntu Light"/>
              </a:defRPr>
            </a:lvl5pPr>
            <a:lvl6pPr algn="ctr">
              <a:defRPr sz="1275" b="0">
                <a:solidFill>
                  <a:srgbClr val="202D3E"/>
                </a:solidFill>
                <a:latin typeface="Ubuntu Light"/>
                <a:ea typeface="Ubuntu Light"/>
                <a:cs typeface="Ubuntu Light"/>
              </a:defRPr>
            </a:lvl6pPr>
            <a:lvl7pPr algn="ctr">
              <a:defRPr sz="1275" b="0">
                <a:solidFill>
                  <a:srgbClr val="202D3E"/>
                </a:solidFill>
                <a:latin typeface="Ubuntu Light"/>
                <a:ea typeface="Ubuntu Light"/>
                <a:cs typeface="Ubuntu Light"/>
              </a:defRPr>
            </a:lvl7pPr>
            <a:lvl8pPr algn="ctr">
              <a:defRPr sz="1275" b="0">
                <a:solidFill>
                  <a:srgbClr val="202D3E"/>
                </a:solidFill>
                <a:latin typeface="Ubuntu Light"/>
                <a:ea typeface="Ubuntu Light"/>
                <a:cs typeface="Ubuntu Light"/>
              </a:defRPr>
            </a:lvl8pPr>
            <a:lvl9pPr algn="ctr">
              <a:defRPr sz="1275" b="0">
                <a:solidFill>
                  <a:srgbClr val="202D3E"/>
                </a:solidFill>
                <a:latin typeface="Ubuntu Light"/>
                <a:ea typeface="Ubuntu Light"/>
                <a:cs typeface="Ubuntu Light"/>
              </a:defRPr>
            </a:lvl9pPr>
          </a:lstStyle>
          <a:p>
            <a:pPr algn="ctr">
              <a:defRPr sz="1275" b="0">
                <a:solidFill>
                  <a:srgbClr val="202D3E"/>
                </a:solidFill>
                <a:latin typeface="Ubuntu Light"/>
                <a:ea typeface="Ubuntu Light"/>
                <a:cs typeface="Ubuntu Light"/>
              </a:defRPr>
            </a:pPr>
            <a:r>
              <a:rPr b="0">
                <a:latin typeface="Menlo"/>
                <a:ea typeface="Menlo"/>
                <a:cs typeface="Menlo"/>
              </a:rPr>
              <a:t>create_order</a:t>
            </a:r>
          </a:p>
          <a:p>
            <a:pPr algn="ctr">
              <a:defRPr sz="1275" b="0">
                <a:solidFill>
                  <a:srgbClr val="202D3E"/>
                </a:solidFill>
                <a:latin typeface="Ubuntu Light"/>
                <a:ea typeface="Ubuntu Light"/>
                <a:cs typeface="Ubuntu Light"/>
              </a:defRPr>
            </a:pPr>
            <a:r>
              <a:rPr b="0">
                <a:latin typeface="Ubuntu Light"/>
                <a:ea typeface="Ubuntu Light"/>
                <a:cs typeface="Ubuntu Light"/>
              </a:rPr>
              <a:t>Step Functions</a:t>
            </a:r>
          </a:p>
        </p:txBody>
      </p:sp>
      <p:sp>
        <p:nvSpPr>
          <p:cNvPr id="17" name="cancel-label">
            <a:extLst>
              <a:ext uri="{FF2B5EF4-FFF2-40B4-BE49-F238E27FC236}">
                <a16:creationId xmlns:a16="http://schemas.microsoft.com/office/drawing/2014/main" id="{8D73AEDE-84AA-4424-AB17-D5D3468D3C25}"/>
              </a:ext>
            </a:extLst>
          </p:cNvPr>
          <p:cNvSpPr>
            <a:spLocks noGrp="1"/>
          </p:cNvSpPr>
          <p:nvPr/>
        </p:nvSpPr>
        <p:spPr>
          <a:xfrm>
            <a:off x="7096125" y="3562350"/>
            <a:ext cx="1447800" cy="409575"/>
          </a:xfrm>
          <a:prstGeom prst="rect">
            <a:avLst/>
          </a:prstGeom>
          <a:noFill/>
          <a:ln w="0">
            <a:noFill/>
          </a:ln>
        </p:spPr>
        <p:txBody>
          <a:bodyPr wrap="none" lIns="0" tIns="0" rIns="0" bIns="0">
            <a:noAutofit/>
          </a:bodyPr>
          <a:lstStyle>
            <a:defPPr algn="ctr">
              <a:defRPr sz="1275" b="0">
                <a:solidFill>
                  <a:srgbClr val="202D3E"/>
                </a:solidFill>
                <a:latin typeface="Ubuntu Light"/>
                <a:ea typeface="Ubuntu Light"/>
                <a:cs typeface="Ubuntu Light"/>
              </a:defRPr>
            </a:defPPr>
            <a:lvl1pPr algn="ctr">
              <a:defRPr sz="1275" b="0">
                <a:solidFill>
                  <a:srgbClr val="202D3E"/>
                </a:solidFill>
                <a:latin typeface="Ubuntu Light"/>
                <a:ea typeface="Ubuntu Light"/>
                <a:cs typeface="Ubuntu Light"/>
              </a:defRPr>
            </a:lvl1pPr>
            <a:lvl2pPr algn="ctr">
              <a:defRPr sz="1275" b="0">
                <a:solidFill>
                  <a:srgbClr val="202D3E"/>
                </a:solidFill>
                <a:latin typeface="Ubuntu Light"/>
                <a:ea typeface="Ubuntu Light"/>
                <a:cs typeface="Ubuntu Light"/>
              </a:defRPr>
            </a:lvl2pPr>
            <a:lvl3pPr algn="ctr">
              <a:defRPr sz="1275" b="0">
                <a:solidFill>
                  <a:srgbClr val="202D3E"/>
                </a:solidFill>
                <a:latin typeface="Ubuntu Light"/>
                <a:ea typeface="Ubuntu Light"/>
                <a:cs typeface="Ubuntu Light"/>
              </a:defRPr>
            </a:lvl3pPr>
            <a:lvl4pPr algn="ctr">
              <a:defRPr sz="1275" b="0">
                <a:solidFill>
                  <a:srgbClr val="202D3E"/>
                </a:solidFill>
                <a:latin typeface="Ubuntu Light"/>
                <a:ea typeface="Ubuntu Light"/>
                <a:cs typeface="Ubuntu Light"/>
              </a:defRPr>
            </a:lvl4pPr>
            <a:lvl5pPr algn="ctr">
              <a:defRPr sz="1275" b="0">
                <a:solidFill>
                  <a:srgbClr val="202D3E"/>
                </a:solidFill>
                <a:latin typeface="Ubuntu Light"/>
                <a:ea typeface="Ubuntu Light"/>
                <a:cs typeface="Ubuntu Light"/>
              </a:defRPr>
            </a:lvl5pPr>
            <a:lvl6pPr algn="ctr">
              <a:defRPr sz="1275" b="0">
                <a:solidFill>
                  <a:srgbClr val="202D3E"/>
                </a:solidFill>
                <a:latin typeface="Ubuntu Light"/>
                <a:ea typeface="Ubuntu Light"/>
                <a:cs typeface="Ubuntu Light"/>
              </a:defRPr>
            </a:lvl6pPr>
            <a:lvl7pPr algn="ctr">
              <a:defRPr sz="1275" b="0">
                <a:solidFill>
                  <a:srgbClr val="202D3E"/>
                </a:solidFill>
                <a:latin typeface="Ubuntu Light"/>
                <a:ea typeface="Ubuntu Light"/>
                <a:cs typeface="Ubuntu Light"/>
              </a:defRPr>
            </a:lvl7pPr>
            <a:lvl8pPr algn="ctr">
              <a:defRPr sz="1275" b="0">
                <a:solidFill>
                  <a:srgbClr val="202D3E"/>
                </a:solidFill>
                <a:latin typeface="Ubuntu Light"/>
                <a:ea typeface="Ubuntu Light"/>
                <a:cs typeface="Ubuntu Light"/>
              </a:defRPr>
            </a:lvl8pPr>
            <a:lvl9pPr algn="ctr">
              <a:defRPr sz="1275" b="0">
                <a:solidFill>
                  <a:srgbClr val="202D3E"/>
                </a:solidFill>
                <a:latin typeface="Ubuntu Light"/>
                <a:ea typeface="Ubuntu Light"/>
                <a:cs typeface="Ubuntu Light"/>
              </a:defRPr>
            </a:lvl9pPr>
          </a:lstStyle>
          <a:p>
            <a:pPr algn="ctr">
              <a:defRPr sz="1275" b="0">
                <a:solidFill>
                  <a:srgbClr val="202D3E"/>
                </a:solidFill>
                <a:latin typeface="Ubuntu Light"/>
                <a:ea typeface="Ubuntu Light"/>
                <a:cs typeface="Ubuntu Light"/>
              </a:defRPr>
            </a:pPr>
            <a:r>
              <a:rPr b="0">
                <a:latin typeface="Menlo"/>
                <a:ea typeface="Menlo"/>
                <a:cs typeface="Menlo"/>
              </a:rPr>
              <a:t>cancel_order</a:t>
            </a:r>
          </a:p>
          <a:p>
            <a:pPr algn="ctr">
              <a:defRPr sz="1275" b="0">
                <a:solidFill>
                  <a:srgbClr val="202D3E"/>
                </a:solidFill>
                <a:latin typeface="Ubuntu Light"/>
                <a:ea typeface="Ubuntu Light"/>
                <a:cs typeface="Ubuntu Light"/>
              </a:defRPr>
            </a:pPr>
            <a:r>
              <a:rPr b="0">
                <a:latin typeface="Ubuntu Light"/>
                <a:ea typeface="Ubuntu Light"/>
                <a:cs typeface="Ubuntu Light"/>
              </a:rPr>
              <a:t>Step Functions</a:t>
            </a:r>
          </a:p>
        </p:txBody>
      </p:sp>
      <p:sp>
        <p:nvSpPr>
          <p:cNvPr id="18" name="orders-label">
            <a:extLst>
              <a:ext uri="{FF2B5EF4-FFF2-40B4-BE49-F238E27FC236}">
                <a16:creationId xmlns:a16="http://schemas.microsoft.com/office/drawing/2014/main" id="{B9875482-492D-4702-88D3-650B2EDC7520}"/>
              </a:ext>
            </a:extLst>
          </p:cNvPr>
          <p:cNvSpPr>
            <a:spLocks noGrp="1"/>
          </p:cNvSpPr>
          <p:nvPr/>
        </p:nvSpPr>
        <p:spPr>
          <a:xfrm>
            <a:off x="5772150" y="2705100"/>
            <a:ext cx="838200" cy="400050"/>
          </a:xfrm>
          <a:prstGeom prst="rect">
            <a:avLst/>
          </a:prstGeom>
          <a:noFill/>
          <a:ln w="0">
            <a:noFill/>
          </a:ln>
        </p:spPr>
        <p:txBody>
          <a:bodyPr wrap="none" lIns="0" tIns="0" rIns="0" bIns="0">
            <a:noAutofit/>
          </a:bodyPr>
          <a:lstStyle>
            <a:defPPr algn="ctr">
              <a:defRPr sz="1313" b="0">
                <a:solidFill>
                  <a:srgbClr val="202D3E"/>
                </a:solidFill>
                <a:latin typeface="Ubuntu Light"/>
                <a:ea typeface="Ubuntu Light"/>
                <a:cs typeface="Ubuntu Light"/>
              </a:defRPr>
            </a:defPPr>
            <a:lvl1pPr algn="ctr">
              <a:defRPr sz="1313" b="0">
                <a:solidFill>
                  <a:srgbClr val="202D3E"/>
                </a:solidFill>
                <a:latin typeface="Ubuntu Light"/>
                <a:ea typeface="Ubuntu Light"/>
                <a:cs typeface="Ubuntu Light"/>
              </a:defRPr>
            </a:lvl1pPr>
            <a:lvl2pPr algn="ctr">
              <a:defRPr sz="1313" b="0">
                <a:solidFill>
                  <a:srgbClr val="202D3E"/>
                </a:solidFill>
                <a:latin typeface="Ubuntu Light"/>
                <a:ea typeface="Ubuntu Light"/>
                <a:cs typeface="Ubuntu Light"/>
              </a:defRPr>
            </a:lvl2pPr>
            <a:lvl3pPr algn="ctr">
              <a:defRPr sz="1313" b="0">
                <a:solidFill>
                  <a:srgbClr val="202D3E"/>
                </a:solidFill>
                <a:latin typeface="Ubuntu Light"/>
                <a:ea typeface="Ubuntu Light"/>
                <a:cs typeface="Ubuntu Light"/>
              </a:defRPr>
            </a:lvl3pPr>
            <a:lvl4pPr algn="ctr">
              <a:defRPr sz="1313" b="0">
                <a:solidFill>
                  <a:srgbClr val="202D3E"/>
                </a:solidFill>
                <a:latin typeface="Ubuntu Light"/>
                <a:ea typeface="Ubuntu Light"/>
                <a:cs typeface="Ubuntu Light"/>
              </a:defRPr>
            </a:lvl4pPr>
            <a:lvl5pPr algn="ctr">
              <a:defRPr sz="1313" b="0">
                <a:solidFill>
                  <a:srgbClr val="202D3E"/>
                </a:solidFill>
                <a:latin typeface="Ubuntu Light"/>
                <a:ea typeface="Ubuntu Light"/>
                <a:cs typeface="Ubuntu Light"/>
              </a:defRPr>
            </a:lvl5pPr>
            <a:lvl6pPr algn="ctr">
              <a:defRPr sz="1313" b="0">
                <a:solidFill>
                  <a:srgbClr val="202D3E"/>
                </a:solidFill>
                <a:latin typeface="Ubuntu Light"/>
                <a:ea typeface="Ubuntu Light"/>
                <a:cs typeface="Ubuntu Light"/>
              </a:defRPr>
            </a:lvl6pPr>
            <a:lvl7pPr algn="ctr">
              <a:defRPr sz="1313" b="0">
                <a:solidFill>
                  <a:srgbClr val="202D3E"/>
                </a:solidFill>
                <a:latin typeface="Ubuntu Light"/>
                <a:ea typeface="Ubuntu Light"/>
                <a:cs typeface="Ubuntu Light"/>
              </a:defRPr>
            </a:lvl7pPr>
            <a:lvl8pPr algn="ctr">
              <a:defRPr sz="1313" b="0">
                <a:solidFill>
                  <a:srgbClr val="202D3E"/>
                </a:solidFill>
                <a:latin typeface="Ubuntu Light"/>
                <a:ea typeface="Ubuntu Light"/>
                <a:cs typeface="Ubuntu Light"/>
              </a:defRPr>
            </a:lvl8pPr>
            <a:lvl9pPr algn="ctr">
              <a:defRPr sz="1313" b="0">
                <a:solidFill>
                  <a:srgbClr val="202D3E"/>
                </a:solidFill>
                <a:latin typeface="Ubuntu Light"/>
                <a:ea typeface="Ubuntu Light"/>
                <a:cs typeface="Ubuntu Light"/>
              </a:defRPr>
            </a:lvl9pPr>
          </a:lstStyle>
          <a:p>
            <a:pPr algn="ctr">
              <a:defRPr sz="1313" b="0">
                <a:solidFill>
                  <a:srgbClr val="202D3E"/>
                </a:solidFill>
                <a:latin typeface="Ubuntu Light"/>
                <a:ea typeface="Ubuntu Light"/>
                <a:cs typeface="Ubuntu Light"/>
              </a:defRPr>
            </a:pPr>
            <a:r>
              <a:rPr b="0">
                <a:latin typeface="Menlo"/>
                <a:ea typeface="Menlo"/>
                <a:cs typeface="Menlo"/>
              </a:rPr>
              <a:t>Orders</a:t>
            </a:r>
          </a:p>
          <a:p>
            <a:pPr algn="ctr">
              <a:defRPr sz="1313" b="0">
                <a:solidFill>
                  <a:srgbClr val="202D3E"/>
                </a:solidFill>
                <a:latin typeface="Ubuntu Light"/>
                <a:ea typeface="Ubuntu Light"/>
                <a:cs typeface="Ubuntu Light"/>
              </a:defRPr>
            </a:pPr>
            <a:r>
              <a:rPr b="0">
                <a:latin typeface="Ubuntu Light"/>
                <a:ea typeface="Ubuntu Light"/>
                <a:cs typeface="Ubuntu Light"/>
              </a:rPr>
              <a:t>Lambda</a:t>
            </a:r>
          </a:p>
        </p:txBody>
      </p:sp>
      <p:sp>
        <p:nvSpPr>
          <p:cNvPr id="19" name="payments-label">
            <a:extLst>
              <a:ext uri="{FF2B5EF4-FFF2-40B4-BE49-F238E27FC236}">
                <a16:creationId xmlns:a16="http://schemas.microsoft.com/office/drawing/2014/main" id="{B6E30902-2361-4DFB-8CC4-BB3B6ACFF933}"/>
              </a:ext>
            </a:extLst>
          </p:cNvPr>
          <p:cNvSpPr>
            <a:spLocks noGrp="1"/>
          </p:cNvSpPr>
          <p:nvPr/>
        </p:nvSpPr>
        <p:spPr>
          <a:xfrm>
            <a:off x="5610225" y="3238500"/>
            <a:ext cx="1162050" cy="400050"/>
          </a:xfrm>
          <a:prstGeom prst="rect">
            <a:avLst/>
          </a:prstGeom>
          <a:noFill/>
          <a:ln w="0">
            <a:noFill/>
          </a:ln>
        </p:spPr>
        <p:txBody>
          <a:bodyPr wrap="none" lIns="0" tIns="0" rIns="0" bIns="0">
            <a:noAutofit/>
          </a:bodyPr>
          <a:lstStyle>
            <a:defPPr algn="ctr">
              <a:defRPr sz="1313" b="0">
                <a:solidFill>
                  <a:srgbClr val="202D3E"/>
                </a:solidFill>
                <a:latin typeface="Ubuntu Light"/>
                <a:ea typeface="Ubuntu Light"/>
                <a:cs typeface="Ubuntu Light"/>
              </a:defRPr>
            </a:defPPr>
            <a:lvl1pPr algn="ctr">
              <a:defRPr sz="1313" b="0">
                <a:solidFill>
                  <a:srgbClr val="202D3E"/>
                </a:solidFill>
                <a:latin typeface="Ubuntu Light"/>
                <a:ea typeface="Ubuntu Light"/>
                <a:cs typeface="Ubuntu Light"/>
              </a:defRPr>
            </a:lvl1pPr>
            <a:lvl2pPr algn="ctr">
              <a:defRPr sz="1313" b="0">
                <a:solidFill>
                  <a:srgbClr val="202D3E"/>
                </a:solidFill>
                <a:latin typeface="Ubuntu Light"/>
                <a:ea typeface="Ubuntu Light"/>
                <a:cs typeface="Ubuntu Light"/>
              </a:defRPr>
            </a:lvl2pPr>
            <a:lvl3pPr algn="ctr">
              <a:defRPr sz="1313" b="0">
                <a:solidFill>
                  <a:srgbClr val="202D3E"/>
                </a:solidFill>
                <a:latin typeface="Ubuntu Light"/>
                <a:ea typeface="Ubuntu Light"/>
                <a:cs typeface="Ubuntu Light"/>
              </a:defRPr>
            </a:lvl3pPr>
            <a:lvl4pPr algn="ctr">
              <a:defRPr sz="1313" b="0">
                <a:solidFill>
                  <a:srgbClr val="202D3E"/>
                </a:solidFill>
                <a:latin typeface="Ubuntu Light"/>
                <a:ea typeface="Ubuntu Light"/>
                <a:cs typeface="Ubuntu Light"/>
              </a:defRPr>
            </a:lvl4pPr>
            <a:lvl5pPr algn="ctr">
              <a:defRPr sz="1313" b="0">
                <a:solidFill>
                  <a:srgbClr val="202D3E"/>
                </a:solidFill>
                <a:latin typeface="Ubuntu Light"/>
                <a:ea typeface="Ubuntu Light"/>
                <a:cs typeface="Ubuntu Light"/>
              </a:defRPr>
            </a:lvl5pPr>
            <a:lvl6pPr algn="ctr">
              <a:defRPr sz="1313" b="0">
                <a:solidFill>
                  <a:srgbClr val="202D3E"/>
                </a:solidFill>
                <a:latin typeface="Ubuntu Light"/>
                <a:ea typeface="Ubuntu Light"/>
                <a:cs typeface="Ubuntu Light"/>
              </a:defRPr>
            </a:lvl6pPr>
            <a:lvl7pPr algn="ctr">
              <a:defRPr sz="1313" b="0">
                <a:solidFill>
                  <a:srgbClr val="202D3E"/>
                </a:solidFill>
                <a:latin typeface="Ubuntu Light"/>
                <a:ea typeface="Ubuntu Light"/>
                <a:cs typeface="Ubuntu Light"/>
              </a:defRPr>
            </a:lvl7pPr>
            <a:lvl8pPr algn="ctr">
              <a:defRPr sz="1313" b="0">
                <a:solidFill>
                  <a:srgbClr val="202D3E"/>
                </a:solidFill>
                <a:latin typeface="Ubuntu Light"/>
                <a:ea typeface="Ubuntu Light"/>
                <a:cs typeface="Ubuntu Light"/>
              </a:defRPr>
            </a:lvl8pPr>
            <a:lvl9pPr algn="ctr">
              <a:defRPr sz="1313" b="0">
                <a:solidFill>
                  <a:srgbClr val="202D3E"/>
                </a:solidFill>
                <a:latin typeface="Ubuntu Light"/>
                <a:ea typeface="Ubuntu Light"/>
                <a:cs typeface="Ubuntu Light"/>
              </a:defRPr>
            </a:lvl9pPr>
          </a:lstStyle>
          <a:p>
            <a:pPr algn="ctr">
              <a:defRPr sz="1313" b="0">
                <a:solidFill>
                  <a:srgbClr val="202D3E"/>
                </a:solidFill>
                <a:latin typeface="Ubuntu Light"/>
                <a:ea typeface="Ubuntu Light"/>
                <a:cs typeface="Ubuntu Light"/>
              </a:defRPr>
            </a:pPr>
            <a:r>
              <a:rPr b="0">
                <a:latin typeface="Menlo"/>
                <a:ea typeface="Menlo"/>
                <a:cs typeface="Menlo"/>
              </a:rPr>
              <a:t>Payments</a:t>
            </a:r>
          </a:p>
          <a:p>
            <a:pPr algn="ctr">
              <a:defRPr sz="1313" b="0">
                <a:solidFill>
                  <a:srgbClr val="202D3E"/>
                </a:solidFill>
                <a:latin typeface="Ubuntu Light"/>
                <a:ea typeface="Ubuntu Light"/>
                <a:cs typeface="Ubuntu Light"/>
              </a:defRPr>
            </a:pPr>
            <a:r>
              <a:rPr b="0">
                <a:latin typeface="Ubuntu Light"/>
                <a:ea typeface="Ubuntu Light"/>
                <a:cs typeface="Ubuntu Light"/>
              </a:rPr>
              <a:t>Lambda</a:t>
            </a:r>
          </a:p>
        </p:txBody>
      </p:sp>
      <p:sp>
        <p:nvSpPr>
          <p:cNvPr id="20" name="database-label">
            <a:extLst>
              <a:ext uri="{FF2B5EF4-FFF2-40B4-BE49-F238E27FC236}">
                <a16:creationId xmlns:a16="http://schemas.microsoft.com/office/drawing/2014/main" id="{AE39050E-55F1-42A8-A0AF-D554AEC64EBB}"/>
              </a:ext>
            </a:extLst>
          </p:cNvPr>
          <p:cNvSpPr>
            <a:spLocks noGrp="1"/>
          </p:cNvSpPr>
          <p:nvPr/>
        </p:nvSpPr>
        <p:spPr>
          <a:xfrm>
            <a:off x="6534150" y="1571625"/>
            <a:ext cx="1619250" cy="409575"/>
          </a:xfrm>
          <a:prstGeom prst="rect">
            <a:avLst/>
          </a:prstGeom>
          <a:noFill/>
          <a:ln w="0">
            <a:noFill/>
          </a:ln>
        </p:spPr>
        <p:txBody>
          <a:bodyPr wrap="none" lIns="0" tIns="0" rIns="0" bIns="0">
            <a:noAutofit/>
          </a:bodyPr>
          <a:lstStyle>
            <a:defPPr algn="l">
              <a:defRPr sz="1313" b="0">
                <a:solidFill>
                  <a:srgbClr val="202D3E"/>
                </a:solidFill>
                <a:latin typeface="Ubuntu Light"/>
                <a:ea typeface="Ubuntu Light"/>
                <a:cs typeface="Ubuntu Light"/>
              </a:defRPr>
            </a:defPPr>
            <a:lvl1pPr algn="l">
              <a:defRPr sz="1313" b="0">
                <a:solidFill>
                  <a:srgbClr val="202D3E"/>
                </a:solidFill>
                <a:latin typeface="Ubuntu Light"/>
                <a:ea typeface="Ubuntu Light"/>
                <a:cs typeface="Ubuntu Light"/>
              </a:defRPr>
            </a:lvl1pPr>
            <a:lvl2pPr algn="l">
              <a:defRPr sz="1313" b="0">
                <a:solidFill>
                  <a:srgbClr val="202D3E"/>
                </a:solidFill>
                <a:latin typeface="Ubuntu Light"/>
                <a:ea typeface="Ubuntu Light"/>
                <a:cs typeface="Ubuntu Light"/>
              </a:defRPr>
            </a:lvl2pPr>
            <a:lvl3pPr algn="l">
              <a:defRPr sz="1313" b="0">
                <a:solidFill>
                  <a:srgbClr val="202D3E"/>
                </a:solidFill>
                <a:latin typeface="Ubuntu Light"/>
                <a:ea typeface="Ubuntu Light"/>
                <a:cs typeface="Ubuntu Light"/>
              </a:defRPr>
            </a:lvl3pPr>
            <a:lvl4pPr algn="l">
              <a:defRPr sz="1313" b="0">
                <a:solidFill>
                  <a:srgbClr val="202D3E"/>
                </a:solidFill>
                <a:latin typeface="Ubuntu Light"/>
                <a:ea typeface="Ubuntu Light"/>
                <a:cs typeface="Ubuntu Light"/>
              </a:defRPr>
            </a:lvl4pPr>
            <a:lvl5pPr algn="l">
              <a:defRPr sz="1313" b="0">
                <a:solidFill>
                  <a:srgbClr val="202D3E"/>
                </a:solidFill>
                <a:latin typeface="Ubuntu Light"/>
                <a:ea typeface="Ubuntu Light"/>
                <a:cs typeface="Ubuntu Light"/>
              </a:defRPr>
            </a:lvl5pPr>
            <a:lvl6pPr algn="l">
              <a:defRPr sz="1313" b="0">
                <a:solidFill>
                  <a:srgbClr val="202D3E"/>
                </a:solidFill>
                <a:latin typeface="Ubuntu Light"/>
                <a:ea typeface="Ubuntu Light"/>
                <a:cs typeface="Ubuntu Light"/>
              </a:defRPr>
            </a:lvl6pPr>
            <a:lvl7pPr algn="l">
              <a:defRPr sz="1313" b="0">
                <a:solidFill>
                  <a:srgbClr val="202D3E"/>
                </a:solidFill>
                <a:latin typeface="Ubuntu Light"/>
                <a:ea typeface="Ubuntu Light"/>
                <a:cs typeface="Ubuntu Light"/>
              </a:defRPr>
            </a:lvl7pPr>
            <a:lvl8pPr algn="l">
              <a:defRPr sz="1313" b="0">
                <a:solidFill>
                  <a:srgbClr val="202D3E"/>
                </a:solidFill>
                <a:latin typeface="Ubuntu Light"/>
                <a:ea typeface="Ubuntu Light"/>
                <a:cs typeface="Ubuntu Light"/>
              </a:defRPr>
            </a:lvl8pPr>
            <a:lvl9pPr algn="l">
              <a:defRPr sz="1313" b="0">
                <a:solidFill>
                  <a:srgbClr val="202D3E"/>
                </a:solidFill>
                <a:latin typeface="Ubuntu Light"/>
                <a:ea typeface="Ubuntu Light"/>
                <a:cs typeface="Ubuntu Light"/>
              </a:defRPr>
            </a:lvl9pPr>
          </a:lstStyle>
          <a:p>
            <a:pPr algn="l">
              <a:defRPr sz="1313" b="0">
                <a:solidFill>
                  <a:srgbClr val="202D3E"/>
                </a:solidFill>
                <a:latin typeface="Ubuntu Light"/>
                <a:ea typeface="Ubuntu Light"/>
                <a:cs typeface="Ubuntu Light"/>
              </a:defRPr>
            </a:pPr>
            <a:r>
              <a:rPr b="0">
                <a:latin typeface="Ubuntu Light"/>
                <a:ea typeface="Ubuntu Light"/>
                <a:cs typeface="Ubuntu Light"/>
              </a:rPr>
              <a:t>DynamoDB</a:t>
            </a:r>
          </a:p>
          <a:p>
            <a:pPr algn="l">
              <a:defRPr sz="1313" b="0">
                <a:solidFill>
                  <a:srgbClr val="202D3E"/>
                </a:solidFill>
                <a:latin typeface="Ubuntu Light"/>
                <a:ea typeface="Ubuntu Light"/>
                <a:cs typeface="Ubuntu Light"/>
              </a:defRPr>
            </a:pPr>
            <a:r>
              <a:rPr b="0">
                <a:latin typeface="Ubuntu Light"/>
                <a:ea typeface="Ubuntu Light"/>
                <a:cs typeface="Ubuntu Light"/>
              </a:rPr>
              <a:t>Orders + stock</a:t>
            </a:r>
          </a:p>
        </p:txBody>
      </p:sp>
      <p:sp>
        <p:nvSpPr>
          <p:cNvPr id="21" name="stripe-label">
            <a:extLst>
              <a:ext uri="{FF2B5EF4-FFF2-40B4-BE49-F238E27FC236}">
                <a16:creationId xmlns:a16="http://schemas.microsoft.com/office/drawing/2014/main" id="{108E6ED3-4AFF-45AB-AF55-44DAB8059712}"/>
              </a:ext>
            </a:extLst>
          </p:cNvPr>
          <p:cNvSpPr>
            <a:spLocks noGrp="1"/>
          </p:cNvSpPr>
          <p:nvPr/>
        </p:nvSpPr>
        <p:spPr>
          <a:xfrm>
            <a:off x="6534150" y="4610100"/>
            <a:ext cx="1285875" cy="390525"/>
          </a:xfrm>
          <a:prstGeom prst="rect">
            <a:avLst/>
          </a:prstGeom>
          <a:noFill/>
          <a:ln w="0">
            <a:noFill/>
          </a:ln>
        </p:spPr>
        <p:txBody>
          <a:bodyPr wrap="none" lIns="0" tIns="0" rIns="0" bIns="0">
            <a:noAutofit/>
          </a:bodyPr>
          <a:lstStyle>
            <a:defPPr algn="l">
              <a:defRPr sz="1275" b="0">
                <a:solidFill>
                  <a:srgbClr val="202D3E"/>
                </a:solidFill>
                <a:latin typeface="Ubuntu Light"/>
                <a:ea typeface="Ubuntu Light"/>
                <a:cs typeface="Ubuntu Light"/>
              </a:defRPr>
            </a:defPPr>
            <a:lvl1pPr algn="l">
              <a:defRPr sz="1275" b="0">
                <a:solidFill>
                  <a:srgbClr val="202D3E"/>
                </a:solidFill>
                <a:latin typeface="Ubuntu Light"/>
                <a:ea typeface="Ubuntu Light"/>
                <a:cs typeface="Ubuntu Light"/>
              </a:defRPr>
            </a:lvl1pPr>
            <a:lvl2pPr algn="l">
              <a:defRPr sz="1275" b="0">
                <a:solidFill>
                  <a:srgbClr val="202D3E"/>
                </a:solidFill>
                <a:latin typeface="Ubuntu Light"/>
                <a:ea typeface="Ubuntu Light"/>
                <a:cs typeface="Ubuntu Light"/>
              </a:defRPr>
            </a:lvl2pPr>
            <a:lvl3pPr algn="l">
              <a:defRPr sz="1275" b="0">
                <a:solidFill>
                  <a:srgbClr val="202D3E"/>
                </a:solidFill>
                <a:latin typeface="Ubuntu Light"/>
                <a:ea typeface="Ubuntu Light"/>
                <a:cs typeface="Ubuntu Light"/>
              </a:defRPr>
            </a:lvl3pPr>
            <a:lvl4pPr algn="l">
              <a:defRPr sz="1275" b="0">
                <a:solidFill>
                  <a:srgbClr val="202D3E"/>
                </a:solidFill>
                <a:latin typeface="Ubuntu Light"/>
                <a:ea typeface="Ubuntu Light"/>
                <a:cs typeface="Ubuntu Light"/>
              </a:defRPr>
            </a:lvl4pPr>
            <a:lvl5pPr algn="l">
              <a:defRPr sz="1275" b="0">
                <a:solidFill>
                  <a:srgbClr val="202D3E"/>
                </a:solidFill>
                <a:latin typeface="Ubuntu Light"/>
                <a:ea typeface="Ubuntu Light"/>
                <a:cs typeface="Ubuntu Light"/>
              </a:defRPr>
            </a:lvl5pPr>
            <a:lvl6pPr algn="l">
              <a:defRPr sz="1275" b="0">
                <a:solidFill>
                  <a:srgbClr val="202D3E"/>
                </a:solidFill>
                <a:latin typeface="Ubuntu Light"/>
                <a:ea typeface="Ubuntu Light"/>
                <a:cs typeface="Ubuntu Light"/>
              </a:defRPr>
            </a:lvl6pPr>
            <a:lvl7pPr algn="l">
              <a:defRPr sz="1275" b="0">
                <a:solidFill>
                  <a:srgbClr val="202D3E"/>
                </a:solidFill>
                <a:latin typeface="Ubuntu Light"/>
                <a:ea typeface="Ubuntu Light"/>
                <a:cs typeface="Ubuntu Light"/>
              </a:defRPr>
            </a:lvl7pPr>
            <a:lvl8pPr algn="l">
              <a:defRPr sz="1275" b="0">
                <a:solidFill>
                  <a:srgbClr val="202D3E"/>
                </a:solidFill>
                <a:latin typeface="Ubuntu Light"/>
                <a:ea typeface="Ubuntu Light"/>
                <a:cs typeface="Ubuntu Light"/>
              </a:defRPr>
            </a:lvl8pPr>
            <a:lvl9pPr algn="l">
              <a:defRPr sz="1275" b="0">
                <a:solidFill>
                  <a:srgbClr val="202D3E"/>
                </a:solidFill>
                <a:latin typeface="Ubuntu Light"/>
                <a:ea typeface="Ubuntu Light"/>
                <a:cs typeface="Ubuntu Light"/>
              </a:defRPr>
            </a:lvl9pPr>
          </a:lstStyle>
          <a:p>
            <a:pPr algn="l">
              <a:defRPr sz="1275" b="0">
                <a:solidFill>
                  <a:srgbClr val="202D3E"/>
                </a:solidFill>
                <a:latin typeface="Ubuntu Light"/>
                <a:ea typeface="Ubuntu Light"/>
                <a:cs typeface="Ubuntu Light"/>
              </a:defRPr>
            </a:pPr>
            <a:r>
              <a:rPr b="0">
                <a:latin typeface="Ubuntu Light"/>
                <a:ea typeface="Ubuntu Light"/>
                <a:cs typeface="Ubuntu Light"/>
              </a:rPr>
              <a:t>Stripe API</a:t>
            </a:r>
          </a:p>
          <a:p>
            <a:pPr algn="l">
              <a:defRPr sz="1275" b="0">
                <a:solidFill>
                  <a:srgbClr val="202D3E"/>
                </a:solidFill>
                <a:latin typeface="Ubuntu Light"/>
                <a:ea typeface="Ubuntu Light"/>
                <a:cs typeface="Ubuntu Light"/>
              </a:defRPr>
            </a:pPr>
            <a:r>
              <a:rPr b="0">
                <a:latin typeface="Ubuntu Light"/>
                <a:ea typeface="Ubuntu Light"/>
                <a:cs typeface="Ubuntu Light"/>
              </a:rPr>
              <a:t>(external)</a:t>
            </a:r>
          </a:p>
        </p:txBody>
      </p:sp>
      <p:cxnSp>
        <p:nvCxnSpPr>
          <p:cNvPr id="22" name="send-approval-0">
            <a:extLst>
              <a:ext uri="{FF2B5EF4-FFF2-40B4-BE49-F238E27FC236}">
                <a16:creationId xmlns:a16="http://schemas.microsoft.com/office/drawing/2014/main" id="{DB4C3CE0-2670-474B-90D5-3F34BC6E6088}"/>
              </a:ext>
            </a:extLst>
          </p:cNvPr>
          <p:cNvCxnSpPr/>
          <p:nvPr/>
        </p:nvCxnSpPr>
        <p:spPr>
          <a:xfrm>
            <a:off x="4267200" y="2905125"/>
            <a:ext cx="0" cy="95250"/>
          </a:xfrm>
          <a:prstGeom prst="straightConnector1">
            <a:avLst/>
          </a:prstGeom>
          <a:ln w="17145">
            <a:solidFill>
              <a:srgbClr val="202D3E"/>
            </a:solidFill>
          </a:ln>
        </p:spPr>
      </p:cxnSp>
      <p:cxnSp>
        <p:nvCxnSpPr>
          <p:cNvPr id="23" name="send-approval-1">
            <a:extLst>
              <a:ext uri="{FF2B5EF4-FFF2-40B4-BE49-F238E27FC236}">
                <a16:creationId xmlns:a16="http://schemas.microsoft.com/office/drawing/2014/main" id="{7044D959-A749-4E23-AC2E-35D0F1E9C652}"/>
              </a:ext>
            </a:extLst>
          </p:cNvPr>
          <p:cNvCxnSpPr/>
          <p:nvPr/>
        </p:nvCxnSpPr>
        <p:spPr>
          <a:xfrm>
            <a:off x="3457575" y="2905125"/>
            <a:ext cx="809625" cy="0"/>
          </a:xfrm>
          <a:prstGeom prst="straightConnector1">
            <a:avLst/>
          </a:prstGeom>
          <a:ln w="17145">
            <a:solidFill>
              <a:srgbClr val="202D3E"/>
            </a:solidFill>
            <a:headEnd type="triangle" w="sm" len="sm"/>
          </a:ln>
        </p:spPr>
      </p:cxnSp>
      <p:sp>
        <p:nvSpPr>
          <p:cNvPr id="24" name="send-label">
            <a:extLst>
              <a:ext uri="{FF2B5EF4-FFF2-40B4-BE49-F238E27FC236}">
                <a16:creationId xmlns:a16="http://schemas.microsoft.com/office/drawing/2014/main" id="{19C24910-44A8-41DD-A3E5-6D25C7B64240}"/>
              </a:ext>
            </a:extLst>
          </p:cNvPr>
          <p:cNvSpPr>
            <a:spLocks noGrp="1"/>
          </p:cNvSpPr>
          <p:nvPr/>
        </p:nvSpPr>
        <p:spPr>
          <a:xfrm>
            <a:off x="3552825" y="2647950"/>
            <a:ext cx="1066800" cy="219075"/>
          </a:xfrm>
          <a:prstGeom prst="rect">
            <a:avLst/>
          </a:prstGeom>
          <a:noFill/>
          <a:ln w="0">
            <a:noFill/>
          </a:ln>
        </p:spPr>
        <p:txBody>
          <a:bodyPr wrap="none" lIns="0" tIns="0" rIns="0" bIns="0">
            <a:noAutofit/>
          </a:bodyPr>
          <a:lstStyle>
            <a:defPPr algn="l">
              <a:defRPr sz="1163" b="0">
                <a:solidFill>
                  <a:srgbClr val="202D3E"/>
                </a:solidFill>
                <a:latin typeface="Menlo"/>
                <a:ea typeface="Menlo"/>
                <a:cs typeface="Menlo"/>
              </a:defRPr>
            </a:defPPr>
            <a:lvl1pPr algn="l">
              <a:defRPr sz="1163" b="0">
                <a:solidFill>
                  <a:srgbClr val="202D3E"/>
                </a:solidFill>
                <a:latin typeface="Menlo"/>
                <a:ea typeface="Menlo"/>
                <a:cs typeface="Menlo"/>
              </a:defRPr>
            </a:lvl1pPr>
            <a:lvl2pPr algn="l">
              <a:defRPr sz="1163" b="0">
                <a:solidFill>
                  <a:srgbClr val="202D3E"/>
                </a:solidFill>
                <a:latin typeface="Menlo"/>
                <a:ea typeface="Menlo"/>
                <a:cs typeface="Menlo"/>
              </a:defRPr>
            </a:lvl2pPr>
            <a:lvl3pPr algn="l">
              <a:defRPr sz="1163" b="0">
                <a:solidFill>
                  <a:srgbClr val="202D3E"/>
                </a:solidFill>
                <a:latin typeface="Menlo"/>
                <a:ea typeface="Menlo"/>
                <a:cs typeface="Menlo"/>
              </a:defRPr>
            </a:lvl3pPr>
            <a:lvl4pPr algn="l">
              <a:defRPr sz="1163" b="0">
                <a:solidFill>
                  <a:srgbClr val="202D3E"/>
                </a:solidFill>
                <a:latin typeface="Menlo"/>
                <a:ea typeface="Menlo"/>
                <a:cs typeface="Menlo"/>
              </a:defRPr>
            </a:lvl4pPr>
            <a:lvl5pPr algn="l">
              <a:defRPr sz="1163" b="0">
                <a:solidFill>
                  <a:srgbClr val="202D3E"/>
                </a:solidFill>
                <a:latin typeface="Menlo"/>
                <a:ea typeface="Menlo"/>
                <a:cs typeface="Menlo"/>
              </a:defRPr>
            </a:lvl5pPr>
            <a:lvl6pPr algn="l">
              <a:defRPr sz="1163" b="0">
                <a:solidFill>
                  <a:srgbClr val="202D3E"/>
                </a:solidFill>
                <a:latin typeface="Menlo"/>
                <a:ea typeface="Menlo"/>
                <a:cs typeface="Menlo"/>
              </a:defRPr>
            </a:lvl6pPr>
            <a:lvl7pPr algn="l">
              <a:defRPr sz="1163" b="0">
                <a:solidFill>
                  <a:srgbClr val="202D3E"/>
                </a:solidFill>
                <a:latin typeface="Menlo"/>
                <a:ea typeface="Menlo"/>
                <a:cs typeface="Menlo"/>
              </a:defRPr>
            </a:lvl7pPr>
            <a:lvl8pPr algn="l">
              <a:defRPr sz="1163" b="0">
                <a:solidFill>
                  <a:srgbClr val="202D3E"/>
                </a:solidFill>
                <a:latin typeface="Menlo"/>
                <a:ea typeface="Menlo"/>
                <a:cs typeface="Menlo"/>
              </a:defRPr>
            </a:lvl8pPr>
            <a:lvl9pPr algn="l">
              <a:defRPr sz="1163" b="0">
                <a:solidFill>
                  <a:srgbClr val="202D3E"/>
                </a:solidFill>
                <a:latin typeface="Menlo"/>
                <a:ea typeface="Menlo"/>
                <a:cs typeface="Menlo"/>
              </a:defRPr>
            </a:lvl9pPr>
          </a:lstStyle>
          <a:p>
            <a:pPr algn="l">
              <a:defRPr sz="1163" b="0">
                <a:solidFill>
                  <a:srgbClr val="202D3E"/>
                </a:solidFill>
                <a:latin typeface="Menlo"/>
                <a:ea typeface="Menlo"/>
                <a:cs typeface="Menlo"/>
              </a:defRPr>
            </a:pPr>
            <a:r>
              <a:rPr b="0">
                <a:latin typeface="Menlo"/>
                <a:ea typeface="Menlo"/>
                <a:cs typeface="Menlo"/>
              </a:rPr>
              <a:t>SendMessage</a:t>
            </a:r>
          </a:p>
        </p:txBody>
      </p:sp>
      <p:cxnSp>
        <p:nvCxnSpPr>
          <p:cNvPr id="25" name="deliver-approval-0">
            <a:extLst>
              <a:ext uri="{FF2B5EF4-FFF2-40B4-BE49-F238E27FC236}">
                <a16:creationId xmlns:a16="http://schemas.microsoft.com/office/drawing/2014/main" id="{F3DD71B7-99E9-420A-8E20-B7C7E6709803}"/>
              </a:ext>
            </a:extLst>
          </p:cNvPr>
          <p:cNvCxnSpPr/>
          <p:nvPr/>
        </p:nvCxnSpPr>
        <p:spPr>
          <a:xfrm>
            <a:off x="1695450" y="2905125"/>
            <a:ext cx="1247775" cy="0"/>
          </a:xfrm>
          <a:prstGeom prst="straightConnector1">
            <a:avLst/>
          </a:prstGeom>
          <a:ln w="17145">
            <a:solidFill>
              <a:srgbClr val="202D3E"/>
            </a:solidFill>
            <a:headEnd type="triangle" w="sm" len="sm"/>
          </a:ln>
        </p:spPr>
      </p:cxnSp>
      <p:sp>
        <p:nvSpPr>
          <p:cNvPr id="26" name="approval-label">
            <a:extLst>
              <a:ext uri="{FF2B5EF4-FFF2-40B4-BE49-F238E27FC236}">
                <a16:creationId xmlns:a16="http://schemas.microsoft.com/office/drawing/2014/main" id="{1BF03C7E-D57A-4F38-A526-6EFAD1DF58E4}"/>
              </a:ext>
            </a:extLst>
          </p:cNvPr>
          <p:cNvSpPr>
            <a:spLocks noGrp="1"/>
          </p:cNvSpPr>
          <p:nvPr/>
        </p:nvSpPr>
        <p:spPr>
          <a:xfrm>
            <a:off x="733425" y="1924050"/>
            <a:ext cx="1638300" cy="609600"/>
          </a:xfrm>
          <a:prstGeom prst="rect">
            <a:avLst/>
          </a:prstGeom>
          <a:noFill/>
          <a:ln w="0">
            <a:noFill/>
          </a:ln>
        </p:spPr>
        <p:txBody>
          <a:bodyPr wrap="none" lIns="0" tIns="0" rIns="0" bIns="0">
            <a:noAutofit/>
          </a:bodyPr>
          <a:lstStyle>
            <a:defPPr algn="ctr">
              <a:defRPr sz="1238" b="0">
                <a:solidFill>
                  <a:srgbClr val="202D3E"/>
                </a:solidFill>
                <a:latin typeface="Ubuntu Light"/>
                <a:ea typeface="Ubuntu Light"/>
                <a:cs typeface="Ubuntu Light"/>
              </a:defRPr>
            </a:defPPr>
            <a:lvl1pPr algn="ctr">
              <a:defRPr sz="1238" b="0">
                <a:solidFill>
                  <a:srgbClr val="202D3E"/>
                </a:solidFill>
                <a:latin typeface="Ubuntu Light"/>
                <a:ea typeface="Ubuntu Light"/>
                <a:cs typeface="Ubuntu Light"/>
              </a:defRPr>
            </a:lvl1pPr>
            <a:lvl2pPr algn="ctr">
              <a:defRPr sz="1238" b="0">
                <a:solidFill>
                  <a:srgbClr val="202D3E"/>
                </a:solidFill>
                <a:latin typeface="Ubuntu Light"/>
                <a:ea typeface="Ubuntu Light"/>
                <a:cs typeface="Ubuntu Light"/>
              </a:defRPr>
            </a:lvl2pPr>
            <a:lvl3pPr algn="ctr">
              <a:defRPr sz="1238" b="0">
                <a:solidFill>
                  <a:srgbClr val="202D3E"/>
                </a:solidFill>
                <a:latin typeface="Ubuntu Light"/>
                <a:ea typeface="Ubuntu Light"/>
                <a:cs typeface="Ubuntu Light"/>
              </a:defRPr>
            </a:lvl3pPr>
            <a:lvl4pPr algn="ctr">
              <a:defRPr sz="1238" b="0">
                <a:solidFill>
                  <a:srgbClr val="202D3E"/>
                </a:solidFill>
                <a:latin typeface="Ubuntu Light"/>
                <a:ea typeface="Ubuntu Light"/>
                <a:cs typeface="Ubuntu Light"/>
              </a:defRPr>
            </a:lvl4pPr>
            <a:lvl5pPr algn="ctr">
              <a:defRPr sz="1238" b="0">
                <a:solidFill>
                  <a:srgbClr val="202D3E"/>
                </a:solidFill>
                <a:latin typeface="Ubuntu Light"/>
                <a:ea typeface="Ubuntu Light"/>
                <a:cs typeface="Ubuntu Light"/>
              </a:defRPr>
            </a:lvl5pPr>
            <a:lvl6pPr algn="ctr">
              <a:defRPr sz="1238" b="0">
                <a:solidFill>
                  <a:srgbClr val="202D3E"/>
                </a:solidFill>
                <a:latin typeface="Ubuntu Light"/>
                <a:ea typeface="Ubuntu Light"/>
                <a:cs typeface="Ubuntu Light"/>
              </a:defRPr>
            </a:lvl6pPr>
            <a:lvl7pPr algn="ctr">
              <a:defRPr sz="1238" b="0">
                <a:solidFill>
                  <a:srgbClr val="202D3E"/>
                </a:solidFill>
                <a:latin typeface="Ubuntu Light"/>
                <a:ea typeface="Ubuntu Light"/>
                <a:cs typeface="Ubuntu Light"/>
              </a:defRPr>
            </a:lvl7pPr>
            <a:lvl8pPr algn="ctr">
              <a:defRPr sz="1238" b="0">
                <a:solidFill>
                  <a:srgbClr val="202D3E"/>
                </a:solidFill>
                <a:latin typeface="Ubuntu Light"/>
                <a:ea typeface="Ubuntu Light"/>
                <a:cs typeface="Ubuntu Light"/>
              </a:defRPr>
            </a:lvl8pPr>
            <a:lvl9pPr algn="ctr">
              <a:defRPr sz="1238" b="0">
                <a:solidFill>
                  <a:srgbClr val="202D3E"/>
                </a:solidFill>
                <a:latin typeface="Ubuntu Light"/>
                <a:ea typeface="Ubuntu Light"/>
                <a:cs typeface="Ubuntu Light"/>
              </a:defRPr>
            </a:lvl9pPr>
          </a:lstStyle>
          <a:p>
            <a:pPr algn="ctr">
              <a:defRPr sz="1238" b="0">
                <a:solidFill>
                  <a:srgbClr val="202D3E"/>
                </a:solidFill>
                <a:latin typeface="Ubuntu Light"/>
                <a:ea typeface="Ubuntu Light"/>
                <a:cs typeface="Ubuntu Light"/>
              </a:defRPr>
            </a:pPr>
            <a:r>
              <a:rPr b="0">
                <a:latin typeface="Ubuntu Light"/>
                <a:ea typeface="Ubuntu Light"/>
                <a:cs typeface="Ubuntu Light"/>
              </a:rPr>
              <a:t>Poll SQS</a:t>
            </a:r>
          </a:p>
          <a:p>
            <a:pPr algn="ctr">
              <a:defRPr sz="1238" b="0">
                <a:solidFill>
                  <a:srgbClr val="202D3E"/>
                </a:solidFill>
                <a:latin typeface="Ubuntu Light"/>
                <a:ea typeface="Ubuntu Light"/>
                <a:cs typeface="Ubuntu Light"/>
              </a:defRPr>
            </a:pPr>
            <a:r>
              <a:rPr b="0">
                <a:latin typeface="Ubuntu Light"/>
                <a:ea typeface="Ubuntu Light"/>
                <a:cs typeface="Ubuntu Light"/>
              </a:rPr>
              <a:t>for approval request</a:t>
            </a:r>
          </a:p>
          <a:p>
            <a:pPr algn="ctr">
              <a:defRPr sz="1238" b="0">
                <a:solidFill>
                  <a:srgbClr val="202D3E"/>
                </a:solidFill>
                <a:latin typeface="Ubuntu Light"/>
                <a:ea typeface="Ubuntu Light"/>
                <a:cs typeface="Ubuntu Light"/>
              </a:defRPr>
            </a:pPr>
            <a:r>
              <a:rPr b="0">
                <a:latin typeface="Ubuntu Light"/>
                <a:ea typeface="Ubuntu Light"/>
                <a:cs typeface="Ubuntu Light"/>
              </a:rPr>
              <a:t>+ </a:t>
            </a:r>
            <a:r>
              <a:rPr b="0">
                <a:latin typeface="Menlo"/>
                <a:ea typeface="Menlo"/>
                <a:cs typeface="Menlo"/>
              </a:rPr>
              <a:t>task token</a:t>
            </a:r>
          </a:p>
        </p:txBody>
      </p:sp>
      <p:cxnSp>
        <p:nvCxnSpPr>
          <p:cNvPr id="27" name="merchant-callback-0">
            <a:extLst>
              <a:ext uri="{FF2B5EF4-FFF2-40B4-BE49-F238E27FC236}">
                <a16:creationId xmlns:a16="http://schemas.microsoft.com/office/drawing/2014/main" id="{A250AEB8-93EE-458B-97D0-E65AD861A4E3}"/>
              </a:ext>
            </a:extLst>
          </p:cNvPr>
          <p:cNvCxnSpPr/>
          <p:nvPr/>
        </p:nvCxnSpPr>
        <p:spPr>
          <a:xfrm>
            <a:off x="1695450" y="3067050"/>
            <a:ext cx="352425" cy="0"/>
          </a:xfrm>
          <a:prstGeom prst="straightConnector1">
            <a:avLst/>
          </a:prstGeom>
          <a:ln w="17145">
            <a:solidFill>
              <a:srgbClr val="202D3E"/>
            </a:solidFill>
          </a:ln>
        </p:spPr>
      </p:cxnSp>
      <p:cxnSp>
        <p:nvCxnSpPr>
          <p:cNvPr id="28" name="merchant-callback-1">
            <a:extLst>
              <a:ext uri="{FF2B5EF4-FFF2-40B4-BE49-F238E27FC236}">
                <a16:creationId xmlns:a16="http://schemas.microsoft.com/office/drawing/2014/main" id="{1A61F702-1C8A-4BC1-91C0-D03A52BE08F4}"/>
              </a:ext>
            </a:extLst>
          </p:cNvPr>
          <p:cNvCxnSpPr/>
          <p:nvPr/>
        </p:nvCxnSpPr>
        <p:spPr>
          <a:xfrm>
            <a:off x="2047875" y="3067050"/>
            <a:ext cx="0" cy="647700"/>
          </a:xfrm>
          <a:prstGeom prst="straightConnector1">
            <a:avLst/>
          </a:prstGeom>
          <a:ln w="17145">
            <a:solidFill>
              <a:srgbClr val="202D3E"/>
            </a:solidFill>
          </a:ln>
        </p:spPr>
      </p:cxnSp>
      <p:cxnSp>
        <p:nvCxnSpPr>
          <p:cNvPr id="29" name="merchant-callback-2">
            <a:extLst>
              <a:ext uri="{FF2B5EF4-FFF2-40B4-BE49-F238E27FC236}">
                <a16:creationId xmlns:a16="http://schemas.microsoft.com/office/drawing/2014/main" id="{422CF904-5910-435E-B0B9-53D4DC752C9D}"/>
              </a:ext>
            </a:extLst>
          </p:cNvPr>
          <p:cNvCxnSpPr/>
          <p:nvPr/>
        </p:nvCxnSpPr>
        <p:spPr>
          <a:xfrm>
            <a:off x="2047875" y="3714750"/>
            <a:ext cx="1724025" cy="0"/>
          </a:xfrm>
          <a:prstGeom prst="straightConnector1">
            <a:avLst/>
          </a:prstGeom>
          <a:ln w="17145">
            <a:solidFill>
              <a:srgbClr val="202D3E"/>
            </a:solidFill>
          </a:ln>
        </p:spPr>
      </p:cxnSp>
      <p:cxnSp>
        <p:nvCxnSpPr>
          <p:cNvPr id="30" name="merchant-callback-3">
            <a:extLst>
              <a:ext uri="{FF2B5EF4-FFF2-40B4-BE49-F238E27FC236}">
                <a16:creationId xmlns:a16="http://schemas.microsoft.com/office/drawing/2014/main" id="{97CFE5FC-BE08-4A31-88DF-B15CF565E53C}"/>
              </a:ext>
            </a:extLst>
          </p:cNvPr>
          <p:cNvCxnSpPr/>
          <p:nvPr/>
        </p:nvCxnSpPr>
        <p:spPr>
          <a:xfrm>
            <a:off x="3771900" y="3333750"/>
            <a:ext cx="0" cy="381000"/>
          </a:xfrm>
          <a:prstGeom prst="straightConnector1">
            <a:avLst/>
          </a:prstGeom>
          <a:ln w="17145">
            <a:solidFill>
              <a:srgbClr val="202D3E"/>
            </a:solidFill>
          </a:ln>
        </p:spPr>
      </p:cxnSp>
      <p:cxnSp>
        <p:nvCxnSpPr>
          <p:cNvPr id="31" name="merchant-callback-4">
            <a:extLst>
              <a:ext uri="{FF2B5EF4-FFF2-40B4-BE49-F238E27FC236}">
                <a16:creationId xmlns:a16="http://schemas.microsoft.com/office/drawing/2014/main" id="{B2E597C1-489E-444E-B9FE-0F9D6F571F56}"/>
              </a:ext>
            </a:extLst>
          </p:cNvPr>
          <p:cNvCxnSpPr/>
          <p:nvPr/>
        </p:nvCxnSpPr>
        <p:spPr>
          <a:xfrm>
            <a:off x="3771900" y="3333750"/>
            <a:ext cx="238125" cy="0"/>
          </a:xfrm>
          <a:prstGeom prst="straightConnector1">
            <a:avLst/>
          </a:prstGeom>
          <a:ln w="17145">
            <a:solidFill>
              <a:srgbClr val="202D3E"/>
            </a:solidFill>
            <a:tailEnd type="triangle" w="sm" len="sm"/>
          </a:ln>
        </p:spPr>
      </p:cxnSp>
      <p:sp>
        <p:nvSpPr>
          <p:cNvPr id="32" name="callback-label">
            <a:extLst>
              <a:ext uri="{FF2B5EF4-FFF2-40B4-BE49-F238E27FC236}">
                <a16:creationId xmlns:a16="http://schemas.microsoft.com/office/drawing/2014/main" id="{FE7B2FF0-751F-4DCD-92DA-5523D599D652}"/>
              </a:ext>
            </a:extLst>
          </p:cNvPr>
          <p:cNvSpPr>
            <a:spLocks noGrp="1"/>
          </p:cNvSpPr>
          <p:nvPr/>
        </p:nvSpPr>
        <p:spPr>
          <a:xfrm>
            <a:off x="723900" y="3876675"/>
            <a:ext cx="1676400" cy="428625"/>
          </a:xfrm>
          <a:prstGeom prst="rect">
            <a:avLst/>
          </a:prstGeom>
          <a:noFill/>
          <a:ln w="0">
            <a:noFill/>
          </a:ln>
        </p:spPr>
        <p:txBody>
          <a:bodyPr wrap="none" lIns="0" tIns="0" rIns="0" bIns="0">
            <a:noAutofit/>
          </a:bodyPr>
          <a:lstStyle>
            <a:defPPr algn="ctr">
              <a:defRPr sz="1200" b="0">
                <a:solidFill>
                  <a:srgbClr val="202D3E"/>
                </a:solidFill>
                <a:latin typeface="Ubuntu Light"/>
                <a:ea typeface="Ubuntu Light"/>
                <a:cs typeface="Ubuntu Light"/>
              </a:defRPr>
            </a:defPPr>
            <a:lvl1pPr algn="ctr">
              <a:defRPr sz="1200" b="0">
                <a:solidFill>
                  <a:srgbClr val="202D3E"/>
                </a:solidFill>
                <a:latin typeface="Ubuntu Light"/>
                <a:ea typeface="Ubuntu Light"/>
                <a:cs typeface="Ubuntu Light"/>
              </a:defRPr>
            </a:lvl1pPr>
            <a:lvl2pPr algn="ctr">
              <a:defRPr sz="1200" b="0">
                <a:solidFill>
                  <a:srgbClr val="202D3E"/>
                </a:solidFill>
                <a:latin typeface="Ubuntu Light"/>
                <a:ea typeface="Ubuntu Light"/>
                <a:cs typeface="Ubuntu Light"/>
              </a:defRPr>
            </a:lvl2pPr>
            <a:lvl3pPr algn="ctr">
              <a:defRPr sz="1200" b="0">
                <a:solidFill>
                  <a:srgbClr val="202D3E"/>
                </a:solidFill>
                <a:latin typeface="Ubuntu Light"/>
                <a:ea typeface="Ubuntu Light"/>
                <a:cs typeface="Ubuntu Light"/>
              </a:defRPr>
            </a:lvl3pPr>
            <a:lvl4pPr algn="ctr">
              <a:defRPr sz="1200" b="0">
                <a:solidFill>
                  <a:srgbClr val="202D3E"/>
                </a:solidFill>
                <a:latin typeface="Ubuntu Light"/>
                <a:ea typeface="Ubuntu Light"/>
                <a:cs typeface="Ubuntu Light"/>
              </a:defRPr>
            </a:lvl4pPr>
            <a:lvl5pPr algn="ctr">
              <a:defRPr sz="1200" b="0">
                <a:solidFill>
                  <a:srgbClr val="202D3E"/>
                </a:solidFill>
                <a:latin typeface="Ubuntu Light"/>
                <a:ea typeface="Ubuntu Light"/>
                <a:cs typeface="Ubuntu Light"/>
              </a:defRPr>
            </a:lvl5pPr>
            <a:lvl6pPr algn="ctr">
              <a:defRPr sz="1200" b="0">
                <a:solidFill>
                  <a:srgbClr val="202D3E"/>
                </a:solidFill>
                <a:latin typeface="Ubuntu Light"/>
                <a:ea typeface="Ubuntu Light"/>
                <a:cs typeface="Ubuntu Light"/>
              </a:defRPr>
            </a:lvl6pPr>
            <a:lvl7pPr algn="ctr">
              <a:defRPr sz="1200" b="0">
                <a:solidFill>
                  <a:srgbClr val="202D3E"/>
                </a:solidFill>
                <a:latin typeface="Ubuntu Light"/>
                <a:ea typeface="Ubuntu Light"/>
                <a:cs typeface="Ubuntu Light"/>
              </a:defRPr>
            </a:lvl7pPr>
            <a:lvl8pPr algn="ctr">
              <a:defRPr sz="1200" b="0">
                <a:solidFill>
                  <a:srgbClr val="202D3E"/>
                </a:solidFill>
                <a:latin typeface="Ubuntu Light"/>
                <a:ea typeface="Ubuntu Light"/>
                <a:cs typeface="Ubuntu Light"/>
              </a:defRPr>
            </a:lvl8pPr>
            <a:lvl9pPr algn="ctr">
              <a:defRPr sz="1200" b="0">
                <a:solidFill>
                  <a:srgbClr val="202D3E"/>
                </a:solidFill>
                <a:latin typeface="Ubuntu Light"/>
                <a:ea typeface="Ubuntu Light"/>
                <a:cs typeface="Ubuntu Light"/>
              </a:defRPr>
            </a:lvl9pPr>
          </a:lstStyle>
          <a:p>
            <a:pPr algn="ctr">
              <a:defRPr sz="1200" b="0">
                <a:solidFill>
                  <a:srgbClr val="202D3E"/>
                </a:solidFill>
                <a:latin typeface="Ubuntu Light"/>
                <a:ea typeface="Ubuntu Light"/>
                <a:cs typeface="Ubuntu Light"/>
              </a:defRPr>
            </a:pPr>
            <a:r>
              <a:rPr b="0">
                <a:latin typeface="Menlo"/>
                <a:ea typeface="Menlo"/>
                <a:cs typeface="Menlo"/>
              </a:rPr>
              <a:t>SendTaskSuccess</a:t>
            </a:r>
          </a:p>
          <a:p>
            <a:pPr algn="ctr">
              <a:defRPr sz="1200" b="0">
                <a:solidFill>
                  <a:srgbClr val="202D3E"/>
                </a:solidFill>
                <a:latin typeface="Ubuntu Light"/>
                <a:ea typeface="Ubuntu Light"/>
                <a:cs typeface="Ubuntu Light"/>
              </a:defRPr>
            </a:pPr>
            <a:r>
              <a:rPr b="0">
                <a:latin typeface="Ubuntu Light"/>
                <a:ea typeface="Ubuntu Light"/>
                <a:cs typeface="Ubuntu Light"/>
              </a:rPr>
              <a:t>+ </a:t>
            </a:r>
            <a:r>
              <a:rPr b="0">
                <a:latin typeface="Menlo"/>
                <a:ea typeface="Menlo"/>
                <a:cs typeface="Menlo"/>
              </a:rPr>
              <a:t>task token</a:t>
            </a:r>
          </a:p>
        </p:txBody>
      </p:sp>
      <p:cxnSp>
        <p:nvCxnSpPr>
          <p:cNvPr id="33" name="create-orders-0">
            <a:extLst>
              <a:ext uri="{FF2B5EF4-FFF2-40B4-BE49-F238E27FC236}">
                <a16:creationId xmlns:a16="http://schemas.microsoft.com/office/drawing/2014/main" id="{6C2D61B4-8B8D-4BC1-9B82-83BEE7B7A6EF}"/>
              </a:ext>
            </a:extLst>
          </p:cNvPr>
          <p:cNvCxnSpPr/>
          <p:nvPr/>
        </p:nvCxnSpPr>
        <p:spPr>
          <a:xfrm>
            <a:off x="4524375" y="3162300"/>
            <a:ext cx="857250" cy="0"/>
          </a:xfrm>
          <a:prstGeom prst="straightConnector1">
            <a:avLst/>
          </a:prstGeom>
          <a:ln w="17145">
            <a:solidFill>
              <a:srgbClr val="202D3E"/>
            </a:solidFill>
          </a:ln>
        </p:spPr>
      </p:cxnSp>
      <p:cxnSp>
        <p:nvCxnSpPr>
          <p:cNvPr id="34" name="create-orders-1">
            <a:extLst>
              <a:ext uri="{FF2B5EF4-FFF2-40B4-BE49-F238E27FC236}">
                <a16:creationId xmlns:a16="http://schemas.microsoft.com/office/drawing/2014/main" id="{0EE28499-45D4-46B5-B88C-E2451AD7FB63}"/>
              </a:ext>
            </a:extLst>
          </p:cNvPr>
          <p:cNvCxnSpPr/>
          <p:nvPr/>
        </p:nvCxnSpPr>
        <p:spPr>
          <a:xfrm>
            <a:off x="5381625" y="2419350"/>
            <a:ext cx="0" cy="742950"/>
          </a:xfrm>
          <a:prstGeom prst="straightConnector1">
            <a:avLst/>
          </a:prstGeom>
          <a:ln w="17145">
            <a:solidFill>
              <a:srgbClr val="202D3E"/>
            </a:solidFill>
          </a:ln>
        </p:spPr>
      </p:cxnSp>
      <p:cxnSp>
        <p:nvCxnSpPr>
          <p:cNvPr id="35" name="create-orders-2">
            <a:extLst>
              <a:ext uri="{FF2B5EF4-FFF2-40B4-BE49-F238E27FC236}">
                <a16:creationId xmlns:a16="http://schemas.microsoft.com/office/drawing/2014/main" id="{20C626BD-0CAA-4A3D-AB94-D9FC26B79AA0}"/>
              </a:ext>
            </a:extLst>
          </p:cNvPr>
          <p:cNvCxnSpPr/>
          <p:nvPr/>
        </p:nvCxnSpPr>
        <p:spPr>
          <a:xfrm>
            <a:off x="5381625" y="2419350"/>
            <a:ext cx="542925" cy="0"/>
          </a:xfrm>
          <a:prstGeom prst="straightConnector1">
            <a:avLst/>
          </a:prstGeom>
          <a:ln w="17145">
            <a:solidFill>
              <a:srgbClr val="202D3E"/>
            </a:solidFill>
            <a:tailEnd type="triangle" w="sm" len="sm"/>
          </a:ln>
        </p:spPr>
      </p:cxnSp>
      <p:sp>
        <p:nvSpPr>
          <p:cNvPr id="36" name="create-orders-label">
            <a:extLst>
              <a:ext uri="{FF2B5EF4-FFF2-40B4-BE49-F238E27FC236}">
                <a16:creationId xmlns:a16="http://schemas.microsoft.com/office/drawing/2014/main" id="{18644F92-6045-46F0-B908-0546D92D8FA0}"/>
              </a:ext>
            </a:extLst>
          </p:cNvPr>
          <p:cNvSpPr>
            <a:spLocks noGrp="1"/>
          </p:cNvSpPr>
          <p:nvPr/>
        </p:nvSpPr>
        <p:spPr>
          <a:xfrm>
            <a:off x="4629150" y="2533650"/>
            <a:ext cx="685800" cy="581025"/>
          </a:xfrm>
          <a:prstGeom prst="rect">
            <a:avLst/>
          </a:prstGeom>
          <a:noFill/>
          <a:ln w="0">
            <a:noFill/>
          </a:ln>
        </p:spPr>
        <p:txBody>
          <a:bodyPr wrap="none" lIns="0" tIns="0" rIns="0" bIns="0">
            <a:noAutofit/>
          </a:bodyPr>
          <a:lstStyle>
            <a:defPPr algn="l">
              <a:defRPr sz="1238" b="0">
                <a:solidFill>
                  <a:srgbClr val="202D3E"/>
                </a:solidFill>
                <a:latin typeface="Ubuntu Light"/>
                <a:ea typeface="Ubuntu Light"/>
                <a:cs typeface="Ubuntu Light"/>
              </a:defRPr>
            </a:defPPr>
            <a:lvl1pPr algn="l">
              <a:defRPr sz="1238" b="0">
                <a:solidFill>
                  <a:srgbClr val="202D3E"/>
                </a:solidFill>
                <a:latin typeface="Ubuntu Light"/>
                <a:ea typeface="Ubuntu Light"/>
                <a:cs typeface="Ubuntu Light"/>
              </a:defRPr>
            </a:lvl1pPr>
            <a:lvl2pPr algn="l">
              <a:defRPr sz="1238" b="0">
                <a:solidFill>
                  <a:srgbClr val="202D3E"/>
                </a:solidFill>
                <a:latin typeface="Ubuntu Light"/>
                <a:ea typeface="Ubuntu Light"/>
                <a:cs typeface="Ubuntu Light"/>
              </a:defRPr>
            </a:lvl2pPr>
            <a:lvl3pPr algn="l">
              <a:defRPr sz="1238" b="0">
                <a:solidFill>
                  <a:srgbClr val="202D3E"/>
                </a:solidFill>
                <a:latin typeface="Ubuntu Light"/>
                <a:ea typeface="Ubuntu Light"/>
                <a:cs typeface="Ubuntu Light"/>
              </a:defRPr>
            </a:lvl3pPr>
            <a:lvl4pPr algn="l">
              <a:defRPr sz="1238" b="0">
                <a:solidFill>
                  <a:srgbClr val="202D3E"/>
                </a:solidFill>
                <a:latin typeface="Ubuntu Light"/>
                <a:ea typeface="Ubuntu Light"/>
                <a:cs typeface="Ubuntu Light"/>
              </a:defRPr>
            </a:lvl4pPr>
            <a:lvl5pPr algn="l">
              <a:defRPr sz="1238" b="0">
                <a:solidFill>
                  <a:srgbClr val="202D3E"/>
                </a:solidFill>
                <a:latin typeface="Ubuntu Light"/>
                <a:ea typeface="Ubuntu Light"/>
                <a:cs typeface="Ubuntu Light"/>
              </a:defRPr>
            </a:lvl5pPr>
            <a:lvl6pPr algn="l">
              <a:defRPr sz="1238" b="0">
                <a:solidFill>
                  <a:srgbClr val="202D3E"/>
                </a:solidFill>
                <a:latin typeface="Ubuntu Light"/>
                <a:ea typeface="Ubuntu Light"/>
                <a:cs typeface="Ubuntu Light"/>
              </a:defRPr>
            </a:lvl6pPr>
            <a:lvl7pPr algn="l">
              <a:defRPr sz="1238" b="0">
                <a:solidFill>
                  <a:srgbClr val="202D3E"/>
                </a:solidFill>
                <a:latin typeface="Ubuntu Light"/>
                <a:ea typeface="Ubuntu Light"/>
                <a:cs typeface="Ubuntu Light"/>
              </a:defRPr>
            </a:lvl7pPr>
            <a:lvl8pPr algn="l">
              <a:defRPr sz="1238" b="0">
                <a:solidFill>
                  <a:srgbClr val="202D3E"/>
                </a:solidFill>
                <a:latin typeface="Ubuntu Light"/>
                <a:ea typeface="Ubuntu Light"/>
                <a:cs typeface="Ubuntu Light"/>
              </a:defRPr>
            </a:lvl8pPr>
            <a:lvl9pPr algn="l">
              <a:defRPr sz="1238" b="0">
                <a:solidFill>
                  <a:srgbClr val="202D3E"/>
                </a:solidFill>
                <a:latin typeface="Ubuntu Light"/>
                <a:ea typeface="Ubuntu Light"/>
                <a:cs typeface="Ubuntu Light"/>
              </a:defRPr>
            </a:lvl9pPr>
          </a:lstStyle>
          <a:p>
            <a:pPr algn="l">
              <a:defRPr sz="1238" b="0">
                <a:solidFill>
                  <a:srgbClr val="202D3E"/>
                </a:solidFill>
                <a:latin typeface="Ubuntu Light"/>
                <a:ea typeface="Ubuntu Light"/>
                <a:cs typeface="Ubuntu Light"/>
              </a:defRPr>
            </a:pPr>
            <a:r>
              <a:rPr b="0">
                <a:latin typeface="Ubuntu Light"/>
                <a:ea typeface="Ubuntu Light"/>
                <a:cs typeface="Ubuntu Light"/>
              </a:rPr>
              <a:t>Create</a:t>
            </a:r>
          </a:p>
          <a:p>
            <a:pPr algn="l">
              <a:defRPr sz="1238" b="0">
                <a:solidFill>
                  <a:srgbClr val="202D3E"/>
                </a:solidFill>
                <a:latin typeface="Ubuntu Light"/>
                <a:ea typeface="Ubuntu Light"/>
                <a:cs typeface="Ubuntu Light"/>
              </a:defRPr>
            </a:pPr>
            <a:r>
              <a:rPr b="0">
                <a:latin typeface="Ubuntu Light"/>
                <a:ea typeface="Ubuntu Light"/>
                <a:cs typeface="Ubuntu Light"/>
              </a:rPr>
              <a:t>Reserve</a:t>
            </a:r>
          </a:p>
          <a:p>
            <a:pPr algn="l">
              <a:defRPr sz="1238" b="0">
                <a:solidFill>
                  <a:srgbClr val="202D3E"/>
                </a:solidFill>
                <a:latin typeface="Ubuntu Light"/>
                <a:ea typeface="Ubuntu Light"/>
                <a:cs typeface="Ubuntu Light"/>
              </a:defRPr>
            </a:pPr>
            <a:r>
              <a:rPr b="0">
                <a:latin typeface="Ubuntu Light"/>
                <a:ea typeface="Ubuntu Light"/>
                <a:cs typeface="Ubuntu Light"/>
              </a:rPr>
              <a:t>Confirm</a:t>
            </a:r>
          </a:p>
        </p:txBody>
      </p:sp>
      <p:cxnSp>
        <p:nvCxnSpPr>
          <p:cNvPr id="37" name="cancel-orders-0">
            <a:extLst>
              <a:ext uri="{FF2B5EF4-FFF2-40B4-BE49-F238E27FC236}">
                <a16:creationId xmlns:a16="http://schemas.microsoft.com/office/drawing/2014/main" id="{6415596C-77CB-44AF-97F2-3EFD8890B4CE}"/>
              </a:ext>
            </a:extLst>
          </p:cNvPr>
          <p:cNvCxnSpPr/>
          <p:nvPr/>
        </p:nvCxnSpPr>
        <p:spPr>
          <a:xfrm>
            <a:off x="7029450" y="3162300"/>
            <a:ext cx="657225" cy="0"/>
          </a:xfrm>
          <a:prstGeom prst="straightConnector1">
            <a:avLst/>
          </a:prstGeom>
          <a:ln w="17145">
            <a:solidFill>
              <a:srgbClr val="202D3E"/>
            </a:solidFill>
          </a:ln>
        </p:spPr>
      </p:cxnSp>
      <p:cxnSp>
        <p:nvCxnSpPr>
          <p:cNvPr id="38" name="cancel-orders-1">
            <a:extLst>
              <a:ext uri="{FF2B5EF4-FFF2-40B4-BE49-F238E27FC236}">
                <a16:creationId xmlns:a16="http://schemas.microsoft.com/office/drawing/2014/main" id="{9BBAE9B2-C36E-4DC2-8316-252DBBA38E12}"/>
              </a:ext>
            </a:extLst>
          </p:cNvPr>
          <p:cNvCxnSpPr/>
          <p:nvPr/>
        </p:nvCxnSpPr>
        <p:spPr>
          <a:xfrm>
            <a:off x="7029450" y="2419350"/>
            <a:ext cx="0" cy="742950"/>
          </a:xfrm>
          <a:prstGeom prst="straightConnector1">
            <a:avLst/>
          </a:prstGeom>
          <a:ln w="17145">
            <a:solidFill>
              <a:srgbClr val="202D3E"/>
            </a:solidFill>
          </a:ln>
        </p:spPr>
      </p:cxnSp>
      <p:cxnSp>
        <p:nvCxnSpPr>
          <p:cNvPr id="39" name="cancel-orders-2">
            <a:extLst>
              <a:ext uri="{FF2B5EF4-FFF2-40B4-BE49-F238E27FC236}">
                <a16:creationId xmlns:a16="http://schemas.microsoft.com/office/drawing/2014/main" id="{404B939B-5463-446C-B292-2DE068CAA0BF}"/>
              </a:ext>
            </a:extLst>
          </p:cNvPr>
          <p:cNvCxnSpPr/>
          <p:nvPr/>
        </p:nvCxnSpPr>
        <p:spPr>
          <a:xfrm>
            <a:off x="6438900" y="2419350"/>
            <a:ext cx="590550" cy="0"/>
          </a:xfrm>
          <a:prstGeom prst="straightConnector1">
            <a:avLst/>
          </a:prstGeom>
          <a:ln w="17145">
            <a:solidFill>
              <a:srgbClr val="202D3E"/>
            </a:solidFill>
            <a:headEnd type="triangle" w="sm" len="sm"/>
          </a:ln>
        </p:spPr>
      </p:cxnSp>
      <p:sp>
        <p:nvSpPr>
          <p:cNvPr id="40" name="cancel-orders-label">
            <a:extLst>
              <a:ext uri="{FF2B5EF4-FFF2-40B4-BE49-F238E27FC236}">
                <a16:creationId xmlns:a16="http://schemas.microsoft.com/office/drawing/2014/main" id="{E88F19E8-4EB7-4883-A150-7416EEE33B59}"/>
              </a:ext>
            </a:extLst>
          </p:cNvPr>
          <p:cNvSpPr>
            <a:spLocks noGrp="1"/>
          </p:cNvSpPr>
          <p:nvPr/>
        </p:nvSpPr>
        <p:spPr>
          <a:xfrm>
            <a:off x="7162800" y="2647950"/>
            <a:ext cx="1238250" cy="219075"/>
          </a:xfrm>
          <a:prstGeom prst="rect">
            <a:avLst/>
          </a:prstGeom>
          <a:noFill/>
          <a:ln w="0">
            <a:noFill/>
          </a:ln>
        </p:spPr>
        <p:txBody>
          <a:bodyPr wrap="none" lIns="0" tIns="0" rIns="0" bIns="0">
            <a:noAutofit/>
          </a:bodyPr>
          <a:lstStyle>
            <a:defPPr algn="l">
              <a:defRPr sz="1275" b="0">
                <a:solidFill>
                  <a:srgbClr val="202D3E"/>
                </a:solidFill>
                <a:latin typeface="Ubuntu Light"/>
                <a:ea typeface="Ubuntu Light"/>
                <a:cs typeface="Ubuntu Light"/>
              </a:defRPr>
            </a:defPPr>
            <a:lvl1pPr algn="l">
              <a:defRPr sz="1275" b="0">
                <a:solidFill>
                  <a:srgbClr val="202D3E"/>
                </a:solidFill>
                <a:latin typeface="Ubuntu Light"/>
                <a:ea typeface="Ubuntu Light"/>
                <a:cs typeface="Ubuntu Light"/>
              </a:defRPr>
            </a:lvl1pPr>
            <a:lvl2pPr algn="l">
              <a:defRPr sz="1275" b="0">
                <a:solidFill>
                  <a:srgbClr val="202D3E"/>
                </a:solidFill>
                <a:latin typeface="Ubuntu Light"/>
                <a:ea typeface="Ubuntu Light"/>
                <a:cs typeface="Ubuntu Light"/>
              </a:defRPr>
            </a:lvl2pPr>
            <a:lvl3pPr algn="l">
              <a:defRPr sz="1275" b="0">
                <a:solidFill>
                  <a:srgbClr val="202D3E"/>
                </a:solidFill>
                <a:latin typeface="Ubuntu Light"/>
                <a:ea typeface="Ubuntu Light"/>
                <a:cs typeface="Ubuntu Light"/>
              </a:defRPr>
            </a:lvl3pPr>
            <a:lvl4pPr algn="l">
              <a:defRPr sz="1275" b="0">
                <a:solidFill>
                  <a:srgbClr val="202D3E"/>
                </a:solidFill>
                <a:latin typeface="Ubuntu Light"/>
                <a:ea typeface="Ubuntu Light"/>
                <a:cs typeface="Ubuntu Light"/>
              </a:defRPr>
            </a:lvl4pPr>
            <a:lvl5pPr algn="l">
              <a:defRPr sz="1275" b="0">
                <a:solidFill>
                  <a:srgbClr val="202D3E"/>
                </a:solidFill>
                <a:latin typeface="Ubuntu Light"/>
                <a:ea typeface="Ubuntu Light"/>
                <a:cs typeface="Ubuntu Light"/>
              </a:defRPr>
            </a:lvl5pPr>
            <a:lvl6pPr algn="l">
              <a:defRPr sz="1275" b="0">
                <a:solidFill>
                  <a:srgbClr val="202D3E"/>
                </a:solidFill>
                <a:latin typeface="Ubuntu Light"/>
                <a:ea typeface="Ubuntu Light"/>
                <a:cs typeface="Ubuntu Light"/>
              </a:defRPr>
            </a:lvl6pPr>
            <a:lvl7pPr algn="l">
              <a:defRPr sz="1275" b="0">
                <a:solidFill>
                  <a:srgbClr val="202D3E"/>
                </a:solidFill>
                <a:latin typeface="Ubuntu Light"/>
                <a:ea typeface="Ubuntu Light"/>
                <a:cs typeface="Ubuntu Light"/>
              </a:defRPr>
            </a:lvl7pPr>
            <a:lvl8pPr algn="l">
              <a:defRPr sz="1275" b="0">
                <a:solidFill>
                  <a:srgbClr val="202D3E"/>
                </a:solidFill>
                <a:latin typeface="Ubuntu Light"/>
                <a:ea typeface="Ubuntu Light"/>
                <a:cs typeface="Ubuntu Light"/>
              </a:defRPr>
            </a:lvl8pPr>
            <a:lvl9pPr algn="l">
              <a:defRPr sz="1275" b="0">
                <a:solidFill>
                  <a:srgbClr val="202D3E"/>
                </a:solidFill>
                <a:latin typeface="Ubuntu Light"/>
                <a:ea typeface="Ubuntu Light"/>
                <a:cs typeface="Ubuntu Light"/>
              </a:defRPr>
            </a:lvl9pPr>
          </a:lstStyle>
          <a:p>
            <a:pPr algn="l">
              <a:defRPr sz="1275" b="0">
                <a:solidFill>
                  <a:srgbClr val="202D3E"/>
                </a:solidFill>
                <a:latin typeface="Ubuntu Light"/>
                <a:ea typeface="Ubuntu Light"/>
                <a:cs typeface="Ubuntu Light"/>
              </a:defRPr>
            </a:pPr>
            <a:r>
              <a:rPr b="0">
                <a:latin typeface="Ubuntu Light"/>
                <a:ea typeface="Ubuntu Light"/>
                <a:cs typeface="Ubuntu Light"/>
              </a:rPr>
              <a:t>Read / cancel</a:t>
            </a:r>
          </a:p>
        </p:txBody>
      </p:sp>
      <p:cxnSp>
        <p:nvCxnSpPr>
          <p:cNvPr id="41" name="create-payments-0">
            <a:extLst>
              <a:ext uri="{FF2B5EF4-FFF2-40B4-BE49-F238E27FC236}">
                <a16:creationId xmlns:a16="http://schemas.microsoft.com/office/drawing/2014/main" id="{6FE218C0-2C13-4FD0-B41F-D30A0278BFAF}"/>
              </a:ext>
            </a:extLst>
          </p:cNvPr>
          <p:cNvCxnSpPr/>
          <p:nvPr/>
        </p:nvCxnSpPr>
        <p:spPr>
          <a:xfrm>
            <a:off x="4524375" y="3371850"/>
            <a:ext cx="857250" cy="0"/>
          </a:xfrm>
          <a:prstGeom prst="straightConnector1">
            <a:avLst/>
          </a:prstGeom>
          <a:ln w="17145">
            <a:solidFill>
              <a:srgbClr val="202D3E"/>
            </a:solidFill>
          </a:ln>
        </p:spPr>
      </p:cxnSp>
      <p:cxnSp>
        <p:nvCxnSpPr>
          <p:cNvPr id="42" name="create-payments-1">
            <a:extLst>
              <a:ext uri="{FF2B5EF4-FFF2-40B4-BE49-F238E27FC236}">
                <a16:creationId xmlns:a16="http://schemas.microsoft.com/office/drawing/2014/main" id="{8029CB7D-E3EF-41A9-BD32-9676759E81DE}"/>
              </a:ext>
            </a:extLst>
          </p:cNvPr>
          <p:cNvCxnSpPr/>
          <p:nvPr/>
        </p:nvCxnSpPr>
        <p:spPr>
          <a:xfrm>
            <a:off x="5381625" y="3371850"/>
            <a:ext cx="0" cy="533400"/>
          </a:xfrm>
          <a:prstGeom prst="straightConnector1">
            <a:avLst/>
          </a:prstGeom>
          <a:ln w="17145">
            <a:solidFill>
              <a:srgbClr val="202D3E"/>
            </a:solidFill>
          </a:ln>
        </p:spPr>
      </p:cxnSp>
      <p:cxnSp>
        <p:nvCxnSpPr>
          <p:cNvPr id="43" name="create-payments-2">
            <a:extLst>
              <a:ext uri="{FF2B5EF4-FFF2-40B4-BE49-F238E27FC236}">
                <a16:creationId xmlns:a16="http://schemas.microsoft.com/office/drawing/2014/main" id="{951F177B-5F71-442D-9899-434BB276968B}"/>
              </a:ext>
            </a:extLst>
          </p:cNvPr>
          <p:cNvCxnSpPr/>
          <p:nvPr/>
        </p:nvCxnSpPr>
        <p:spPr>
          <a:xfrm>
            <a:off x="5381625" y="3905250"/>
            <a:ext cx="542925" cy="0"/>
          </a:xfrm>
          <a:prstGeom prst="straightConnector1">
            <a:avLst/>
          </a:prstGeom>
          <a:ln w="17145">
            <a:solidFill>
              <a:srgbClr val="202D3E"/>
            </a:solidFill>
            <a:tailEnd type="triangle" w="sm" len="sm"/>
          </a:ln>
        </p:spPr>
      </p:cxnSp>
      <p:sp>
        <p:nvSpPr>
          <p:cNvPr id="44" name="charge-label">
            <a:extLst>
              <a:ext uri="{FF2B5EF4-FFF2-40B4-BE49-F238E27FC236}">
                <a16:creationId xmlns:a16="http://schemas.microsoft.com/office/drawing/2014/main" id="{50DA594A-1FB1-4C6F-911B-5CE4935B1EAE}"/>
              </a:ext>
            </a:extLst>
          </p:cNvPr>
          <p:cNvSpPr>
            <a:spLocks noGrp="1"/>
          </p:cNvSpPr>
          <p:nvPr/>
        </p:nvSpPr>
        <p:spPr>
          <a:xfrm>
            <a:off x="4629150" y="4143375"/>
            <a:ext cx="704850" cy="219075"/>
          </a:xfrm>
          <a:prstGeom prst="rect">
            <a:avLst/>
          </a:prstGeom>
          <a:noFill/>
          <a:ln w="0">
            <a:noFill/>
          </a:ln>
        </p:spPr>
        <p:txBody>
          <a:bodyPr wrap="none" lIns="0" tIns="0" rIns="0" bIns="0">
            <a:noAutofit/>
          </a:bodyPr>
          <a:lstStyle>
            <a:defPPr algn="l">
              <a:defRPr sz="1275" b="0">
                <a:solidFill>
                  <a:srgbClr val="202D3E"/>
                </a:solidFill>
                <a:latin typeface="Ubuntu Light"/>
                <a:ea typeface="Ubuntu Light"/>
                <a:cs typeface="Ubuntu Light"/>
              </a:defRPr>
            </a:defPPr>
            <a:lvl1pPr algn="l">
              <a:defRPr sz="1275" b="0">
                <a:solidFill>
                  <a:srgbClr val="202D3E"/>
                </a:solidFill>
                <a:latin typeface="Ubuntu Light"/>
                <a:ea typeface="Ubuntu Light"/>
                <a:cs typeface="Ubuntu Light"/>
              </a:defRPr>
            </a:lvl1pPr>
            <a:lvl2pPr algn="l">
              <a:defRPr sz="1275" b="0">
                <a:solidFill>
                  <a:srgbClr val="202D3E"/>
                </a:solidFill>
                <a:latin typeface="Ubuntu Light"/>
                <a:ea typeface="Ubuntu Light"/>
                <a:cs typeface="Ubuntu Light"/>
              </a:defRPr>
            </a:lvl2pPr>
            <a:lvl3pPr algn="l">
              <a:defRPr sz="1275" b="0">
                <a:solidFill>
                  <a:srgbClr val="202D3E"/>
                </a:solidFill>
                <a:latin typeface="Ubuntu Light"/>
                <a:ea typeface="Ubuntu Light"/>
                <a:cs typeface="Ubuntu Light"/>
              </a:defRPr>
            </a:lvl3pPr>
            <a:lvl4pPr algn="l">
              <a:defRPr sz="1275" b="0">
                <a:solidFill>
                  <a:srgbClr val="202D3E"/>
                </a:solidFill>
                <a:latin typeface="Ubuntu Light"/>
                <a:ea typeface="Ubuntu Light"/>
                <a:cs typeface="Ubuntu Light"/>
              </a:defRPr>
            </a:lvl4pPr>
            <a:lvl5pPr algn="l">
              <a:defRPr sz="1275" b="0">
                <a:solidFill>
                  <a:srgbClr val="202D3E"/>
                </a:solidFill>
                <a:latin typeface="Ubuntu Light"/>
                <a:ea typeface="Ubuntu Light"/>
                <a:cs typeface="Ubuntu Light"/>
              </a:defRPr>
            </a:lvl5pPr>
            <a:lvl6pPr algn="l">
              <a:defRPr sz="1275" b="0">
                <a:solidFill>
                  <a:srgbClr val="202D3E"/>
                </a:solidFill>
                <a:latin typeface="Ubuntu Light"/>
                <a:ea typeface="Ubuntu Light"/>
                <a:cs typeface="Ubuntu Light"/>
              </a:defRPr>
            </a:lvl6pPr>
            <a:lvl7pPr algn="l">
              <a:defRPr sz="1275" b="0">
                <a:solidFill>
                  <a:srgbClr val="202D3E"/>
                </a:solidFill>
                <a:latin typeface="Ubuntu Light"/>
                <a:ea typeface="Ubuntu Light"/>
                <a:cs typeface="Ubuntu Light"/>
              </a:defRPr>
            </a:lvl7pPr>
            <a:lvl8pPr algn="l">
              <a:defRPr sz="1275" b="0">
                <a:solidFill>
                  <a:srgbClr val="202D3E"/>
                </a:solidFill>
                <a:latin typeface="Ubuntu Light"/>
                <a:ea typeface="Ubuntu Light"/>
                <a:cs typeface="Ubuntu Light"/>
              </a:defRPr>
            </a:lvl8pPr>
            <a:lvl9pPr algn="l">
              <a:defRPr sz="1275" b="0">
                <a:solidFill>
                  <a:srgbClr val="202D3E"/>
                </a:solidFill>
                <a:latin typeface="Ubuntu Light"/>
                <a:ea typeface="Ubuntu Light"/>
                <a:cs typeface="Ubuntu Light"/>
              </a:defRPr>
            </a:lvl9pPr>
          </a:lstStyle>
          <a:p>
            <a:pPr algn="l">
              <a:defRPr sz="1275" b="0">
                <a:solidFill>
                  <a:srgbClr val="202D3E"/>
                </a:solidFill>
                <a:latin typeface="Ubuntu Light"/>
                <a:ea typeface="Ubuntu Light"/>
                <a:cs typeface="Ubuntu Light"/>
              </a:defRPr>
            </a:pPr>
            <a:r>
              <a:rPr b="0">
                <a:latin typeface="Ubuntu Light"/>
                <a:ea typeface="Ubuntu Light"/>
                <a:cs typeface="Ubuntu Light"/>
              </a:rPr>
              <a:t>Charge</a:t>
            </a:r>
          </a:p>
        </p:txBody>
      </p:sp>
      <p:cxnSp>
        <p:nvCxnSpPr>
          <p:cNvPr id="45" name="cancel-payments-0">
            <a:extLst>
              <a:ext uri="{FF2B5EF4-FFF2-40B4-BE49-F238E27FC236}">
                <a16:creationId xmlns:a16="http://schemas.microsoft.com/office/drawing/2014/main" id="{9D5690CC-5434-4A33-97D6-E09D5AAB8F97}"/>
              </a:ext>
            </a:extLst>
          </p:cNvPr>
          <p:cNvCxnSpPr/>
          <p:nvPr/>
        </p:nvCxnSpPr>
        <p:spPr>
          <a:xfrm>
            <a:off x="7029450" y="3371850"/>
            <a:ext cx="657225" cy="0"/>
          </a:xfrm>
          <a:prstGeom prst="straightConnector1">
            <a:avLst/>
          </a:prstGeom>
          <a:ln w="17145">
            <a:solidFill>
              <a:srgbClr val="202D3E"/>
            </a:solidFill>
          </a:ln>
        </p:spPr>
      </p:cxnSp>
      <p:cxnSp>
        <p:nvCxnSpPr>
          <p:cNvPr id="46" name="cancel-payments-1">
            <a:extLst>
              <a:ext uri="{FF2B5EF4-FFF2-40B4-BE49-F238E27FC236}">
                <a16:creationId xmlns:a16="http://schemas.microsoft.com/office/drawing/2014/main" id="{D4E2EC00-F656-4F57-8268-7C7818316A53}"/>
              </a:ext>
            </a:extLst>
          </p:cNvPr>
          <p:cNvCxnSpPr/>
          <p:nvPr/>
        </p:nvCxnSpPr>
        <p:spPr>
          <a:xfrm>
            <a:off x="7029450" y="3371850"/>
            <a:ext cx="0" cy="533400"/>
          </a:xfrm>
          <a:prstGeom prst="straightConnector1">
            <a:avLst/>
          </a:prstGeom>
          <a:ln w="17145">
            <a:solidFill>
              <a:srgbClr val="202D3E"/>
            </a:solidFill>
          </a:ln>
        </p:spPr>
      </p:cxnSp>
      <p:cxnSp>
        <p:nvCxnSpPr>
          <p:cNvPr id="47" name="cancel-payments-2">
            <a:extLst>
              <a:ext uri="{FF2B5EF4-FFF2-40B4-BE49-F238E27FC236}">
                <a16:creationId xmlns:a16="http://schemas.microsoft.com/office/drawing/2014/main" id="{15878411-2AA7-4118-9C65-2AE4EACA724E}"/>
              </a:ext>
            </a:extLst>
          </p:cNvPr>
          <p:cNvCxnSpPr/>
          <p:nvPr/>
        </p:nvCxnSpPr>
        <p:spPr>
          <a:xfrm>
            <a:off x="6438900" y="3905250"/>
            <a:ext cx="590550" cy="0"/>
          </a:xfrm>
          <a:prstGeom prst="straightConnector1">
            <a:avLst/>
          </a:prstGeom>
          <a:ln w="17145">
            <a:solidFill>
              <a:srgbClr val="202D3E"/>
            </a:solidFill>
            <a:headEnd type="triangle" w="sm" len="sm"/>
          </a:ln>
        </p:spPr>
      </p:cxnSp>
      <p:sp>
        <p:nvSpPr>
          <p:cNvPr id="48" name="refund-label">
            <a:extLst>
              <a:ext uri="{FF2B5EF4-FFF2-40B4-BE49-F238E27FC236}">
                <a16:creationId xmlns:a16="http://schemas.microsoft.com/office/drawing/2014/main" id="{C9E2A797-F9EA-422A-B546-A872BFAEBA5E}"/>
              </a:ext>
            </a:extLst>
          </p:cNvPr>
          <p:cNvSpPr>
            <a:spLocks noGrp="1"/>
          </p:cNvSpPr>
          <p:nvPr/>
        </p:nvSpPr>
        <p:spPr>
          <a:xfrm>
            <a:off x="7162800" y="4019550"/>
            <a:ext cx="809625" cy="219075"/>
          </a:xfrm>
          <a:prstGeom prst="rect">
            <a:avLst/>
          </a:prstGeom>
          <a:noFill/>
          <a:ln w="0">
            <a:noFill/>
          </a:ln>
        </p:spPr>
        <p:txBody>
          <a:bodyPr wrap="none" lIns="0" tIns="0" rIns="0" bIns="0">
            <a:noAutofit/>
          </a:bodyPr>
          <a:lstStyle>
            <a:defPPr algn="l">
              <a:defRPr sz="1275" b="0">
                <a:solidFill>
                  <a:srgbClr val="202D3E"/>
                </a:solidFill>
                <a:latin typeface="Ubuntu Light"/>
                <a:ea typeface="Ubuntu Light"/>
                <a:cs typeface="Ubuntu Light"/>
              </a:defRPr>
            </a:defPPr>
            <a:lvl1pPr algn="l">
              <a:defRPr sz="1275" b="0">
                <a:solidFill>
                  <a:srgbClr val="202D3E"/>
                </a:solidFill>
                <a:latin typeface="Ubuntu Light"/>
                <a:ea typeface="Ubuntu Light"/>
                <a:cs typeface="Ubuntu Light"/>
              </a:defRPr>
            </a:lvl1pPr>
            <a:lvl2pPr algn="l">
              <a:defRPr sz="1275" b="0">
                <a:solidFill>
                  <a:srgbClr val="202D3E"/>
                </a:solidFill>
                <a:latin typeface="Ubuntu Light"/>
                <a:ea typeface="Ubuntu Light"/>
                <a:cs typeface="Ubuntu Light"/>
              </a:defRPr>
            </a:lvl2pPr>
            <a:lvl3pPr algn="l">
              <a:defRPr sz="1275" b="0">
                <a:solidFill>
                  <a:srgbClr val="202D3E"/>
                </a:solidFill>
                <a:latin typeface="Ubuntu Light"/>
                <a:ea typeface="Ubuntu Light"/>
                <a:cs typeface="Ubuntu Light"/>
              </a:defRPr>
            </a:lvl3pPr>
            <a:lvl4pPr algn="l">
              <a:defRPr sz="1275" b="0">
                <a:solidFill>
                  <a:srgbClr val="202D3E"/>
                </a:solidFill>
                <a:latin typeface="Ubuntu Light"/>
                <a:ea typeface="Ubuntu Light"/>
                <a:cs typeface="Ubuntu Light"/>
              </a:defRPr>
            </a:lvl4pPr>
            <a:lvl5pPr algn="l">
              <a:defRPr sz="1275" b="0">
                <a:solidFill>
                  <a:srgbClr val="202D3E"/>
                </a:solidFill>
                <a:latin typeface="Ubuntu Light"/>
                <a:ea typeface="Ubuntu Light"/>
                <a:cs typeface="Ubuntu Light"/>
              </a:defRPr>
            </a:lvl5pPr>
            <a:lvl6pPr algn="l">
              <a:defRPr sz="1275" b="0">
                <a:solidFill>
                  <a:srgbClr val="202D3E"/>
                </a:solidFill>
                <a:latin typeface="Ubuntu Light"/>
                <a:ea typeface="Ubuntu Light"/>
                <a:cs typeface="Ubuntu Light"/>
              </a:defRPr>
            </a:lvl6pPr>
            <a:lvl7pPr algn="l">
              <a:defRPr sz="1275" b="0">
                <a:solidFill>
                  <a:srgbClr val="202D3E"/>
                </a:solidFill>
                <a:latin typeface="Ubuntu Light"/>
                <a:ea typeface="Ubuntu Light"/>
                <a:cs typeface="Ubuntu Light"/>
              </a:defRPr>
            </a:lvl7pPr>
            <a:lvl8pPr algn="l">
              <a:defRPr sz="1275" b="0">
                <a:solidFill>
                  <a:srgbClr val="202D3E"/>
                </a:solidFill>
                <a:latin typeface="Ubuntu Light"/>
                <a:ea typeface="Ubuntu Light"/>
                <a:cs typeface="Ubuntu Light"/>
              </a:defRPr>
            </a:lvl8pPr>
            <a:lvl9pPr algn="l">
              <a:defRPr sz="1275" b="0">
                <a:solidFill>
                  <a:srgbClr val="202D3E"/>
                </a:solidFill>
                <a:latin typeface="Ubuntu Light"/>
                <a:ea typeface="Ubuntu Light"/>
                <a:cs typeface="Ubuntu Light"/>
              </a:defRPr>
            </a:lvl9pPr>
          </a:lstStyle>
          <a:p>
            <a:pPr algn="l">
              <a:defRPr sz="1275" b="0">
                <a:solidFill>
                  <a:srgbClr val="202D3E"/>
                </a:solidFill>
                <a:latin typeface="Ubuntu Light"/>
                <a:ea typeface="Ubuntu Light"/>
                <a:cs typeface="Ubuntu Light"/>
              </a:defRPr>
            </a:pPr>
            <a:r>
              <a:rPr b="0">
                <a:latin typeface="Ubuntu Light"/>
                <a:ea typeface="Ubuntu Light"/>
                <a:cs typeface="Ubuntu Light"/>
              </a:rPr>
              <a:t>Refund</a:t>
            </a:r>
          </a:p>
        </p:txBody>
      </p:sp>
      <p:cxnSp>
        <p:nvCxnSpPr>
          <p:cNvPr id="49" name="orders-database-0">
            <a:extLst>
              <a:ext uri="{FF2B5EF4-FFF2-40B4-BE49-F238E27FC236}">
                <a16:creationId xmlns:a16="http://schemas.microsoft.com/office/drawing/2014/main" id="{C46A6B32-3FF4-4565-B6C8-8A476771AC3B}"/>
              </a:ext>
            </a:extLst>
          </p:cNvPr>
          <p:cNvCxnSpPr/>
          <p:nvPr/>
        </p:nvCxnSpPr>
        <p:spPr>
          <a:xfrm>
            <a:off x="6181725" y="2047875"/>
            <a:ext cx="0" cy="114300"/>
          </a:xfrm>
          <a:prstGeom prst="straightConnector1">
            <a:avLst/>
          </a:prstGeom>
          <a:ln w="17145">
            <a:solidFill>
              <a:srgbClr val="202D3E"/>
            </a:solidFill>
            <a:headEnd type="triangle" w="sm" len="sm"/>
          </a:ln>
        </p:spPr>
      </p:cxnSp>
      <p:sp>
        <p:nvSpPr>
          <p:cNvPr id="50" name="database-operation">
            <a:extLst>
              <a:ext uri="{FF2B5EF4-FFF2-40B4-BE49-F238E27FC236}">
                <a16:creationId xmlns:a16="http://schemas.microsoft.com/office/drawing/2014/main" id="{992F3E0D-9492-47A3-AD26-646FD681644B}"/>
              </a:ext>
            </a:extLst>
          </p:cNvPr>
          <p:cNvSpPr>
            <a:spLocks noGrp="1"/>
          </p:cNvSpPr>
          <p:nvPr/>
        </p:nvSpPr>
        <p:spPr>
          <a:xfrm>
            <a:off x="6438900" y="2038350"/>
            <a:ext cx="1190625" cy="219075"/>
          </a:xfrm>
          <a:prstGeom prst="rect">
            <a:avLst/>
          </a:prstGeom>
          <a:noFill/>
          <a:ln w="0">
            <a:noFill/>
          </a:ln>
        </p:spPr>
        <p:txBody>
          <a:bodyPr wrap="none" lIns="0" tIns="0" rIns="0" bIns="0">
            <a:noAutofit/>
          </a:bodyPr>
          <a:lstStyle>
            <a:defPPr algn="l">
              <a:defRPr sz="1238" b="0">
                <a:solidFill>
                  <a:srgbClr val="202D3E"/>
                </a:solidFill>
                <a:latin typeface="Ubuntu Light"/>
                <a:ea typeface="Ubuntu Light"/>
                <a:cs typeface="Ubuntu Light"/>
              </a:defRPr>
            </a:defPPr>
            <a:lvl1pPr algn="l">
              <a:defRPr sz="1238" b="0">
                <a:solidFill>
                  <a:srgbClr val="202D3E"/>
                </a:solidFill>
                <a:latin typeface="Ubuntu Light"/>
                <a:ea typeface="Ubuntu Light"/>
                <a:cs typeface="Ubuntu Light"/>
              </a:defRPr>
            </a:lvl1pPr>
            <a:lvl2pPr algn="l">
              <a:defRPr sz="1238" b="0">
                <a:solidFill>
                  <a:srgbClr val="202D3E"/>
                </a:solidFill>
                <a:latin typeface="Ubuntu Light"/>
                <a:ea typeface="Ubuntu Light"/>
                <a:cs typeface="Ubuntu Light"/>
              </a:defRPr>
            </a:lvl2pPr>
            <a:lvl3pPr algn="l">
              <a:defRPr sz="1238" b="0">
                <a:solidFill>
                  <a:srgbClr val="202D3E"/>
                </a:solidFill>
                <a:latin typeface="Ubuntu Light"/>
                <a:ea typeface="Ubuntu Light"/>
                <a:cs typeface="Ubuntu Light"/>
              </a:defRPr>
            </a:lvl3pPr>
            <a:lvl4pPr algn="l">
              <a:defRPr sz="1238" b="0">
                <a:solidFill>
                  <a:srgbClr val="202D3E"/>
                </a:solidFill>
                <a:latin typeface="Ubuntu Light"/>
                <a:ea typeface="Ubuntu Light"/>
                <a:cs typeface="Ubuntu Light"/>
              </a:defRPr>
            </a:lvl4pPr>
            <a:lvl5pPr algn="l">
              <a:defRPr sz="1238" b="0">
                <a:solidFill>
                  <a:srgbClr val="202D3E"/>
                </a:solidFill>
                <a:latin typeface="Ubuntu Light"/>
                <a:ea typeface="Ubuntu Light"/>
                <a:cs typeface="Ubuntu Light"/>
              </a:defRPr>
            </a:lvl5pPr>
            <a:lvl6pPr algn="l">
              <a:defRPr sz="1238" b="0">
                <a:solidFill>
                  <a:srgbClr val="202D3E"/>
                </a:solidFill>
                <a:latin typeface="Ubuntu Light"/>
                <a:ea typeface="Ubuntu Light"/>
                <a:cs typeface="Ubuntu Light"/>
              </a:defRPr>
            </a:lvl6pPr>
            <a:lvl7pPr algn="l">
              <a:defRPr sz="1238" b="0">
                <a:solidFill>
                  <a:srgbClr val="202D3E"/>
                </a:solidFill>
                <a:latin typeface="Ubuntu Light"/>
                <a:ea typeface="Ubuntu Light"/>
                <a:cs typeface="Ubuntu Light"/>
              </a:defRPr>
            </a:lvl7pPr>
            <a:lvl8pPr algn="l">
              <a:defRPr sz="1238" b="0">
                <a:solidFill>
                  <a:srgbClr val="202D3E"/>
                </a:solidFill>
                <a:latin typeface="Ubuntu Light"/>
                <a:ea typeface="Ubuntu Light"/>
                <a:cs typeface="Ubuntu Light"/>
              </a:defRPr>
            </a:lvl8pPr>
            <a:lvl9pPr algn="l">
              <a:defRPr sz="1238" b="0">
                <a:solidFill>
                  <a:srgbClr val="202D3E"/>
                </a:solidFill>
                <a:latin typeface="Ubuntu Light"/>
                <a:ea typeface="Ubuntu Light"/>
                <a:cs typeface="Ubuntu Light"/>
              </a:defRPr>
            </a:lvl9pPr>
          </a:lstStyle>
          <a:p>
            <a:pPr algn="l">
              <a:defRPr sz="1238" b="0">
                <a:solidFill>
                  <a:srgbClr val="202D3E"/>
                </a:solidFill>
                <a:latin typeface="Ubuntu Light"/>
                <a:ea typeface="Ubuntu Light"/>
                <a:cs typeface="Ubuntu Light"/>
              </a:defRPr>
            </a:pPr>
            <a:r>
              <a:rPr b="0">
                <a:latin typeface="Ubuntu Light"/>
                <a:ea typeface="Ubuntu Light"/>
                <a:cs typeface="Ubuntu Light"/>
              </a:rPr>
              <a:t>Read / write</a:t>
            </a:r>
          </a:p>
        </p:txBody>
      </p:sp>
      <p:cxnSp>
        <p:nvCxnSpPr>
          <p:cNvPr id="51" name="payments-stripe-0">
            <a:extLst>
              <a:ext uri="{FF2B5EF4-FFF2-40B4-BE49-F238E27FC236}">
                <a16:creationId xmlns:a16="http://schemas.microsoft.com/office/drawing/2014/main" id="{398CAA66-10E9-47FC-8F4F-857FDBD9A536}"/>
              </a:ext>
            </a:extLst>
          </p:cNvPr>
          <p:cNvCxnSpPr/>
          <p:nvPr/>
        </p:nvCxnSpPr>
        <p:spPr>
          <a:xfrm>
            <a:off x="6181725" y="4162425"/>
            <a:ext cx="0" cy="361950"/>
          </a:xfrm>
          <a:prstGeom prst="straightConnector1">
            <a:avLst/>
          </a:prstGeom>
          <a:ln w="17145">
            <a:solidFill>
              <a:srgbClr val="202D3E"/>
            </a:solidFill>
            <a:tailEnd type="triangle" w="sm" len="sm"/>
          </a:ln>
        </p:spPr>
      </p:cxnSp>
      <p:sp>
        <p:nvSpPr>
          <p:cNvPr id="52" name="payment-operation">
            <a:extLst>
              <a:ext uri="{FF2B5EF4-FFF2-40B4-BE49-F238E27FC236}">
                <a16:creationId xmlns:a16="http://schemas.microsoft.com/office/drawing/2014/main" id="{611489E8-12CA-4ACA-9FDE-F92F7037B7EC}"/>
              </a:ext>
            </a:extLst>
          </p:cNvPr>
          <p:cNvSpPr>
            <a:spLocks noGrp="1"/>
          </p:cNvSpPr>
          <p:nvPr/>
        </p:nvSpPr>
        <p:spPr>
          <a:xfrm>
            <a:off x="4810125" y="4572000"/>
            <a:ext cx="1047750" cy="209550"/>
          </a:xfrm>
          <a:prstGeom prst="rect">
            <a:avLst/>
          </a:prstGeom>
          <a:noFill/>
          <a:ln w="0">
            <a:noFill/>
          </a:ln>
        </p:spPr>
        <p:txBody>
          <a:bodyPr wrap="none" lIns="0" tIns="0" rIns="0" bIns="0">
            <a:noAutofit/>
          </a:bodyPr>
          <a:lstStyle>
            <a:defPPr algn="l">
              <a:defRPr sz="1200" b="0">
                <a:solidFill>
                  <a:srgbClr val="202D3E"/>
                </a:solidFill>
                <a:latin typeface="Ubuntu Light"/>
                <a:ea typeface="Ubuntu Light"/>
                <a:cs typeface="Ubuntu Light"/>
              </a:defRPr>
            </a:defPPr>
            <a:lvl1pPr algn="l">
              <a:defRPr sz="1200" b="0">
                <a:solidFill>
                  <a:srgbClr val="202D3E"/>
                </a:solidFill>
                <a:latin typeface="Ubuntu Light"/>
                <a:ea typeface="Ubuntu Light"/>
                <a:cs typeface="Ubuntu Light"/>
              </a:defRPr>
            </a:lvl1pPr>
            <a:lvl2pPr algn="l">
              <a:defRPr sz="1200" b="0">
                <a:solidFill>
                  <a:srgbClr val="202D3E"/>
                </a:solidFill>
                <a:latin typeface="Ubuntu Light"/>
                <a:ea typeface="Ubuntu Light"/>
                <a:cs typeface="Ubuntu Light"/>
              </a:defRPr>
            </a:lvl2pPr>
            <a:lvl3pPr algn="l">
              <a:defRPr sz="1200" b="0">
                <a:solidFill>
                  <a:srgbClr val="202D3E"/>
                </a:solidFill>
                <a:latin typeface="Ubuntu Light"/>
                <a:ea typeface="Ubuntu Light"/>
                <a:cs typeface="Ubuntu Light"/>
              </a:defRPr>
            </a:lvl3pPr>
            <a:lvl4pPr algn="l">
              <a:defRPr sz="1200" b="0">
                <a:solidFill>
                  <a:srgbClr val="202D3E"/>
                </a:solidFill>
                <a:latin typeface="Ubuntu Light"/>
                <a:ea typeface="Ubuntu Light"/>
                <a:cs typeface="Ubuntu Light"/>
              </a:defRPr>
            </a:lvl4pPr>
            <a:lvl5pPr algn="l">
              <a:defRPr sz="1200" b="0">
                <a:solidFill>
                  <a:srgbClr val="202D3E"/>
                </a:solidFill>
                <a:latin typeface="Ubuntu Light"/>
                <a:ea typeface="Ubuntu Light"/>
                <a:cs typeface="Ubuntu Light"/>
              </a:defRPr>
            </a:lvl5pPr>
            <a:lvl6pPr algn="l">
              <a:defRPr sz="1200" b="0">
                <a:solidFill>
                  <a:srgbClr val="202D3E"/>
                </a:solidFill>
                <a:latin typeface="Ubuntu Light"/>
                <a:ea typeface="Ubuntu Light"/>
                <a:cs typeface="Ubuntu Light"/>
              </a:defRPr>
            </a:lvl6pPr>
            <a:lvl7pPr algn="l">
              <a:defRPr sz="1200" b="0">
                <a:solidFill>
                  <a:srgbClr val="202D3E"/>
                </a:solidFill>
                <a:latin typeface="Ubuntu Light"/>
                <a:ea typeface="Ubuntu Light"/>
                <a:cs typeface="Ubuntu Light"/>
              </a:defRPr>
            </a:lvl7pPr>
            <a:lvl8pPr algn="l">
              <a:defRPr sz="1200" b="0">
                <a:solidFill>
                  <a:srgbClr val="202D3E"/>
                </a:solidFill>
                <a:latin typeface="Ubuntu Light"/>
                <a:ea typeface="Ubuntu Light"/>
                <a:cs typeface="Ubuntu Light"/>
              </a:defRPr>
            </a:lvl8pPr>
            <a:lvl9pPr algn="l">
              <a:defRPr sz="1200" b="0">
                <a:solidFill>
                  <a:srgbClr val="202D3E"/>
                </a:solidFill>
                <a:latin typeface="Ubuntu Light"/>
                <a:ea typeface="Ubuntu Light"/>
                <a:cs typeface="Ubuntu Light"/>
              </a:defRPr>
            </a:lvl9pPr>
          </a:lstStyle>
          <a:p>
            <a:pPr algn="l">
              <a:defRPr sz="1200" b="0">
                <a:solidFill>
                  <a:srgbClr val="202D3E"/>
                </a:solidFill>
                <a:latin typeface="Ubuntu Light"/>
                <a:ea typeface="Ubuntu Light"/>
                <a:cs typeface="Ubuntu Light"/>
              </a:defRPr>
            </a:pPr>
            <a:r>
              <a:rPr b="0">
                <a:latin typeface="Ubuntu Light"/>
                <a:ea typeface="Ubuntu Light"/>
                <a:cs typeface="Ubuntu Light"/>
              </a:rPr>
              <a:t>HTTP requests</a:t>
            </a:r>
          </a:p>
        </p:txBody>
      </p:sp>
    </p:spTree>
    <p:extLst>
      <p:ext uri="{BB962C8B-B14F-4D97-AF65-F5344CB8AC3E}">
        <p14:creationId xmlns:p14="http://schemas.microsoft.com/office/powerpoint/2010/main" val="12706008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ction-number">
            <a:extLst>
              <a:ext uri="{FF2B5EF4-FFF2-40B4-BE49-F238E27FC236}">
                <a16:creationId xmlns:a16="http://schemas.microsoft.com/office/drawing/2014/main" id="{7D5AFAB0-DE9C-4A8B-8302-A040B97EA552}"/>
              </a:ext>
            </a:extLst>
          </p:cNvPr>
          <p:cNvSpPr>
            <a:spLocks noGrp="1"/>
          </p:cNvSpPr>
          <p:nvPr/>
        </p:nvSpPr>
        <p:spPr>
          <a:xfrm>
            <a:off x="619125" y="1190625"/>
            <a:ext cx="7905750" cy="266700"/>
          </a:xfrm>
          <a:prstGeom prst="rect">
            <a:avLst/>
          </a:prstGeom>
          <a:noFill/>
          <a:ln w="0">
            <a:noFill/>
          </a:ln>
        </p:spPr>
        <p:txBody>
          <a:bodyPr wrap="none" lIns="0" tIns="0" rIns="0" bIns="0" anchor="t">
            <a:noAutofit/>
          </a:bodyPr>
          <a:lstStyle>
            <a:defPPr algn="l">
              <a:defRPr sz="1350" b="0">
                <a:solidFill>
                  <a:srgbClr val="B91561"/>
                </a:solidFill>
                <a:latin typeface="Ubuntu Light"/>
                <a:ea typeface="Ubuntu Light"/>
                <a:cs typeface="Ubuntu Light"/>
              </a:defRPr>
            </a:defPPr>
            <a:lvl1pPr algn="l">
              <a:defRPr sz="1350" b="0">
                <a:solidFill>
                  <a:srgbClr val="B91561"/>
                </a:solidFill>
                <a:latin typeface="Ubuntu Light"/>
                <a:ea typeface="Ubuntu Light"/>
                <a:cs typeface="Ubuntu Light"/>
              </a:defRPr>
            </a:lvl1pPr>
            <a:lvl2pPr algn="l">
              <a:defRPr sz="1350" b="0">
                <a:solidFill>
                  <a:srgbClr val="B91561"/>
                </a:solidFill>
                <a:latin typeface="Ubuntu Light"/>
                <a:ea typeface="Ubuntu Light"/>
                <a:cs typeface="Ubuntu Light"/>
              </a:defRPr>
            </a:lvl2pPr>
            <a:lvl3pPr algn="l">
              <a:defRPr sz="1350" b="0">
                <a:solidFill>
                  <a:srgbClr val="B91561"/>
                </a:solidFill>
                <a:latin typeface="Ubuntu Light"/>
                <a:ea typeface="Ubuntu Light"/>
                <a:cs typeface="Ubuntu Light"/>
              </a:defRPr>
            </a:lvl3pPr>
            <a:lvl4pPr algn="l">
              <a:defRPr sz="1350" b="0">
                <a:solidFill>
                  <a:srgbClr val="B91561"/>
                </a:solidFill>
                <a:latin typeface="Ubuntu Light"/>
                <a:ea typeface="Ubuntu Light"/>
                <a:cs typeface="Ubuntu Light"/>
              </a:defRPr>
            </a:lvl4pPr>
            <a:lvl5pPr algn="l">
              <a:defRPr sz="1350" b="0">
                <a:solidFill>
                  <a:srgbClr val="B91561"/>
                </a:solidFill>
                <a:latin typeface="Ubuntu Light"/>
                <a:ea typeface="Ubuntu Light"/>
                <a:cs typeface="Ubuntu Light"/>
              </a:defRPr>
            </a:lvl5pPr>
            <a:lvl6pPr algn="l">
              <a:defRPr sz="1350" b="0">
                <a:solidFill>
                  <a:srgbClr val="B91561"/>
                </a:solidFill>
                <a:latin typeface="Ubuntu Light"/>
                <a:ea typeface="Ubuntu Light"/>
                <a:cs typeface="Ubuntu Light"/>
              </a:defRPr>
            </a:lvl6pPr>
            <a:lvl7pPr algn="l">
              <a:defRPr sz="1350" b="0">
                <a:solidFill>
                  <a:srgbClr val="B91561"/>
                </a:solidFill>
                <a:latin typeface="Ubuntu Light"/>
                <a:ea typeface="Ubuntu Light"/>
                <a:cs typeface="Ubuntu Light"/>
              </a:defRPr>
            </a:lvl7pPr>
            <a:lvl8pPr algn="l">
              <a:defRPr sz="1350" b="0">
                <a:solidFill>
                  <a:srgbClr val="B91561"/>
                </a:solidFill>
                <a:latin typeface="Ubuntu Light"/>
                <a:ea typeface="Ubuntu Light"/>
                <a:cs typeface="Ubuntu Light"/>
              </a:defRPr>
            </a:lvl8pPr>
            <a:lvl9pPr algn="l">
              <a:defRPr sz="1350" b="0">
                <a:solidFill>
                  <a:srgbClr val="B91561"/>
                </a:solidFill>
                <a:latin typeface="Ubuntu Light"/>
                <a:ea typeface="Ubuntu Light"/>
                <a:cs typeface="Ubuntu Light"/>
              </a:defRPr>
            </a:lvl9pPr>
          </a:lstStyle>
          <a:p>
            <a:pPr algn="l">
              <a:defRPr sz="1350" b="0">
                <a:solidFill>
                  <a:srgbClr val="B91561"/>
                </a:solidFill>
                <a:latin typeface="Ubuntu Light"/>
                <a:ea typeface="Ubuntu Light"/>
                <a:cs typeface="Ubuntu Light"/>
              </a:defRPr>
            </a:pPr>
            <a:r>
              <a:rPr sz="1600" b="1" dirty="0">
                <a:latin typeface="Ubuntu Light"/>
                <a:ea typeface="Ubuntu Light"/>
                <a:cs typeface="Ubuntu Light"/>
              </a:rPr>
              <a:t>SECTION 03</a:t>
            </a:r>
          </a:p>
        </p:txBody>
      </p:sp>
      <p:sp>
        <p:nvSpPr>
          <p:cNvPr id="2" name="section-question">
            <a:extLst>
              <a:ext uri="{FF2B5EF4-FFF2-40B4-BE49-F238E27FC236}">
                <a16:creationId xmlns:a16="http://schemas.microsoft.com/office/drawing/2014/main" id="{31A21C93-E89D-4C4B-98BE-A3705A5487A5}"/>
              </a:ext>
            </a:extLst>
          </p:cNvPr>
          <p:cNvSpPr>
            <a:spLocks noGrp="1"/>
          </p:cNvSpPr>
          <p:nvPr/>
        </p:nvSpPr>
        <p:spPr>
          <a:xfrm>
            <a:off x="619125" y="1857375"/>
            <a:ext cx="7905750" cy="1905000"/>
          </a:xfrm>
          <a:prstGeom prst="rect">
            <a:avLst/>
          </a:prstGeom>
          <a:noFill/>
          <a:ln w="0">
            <a:noFill/>
          </a:ln>
        </p:spPr>
        <p:txBody>
          <a:bodyPr wrap="none" lIns="0" tIns="0" rIns="0" bIns="0" anchor="t">
            <a:noAutofit/>
          </a:bodyPr>
          <a:lstStyle>
            <a:defPPr algn="l">
              <a:defRPr sz="3300" b="0">
                <a:solidFill>
                  <a:srgbClr val="202D3E"/>
                </a:solidFill>
                <a:latin typeface="Ubuntu Light"/>
                <a:ea typeface="Ubuntu Light"/>
                <a:cs typeface="Ubuntu Light"/>
              </a:defRPr>
            </a:defPPr>
            <a:lvl1pPr algn="l">
              <a:defRPr sz="3300" b="0">
                <a:solidFill>
                  <a:srgbClr val="202D3E"/>
                </a:solidFill>
                <a:latin typeface="Ubuntu Light"/>
                <a:ea typeface="Ubuntu Light"/>
                <a:cs typeface="Ubuntu Light"/>
              </a:defRPr>
            </a:lvl1pPr>
            <a:lvl2pPr algn="l">
              <a:defRPr sz="3300" b="0">
                <a:solidFill>
                  <a:srgbClr val="202D3E"/>
                </a:solidFill>
                <a:latin typeface="Ubuntu Light"/>
                <a:ea typeface="Ubuntu Light"/>
                <a:cs typeface="Ubuntu Light"/>
              </a:defRPr>
            </a:lvl2pPr>
            <a:lvl3pPr algn="l">
              <a:defRPr sz="3300" b="0">
                <a:solidFill>
                  <a:srgbClr val="202D3E"/>
                </a:solidFill>
                <a:latin typeface="Ubuntu Light"/>
                <a:ea typeface="Ubuntu Light"/>
                <a:cs typeface="Ubuntu Light"/>
              </a:defRPr>
            </a:lvl3pPr>
            <a:lvl4pPr algn="l">
              <a:defRPr sz="3300" b="0">
                <a:solidFill>
                  <a:srgbClr val="202D3E"/>
                </a:solidFill>
                <a:latin typeface="Ubuntu Light"/>
                <a:ea typeface="Ubuntu Light"/>
                <a:cs typeface="Ubuntu Light"/>
              </a:defRPr>
            </a:lvl4pPr>
            <a:lvl5pPr algn="l">
              <a:defRPr sz="3300" b="0">
                <a:solidFill>
                  <a:srgbClr val="202D3E"/>
                </a:solidFill>
                <a:latin typeface="Ubuntu Light"/>
                <a:ea typeface="Ubuntu Light"/>
                <a:cs typeface="Ubuntu Light"/>
              </a:defRPr>
            </a:lvl5pPr>
            <a:lvl6pPr algn="l">
              <a:defRPr sz="3300" b="0">
                <a:solidFill>
                  <a:srgbClr val="202D3E"/>
                </a:solidFill>
                <a:latin typeface="Ubuntu Light"/>
                <a:ea typeface="Ubuntu Light"/>
                <a:cs typeface="Ubuntu Light"/>
              </a:defRPr>
            </a:lvl6pPr>
            <a:lvl7pPr algn="l">
              <a:defRPr sz="3300" b="0">
                <a:solidFill>
                  <a:srgbClr val="202D3E"/>
                </a:solidFill>
                <a:latin typeface="Ubuntu Light"/>
                <a:ea typeface="Ubuntu Light"/>
                <a:cs typeface="Ubuntu Light"/>
              </a:defRPr>
            </a:lvl7pPr>
            <a:lvl8pPr algn="l">
              <a:defRPr sz="3300" b="0">
                <a:solidFill>
                  <a:srgbClr val="202D3E"/>
                </a:solidFill>
                <a:latin typeface="Ubuntu Light"/>
                <a:ea typeface="Ubuntu Light"/>
                <a:cs typeface="Ubuntu Light"/>
              </a:defRPr>
            </a:lvl8pPr>
            <a:lvl9pPr algn="l">
              <a:defRPr sz="3300" b="0">
                <a:solidFill>
                  <a:srgbClr val="202D3E"/>
                </a:solidFill>
                <a:latin typeface="Ubuntu Light"/>
                <a:ea typeface="Ubuntu Light"/>
                <a:cs typeface="Ubuntu Light"/>
              </a:defRPr>
            </a:lvl9pPr>
          </a:lstStyle>
          <a:p>
            <a:pPr algn="l">
              <a:defRPr sz="3300" b="0">
                <a:solidFill>
                  <a:srgbClr val="202D3E"/>
                </a:solidFill>
                <a:latin typeface="Ubuntu Light"/>
                <a:ea typeface="Ubuntu Light"/>
                <a:cs typeface="Ubuntu Light"/>
              </a:defRPr>
            </a:pPr>
            <a:r>
              <a:rPr b="0" dirty="0">
                <a:latin typeface="Ubuntu Light"/>
                <a:ea typeface="Ubuntu Light"/>
                <a:cs typeface="Ubuntu Light"/>
              </a:rPr>
              <a:t>How can we </a:t>
            </a:r>
            <a:r>
              <a:rPr lang="en-US" b="0" dirty="0">
                <a:latin typeface="Ubuntu Light"/>
                <a:ea typeface="Ubuntu Light"/>
                <a:cs typeface="Ubuntu Light"/>
              </a:rPr>
              <a:t>properly </a:t>
            </a:r>
            <a:r>
              <a:rPr b="0" dirty="0">
                <a:latin typeface="Ubuntu Light"/>
                <a:ea typeface="Ubuntu Light"/>
                <a:cs typeface="Ubuntu Light"/>
              </a:rPr>
              <a:t>test </a:t>
            </a:r>
            <a:endParaRPr lang="en-US" b="0" dirty="0">
              <a:latin typeface="Ubuntu Light"/>
              <a:ea typeface="Ubuntu Light"/>
              <a:cs typeface="Ubuntu Light"/>
            </a:endParaRPr>
          </a:p>
          <a:p>
            <a:pPr algn="l">
              <a:defRPr sz="3300" b="0">
                <a:solidFill>
                  <a:srgbClr val="202D3E"/>
                </a:solidFill>
                <a:latin typeface="Ubuntu Light"/>
                <a:ea typeface="Ubuntu Light"/>
                <a:cs typeface="Ubuntu Light"/>
              </a:defRPr>
            </a:pPr>
            <a:r>
              <a:rPr lang="en-US" dirty="0"/>
              <a:t>these AWS resources locally</a:t>
            </a:r>
            <a:r>
              <a:rPr lang="en-US" b="0" dirty="0">
                <a:latin typeface="Ubuntu Light"/>
                <a:ea typeface="Ubuntu Light"/>
                <a:cs typeface="Ubuntu Light"/>
              </a:rPr>
              <a:t>?</a:t>
            </a:r>
            <a:endParaRPr b="0" dirty="0">
              <a:latin typeface="Ubuntu Light"/>
              <a:ea typeface="Ubuntu Light"/>
              <a:cs typeface="Ubuntu Light"/>
            </a:endParaRPr>
          </a:p>
        </p:txBody>
      </p:sp>
    </p:spTree>
    <p:extLst>
      <p:ext uri="{BB962C8B-B14F-4D97-AF65-F5344CB8AC3E}">
        <p14:creationId xmlns:p14="http://schemas.microsoft.com/office/powerpoint/2010/main" val="8134678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1FE645-E982-E8BA-5881-D59972F4720F}"/>
            </a:ext>
          </a:extLst>
        </p:cNvPr>
        <p:cNvGrpSpPr/>
        <p:nvPr/>
      </p:nvGrpSpPr>
      <p:grpSpPr>
        <a:xfrm>
          <a:off x="0" y="0"/>
          <a:ext cx="0" cy="0"/>
          <a:chOff x="0" y="0"/>
          <a:chExt cx="0" cy="0"/>
        </a:xfrm>
      </p:grpSpPr>
      <p:sp>
        <p:nvSpPr>
          <p:cNvPr id="34" name="slide-title">
            <a:extLst>
              <a:ext uri="{FF2B5EF4-FFF2-40B4-BE49-F238E27FC236}">
                <a16:creationId xmlns:a16="http://schemas.microsoft.com/office/drawing/2014/main" id="{0C5B52EC-C3DD-8D5B-DC97-7E8620537268}"/>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b="0" dirty="0">
                <a:latin typeface="Ubuntu Light"/>
                <a:ea typeface="Ubuntu Light"/>
                <a:cs typeface="Ubuntu Light"/>
              </a:rPr>
              <a:t>Floci provides local AWS APIs</a:t>
            </a:r>
          </a:p>
        </p:txBody>
      </p:sp>
      <p:sp>
        <p:nvSpPr>
          <p:cNvPr id="2" name="floci-emulated-services">
            <a:extLst>
              <a:ext uri="{FF2B5EF4-FFF2-40B4-BE49-F238E27FC236}">
                <a16:creationId xmlns:a16="http://schemas.microsoft.com/office/drawing/2014/main" id="{4590ABCD-A1D1-14E5-8A96-494FBC84EDB5}"/>
              </a:ext>
            </a:extLst>
          </p:cNvPr>
          <p:cNvSpPr>
            <a:spLocks noGrp="1"/>
          </p:cNvSpPr>
          <p:nvPr/>
        </p:nvSpPr>
        <p:spPr>
          <a:xfrm>
            <a:off x="2714625" y="1438275"/>
            <a:ext cx="3905250" cy="3048000"/>
          </a:xfrm>
          <a:prstGeom prst="roundRect">
            <a:avLst>
              <a:gd name="adj" fmla="val 2500"/>
            </a:avLst>
          </a:prstGeom>
          <a:solidFill>
            <a:srgbClr val="F1F6FA"/>
          </a:solidFill>
          <a:ln w="14288">
            <a:solidFill>
              <a:srgbClr val="8299B0"/>
            </a:solidFill>
          </a:ln>
        </p:spPr>
        <p:txBody>
          <a:bodyPr/>
          <a:lstStyle/>
          <a:p>
            <a:endParaRPr lang="en-US"/>
          </a:p>
        </p:txBody>
      </p:sp>
      <p:pic>
        <p:nvPicPr>
          <p:cNvPr id="3" name="Picture 2">
            <a:extLst>
              <a:ext uri="{FF2B5EF4-FFF2-40B4-BE49-F238E27FC236}">
                <a16:creationId xmlns:a16="http://schemas.microsoft.com/office/drawing/2014/main" id="{48461783-5742-B0F3-DB82-DB9DCFF927D5}"/>
              </a:ext>
            </a:extLst>
          </p:cNvPr>
          <p:cNvPicPr>
            <a:picLocks noChangeAspect="1"/>
          </p:cNvPicPr>
          <p:nvPr/>
        </p:nvPicPr>
        <p:blipFill>
          <a:blip r:embed="rId3"/>
          <a:stretch/>
        </p:blipFill>
        <p:spPr>
          <a:xfrm>
            <a:off x="3381375" y="1591721"/>
            <a:ext cx="2571750" cy="759909"/>
          </a:xfrm>
          <a:prstGeom prst="rect">
            <a:avLst/>
          </a:prstGeom>
        </p:spPr>
      </p:pic>
      <p:pic>
        <p:nvPicPr>
          <p:cNvPr id="4" name="Picture 3">
            <a:extLst>
              <a:ext uri="{FF2B5EF4-FFF2-40B4-BE49-F238E27FC236}">
                <a16:creationId xmlns:a16="http://schemas.microsoft.com/office/drawing/2014/main" id="{5C737E62-E652-8D37-6CFD-51E310FE3BD3}"/>
              </a:ext>
            </a:extLst>
          </p:cNvPr>
          <p:cNvPicPr>
            <a:picLocks noChangeAspect="1"/>
          </p:cNvPicPr>
          <p:nvPr/>
        </p:nvPicPr>
        <p:blipFill>
          <a:blip r:embed="rId4"/>
          <a:stretch/>
        </p:blipFill>
        <p:spPr>
          <a:xfrm>
            <a:off x="3333750" y="2581275"/>
            <a:ext cx="552450" cy="552450"/>
          </a:xfrm>
          <a:prstGeom prst="rect">
            <a:avLst/>
          </a:prstGeom>
        </p:spPr>
      </p:pic>
      <p:sp>
        <p:nvSpPr>
          <p:cNvPr id="5" name="floci-service-StepFunctions">
            <a:extLst>
              <a:ext uri="{FF2B5EF4-FFF2-40B4-BE49-F238E27FC236}">
                <a16:creationId xmlns:a16="http://schemas.microsoft.com/office/drawing/2014/main" id="{5F560D0D-D1A3-3525-9175-AA0035ADF201}"/>
              </a:ext>
            </a:extLst>
          </p:cNvPr>
          <p:cNvSpPr>
            <a:spLocks noGrp="1"/>
          </p:cNvSpPr>
          <p:nvPr/>
        </p:nvSpPr>
        <p:spPr>
          <a:xfrm>
            <a:off x="2800350" y="3219450"/>
            <a:ext cx="1619250" cy="257175"/>
          </a:xfrm>
          <a:prstGeom prst="rect">
            <a:avLst/>
          </a:prstGeom>
          <a:noFill/>
          <a:ln w="0">
            <a:noFill/>
          </a:ln>
        </p:spPr>
        <p:txBody>
          <a:bodyPr wrap="none" lIns="0" tIns="0" rIns="0" bIns="0" anchor="t">
            <a:noAutofit/>
          </a:bodyPr>
          <a:lstStyle>
            <a:defPPr algn="ctr">
              <a:defRPr sz="1425" b="0">
                <a:solidFill>
                  <a:srgbClr val="202D3E"/>
                </a:solidFill>
                <a:latin typeface="Ubuntu Light"/>
                <a:ea typeface="Ubuntu Light"/>
                <a:cs typeface="Ubuntu Light"/>
              </a:defRPr>
            </a:defPPr>
            <a:lvl1pPr algn="ctr">
              <a:defRPr sz="1425" b="0">
                <a:solidFill>
                  <a:srgbClr val="202D3E"/>
                </a:solidFill>
                <a:latin typeface="Ubuntu Light"/>
                <a:ea typeface="Ubuntu Light"/>
                <a:cs typeface="Ubuntu Light"/>
              </a:defRPr>
            </a:lvl1pPr>
            <a:lvl2pPr algn="ctr">
              <a:defRPr sz="1425" b="0">
                <a:solidFill>
                  <a:srgbClr val="202D3E"/>
                </a:solidFill>
                <a:latin typeface="Ubuntu Light"/>
                <a:ea typeface="Ubuntu Light"/>
                <a:cs typeface="Ubuntu Light"/>
              </a:defRPr>
            </a:lvl2pPr>
            <a:lvl3pPr algn="ctr">
              <a:defRPr sz="1425" b="0">
                <a:solidFill>
                  <a:srgbClr val="202D3E"/>
                </a:solidFill>
                <a:latin typeface="Ubuntu Light"/>
                <a:ea typeface="Ubuntu Light"/>
                <a:cs typeface="Ubuntu Light"/>
              </a:defRPr>
            </a:lvl3pPr>
            <a:lvl4pPr algn="ctr">
              <a:defRPr sz="1425" b="0">
                <a:solidFill>
                  <a:srgbClr val="202D3E"/>
                </a:solidFill>
                <a:latin typeface="Ubuntu Light"/>
                <a:ea typeface="Ubuntu Light"/>
                <a:cs typeface="Ubuntu Light"/>
              </a:defRPr>
            </a:lvl4pPr>
            <a:lvl5pPr algn="ctr">
              <a:defRPr sz="1425" b="0">
                <a:solidFill>
                  <a:srgbClr val="202D3E"/>
                </a:solidFill>
                <a:latin typeface="Ubuntu Light"/>
                <a:ea typeface="Ubuntu Light"/>
                <a:cs typeface="Ubuntu Light"/>
              </a:defRPr>
            </a:lvl5pPr>
            <a:lvl6pPr algn="ctr">
              <a:defRPr sz="1425" b="0">
                <a:solidFill>
                  <a:srgbClr val="202D3E"/>
                </a:solidFill>
                <a:latin typeface="Ubuntu Light"/>
                <a:ea typeface="Ubuntu Light"/>
                <a:cs typeface="Ubuntu Light"/>
              </a:defRPr>
            </a:lvl6pPr>
            <a:lvl7pPr algn="ctr">
              <a:defRPr sz="1425" b="0">
                <a:solidFill>
                  <a:srgbClr val="202D3E"/>
                </a:solidFill>
                <a:latin typeface="Ubuntu Light"/>
                <a:ea typeface="Ubuntu Light"/>
                <a:cs typeface="Ubuntu Light"/>
              </a:defRPr>
            </a:lvl7pPr>
            <a:lvl8pPr algn="ctr">
              <a:defRPr sz="1425" b="0">
                <a:solidFill>
                  <a:srgbClr val="202D3E"/>
                </a:solidFill>
                <a:latin typeface="Ubuntu Light"/>
                <a:ea typeface="Ubuntu Light"/>
                <a:cs typeface="Ubuntu Light"/>
              </a:defRPr>
            </a:lvl8pPr>
            <a:lvl9pPr algn="ctr">
              <a:defRPr sz="1425" b="0">
                <a:solidFill>
                  <a:srgbClr val="202D3E"/>
                </a:solidFill>
                <a:latin typeface="Ubuntu Light"/>
                <a:ea typeface="Ubuntu Light"/>
                <a:cs typeface="Ubuntu Light"/>
              </a:defRPr>
            </a:lvl9pPr>
          </a:lstStyle>
          <a:p>
            <a:pPr algn="ctr">
              <a:defRPr sz="1425" b="0">
                <a:solidFill>
                  <a:srgbClr val="202D3E"/>
                </a:solidFill>
                <a:latin typeface="Ubuntu Light"/>
                <a:ea typeface="Ubuntu Light"/>
                <a:cs typeface="Ubuntu Light"/>
              </a:defRPr>
            </a:pPr>
            <a:r>
              <a:rPr b="0" dirty="0">
                <a:latin typeface="Ubuntu Light"/>
                <a:ea typeface="Ubuntu Light"/>
                <a:cs typeface="Ubuntu Light"/>
              </a:rPr>
              <a:t>Step Functions</a:t>
            </a:r>
          </a:p>
        </p:txBody>
      </p:sp>
      <p:pic>
        <p:nvPicPr>
          <p:cNvPr id="6" name="Picture 5">
            <a:extLst>
              <a:ext uri="{FF2B5EF4-FFF2-40B4-BE49-F238E27FC236}">
                <a16:creationId xmlns:a16="http://schemas.microsoft.com/office/drawing/2014/main" id="{1518554D-9B53-6B13-5390-19F1E3BB6A61}"/>
              </a:ext>
            </a:extLst>
          </p:cNvPr>
          <p:cNvPicPr>
            <a:picLocks noChangeAspect="1"/>
          </p:cNvPicPr>
          <p:nvPr/>
        </p:nvPicPr>
        <p:blipFill>
          <a:blip r:embed="rId5"/>
          <a:stretch/>
        </p:blipFill>
        <p:spPr>
          <a:xfrm>
            <a:off x="5143500" y="2581275"/>
            <a:ext cx="552450" cy="552450"/>
          </a:xfrm>
          <a:prstGeom prst="rect">
            <a:avLst/>
          </a:prstGeom>
        </p:spPr>
      </p:pic>
      <p:sp>
        <p:nvSpPr>
          <p:cNvPr id="7" name="floci-service-SimpleQueueServiceSqs">
            <a:extLst>
              <a:ext uri="{FF2B5EF4-FFF2-40B4-BE49-F238E27FC236}">
                <a16:creationId xmlns:a16="http://schemas.microsoft.com/office/drawing/2014/main" id="{569792D5-088E-F228-064A-7B981CB68999}"/>
              </a:ext>
            </a:extLst>
          </p:cNvPr>
          <p:cNvSpPr>
            <a:spLocks noGrp="1"/>
          </p:cNvSpPr>
          <p:nvPr/>
        </p:nvSpPr>
        <p:spPr>
          <a:xfrm>
            <a:off x="4752975" y="3219450"/>
            <a:ext cx="1333500" cy="257175"/>
          </a:xfrm>
          <a:prstGeom prst="rect">
            <a:avLst/>
          </a:prstGeom>
          <a:noFill/>
          <a:ln w="0">
            <a:noFill/>
          </a:ln>
        </p:spPr>
        <p:txBody>
          <a:bodyPr wrap="none" lIns="0" tIns="0" rIns="0" bIns="0" anchor="t">
            <a:noAutofit/>
          </a:bodyPr>
          <a:lstStyle>
            <a:defPPr algn="ctr">
              <a:defRPr sz="1425" b="0">
                <a:solidFill>
                  <a:srgbClr val="202D3E"/>
                </a:solidFill>
                <a:latin typeface="Ubuntu Light"/>
                <a:ea typeface="Ubuntu Light"/>
                <a:cs typeface="Ubuntu Light"/>
              </a:defRPr>
            </a:defPPr>
            <a:lvl1pPr algn="ctr">
              <a:defRPr sz="1425" b="0">
                <a:solidFill>
                  <a:srgbClr val="202D3E"/>
                </a:solidFill>
                <a:latin typeface="Ubuntu Light"/>
                <a:ea typeface="Ubuntu Light"/>
                <a:cs typeface="Ubuntu Light"/>
              </a:defRPr>
            </a:lvl1pPr>
            <a:lvl2pPr algn="ctr">
              <a:defRPr sz="1425" b="0">
                <a:solidFill>
                  <a:srgbClr val="202D3E"/>
                </a:solidFill>
                <a:latin typeface="Ubuntu Light"/>
                <a:ea typeface="Ubuntu Light"/>
                <a:cs typeface="Ubuntu Light"/>
              </a:defRPr>
            </a:lvl2pPr>
            <a:lvl3pPr algn="ctr">
              <a:defRPr sz="1425" b="0">
                <a:solidFill>
                  <a:srgbClr val="202D3E"/>
                </a:solidFill>
                <a:latin typeface="Ubuntu Light"/>
                <a:ea typeface="Ubuntu Light"/>
                <a:cs typeface="Ubuntu Light"/>
              </a:defRPr>
            </a:lvl3pPr>
            <a:lvl4pPr algn="ctr">
              <a:defRPr sz="1425" b="0">
                <a:solidFill>
                  <a:srgbClr val="202D3E"/>
                </a:solidFill>
                <a:latin typeface="Ubuntu Light"/>
                <a:ea typeface="Ubuntu Light"/>
                <a:cs typeface="Ubuntu Light"/>
              </a:defRPr>
            </a:lvl4pPr>
            <a:lvl5pPr algn="ctr">
              <a:defRPr sz="1425" b="0">
                <a:solidFill>
                  <a:srgbClr val="202D3E"/>
                </a:solidFill>
                <a:latin typeface="Ubuntu Light"/>
                <a:ea typeface="Ubuntu Light"/>
                <a:cs typeface="Ubuntu Light"/>
              </a:defRPr>
            </a:lvl5pPr>
            <a:lvl6pPr algn="ctr">
              <a:defRPr sz="1425" b="0">
                <a:solidFill>
                  <a:srgbClr val="202D3E"/>
                </a:solidFill>
                <a:latin typeface="Ubuntu Light"/>
                <a:ea typeface="Ubuntu Light"/>
                <a:cs typeface="Ubuntu Light"/>
              </a:defRPr>
            </a:lvl6pPr>
            <a:lvl7pPr algn="ctr">
              <a:defRPr sz="1425" b="0">
                <a:solidFill>
                  <a:srgbClr val="202D3E"/>
                </a:solidFill>
                <a:latin typeface="Ubuntu Light"/>
                <a:ea typeface="Ubuntu Light"/>
                <a:cs typeface="Ubuntu Light"/>
              </a:defRPr>
            </a:lvl7pPr>
            <a:lvl8pPr algn="ctr">
              <a:defRPr sz="1425" b="0">
                <a:solidFill>
                  <a:srgbClr val="202D3E"/>
                </a:solidFill>
                <a:latin typeface="Ubuntu Light"/>
                <a:ea typeface="Ubuntu Light"/>
                <a:cs typeface="Ubuntu Light"/>
              </a:defRPr>
            </a:lvl8pPr>
            <a:lvl9pPr algn="ctr">
              <a:defRPr sz="1425" b="0">
                <a:solidFill>
                  <a:srgbClr val="202D3E"/>
                </a:solidFill>
                <a:latin typeface="Ubuntu Light"/>
                <a:ea typeface="Ubuntu Light"/>
                <a:cs typeface="Ubuntu Light"/>
              </a:defRPr>
            </a:lvl9pPr>
          </a:lstStyle>
          <a:p>
            <a:pPr algn="ctr">
              <a:defRPr sz="1425" b="0">
                <a:solidFill>
                  <a:srgbClr val="202D3E"/>
                </a:solidFill>
                <a:latin typeface="Ubuntu Light"/>
                <a:ea typeface="Ubuntu Light"/>
                <a:cs typeface="Ubuntu Light"/>
              </a:defRPr>
            </a:pPr>
            <a:r>
              <a:rPr b="0" dirty="0">
                <a:latin typeface="Ubuntu Light"/>
                <a:ea typeface="Ubuntu Light"/>
                <a:cs typeface="Ubuntu Light"/>
              </a:rPr>
              <a:t>SQS</a:t>
            </a:r>
          </a:p>
        </p:txBody>
      </p:sp>
      <p:pic>
        <p:nvPicPr>
          <p:cNvPr id="8" name="Picture 7">
            <a:extLst>
              <a:ext uri="{FF2B5EF4-FFF2-40B4-BE49-F238E27FC236}">
                <a16:creationId xmlns:a16="http://schemas.microsoft.com/office/drawing/2014/main" id="{AB55EBCE-BF37-5056-F3CF-FB76B28F58B1}"/>
              </a:ext>
            </a:extLst>
          </p:cNvPr>
          <p:cNvPicPr>
            <a:picLocks noChangeAspect="1"/>
          </p:cNvPicPr>
          <p:nvPr/>
        </p:nvPicPr>
        <p:blipFill>
          <a:blip r:embed="rId6"/>
          <a:stretch/>
        </p:blipFill>
        <p:spPr>
          <a:xfrm>
            <a:off x="3333750" y="3533775"/>
            <a:ext cx="552450" cy="552450"/>
          </a:xfrm>
          <a:prstGeom prst="rect">
            <a:avLst/>
          </a:prstGeom>
        </p:spPr>
      </p:pic>
      <p:sp>
        <p:nvSpPr>
          <p:cNvPr id="9" name="floci-service-Dynamodb">
            <a:extLst>
              <a:ext uri="{FF2B5EF4-FFF2-40B4-BE49-F238E27FC236}">
                <a16:creationId xmlns:a16="http://schemas.microsoft.com/office/drawing/2014/main" id="{802DF11F-9112-4680-C7A4-3E5A0E33BB13}"/>
              </a:ext>
            </a:extLst>
          </p:cNvPr>
          <p:cNvSpPr>
            <a:spLocks noGrp="1"/>
          </p:cNvSpPr>
          <p:nvPr/>
        </p:nvSpPr>
        <p:spPr>
          <a:xfrm>
            <a:off x="2800350" y="4171950"/>
            <a:ext cx="1619250" cy="257175"/>
          </a:xfrm>
          <a:prstGeom prst="rect">
            <a:avLst/>
          </a:prstGeom>
          <a:noFill/>
          <a:ln w="0">
            <a:noFill/>
          </a:ln>
        </p:spPr>
        <p:txBody>
          <a:bodyPr wrap="none" lIns="0" tIns="0" rIns="0" bIns="0" anchor="t">
            <a:noAutofit/>
          </a:bodyPr>
          <a:lstStyle>
            <a:defPPr algn="ctr">
              <a:defRPr sz="1425" b="0">
                <a:solidFill>
                  <a:srgbClr val="202D3E"/>
                </a:solidFill>
                <a:latin typeface="Ubuntu Light"/>
                <a:ea typeface="Ubuntu Light"/>
                <a:cs typeface="Ubuntu Light"/>
              </a:defRPr>
            </a:defPPr>
            <a:lvl1pPr algn="ctr">
              <a:defRPr sz="1425" b="0">
                <a:solidFill>
                  <a:srgbClr val="202D3E"/>
                </a:solidFill>
                <a:latin typeface="Ubuntu Light"/>
                <a:ea typeface="Ubuntu Light"/>
                <a:cs typeface="Ubuntu Light"/>
              </a:defRPr>
            </a:lvl1pPr>
            <a:lvl2pPr algn="ctr">
              <a:defRPr sz="1425" b="0">
                <a:solidFill>
                  <a:srgbClr val="202D3E"/>
                </a:solidFill>
                <a:latin typeface="Ubuntu Light"/>
                <a:ea typeface="Ubuntu Light"/>
                <a:cs typeface="Ubuntu Light"/>
              </a:defRPr>
            </a:lvl2pPr>
            <a:lvl3pPr algn="ctr">
              <a:defRPr sz="1425" b="0">
                <a:solidFill>
                  <a:srgbClr val="202D3E"/>
                </a:solidFill>
                <a:latin typeface="Ubuntu Light"/>
                <a:ea typeface="Ubuntu Light"/>
                <a:cs typeface="Ubuntu Light"/>
              </a:defRPr>
            </a:lvl3pPr>
            <a:lvl4pPr algn="ctr">
              <a:defRPr sz="1425" b="0">
                <a:solidFill>
                  <a:srgbClr val="202D3E"/>
                </a:solidFill>
                <a:latin typeface="Ubuntu Light"/>
                <a:ea typeface="Ubuntu Light"/>
                <a:cs typeface="Ubuntu Light"/>
              </a:defRPr>
            </a:lvl4pPr>
            <a:lvl5pPr algn="ctr">
              <a:defRPr sz="1425" b="0">
                <a:solidFill>
                  <a:srgbClr val="202D3E"/>
                </a:solidFill>
                <a:latin typeface="Ubuntu Light"/>
                <a:ea typeface="Ubuntu Light"/>
                <a:cs typeface="Ubuntu Light"/>
              </a:defRPr>
            </a:lvl5pPr>
            <a:lvl6pPr algn="ctr">
              <a:defRPr sz="1425" b="0">
                <a:solidFill>
                  <a:srgbClr val="202D3E"/>
                </a:solidFill>
                <a:latin typeface="Ubuntu Light"/>
                <a:ea typeface="Ubuntu Light"/>
                <a:cs typeface="Ubuntu Light"/>
              </a:defRPr>
            </a:lvl6pPr>
            <a:lvl7pPr algn="ctr">
              <a:defRPr sz="1425" b="0">
                <a:solidFill>
                  <a:srgbClr val="202D3E"/>
                </a:solidFill>
                <a:latin typeface="Ubuntu Light"/>
                <a:ea typeface="Ubuntu Light"/>
                <a:cs typeface="Ubuntu Light"/>
              </a:defRPr>
            </a:lvl7pPr>
            <a:lvl8pPr algn="ctr">
              <a:defRPr sz="1425" b="0">
                <a:solidFill>
                  <a:srgbClr val="202D3E"/>
                </a:solidFill>
                <a:latin typeface="Ubuntu Light"/>
                <a:ea typeface="Ubuntu Light"/>
                <a:cs typeface="Ubuntu Light"/>
              </a:defRPr>
            </a:lvl8pPr>
            <a:lvl9pPr algn="ctr">
              <a:defRPr sz="1425" b="0">
                <a:solidFill>
                  <a:srgbClr val="202D3E"/>
                </a:solidFill>
                <a:latin typeface="Ubuntu Light"/>
                <a:ea typeface="Ubuntu Light"/>
                <a:cs typeface="Ubuntu Light"/>
              </a:defRPr>
            </a:lvl9pPr>
          </a:lstStyle>
          <a:p>
            <a:pPr algn="ctr">
              <a:defRPr sz="1425" b="0">
                <a:solidFill>
                  <a:srgbClr val="202D3E"/>
                </a:solidFill>
                <a:latin typeface="Ubuntu Light"/>
                <a:ea typeface="Ubuntu Light"/>
                <a:cs typeface="Ubuntu Light"/>
              </a:defRPr>
            </a:pPr>
            <a:r>
              <a:rPr b="0" dirty="0">
                <a:latin typeface="Ubuntu Light"/>
                <a:ea typeface="Ubuntu Light"/>
                <a:cs typeface="Ubuntu Light"/>
              </a:rPr>
              <a:t>DynamoDB</a:t>
            </a:r>
          </a:p>
        </p:txBody>
      </p:sp>
      <p:pic>
        <p:nvPicPr>
          <p:cNvPr id="10" name="Picture 9">
            <a:extLst>
              <a:ext uri="{FF2B5EF4-FFF2-40B4-BE49-F238E27FC236}">
                <a16:creationId xmlns:a16="http://schemas.microsoft.com/office/drawing/2014/main" id="{CCD0B296-961B-92A8-E456-64BA8D588663}"/>
              </a:ext>
            </a:extLst>
          </p:cNvPr>
          <p:cNvPicPr>
            <a:picLocks noChangeAspect="1"/>
          </p:cNvPicPr>
          <p:nvPr/>
        </p:nvPicPr>
        <p:blipFill>
          <a:blip r:embed="rId7"/>
          <a:stretch/>
        </p:blipFill>
        <p:spPr>
          <a:xfrm>
            <a:off x="5143500" y="3533775"/>
            <a:ext cx="552450" cy="552450"/>
          </a:xfrm>
          <a:prstGeom prst="rect">
            <a:avLst/>
          </a:prstGeom>
        </p:spPr>
      </p:pic>
      <p:sp>
        <p:nvSpPr>
          <p:cNvPr id="11" name="floci-service-Lambda">
            <a:extLst>
              <a:ext uri="{FF2B5EF4-FFF2-40B4-BE49-F238E27FC236}">
                <a16:creationId xmlns:a16="http://schemas.microsoft.com/office/drawing/2014/main" id="{5CEBB61C-A0EA-C2D6-2CB9-15AF1F473198}"/>
              </a:ext>
            </a:extLst>
          </p:cNvPr>
          <p:cNvSpPr>
            <a:spLocks noGrp="1"/>
          </p:cNvSpPr>
          <p:nvPr/>
        </p:nvSpPr>
        <p:spPr>
          <a:xfrm>
            <a:off x="4752975" y="4171950"/>
            <a:ext cx="1333500" cy="257175"/>
          </a:xfrm>
          <a:prstGeom prst="rect">
            <a:avLst/>
          </a:prstGeom>
          <a:noFill/>
          <a:ln w="0">
            <a:noFill/>
          </a:ln>
        </p:spPr>
        <p:txBody>
          <a:bodyPr wrap="none" lIns="0" tIns="0" rIns="0" bIns="0" anchor="t">
            <a:noAutofit/>
          </a:bodyPr>
          <a:lstStyle>
            <a:defPPr algn="ctr">
              <a:defRPr sz="1425" b="0">
                <a:solidFill>
                  <a:srgbClr val="202D3E"/>
                </a:solidFill>
                <a:latin typeface="Ubuntu Light"/>
                <a:ea typeface="Ubuntu Light"/>
                <a:cs typeface="Ubuntu Light"/>
              </a:defRPr>
            </a:defPPr>
            <a:lvl1pPr algn="ctr">
              <a:defRPr sz="1425" b="0">
                <a:solidFill>
                  <a:srgbClr val="202D3E"/>
                </a:solidFill>
                <a:latin typeface="Ubuntu Light"/>
                <a:ea typeface="Ubuntu Light"/>
                <a:cs typeface="Ubuntu Light"/>
              </a:defRPr>
            </a:lvl1pPr>
            <a:lvl2pPr algn="ctr">
              <a:defRPr sz="1425" b="0">
                <a:solidFill>
                  <a:srgbClr val="202D3E"/>
                </a:solidFill>
                <a:latin typeface="Ubuntu Light"/>
                <a:ea typeface="Ubuntu Light"/>
                <a:cs typeface="Ubuntu Light"/>
              </a:defRPr>
            </a:lvl2pPr>
            <a:lvl3pPr algn="ctr">
              <a:defRPr sz="1425" b="0">
                <a:solidFill>
                  <a:srgbClr val="202D3E"/>
                </a:solidFill>
                <a:latin typeface="Ubuntu Light"/>
                <a:ea typeface="Ubuntu Light"/>
                <a:cs typeface="Ubuntu Light"/>
              </a:defRPr>
            </a:lvl3pPr>
            <a:lvl4pPr algn="ctr">
              <a:defRPr sz="1425" b="0">
                <a:solidFill>
                  <a:srgbClr val="202D3E"/>
                </a:solidFill>
                <a:latin typeface="Ubuntu Light"/>
                <a:ea typeface="Ubuntu Light"/>
                <a:cs typeface="Ubuntu Light"/>
              </a:defRPr>
            </a:lvl4pPr>
            <a:lvl5pPr algn="ctr">
              <a:defRPr sz="1425" b="0">
                <a:solidFill>
                  <a:srgbClr val="202D3E"/>
                </a:solidFill>
                <a:latin typeface="Ubuntu Light"/>
                <a:ea typeface="Ubuntu Light"/>
                <a:cs typeface="Ubuntu Light"/>
              </a:defRPr>
            </a:lvl5pPr>
            <a:lvl6pPr algn="ctr">
              <a:defRPr sz="1425" b="0">
                <a:solidFill>
                  <a:srgbClr val="202D3E"/>
                </a:solidFill>
                <a:latin typeface="Ubuntu Light"/>
                <a:ea typeface="Ubuntu Light"/>
                <a:cs typeface="Ubuntu Light"/>
              </a:defRPr>
            </a:lvl6pPr>
            <a:lvl7pPr algn="ctr">
              <a:defRPr sz="1425" b="0">
                <a:solidFill>
                  <a:srgbClr val="202D3E"/>
                </a:solidFill>
                <a:latin typeface="Ubuntu Light"/>
                <a:ea typeface="Ubuntu Light"/>
                <a:cs typeface="Ubuntu Light"/>
              </a:defRPr>
            </a:lvl7pPr>
            <a:lvl8pPr algn="ctr">
              <a:defRPr sz="1425" b="0">
                <a:solidFill>
                  <a:srgbClr val="202D3E"/>
                </a:solidFill>
                <a:latin typeface="Ubuntu Light"/>
                <a:ea typeface="Ubuntu Light"/>
                <a:cs typeface="Ubuntu Light"/>
              </a:defRPr>
            </a:lvl8pPr>
            <a:lvl9pPr algn="ctr">
              <a:defRPr sz="1425" b="0">
                <a:solidFill>
                  <a:srgbClr val="202D3E"/>
                </a:solidFill>
                <a:latin typeface="Ubuntu Light"/>
                <a:ea typeface="Ubuntu Light"/>
                <a:cs typeface="Ubuntu Light"/>
              </a:defRPr>
            </a:lvl9pPr>
          </a:lstStyle>
          <a:p>
            <a:pPr algn="ctr">
              <a:defRPr sz="1425" b="0">
                <a:solidFill>
                  <a:srgbClr val="202D3E"/>
                </a:solidFill>
                <a:latin typeface="Ubuntu Light"/>
                <a:ea typeface="Ubuntu Light"/>
                <a:cs typeface="Ubuntu Light"/>
              </a:defRPr>
            </a:pPr>
            <a:r>
              <a:rPr b="0" dirty="0">
                <a:latin typeface="Ubuntu Light"/>
                <a:ea typeface="Ubuntu Light"/>
                <a:cs typeface="Ubuntu Light"/>
              </a:rPr>
              <a:t>Lambda API</a:t>
            </a:r>
          </a:p>
        </p:txBody>
      </p:sp>
      <p:sp>
        <p:nvSpPr>
          <p:cNvPr id="12" name="floci-port">
            <a:extLst>
              <a:ext uri="{FF2B5EF4-FFF2-40B4-BE49-F238E27FC236}">
                <a16:creationId xmlns:a16="http://schemas.microsoft.com/office/drawing/2014/main" id="{D9AFEC7F-8F80-2D88-C834-1513B5DB1508}"/>
              </a:ext>
            </a:extLst>
          </p:cNvPr>
          <p:cNvSpPr>
            <a:spLocks noGrp="1"/>
          </p:cNvSpPr>
          <p:nvPr/>
        </p:nvSpPr>
        <p:spPr>
          <a:xfrm>
            <a:off x="3714750" y="4572000"/>
            <a:ext cx="1905000" cy="238125"/>
          </a:xfrm>
          <a:prstGeom prst="rect">
            <a:avLst/>
          </a:prstGeom>
          <a:noFill/>
          <a:ln w="0">
            <a:noFill/>
          </a:ln>
        </p:spPr>
        <p:txBody>
          <a:bodyPr wrap="none" lIns="0" tIns="0" rIns="0" bIns="0" anchor="t">
            <a:noAutofit/>
          </a:bodyPr>
          <a:lstStyle>
            <a:defPPr algn="ctr">
              <a:defRPr sz="1275" b="0">
                <a:solidFill>
                  <a:srgbClr val="475569"/>
                </a:solidFill>
                <a:latin typeface="Ubuntu Light"/>
                <a:ea typeface="Ubuntu Light"/>
                <a:cs typeface="Ubuntu Light"/>
              </a:defRPr>
            </a:defPPr>
            <a:lvl1pPr algn="ctr">
              <a:defRPr sz="1275" b="0">
                <a:solidFill>
                  <a:srgbClr val="475569"/>
                </a:solidFill>
                <a:latin typeface="Ubuntu Light"/>
                <a:ea typeface="Ubuntu Light"/>
                <a:cs typeface="Ubuntu Light"/>
              </a:defRPr>
            </a:lvl1pPr>
            <a:lvl2pPr algn="ctr">
              <a:defRPr sz="1275" b="0">
                <a:solidFill>
                  <a:srgbClr val="475569"/>
                </a:solidFill>
                <a:latin typeface="Ubuntu Light"/>
                <a:ea typeface="Ubuntu Light"/>
                <a:cs typeface="Ubuntu Light"/>
              </a:defRPr>
            </a:lvl2pPr>
            <a:lvl3pPr algn="ctr">
              <a:defRPr sz="1275" b="0">
                <a:solidFill>
                  <a:srgbClr val="475569"/>
                </a:solidFill>
                <a:latin typeface="Ubuntu Light"/>
                <a:ea typeface="Ubuntu Light"/>
                <a:cs typeface="Ubuntu Light"/>
              </a:defRPr>
            </a:lvl3pPr>
            <a:lvl4pPr algn="ctr">
              <a:defRPr sz="1275" b="0">
                <a:solidFill>
                  <a:srgbClr val="475569"/>
                </a:solidFill>
                <a:latin typeface="Ubuntu Light"/>
                <a:ea typeface="Ubuntu Light"/>
                <a:cs typeface="Ubuntu Light"/>
              </a:defRPr>
            </a:lvl4pPr>
            <a:lvl5pPr algn="ctr">
              <a:defRPr sz="1275" b="0">
                <a:solidFill>
                  <a:srgbClr val="475569"/>
                </a:solidFill>
                <a:latin typeface="Ubuntu Light"/>
                <a:ea typeface="Ubuntu Light"/>
                <a:cs typeface="Ubuntu Light"/>
              </a:defRPr>
            </a:lvl5pPr>
            <a:lvl6pPr algn="ctr">
              <a:defRPr sz="1275" b="0">
                <a:solidFill>
                  <a:srgbClr val="475569"/>
                </a:solidFill>
                <a:latin typeface="Ubuntu Light"/>
                <a:ea typeface="Ubuntu Light"/>
                <a:cs typeface="Ubuntu Light"/>
              </a:defRPr>
            </a:lvl6pPr>
            <a:lvl7pPr algn="ctr">
              <a:defRPr sz="1275" b="0">
                <a:solidFill>
                  <a:srgbClr val="475569"/>
                </a:solidFill>
                <a:latin typeface="Ubuntu Light"/>
                <a:ea typeface="Ubuntu Light"/>
                <a:cs typeface="Ubuntu Light"/>
              </a:defRPr>
            </a:lvl7pPr>
            <a:lvl8pPr algn="ctr">
              <a:defRPr sz="1275" b="0">
                <a:solidFill>
                  <a:srgbClr val="475569"/>
                </a:solidFill>
                <a:latin typeface="Ubuntu Light"/>
                <a:ea typeface="Ubuntu Light"/>
                <a:cs typeface="Ubuntu Light"/>
              </a:defRPr>
            </a:lvl8pPr>
            <a:lvl9pPr algn="ctr">
              <a:defRPr sz="1275" b="0">
                <a:solidFill>
                  <a:srgbClr val="475569"/>
                </a:solidFill>
                <a:latin typeface="Ubuntu Light"/>
                <a:ea typeface="Ubuntu Light"/>
                <a:cs typeface="Ubuntu Light"/>
              </a:defRPr>
            </a:lvl9pPr>
          </a:lstStyle>
          <a:p>
            <a:pPr algn="ctr">
              <a:defRPr sz="1275" b="0">
                <a:solidFill>
                  <a:srgbClr val="475569"/>
                </a:solidFill>
                <a:latin typeface="Ubuntu Light"/>
                <a:ea typeface="Ubuntu Light"/>
                <a:cs typeface="Ubuntu Light"/>
              </a:defRPr>
            </a:pPr>
            <a:r>
              <a:rPr b="0">
                <a:latin typeface="Ubuntu Light"/>
                <a:ea typeface="Ubuntu Light"/>
                <a:cs typeface="Ubuntu Light"/>
              </a:rPr>
              <a:t>HTTP port </a:t>
            </a:r>
            <a:r>
              <a:rPr b="0">
                <a:latin typeface="Menlo"/>
                <a:ea typeface="Menlo"/>
                <a:cs typeface="Menlo"/>
              </a:rPr>
              <a:t>4566</a:t>
            </a:r>
          </a:p>
        </p:txBody>
      </p:sp>
      <p:sp>
        <p:nvSpPr>
          <p:cNvPr id="13" name="test-caller">
            <a:extLst>
              <a:ext uri="{FF2B5EF4-FFF2-40B4-BE49-F238E27FC236}">
                <a16:creationId xmlns:a16="http://schemas.microsoft.com/office/drawing/2014/main" id="{3B3B3132-4986-5ECA-C477-0B4BF9EB50AC}"/>
              </a:ext>
            </a:extLst>
          </p:cNvPr>
          <p:cNvSpPr>
            <a:spLocks noGrp="1"/>
          </p:cNvSpPr>
          <p:nvPr/>
        </p:nvSpPr>
        <p:spPr>
          <a:xfrm>
            <a:off x="821533" y="3306263"/>
            <a:ext cx="738187" cy="285750"/>
          </a:xfrm>
          <a:prstGeom prst="rect">
            <a:avLst/>
          </a:prstGeom>
          <a:noFill/>
          <a:ln w="0">
            <a:noFill/>
          </a:ln>
        </p:spPr>
        <p:txBody>
          <a:bodyPr wrap="none" lIns="0" tIns="0" rIns="0" bIns="0" anchor="t">
            <a:noAutofit/>
          </a:bodyPr>
          <a:lstStyle>
            <a:defPPr algn="ctr">
              <a:defRPr sz="1650" b="0">
                <a:solidFill>
                  <a:srgbClr val="202D3E"/>
                </a:solidFill>
                <a:latin typeface="Ubuntu Light"/>
                <a:ea typeface="Ubuntu Light"/>
                <a:cs typeface="Ubuntu Light"/>
              </a:defRPr>
            </a:defPPr>
            <a:lvl1pPr algn="ctr">
              <a:defRPr sz="1650" b="0">
                <a:solidFill>
                  <a:srgbClr val="202D3E"/>
                </a:solidFill>
                <a:latin typeface="Ubuntu Light"/>
                <a:ea typeface="Ubuntu Light"/>
                <a:cs typeface="Ubuntu Light"/>
              </a:defRPr>
            </a:lvl1pPr>
            <a:lvl2pPr algn="ctr">
              <a:defRPr sz="1650" b="0">
                <a:solidFill>
                  <a:srgbClr val="202D3E"/>
                </a:solidFill>
                <a:latin typeface="Ubuntu Light"/>
                <a:ea typeface="Ubuntu Light"/>
                <a:cs typeface="Ubuntu Light"/>
              </a:defRPr>
            </a:lvl2pPr>
            <a:lvl3pPr algn="ctr">
              <a:defRPr sz="1650" b="0">
                <a:solidFill>
                  <a:srgbClr val="202D3E"/>
                </a:solidFill>
                <a:latin typeface="Ubuntu Light"/>
                <a:ea typeface="Ubuntu Light"/>
                <a:cs typeface="Ubuntu Light"/>
              </a:defRPr>
            </a:lvl3pPr>
            <a:lvl4pPr algn="ctr">
              <a:defRPr sz="1650" b="0">
                <a:solidFill>
                  <a:srgbClr val="202D3E"/>
                </a:solidFill>
                <a:latin typeface="Ubuntu Light"/>
                <a:ea typeface="Ubuntu Light"/>
                <a:cs typeface="Ubuntu Light"/>
              </a:defRPr>
            </a:lvl4pPr>
            <a:lvl5pPr algn="ctr">
              <a:defRPr sz="1650" b="0">
                <a:solidFill>
                  <a:srgbClr val="202D3E"/>
                </a:solidFill>
                <a:latin typeface="Ubuntu Light"/>
                <a:ea typeface="Ubuntu Light"/>
                <a:cs typeface="Ubuntu Light"/>
              </a:defRPr>
            </a:lvl5pPr>
            <a:lvl6pPr algn="ctr">
              <a:defRPr sz="1650" b="0">
                <a:solidFill>
                  <a:srgbClr val="202D3E"/>
                </a:solidFill>
                <a:latin typeface="Ubuntu Light"/>
                <a:ea typeface="Ubuntu Light"/>
                <a:cs typeface="Ubuntu Light"/>
              </a:defRPr>
            </a:lvl6pPr>
            <a:lvl7pPr algn="ctr">
              <a:defRPr sz="1650" b="0">
                <a:solidFill>
                  <a:srgbClr val="202D3E"/>
                </a:solidFill>
                <a:latin typeface="Ubuntu Light"/>
                <a:ea typeface="Ubuntu Light"/>
                <a:cs typeface="Ubuntu Light"/>
              </a:defRPr>
            </a:lvl7pPr>
            <a:lvl8pPr algn="ctr">
              <a:defRPr sz="1650" b="0">
                <a:solidFill>
                  <a:srgbClr val="202D3E"/>
                </a:solidFill>
                <a:latin typeface="Ubuntu Light"/>
                <a:ea typeface="Ubuntu Light"/>
                <a:cs typeface="Ubuntu Light"/>
              </a:defRPr>
            </a:lvl8pPr>
            <a:lvl9pPr algn="ctr">
              <a:defRPr sz="1650" b="0">
                <a:solidFill>
                  <a:srgbClr val="202D3E"/>
                </a:solidFill>
                <a:latin typeface="Ubuntu Light"/>
                <a:ea typeface="Ubuntu Light"/>
                <a:cs typeface="Ubuntu Light"/>
              </a:defRPr>
            </a:lvl9pPr>
          </a:lstStyle>
          <a:p>
            <a:pPr algn="ctr">
              <a:defRPr sz="1650" b="0">
                <a:solidFill>
                  <a:srgbClr val="202D3E"/>
                </a:solidFill>
                <a:latin typeface="Ubuntu Light"/>
                <a:ea typeface="Ubuntu Light"/>
                <a:cs typeface="Ubuntu Light"/>
              </a:defRPr>
            </a:pPr>
            <a:r>
              <a:rPr b="0" dirty="0" err="1">
                <a:latin typeface="Ubuntu Light"/>
                <a:ea typeface="Ubuntu Light"/>
                <a:cs typeface="Ubuntu Light"/>
              </a:rPr>
              <a:t>pytest</a:t>
            </a:r>
            <a:endParaRPr b="0" dirty="0">
              <a:latin typeface="Ubuntu Light"/>
              <a:ea typeface="Ubuntu Light"/>
              <a:cs typeface="Ubuntu Light"/>
            </a:endParaRPr>
          </a:p>
        </p:txBody>
      </p:sp>
      <p:pic>
        <p:nvPicPr>
          <p:cNvPr id="14" name="Picture 13">
            <a:extLst>
              <a:ext uri="{FF2B5EF4-FFF2-40B4-BE49-F238E27FC236}">
                <a16:creationId xmlns:a16="http://schemas.microsoft.com/office/drawing/2014/main" id="{652DAD41-B518-2E38-405E-C88BA8B25EB4}"/>
              </a:ext>
            </a:extLst>
          </p:cNvPr>
          <p:cNvPicPr>
            <a:picLocks noChangeAspect="1"/>
          </p:cNvPicPr>
          <p:nvPr/>
        </p:nvPicPr>
        <p:blipFill>
          <a:blip r:embed="rId8"/>
          <a:stretch/>
        </p:blipFill>
        <p:spPr>
          <a:xfrm>
            <a:off x="895350" y="2657475"/>
            <a:ext cx="581025" cy="581025"/>
          </a:xfrm>
          <a:prstGeom prst="rect">
            <a:avLst/>
          </a:prstGeom>
        </p:spPr>
      </p:pic>
      <p:cxnSp>
        <p:nvCxnSpPr>
          <p:cNvPr id="15" name="start-order-0">
            <a:extLst>
              <a:ext uri="{FF2B5EF4-FFF2-40B4-BE49-F238E27FC236}">
                <a16:creationId xmlns:a16="http://schemas.microsoft.com/office/drawing/2014/main" id="{96A47285-83AA-2A42-9B86-489CE4B4EACE}"/>
              </a:ext>
            </a:extLst>
          </p:cNvPr>
          <p:cNvCxnSpPr/>
          <p:nvPr/>
        </p:nvCxnSpPr>
        <p:spPr>
          <a:xfrm>
            <a:off x="1552575" y="2886075"/>
            <a:ext cx="1133475" cy="0"/>
          </a:xfrm>
          <a:prstGeom prst="straightConnector1">
            <a:avLst/>
          </a:prstGeom>
          <a:ln w="19050">
            <a:solidFill>
              <a:srgbClr val="202D3E"/>
            </a:solidFill>
            <a:tailEnd type="triangle" w="sm" len="sm"/>
          </a:ln>
        </p:spPr>
      </p:cxnSp>
      <p:sp>
        <p:nvSpPr>
          <p:cNvPr id="16" name="aws-client">
            <a:extLst>
              <a:ext uri="{FF2B5EF4-FFF2-40B4-BE49-F238E27FC236}">
                <a16:creationId xmlns:a16="http://schemas.microsoft.com/office/drawing/2014/main" id="{0C3119F0-1817-3CE6-B3B2-18350879839F}"/>
              </a:ext>
            </a:extLst>
          </p:cNvPr>
          <p:cNvSpPr>
            <a:spLocks noGrp="1"/>
          </p:cNvSpPr>
          <p:nvPr/>
        </p:nvSpPr>
        <p:spPr>
          <a:xfrm>
            <a:off x="1638300" y="2600325"/>
            <a:ext cx="952500" cy="247650"/>
          </a:xfrm>
          <a:prstGeom prst="rect">
            <a:avLst/>
          </a:prstGeom>
          <a:noFill/>
          <a:ln w="0">
            <a:noFill/>
          </a:ln>
        </p:spPr>
        <p:txBody>
          <a:bodyPr wrap="none" lIns="0" tIns="0" rIns="0" bIns="0" anchor="t">
            <a:noAutofit/>
          </a:bodyPr>
          <a:lstStyle>
            <a:defPPr algn="ctr">
              <a:defRPr sz="1350" b="0">
                <a:solidFill>
                  <a:srgbClr val="202D3E"/>
                </a:solidFill>
                <a:latin typeface="Menlo"/>
                <a:ea typeface="Menlo"/>
                <a:cs typeface="Menlo"/>
              </a:defRPr>
            </a:defPPr>
            <a:lvl1pPr algn="ctr">
              <a:defRPr sz="1350" b="0">
                <a:solidFill>
                  <a:srgbClr val="202D3E"/>
                </a:solidFill>
                <a:latin typeface="Menlo"/>
                <a:ea typeface="Menlo"/>
                <a:cs typeface="Menlo"/>
              </a:defRPr>
            </a:lvl1pPr>
            <a:lvl2pPr algn="ctr">
              <a:defRPr sz="1350" b="0">
                <a:solidFill>
                  <a:srgbClr val="202D3E"/>
                </a:solidFill>
                <a:latin typeface="Menlo"/>
                <a:ea typeface="Menlo"/>
                <a:cs typeface="Menlo"/>
              </a:defRPr>
            </a:lvl2pPr>
            <a:lvl3pPr algn="ctr">
              <a:defRPr sz="1350" b="0">
                <a:solidFill>
                  <a:srgbClr val="202D3E"/>
                </a:solidFill>
                <a:latin typeface="Menlo"/>
                <a:ea typeface="Menlo"/>
                <a:cs typeface="Menlo"/>
              </a:defRPr>
            </a:lvl3pPr>
            <a:lvl4pPr algn="ctr">
              <a:defRPr sz="1350" b="0">
                <a:solidFill>
                  <a:srgbClr val="202D3E"/>
                </a:solidFill>
                <a:latin typeface="Menlo"/>
                <a:ea typeface="Menlo"/>
                <a:cs typeface="Menlo"/>
              </a:defRPr>
            </a:lvl4pPr>
            <a:lvl5pPr algn="ctr">
              <a:defRPr sz="1350" b="0">
                <a:solidFill>
                  <a:srgbClr val="202D3E"/>
                </a:solidFill>
                <a:latin typeface="Menlo"/>
                <a:ea typeface="Menlo"/>
                <a:cs typeface="Menlo"/>
              </a:defRPr>
            </a:lvl5pPr>
            <a:lvl6pPr algn="ctr">
              <a:defRPr sz="1350" b="0">
                <a:solidFill>
                  <a:srgbClr val="202D3E"/>
                </a:solidFill>
                <a:latin typeface="Menlo"/>
                <a:ea typeface="Menlo"/>
                <a:cs typeface="Menlo"/>
              </a:defRPr>
            </a:lvl6pPr>
            <a:lvl7pPr algn="ctr">
              <a:defRPr sz="1350" b="0">
                <a:solidFill>
                  <a:srgbClr val="202D3E"/>
                </a:solidFill>
                <a:latin typeface="Menlo"/>
                <a:ea typeface="Menlo"/>
                <a:cs typeface="Menlo"/>
              </a:defRPr>
            </a:lvl7pPr>
            <a:lvl8pPr algn="ctr">
              <a:defRPr sz="1350" b="0">
                <a:solidFill>
                  <a:srgbClr val="202D3E"/>
                </a:solidFill>
                <a:latin typeface="Menlo"/>
                <a:ea typeface="Menlo"/>
                <a:cs typeface="Menlo"/>
              </a:defRPr>
            </a:lvl8pPr>
            <a:lvl9pPr algn="ctr">
              <a:defRPr sz="1350" b="0">
                <a:solidFill>
                  <a:srgbClr val="202D3E"/>
                </a:solidFill>
                <a:latin typeface="Menlo"/>
                <a:ea typeface="Menlo"/>
                <a:cs typeface="Menlo"/>
              </a:defRPr>
            </a:lvl9pPr>
          </a:lstStyle>
          <a:p>
            <a:pPr algn="ctr">
              <a:defRPr sz="1350" b="0">
                <a:solidFill>
                  <a:srgbClr val="202D3E"/>
                </a:solidFill>
                <a:latin typeface="Menlo"/>
                <a:ea typeface="Menlo"/>
                <a:cs typeface="Menlo"/>
              </a:defRPr>
            </a:pPr>
            <a:r>
              <a:rPr b="0">
                <a:latin typeface="Menlo"/>
                <a:ea typeface="Menlo"/>
                <a:cs typeface="Menlo"/>
              </a:rPr>
              <a:t>boto3</a:t>
            </a:r>
          </a:p>
        </p:txBody>
      </p:sp>
      <p:cxnSp>
        <p:nvCxnSpPr>
          <p:cNvPr id="17" name="read-order-0">
            <a:extLst>
              <a:ext uri="{FF2B5EF4-FFF2-40B4-BE49-F238E27FC236}">
                <a16:creationId xmlns:a16="http://schemas.microsoft.com/office/drawing/2014/main" id="{7F442BAB-9170-44F1-ABA0-7DFFD1C187A5}"/>
              </a:ext>
            </a:extLst>
          </p:cNvPr>
          <p:cNvCxnSpPr/>
          <p:nvPr/>
        </p:nvCxnSpPr>
        <p:spPr>
          <a:xfrm>
            <a:off x="1485900" y="3143250"/>
            <a:ext cx="428625" cy="0"/>
          </a:xfrm>
          <a:prstGeom prst="straightConnector1">
            <a:avLst/>
          </a:prstGeom>
          <a:ln w="19050">
            <a:solidFill>
              <a:srgbClr val="202D3E"/>
            </a:solidFill>
          </a:ln>
        </p:spPr>
      </p:cxnSp>
      <p:cxnSp>
        <p:nvCxnSpPr>
          <p:cNvPr id="18" name="read-order-1">
            <a:extLst>
              <a:ext uri="{FF2B5EF4-FFF2-40B4-BE49-F238E27FC236}">
                <a16:creationId xmlns:a16="http://schemas.microsoft.com/office/drawing/2014/main" id="{DFD48D41-9EC6-29CF-99EA-9A5023A23A55}"/>
              </a:ext>
            </a:extLst>
          </p:cNvPr>
          <p:cNvCxnSpPr/>
          <p:nvPr/>
        </p:nvCxnSpPr>
        <p:spPr>
          <a:xfrm>
            <a:off x="1914525" y="3143250"/>
            <a:ext cx="0" cy="609600"/>
          </a:xfrm>
          <a:prstGeom prst="straightConnector1">
            <a:avLst/>
          </a:prstGeom>
          <a:ln w="19050">
            <a:solidFill>
              <a:srgbClr val="202D3E"/>
            </a:solidFill>
          </a:ln>
        </p:spPr>
      </p:cxnSp>
      <p:cxnSp>
        <p:nvCxnSpPr>
          <p:cNvPr id="19" name="read-order-2">
            <a:extLst>
              <a:ext uri="{FF2B5EF4-FFF2-40B4-BE49-F238E27FC236}">
                <a16:creationId xmlns:a16="http://schemas.microsoft.com/office/drawing/2014/main" id="{237E3925-5DFA-9798-AE00-F7629B98D40C}"/>
              </a:ext>
            </a:extLst>
          </p:cNvPr>
          <p:cNvCxnSpPr/>
          <p:nvPr/>
        </p:nvCxnSpPr>
        <p:spPr>
          <a:xfrm>
            <a:off x="1914525" y="3752850"/>
            <a:ext cx="771525" cy="0"/>
          </a:xfrm>
          <a:prstGeom prst="straightConnector1">
            <a:avLst/>
          </a:prstGeom>
          <a:ln w="19050">
            <a:solidFill>
              <a:srgbClr val="202D3E"/>
            </a:solidFill>
            <a:tailEnd type="triangle" w="sm" len="sm"/>
          </a:ln>
        </p:spPr>
      </p:cxnSp>
      <p:sp>
        <p:nvSpPr>
          <p:cNvPr id="20" name="read-order-api">
            <a:extLst>
              <a:ext uri="{FF2B5EF4-FFF2-40B4-BE49-F238E27FC236}">
                <a16:creationId xmlns:a16="http://schemas.microsoft.com/office/drawing/2014/main" id="{7F5D4FD0-945D-90BA-1F00-9CE58EEE04BF}"/>
              </a:ext>
            </a:extLst>
          </p:cNvPr>
          <p:cNvSpPr>
            <a:spLocks noGrp="1"/>
          </p:cNvSpPr>
          <p:nvPr/>
        </p:nvSpPr>
        <p:spPr>
          <a:xfrm>
            <a:off x="1017321" y="3820613"/>
            <a:ext cx="1654442" cy="445155"/>
          </a:xfrm>
          <a:prstGeom prst="rect">
            <a:avLst/>
          </a:prstGeom>
          <a:noFill/>
          <a:ln w="0">
            <a:noFill/>
          </a:ln>
        </p:spPr>
        <p:txBody>
          <a:bodyPr wrap="none" lIns="0" tIns="0" rIns="0" bIns="0" anchor="t">
            <a:noAutofit/>
          </a:bodyPr>
          <a:lstStyle>
            <a:defPPr algn="l">
              <a:defRPr sz="1350" b="0">
                <a:solidFill>
                  <a:srgbClr val="202D3E"/>
                </a:solidFill>
                <a:latin typeface="Menlo"/>
                <a:ea typeface="Menlo"/>
                <a:cs typeface="Menlo"/>
              </a:defRPr>
            </a:defPPr>
            <a:lvl1pPr algn="l">
              <a:defRPr sz="1350" b="0">
                <a:solidFill>
                  <a:srgbClr val="202D3E"/>
                </a:solidFill>
                <a:latin typeface="Menlo"/>
                <a:ea typeface="Menlo"/>
                <a:cs typeface="Menlo"/>
              </a:defRPr>
            </a:lvl1pPr>
            <a:lvl2pPr algn="l">
              <a:defRPr sz="1350" b="0">
                <a:solidFill>
                  <a:srgbClr val="202D3E"/>
                </a:solidFill>
                <a:latin typeface="Menlo"/>
                <a:ea typeface="Menlo"/>
                <a:cs typeface="Menlo"/>
              </a:defRPr>
            </a:lvl2pPr>
            <a:lvl3pPr algn="l">
              <a:defRPr sz="1350" b="0">
                <a:solidFill>
                  <a:srgbClr val="202D3E"/>
                </a:solidFill>
                <a:latin typeface="Menlo"/>
                <a:ea typeface="Menlo"/>
                <a:cs typeface="Menlo"/>
              </a:defRPr>
            </a:lvl3pPr>
            <a:lvl4pPr algn="l">
              <a:defRPr sz="1350" b="0">
                <a:solidFill>
                  <a:srgbClr val="202D3E"/>
                </a:solidFill>
                <a:latin typeface="Menlo"/>
                <a:ea typeface="Menlo"/>
                <a:cs typeface="Menlo"/>
              </a:defRPr>
            </a:lvl4pPr>
            <a:lvl5pPr algn="l">
              <a:defRPr sz="1350" b="0">
                <a:solidFill>
                  <a:srgbClr val="202D3E"/>
                </a:solidFill>
                <a:latin typeface="Menlo"/>
                <a:ea typeface="Menlo"/>
                <a:cs typeface="Menlo"/>
              </a:defRPr>
            </a:lvl5pPr>
            <a:lvl6pPr algn="l">
              <a:defRPr sz="1350" b="0">
                <a:solidFill>
                  <a:srgbClr val="202D3E"/>
                </a:solidFill>
                <a:latin typeface="Menlo"/>
                <a:ea typeface="Menlo"/>
                <a:cs typeface="Menlo"/>
              </a:defRPr>
            </a:lvl6pPr>
            <a:lvl7pPr algn="l">
              <a:defRPr sz="1350" b="0">
                <a:solidFill>
                  <a:srgbClr val="202D3E"/>
                </a:solidFill>
                <a:latin typeface="Menlo"/>
                <a:ea typeface="Menlo"/>
                <a:cs typeface="Menlo"/>
              </a:defRPr>
            </a:lvl7pPr>
            <a:lvl8pPr algn="l">
              <a:defRPr sz="1350" b="0">
                <a:solidFill>
                  <a:srgbClr val="202D3E"/>
                </a:solidFill>
                <a:latin typeface="Menlo"/>
                <a:ea typeface="Menlo"/>
                <a:cs typeface="Menlo"/>
              </a:defRPr>
            </a:lvl8pPr>
            <a:lvl9pPr algn="l">
              <a:defRPr sz="1350" b="0">
                <a:solidFill>
                  <a:srgbClr val="202D3E"/>
                </a:solidFill>
                <a:latin typeface="Menlo"/>
                <a:ea typeface="Menlo"/>
                <a:cs typeface="Menlo"/>
              </a:defRPr>
            </a:lvl9pPr>
          </a:lstStyle>
          <a:p>
            <a:pPr algn="ctr">
              <a:defRPr sz="1350" b="0">
                <a:solidFill>
                  <a:srgbClr val="202D3E"/>
                </a:solidFill>
                <a:latin typeface="Menlo"/>
                <a:ea typeface="Menlo"/>
                <a:cs typeface="Menlo"/>
              </a:defRPr>
            </a:pPr>
            <a:r>
              <a:rPr b="0" dirty="0" err="1">
                <a:latin typeface="Menlo"/>
                <a:ea typeface="Menlo"/>
                <a:cs typeface="Menlo"/>
              </a:rPr>
              <a:t>GetItem</a:t>
            </a:r>
            <a:r>
              <a:rPr lang="en-HK" b="0" dirty="0">
                <a:latin typeface="Menlo"/>
                <a:ea typeface="Menlo"/>
                <a:cs typeface="Menlo"/>
              </a:rPr>
              <a:t> /</a:t>
            </a:r>
          </a:p>
          <a:p>
            <a:pPr algn="ctr">
              <a:defRPr sz="1350" b="0">
                <a:solidFill>
                  <a:srgbClr val="202D3E"/>
                </a:solidFill>
                <a:latin typeface="Menlo"/>
                <a:ea typeface="Menlo"/>
                <a:cs typeface="Menlo"/>
              </a:defRPr>
            </a:pPr>
            <a:r>
              <a:rPr lang="en-US" b="0" dirty="0" err="1">
                <a:latin typeface="Menlo"/>
                <a:ea typeface="Menlo"/>
                <a:cs typeface="Menlo"/>
              </a:rPr>
              <a:t>StartExecution</a:t>
            </a:r>
            <a:r>
              <a:rPr lang="en-US" b="0" dirty="0">
                <a:latin typeface="Menlo"/>
                <a:ea typeface="Menlo"/>
                <a:cs typeface="Menlo"/>
              </a:rPr>
              <a:t>…</a:t>
            </a:r>
            <a:endParaRPr b="0" dirty="0">
              <a:latin typeface="Menlo"/>
              <a:ea typeface="Menlo"/>
              <a:cs typeface="Menlo"/>
            </a:endParaRPr>
          </a:p>
        </p:txBody>
      </p:sp>
      <p:sp>
        <p:nvSpPr>
          <p:cNvPr id="21" name="runtime-component">
            <a:extLst>
              <a:ext uri="{FF2B5EF4-FFF2-40B4-BE49-F238E27FC236}">
                <a16:creationId xmlns:a16="http://schemas.microsoft.com/office/drawing/2014/main" id="{438F793C-10ED-23CD-BCC4-BAB7B2625BE7}"/>
              </a:ext>
            </a:extLst>
          </p:cNvPr>
          <p:cNvSpPr>
            <a:spLocks noGrp="1"/>
          </p:cNvSpPr>
          <p:nvPr/>
        </p:nvSpPr>
        <p:spPr>
          <a:xfrm>
            <a:off x="7396927" y="3301458"/>
            <a:ext cx="1114412" cy="523875"/>
          </a:xfrm>
          <a:prstGeom prst="rect">
            <a:avLst/>
          </a:prstGeom>
          <a:noFill/>
          <a:ln w="0">
            <a:noFill/>
          </a:ln>
        </p:spPr>
        <p:txBody>
          <a:bodyPr wrap="none" lIns="0" tIns="0" rIns="0" bIns="0" anchor="t">
            <a:noAutofit/>
          </a:bodyPr>
          <a:lstStyle>
            <a:defPPr algn="ctr">
              <a:defRPr sz="1500" b="0">
                <a:solidFill>
                  <a:srgbClr val="202D3E"/>
                </a:solidFill>
                <a:latin typeface="Ubuntu Light"/>
                <a:ea typeface="Ubuntu Light"/>
                <a:cs typeface="Ubuntu Light"/>
              </a:defRPr>
            </a:defPPr>
            <a:lvl1pPr algn="ctr">
              <a:defRPr sz="1500" b="0">
                <a:solidFill>
                  <a:srgbClr val="202D3E"/>
                </a:solidFill>
                <a:latin typeface="Ubuntu Light"/>
                <a:ea typeface="Ubuntu Light"/>
                <a:cs typeface="Ubuntu Light"/>
              </a:defRPr>
            </a:lvl1pPr>
            <a:lvl2pPr algn="ctr">
              <a:defRPr sz="1500" b="0">
                <a:solidFill>
                  <a:srgbClr val="202D3E"/>
                </a:solidFill>
                <a:latin typeface="Ubuntu Light"/>
                <a:ea typeface="Ubuntu Light"/>
                <a:cs typeface="Ubuntu Light"/>
              </a:defRPr>
            </a:lvl2pPr>
            <a:lvl3pPr algn="ctr">
              <a:defRPr sz="1500" b="0">
                <a:solidFill>
                  <a:srgbClr val="202D3E"/>
                </a:solidFill>
                <a:latin typeface="Ubuntu Light"/>
                <a:ea typeface="Ubuntu Light"/>
                <a:cs typeface="Ubuntu Light"/>
              </a:defRPr>
            </a:lvl3pPr>
            <a:lvl4pPr algn="ctr">
              <a:defRPr sz="1500" b="0">
                <a:solidFill>
                  <a:srgbClr val="202D3E"/>
                </a:solidFill>
                <a:latin typeface="Ubuntu Light"/>
                <a:ea typeface="Ubuntu Light"/>
                <a:cs typeface="Ubuntu Light"/>
              </a:defRPr>
            </a:lvl4pPr>
            <a:lvl5pPr algn="ctr">
              <a:defRPr sz="1500" b="0">
                <a:solidFill>
                  <a:srgbClr val="202D3E"/>
                </a:solidFill>
                <a:latin typeface="Ubuntu Light"/>
                <a:ea typeface="Ubuntu Light"/>
                <a:cs typeface="Ubuntu Light"/>
              </a:defRPr>
            </a:lvl5pPr>
            <a:lvl6pPr algn="ctr">
              <a:defRPr sz="1500" b="0">
                <a:solidFill>
                  <a:srgbClr val="202D3E"/>
                </a:solidFill>
                <a:latin typeface="Ubuntu Light"/>
                <a:ea typeface="Ubuntu Light"/>
                <a:cs typeface="Ubuntu Light"/>
              </a:defRPr>
            </a:lvl6pPr>
            <a:lvl7pPr algn="ctr">
              <a:defRPr sz="1500" b="0">
                <a:solidFill>
                  <a:srgbClr val="202D3E"/>
                </a:solidFill>
                <a:latin typeface="Ubuntu Light"/>
                <a:ea typeface="Ubuntu Light"/>
                <a:cs typeface="Ubuntu Light"/>
              </a:defRPr>
            </a:lvl7pPr>
            <a:lvl8pPr algn="ctr">
              <a:defRPr sz="1500" b="0">
                <a:solidFill>
                  <a:srgbClr val="202D3E"/>
                </a:solidFill>
                <a:latin typeface="Ubuntu Light"/>
                <a:ea typeface="Ubuntu Light"/>
                <a:cs typeface="Ubuntu Light"/>
              </a:defRPr>
            </a:lvl8pPr>
            <a:lvl9pPr algn="ctr">
              <a:defRPr sz="1500" b="0">
                <a:solidFill>
                  <a:srgbClr val="202D3E"/>
                </a:solidFill>
                <a:latin typeface="Ubuntu Light"/>
                <a:ea typeface="Ubuntu Light"/>
                <a:cs typeface="Ubuntu Light"/>
              </a:defRPr>
            </a:lvl9pPr>
          </a:lstStyle>
          <a:p>
            <a:pPr algn="ctr">
              <a:defRPr sz="1500" b="0">
                <a:solidFill>
                  <a:srgbClr val="202D3E"/>
                </a:solidFill>
                <a:latin typeface="Ubuntu Light"/>
                <a:ea typeface="Ubuntu Light"/>
                <a:cs typeface="Ubuntu Light"/>
              </a:defRPr>
            </a:pPr>
            <a:r>
              <a:rPr b="0" dirty="0">
                <a:latin typeface="Ubuntu Light"/>
                <a:ea typeface="Ubuntu Light"/>
                <a:cs typeface="Ubuntu Light"/>
              </a:rPr>
              <a:t>Orders /</a:t>
            </a:r>
          </a:p>
          <a:p>
            <a:pPr algn="ctr">
              <a:defRPr sz="1500" b="0">
                <a:solidFill>
                  <a:srgbClr val="202D3E"/>
                </a:solidFill>
                <a:latin typeface="Ubuntu Light"/>
                <a:ea typeface="Ubuntu Light"/>
                <a:cs typeface="Ubuntu Light"/>
              </a:defRPr>
            </a:pPr>
            <a:r>
              <a:rPr b="0" dirty="0">
                <a:latin typeface="Ubuntu Light"/>
                <a:ea typeface="Ubuntu Light"/>
                <a:cs typeface="Ubuntu Light"/>
              </a:rPr>
              <a:t>Payments</a:t>
            </a:r>
          </a:p>
        </p:txBody>
      </p:sp>
      <p:pic>
        <p:nvPicPr>
          <p:cNvPr id="22" name="Picture 21">
            <a:extLst>
              <a:ext uri="{FF2B5EF4-FFF2-40B4-BE49-F238E27FC236}">
                <a16:creationId xmlns:a16="http://schemas.microsoft.com/office/drawing/2014/main" id="{35EC5F33-E5C2-AD2B-B216-09C72E1B930C}"/>
              </a:ext>
            </a:extLst>
          </p:cNvPr>
          <p:cNvPicPr>
            <a:picLocks noChangeAspect="1"/>
          </p:cNvPicPr>
          <p:nvPr/>
        </p:nvPicPr>
        <p:blipFill>
          <a:blip r:embed="rId7"/>
          <a:stretch/>
        </p:blipFill>
        <p:spPr>
          <a:xfrm>
            <a:off x="7686675" y="2657475"/>
            <a:ext cx="581025" cy="581025"/>
          </a:xfrm>
          <a:prstGeom prst="rect">
            <a:avLst/>
          </a:prstGeom>
        </p:spPr>
      </p:pic>
      <p:cxnSp>
        <p:nvCxnSpPr>
          <p:cNvPr id="23" name="invoke-runtime-0">
            <a:extLst>
              <a:ext uri="{FF2B5EF4-FFF2-40B4-BE49-F238E27FC236}">
                <a16:creationId xmlns:a16="http://schemas.microsoft.com/office/drawing/2014/main" id="{8AFEC6F9-CD9C-9335-C129-E1A53CDD9357}"/>
              </a:ext>
            </a:extLst>
          </p:cNvPr>
          <p:cNvCxnSpPr/>
          <p:nvPr/>
        </p:nvCxnSpPr>
        <p:spPr>
          <a:xfrm>
            <a:off x="6648450" y="2886075"/>
            <a:ext cx="1009650" cy="0"/>
          </a:xfrm>
          <a:prstGeom prst="straightConnector1">
            <a:avLst/>
          </a:prstGeom>
          <a:ln w="19050">
            <a:solidFill>
              <a:srgbClr val="202D3E"/>
            </a:solidFill>
            <a:tailEnd type="triangle" w="sm" len="sm"/>
          </a:ln>
        </p:spPr>
      </p:cxnSp>
      <p:sp>
        <p:nvSpPr>
          <p:cNvPr id="24" name="invoke-label">
            <a:extLst>
              <a:ext uri="{FF2B5EF4-FFF2-40B4-BE49-F238E27FC236}">
                <a16:creationId xmlns:a16="http://schemas.microsoft.com/office/drawing/2014/main" id="{C9783586-1413-759A-10A6-0DD8DA714F64}"/>
              </a:ext>
            </a:extLst>
          </p:cNvPr>
          <p:cNvSpPr>
            <a:spLocks noGrp="1"/>
          </p:cNvSpPr>
          <p:nvPr/>
        </p:nvSpPr>
        <p:spPr>
          <a:xfrm>
            <a:off x="6705600" y="2600325"/>
            <a:ext cx="952500" cy="247650"/>
          </a:xfrm>
          <a:prstGeom prst="rect">
            <a:avLst/>
          </a:prstGeom>
          <a:noFill/>
          <a:ln w="0">
            <a:noFill/>
          </a:ln>
        </p:spPr>
        <p:txBody>
          <a:bodyPr wrap="none" lIns="0" tIns="0" rIns="0" bIns="0" anchor="t">
            <a:noAutofit/>
          </a:bodyPr>
          <a:lstStyle>
            <a:defPPr algn="ctr">
              <a:defRPr sz="1350" b="0">
                <a:solidFill>
                  <a:srgbClr val="202D3E"/>
                </a:solidFill>
                <a:latin typeface="Menlo"/>
                <a:ea typeface="Menlo"/>
                <a:cs typeface="Menlo"/>
              </a:defRPr>
            </a:defPPr>
            <a:lvl1pPr algn="ctr">
              <a:defRPr sz="1350" b="0">
                <a:solidFill>
                  <a:srgbClr val="202D3E"/>
                </a:solidFill>
                <a:latin typeface="Menlo"/>
                <a:ea typeface="Menlo"/>
                <a:cs typeface="Menlo"/>
              </a:defRPr>
            </a:lvl1pPr>
            <a:lvl2pPr algn="ctr">
              <a:defRPr sz="1350" b="0">
                <a:solidFill>
                  <a:srgbClr val="202D3E"/>
                </a:solidFill>
                <a:latin typeface="Menlo"/>
                <a:ea typeface="Menlo"/>
                <a:cs typeface="Menlo"/>
              </a:defRPr>
            </a:lvl2pPr>
            <a:lvl3pPr algn="ctr">
              <a:defRPr sz="1350" b="0">
                <a:solidFill>
                  <a:srgbClr val="202D3E"/>
                </a:solidFill>
                <a:latin typeface="Menlo"/>
                <a:ea typeface="Menlo"/>
                <a:cs typeface="Menlo"/>
              </a:defRPr>
            </a:lvl3pPr>
            <a:lvl4pPr algn="ctr">
              <a:defRPr sz="1350" b="0">
                <a:solidFill>
                  <a:srgbClr val="202D3E"/>
                </a:solidFill>
                <a:latin typeface="Menlo"/>
                <a:ea typeface="Menlo"/>
                <a:cs typeface="Menlo"/>
              </a:defRPr>
            </a:lvl4pPr>
            <a:lvl5pPr algn="ctr">
              <a:defRPr sz="1350" b="0">
                <a:solidFill>
                  <a:srgbClr val="202D3E"/>
                </a:solidFill>
                <a:latin typeface="Menlo"/>
                <a:ea typeface="Menlo"/>
                <a:cs typeface="Menlo"/>
              </a:defRPr>
            </a:lvl5pPr>
            <a:lvl6pPr algn="ctr">
              <a:defRPr sz="1350" b="0">
                <a:solidFill>
                  <a:srgbClr val="202D3E"/>
                </a:solidFill>
                <a:latin typeface="Menlo"/>
                <a:ea typeface="Menlo"/>
                <a:cs typeface="Menlo"/>
              </a:defRPr>
            </a:lvl6pPr>
            <a:lvl7pPr algn="ctr">
              <a:defRPr sz="1350" b="0">
                <a:solidFill>
                  <a:srgbClr val="202D3E"/>
                </a:solidFill>
                <a:latin typeface="Menlo"/>
                <a:ea typeface="Menlo"/>
                <a:cs typeface="Menlo"/>
              </a:defRPr>
            </a:lvl7pPr>
            <a:lvl8pPr algn="ctr">
              <a:defRPr sz="1350" b="0">
                <a:solidFill>
                  <a:srgbClr val="202D3E"/>
                </a:solidFill>
                <a:latin typeface="Menlo"/>
                <a:ea typeface="Menlo"/>
                <a:cs typeface="Menlo"/>
              </a:defRPr>
            </a:lvl8pPr>
            <a:lvl9pPr algn="ctr">
              <a:defRPr sz="1350" b="0">
                <a:solidFill>
                  <a:srgbClr val="202D3E"/>
                </a:solidFill>
                <a:latin typeface="Menlo"/>
                <a:ea typeface="Menlo"/>
                <a:cs typeface="Menlo"/>
              </a:defRPr>
            </a:lvl9pPr>
          </a:lstStyle>
          <a:p>
            <a:pPr algn="ctr">
              <a:defRPr sz="1350" b="0">
                <a:solidFill>
                  <a:srgbClr val="202D3E"/>
                </a:solidFill>
                <a:latin typeface="Menlo"/>
                <a:ea typeface="Menlo"/>
                <a:cs typeface="Menlo"/>
              </a:defRPr>
            </a:pPr>
            <a:r>
              <a:rPr b="0">
                <a:latin typeface="Menlo"/>
                <a:ea typeface="Menlo"/>
                <a:cs typeface="Menlo"/>
              </a:rPr>
              <a:t>Invoke</a:t>
            </a:r>
          </a:p>
        </p:txBody>
      </p:sp>
      <p:cxnSp>
        <p:nvCxnSpPr>
          <p:cNvPr id="25" name="runtime-aws-0">
            <a:extLst>
              <a:ext uri="{FF2B5EF4-FFF2-40B4-BE49-F238E27FC236}">
                <a16:creationId xmlns:a16="http://schemas.microsoft.com/office/drawing/2014/main" id="{B44D9239-FACD-EE11-0798-3565EB6E2EA4}"/>
              </a:ext>
            </a:extLst>
          </p:cNvPr>
          <p:cNvCxnSpPr/>
          <p:nvPr/>
        </p:nvCxnSpPr>
        <p:spPr>
          <a:xfrm>
            <a:off x="7191375" y="3143250"/>
            <a:ext cx="466725" cy="0"/>
          </a:xfrm>
          <a:prstGeom prst="straightConnector1">
            <a:avLst/>
          </a:prstGeom>
          <a:ln w="19050">
            <a:solidFill>
              <a:srgbClr val="202D3E"/>
            </a:solidFill>
          </a:ln>
        </p:spPr>
      </p:cxnSp>
      <p:cxnSp>
        <p:nvCxnSpPr>
          <p:cNvPr id="26" name="runtime-aws-1">
            <a:extLst>
              <a:ext uri="{FF2B5EF4-FFF2-40B4-BE49-F238E27FC236}">
                <a16:creationId xmlns:a16="http://schemas.microsoft.com/office/drawing/2014/main" id="{D4013B48-41D8-CA60-D984-08702A5CCFC9}"/>
              </a:ext>
            </a:extLst>
          </p:cNvPr>
          <p:cNvCxnSpPr/>
          <p:nvPr/>
        </p:nvCxnSpPr>
        <p:spPr>
          <a:xfrm>
            <a:off x="7191375" y="3143250"/>
            <a:ext cx="0" cy="581025"/>
          </a:xfrm>
          <a:prstGeom prst="straightConnector1">
            <a:avLst/>
          </a:prstGeom>
          <a:ln w="19050">
            <a:solidFill>
              <a:srgbClr val="202D3E"/>
            </a:solidFill>
          </a:ln>
        </p:spPr>
      </p:cxnSp>
      <p:cxnSp>
        <p:nvCxnSpPr>
          <p:cNvPr id="27" name="runtime-aws-2">
            <a:extLst>
              <a:ext uri="{FF2B5EF4-FFF2-40B4-BE49-F238E27FC236}">
                <a16:creationId xmlns:a16="http://schemas.microsoft.com/office/drawing/2014/main" id="{BF2BBCC8-302E-DE3E-B5B3-CF3F22853B03}"/>
              </a:ext>
            </a:extLst>
          </p:cNvPr>
          <p:cNvCxnSpPr/>
          <p:nvPr/>
        </p:nvCxnSpPr>
        <p:spPr>
          <a:xfrm>
            <a:off x="6648450" y="3724275"/>
            <a:ext cx="542925" cy="0"/>
          </a:xfrm>
          <a:prstGeom prst="straightConnector1">
            <a:avLst/>
          </a:prstGeom>
          <a:ln w="19050">
            <a:solidFill>
              <a:srgbClr val="202D3E"/>
            </a:solidFill>
            <a:headEnd type="triangle" w="sm" len="sm"/>
          </a:ln>
        </p:spPr>
      </p:cxnSp>
      <p:sp>
        <p:nvSpPr>
          <p:cNvPr id="28" name="runtime-aws-label">
            <a:extLst>
              <a:ext uri="{FF2B5EF4-FFF2-40B4-BE49-F238E27FC236}">
                <a16:creationId xmlns:a16="http://schemas.microsoft.com/office/drawing/2014/main" id="{637B5928-A985-065C-0454-07F022D8A55A}"/>
              </a:ext>
            </a:extLst>
          </p:cNvPr>
          <p:cNvSpPr>
            <a:spLocks noGrp="1"/>
          </p:cNvSpPr>
          <p:nvPr/>
        </p:nvSpPr>
        <p:spPr>
          <a:xfrm>
            <a:off x="6696075" y="3771900"/>
            <a:ext cx="542924" cy="247650"/>
          </a:xfrm>
          <a:prstGeom prst="rect">
            <a:avLst/>
          </a:prstGeom>
          <a:noFill/>
          <a:ln w="0">
            <a:noFill/>
          </a:ln>
        </p:spPr>
        <p:txBody>
          <a:bodyPr wrap="none" lIns="0" tIns="0" rIns="0" bIns="0" anchor="t">
            <a:noAutofit/>
          </a:bodyPr>
          <a:lstStyle>
            <a:defPPr algn="l">
              <a:defRPr sz="1350" b="0">
                <a:solidFill>
                  <a:srgbClr val="202D3E"/>
                </a:solidFill>
                <a:latin typeface="Menlo"/>
                <a:ea typeface="Menlo"/>
                <a:cs typeface="Menlo"/>
              </a:defRPr>
            </a:defPPr>
            <a:lvl1pPr algn="l">
              <a:defRPr sz="1350" b="0">
                <a:solidFill>
                  <a:srgbClr val="202D3E"/>
                </a:solidFill>
                <a:latin typeface="Menlo"/>
                <a:ea typeface="Menlo"/>
                <a:cs typeface="Menlo"/>
              </a:defRPr>
            </a:lvl1pPr>
            <a:lvl2pPr algn="l">
              <a:defRPr sz="1350" b="0">
                <a:solidFill>
                  <a:srgbClr val="202D3E"/>
                </a:solidFill>
                <a:latin typeface="Menlo"/>
                <a:ea typeface="Menlo"/>
                <a:cs typeface="Menlo"/>
              </a:defRPr>
            </a:lvl2pPr>
            <a:lvl3pPr algn="l">
              <a:defRPr sz="1350" b="0">
                <a:solidFill>
                  <a:srgbClr val="202D3E"/>
                </a:solidFill>
                <a:latin typeface="Menlo"/>
                <a:ea typeface="Menlo"/>
                <a:cs typeface="Menlo"/>
              </a:defRPr>
            </a:lvl3pPr>
            <a:lvl4pPr algn="l">
              <a:defRPr sz="1350" b="0">
                <a:solidFill>
                  <a:srgbClr val="202D3E"/>
                </a:solidFill>
                <a:latin typeface="Menlo"/>
                <a:ea typeface="Menlo"/>
                <a:cs typeface="Menlo"/>
              </a:defRPr>
            </a:lvl4pPr>
            <a:lvl5pPr algn="l">
              <a:defRPr sz="1350" b="0">
                <a:solidFill>
                  <a:srgbClr val="202D3E"/>
                </a:solidFill>
                <a:latin typeface="Menlo"/>
                <a:ea typeface="Menlo"/>
                <a:cs typeface="Menlo"/>
              </a:defRPr>
            </a:lvl5pPr>
            <a:lvl6pPr algn="l">
              <a:defRPr sz="1350" b="0">
                <a:solidFill>
                  <a:srgbClr val="202D3E"/>
                </a:solidFill>
                <a:latin typeface="Menlo"/>
                <a:ea typeface="Menlo"/>
                <a:cs typeface="Menlo"/>
              </a:defRPr>
            </a:lvl6pPr>
            <a:lvl7pPr algn="l">
              <a:defRPr sz="1350" b="0">
                <a:solidFill>
                  <a:srgbClr val="202D3E"/>
                </a:solidFill>
                <a:latin typeface="Menlo"/>
                <a:ea typeface="Menlo"/>
                <a:cs typeface="Menlo"/>
              </a:defRPr>
            </a:lvl7pPr>
            <a:lvl8pPr algn="l">
              <a:defRPr sz="1350" b="0">
                <a:solidFill>
                  <a:srgbClr val="202D3E"/>
                </a:solidFill>
                <a:latin typeface="Menlo"/>
                <a:ea typeface="Menlo"/>
                <a:cs typeface="Menlo"/>
              </a:defRPr>
            </a:lvl8pPr>
            <a:lvl9pPr algn="l">
              <a:defRPr sz="1350" b="0">
                <a:solidFill>
                  <a:srgbClr val="202D3E"/>
                </a:solidFill>
                <a:latin typeface="Menlo"/>
                <a:ea typeface="Menlo"/>
                <a:cs typeface="Menlo"/>
              </a:defRPr>
            </a:lvl9pPr>
          </a:lstStyle>
          <a:p>
            <a:pPr algn="l">
              <a:defRPr sz="1350" b="0">
                <a:solidFill>
                  <a:srgbClr val="202D3E"/>
                </a:solidFill>
                <a:latin typeface="Menlo"/>
                <a:ea typeface="Menlo"/>
                <a:cs typeface="Menlo"/>
              </a:defRPr>
            </a:pPr>
            <a:r>
              <a:rPr b="0" dirty="0">
                <a:latin typeface="Menlo"/>
                <a:ea typeface="Menlo"/>
                <a:cs typeface="Menlo"/>
              </a:rPr>
              <a:t>boto3</a:t>
            </a:r>
          </a:p>
        </p:txBody>
      </p:sp>
      <p:cxnSp>
        <p:nvCxnSpPr>
          <p:cNvPr id="29" name="payment-http-0">
            <a:extLst>
              <a:ext uri="{FF2B5EF4-FFF2-40B4-BE49-F238E27FC236}">
                <a16:creationId xmlns:a16="http://schemas.microsoft.com/office/drawing/2014/main" id="{FF8A9816-7F3D-2E3F-767C-6EECE3C75B75}"/>
              </a:ext>
            </a:extLst>
          </p:cNvPr>
          <p:cNvCxnSpPr>
            <a:cxnSpLocks/>
            <a:stCxn id="22" idx="0"/>
            <a:endCxn id="32" idx="2"/>
          </p:cNvCxnSpPr>
          <p:nvPr/>
        </p:nvCxnSpPr>
        <p:spPr>
          <a:xfrm flipV="1">
            <a:off x="7977188" y="2172746"/>
            <a:ext cx="0" cy="484729"/>
          </a:xfrm>
          <a:prstGeom prst="straightConnector1">
            <a:avLst/>
          </a:prstGeom>
          <a:ln w="19050">
            <a:solidFill>
              <a:srgbClr val="202D3E"/>
            </a:solidFill>
            <a:tailEnd type="triangle" w="sm" len="sm"/>
          </a:ln>
        </p:spPr>
      </p:cxnSp>
      <p:sp>
        <p:nvSpPr>
          <p:cNvPr id="30" name="payment-http-label">
            <a:extLst>
              <a:ext uri="{FF2B5EF4-FFF2-40B4-BE49-F238E27FC236}">
                <a16:creationId xmlns:a16="http://schemas.microsoft.com/office/drawing/2014/main" id="{CA40FDDC-EFE8-6535-904B-F4211E2BC8A8}"/>
              </a:ext>
            </a:extLst>
          </p:cNvPr>
          <p:cNvSpPr>
            <a:spLocks noGrp="1"/>
          </p:cNvSpPr>
          <p:nvPr/>
        </p:nvSpPr>
        <p:spPr>
          <a:xfrm>
            <a:off x="8067677" y="2324100"/>
            <a:ext cx="457200" cy="247650"/>
          </a:xfrm>
          <a:prstGeom prst="rect">
            <a:avLst/>
          </a:prstGeom>
          <a:noFill/>
          <a:ln w="0">
            <a:noFill/>
          </a:ln>
        </p:spPr>
        <p:txBody>
          <a:bodyPr wrap="none" lIns="0" tIns="0" rIns="0" bIns="0" anchor="t">
            <a:noAutofit/>
          </a:bodyPr>
          <a:lstStyle>
            <a:defPPr algn="l">
              <a:defRPr sz="1350" b="0">
                <a:solidFill>
                  <a:srgbClr val="202D3E"/>
                </a:solidFill>
                <a:latin typeface="Menlo"/>
                <a:ea typeface="Menlo"/>
                <a:cs typeface="Menlo"/>
              </a:defRPr>
            </a:defPPr>
            <a:lvl1pPr algn="l">
              <a:defRPr sz="1350" b="0">
                <a:solidFill>
                  <a:srgbClr val="202D3E"/>
                </a:solidFill>
                <a:latin typeface="Menlo"/>
                <a:ea typeface="Menlo"/>
                <a:cs typeface="Menlo"/>
              </a:defRPr>
            </a:lvl1pPr>
            <a:lvl2pPr algn="l">
              <a:defRPr sz="1350" b="0">
                <a:solidFill>
                  <a:srgbClr val="202D3E"/>
                </a:solidFill>
                <a:latin typeface="Menlo"/>
                <a:ea typeface="Menlo"/>
                <a:cs typeface="Menlo"/>
              </a:defRPr>
            </a:lvl2pPr>
            <a:lvl3pPr algn="l">
              <a:defRPr sz="1350" b="0">
                <a:solidFill>
                  <a:srgbClr val="202D3E"/>
                </a:solidFill>
                <a:latin typeface="Menlo"/>
                <a:ea typeface="Menlo"/>
                <a:cs typeface="Menlo"/>
              </a:defRPr>
            </a:lvl3pPr>
            <a:lvl4pPr algn="l">
              <a:defRPr sz="1350" b="0">
                <a:solidFill>
                  <a:srgbClr val="202D3E"/>
                </a:solidFill>
                <a:latin typeface="Menlo"/>
                <a:ea typeface="Menlo"/>
                <a:cs typeface="Menlo"/>
              </a:defRPr>
            </a:lvl4pPr>
            <a:lvl5pPr algn="l">
              <a:defRPr sz="1350" b="0">
                <a:solidFill>
                  <a:srgbClr val="202D3E"/>
                </a:solidFill>
                <a:latin typeface="Menlo"/>
                <a:ea typeface="Menlo"/>
                <a:cs typeface="Menlo"/>
              </a:defRPr>
            </a:lvl5pPr>
            <a:lvl6pPr algn="l">
              <a:defRPr sz="1350" b="0">
                <a:solidFill>
                  <a:srgbClr val="202D3E"/>
                </a:solidFill>
                <a:latin typeface="Menlo"/>
                <a:ea typeface="Menlo"/>
                <a:cs typeface="Menlo"/>
              </a:defRPr>
            </a:lvl6pPr>
            <a:lvl7pPr algn="l">
              <a:defRPr sz="1350" b="0">
                <a:solidFill>
                  <a:srgbClr val="202D3E"/>
                </a:solidFill>
                <a:latin typeface="Menlo"/>
                <a:ea typeface="Menlo"/>
                <a:cs typeface="Menlo"/>
              </a:defRPr>
            </a:lvl7pPr>
            <a:lvl8pPr algn="l">
              <a:defRPr sz="1350" b="0">
                <a:solidFill>
                  <a:srgbClr val="202D3E"/>
                </a:solidFill>
                <a:latin typeface="Menlo"/>
                <a:ea typeface="Menlo"/>
                <a:cs typeface="Menlo"/>
              </a:defRPr>
            </a:lvl8pPr>
            <a:lvl9pPr algn="l">
              <a:defRPr sz="1350" b="0">
                <a:solidFill>
                  <a:srgbClr val="202D3E"/>
                </a:solidFill>
                <a:latin typeface="Menlo"/>
                <a:ea typeface="Menlo"/>
                <a:cs typeface="Menlo"/>
              </a:defRPr>
            </a:lvl9pPr>
          </a:lstStyle>
          <a:p>
            <a:pPr algn="l">
              <a:defRPr sz="1350" b="0">
                <a:solidFill>
                  <a:srgbClr val="202D3E"/>
                </a:solidFill>
                <a:latin typeface="Menlo"/>
                <a:ea typeface="Menlo"/>
                <a:cs typeface="Menlo"/>
              </a:defRPr>
            </a:pPr>
            <a:r>
              <a:rPr b="0" dirty="0">
                <a:latin typeface="Menlo"/>
                <a:ea typeface="Menlo"/>
                <a:cs typeface="Menlo"/>
              </a:rPr>
              <a:t>HTTP</a:t>
            </a:r>
          </a:p>
        </p:txBody>
      </p:sp>
      <p:pic>
        <p:nvPicPr>
          <p:cNvPr id="32" name="Picture 31">
            <a:extLst>
              <a:ext uri="{FF2B5EF4-FFF2-40B4-BE49-F238E27FC236}">
                <a16:creationId xmlns:a16="http://schemas.microsoft.com/office/drawing/2014/main" id="{98B53CA0-791B-EE2F-76DA-046286C99CE1}"/>
              </a:ext>
            </a:extLst>
          </p:cNvPr>
          <p:cNvPicPr>
            <a:picLocks noChangeAspect="1"/>
          </p:cNvPicPr>
          <p:nvPr/>
        </p:nvPicPr>
        <p:blipFill>
          <a:blip r:embed="rId9"/>
          <a:stretch/>
        </p:blipFill>
        <p:spPr>
          <a:xfrm>
            <a:off x="7686675" y="1591721"/>
            <a:ext cx="581025" cy="581025"/>
          </a:xfrm>
          <a:prstGeom prst="rect">
            <a:avLst/>
          </a:prstGeom>
        </p:spPr>
      </p:pic>
      <p:sp>
        <p:nvSpPr>
          <p:cNvPr id="33" name="localstripe-label">
            <a:extLst>
              <a:ext uri="{FF2B5EF4-FFF2-40B4-BE49-F238E27FC236}">
                <a16:creationId xmlns:a16="http://schemas.microsoft.com/office/drawing/2014/main" id="{87B27C48-1F82-5413-6471-C5689E4BB042}"/>
              </a:ext>
            </a:extLst>
          </p:cNvPr>
          <p:cNvSpPr>
            <a:spLocks noGrp="1"/>
          </p:cNvSpPr>
          <p:nvPr/>
        </p:nvSpPr>
        <p:spPr>
          <a:xfrm>
            <a:off x="7289131" y="1133475"/>
            <a:ext cx="1376112" cy="457200"/>
          </a:xfrm>
          <a:prstGeom prst="rect">
            <a:avLst/>
          </a:prstGeom>
          <a:noFill/>
          <a:ln w="0">
            <a:noFill/>
          </a:ln>
        </p:spPr>
        <p:txBody>
          <a:bodyPr wrap="none" lIns="0" tIns="0" rIns="0" bIns="0" anchor="t">
            <a:noAutofit/>
          </a:bodyPr>
          <a:lstStyle>
            <a:defPPr algn="ctr">
              <a:defRPr sz="1350" b="0">
                <a:solidFill>
                  <a:srgbClr val="202D3E"/>
                </a:solidFill>
                <a:latin typeface="Ubuntu Light"/>
                <a:ea typeface="Ubuntu Light"/>
                <a:cs typeface="Ubuntu Light"/>
              </a:defRPr>
            </a:defPPr>
            <a:lvl1pPr algn="ctr">
              <a:defRPr sz="1350" b="0">
                <a:solidFill>
                  <a:srgbClr val="202D3E"/>
                </a:solidFill>
                <a:latin typeface="Ubuntu Light"/>
                <a:ea typeface="Ubuntu Light"/>
                <a:cs typeface="Ubuntu Light"/>
              </a:defRPr>
            </a:lvl1pPr>
            <a:lvl2pPr algn="ctr">
              <a:defRPr sz="1350" b="0">
                <a:solidFill>
                  <a:srgbClr val="202D3E"/>
                </a:solidFill>
                <a:latin typeface="Ubuntu Light"/>
                <a:ea typeface="Ubuntu Light"/>
                <a:cs typeface="Ubuntu Light"/>
              </a:defRPr>
            </a:lvl2pPr>
            <a:lvl3pPr algn="ctr">
              <a:defRPr sz="1350" b="0">
                <a:solidFill>
                  <a:srgbClr val="202D3E"/>
                </a:solidFill>
                <a:latin typeface="Ubuntu Light"/>
                <a:ea typeface="Ubuntu Light"/>
                <a:cs typeface="Ubuntu Light"/>
              </a:defRPr>
            </a:lvl3pPr>
            <a:lvl4pPr algn="ctr">
              <a:defRPr sz="1350" b="0">
                <a:solidFill>
                  <a:srgbClr val="202D3E"/>
                </a:solidFill>
                <a:latin typeface="Ubuntu Light"/>
                <a:ea typeface="Ubuntu Light"/>
                <a:cs typeface="Ubuntu Light"/>
              </a:defRPr>
            </a:lvl4pPr>
            <a:lvl5pPr algn="ctr">
              <a:defRPr sz="1350" b="0">
                <a:solidFill>
                  <a:srgbClr val="202D3E"/>
                </a:solidFill>
                <a:latin typeface="Ubuntu Light"/>
                <a:ea typeface="Ubuntu Light"/>
                <a:cs typeface="Ubuntu Light"/>
              </a:defRPr>
            </a:lvl5pPr>
            <a:lvl6pPr algn="ctr">
              <a:defRPr sz="1350" b="0">
                <a:solidFill>
                  <a:srgbClr val="202D3E"/>
                </a:solidFill>
                <a:latin typeface="Ubuntu Light"/>
                <a:ea typeface="Ubuntu Light"/>
                <a:cs typeface="Ubuntu Light"/>
              </a:defRPr>
            </a:lvl6pPr>
            <a:lvl7pPr algn="ctr">
              <a:defRPr sz="1350" b="0">
                <a:solidFill>
                  <a:srgbClr val="202D3E"/>
                </a:solidFill>
                <a:latin typeface="Ubuntu Light"/>
                <a:ea typeface="Ubuntu Light"/>
                <a:cs typeface="Ubuntu Light"/>
              </a:defRPr>
            </a:lvl7pPr>
            <a:lvl8pPr algn="ctr">
              <a:defRPr sz="1350" b="0">
                <a:solidFill>
                  <a:srgbClr val="202D3E"/>
                </a:solidFill>
                <a:latin typeface="Ubuntu Light"/>
                <a:ea typeface="Ubuntu Light"/>
                <a:cs typeface="Ubuntu Light"/>
              </a:defRPr>
            </a:lvl8pPr>
            <a:lvl9pPr algn="ctr">
              <a:defRPr sz="1350" b="0">
                <a:solidFill>
                  <a:srgbClr val="202D3E"/>
                </a:solidFill>
                <a:latin typeface="Ubuntu Light"/>
                <a:ea typeface="Ubuntu Light"/>
                <a:cs typeface="Ubuntu Light"/>
              </a:defRPr>
            </a:lvl9pPr>
          </a:lstStyle>
          <a:p>
            <a:pPr algn="ctr">
              <a:defRPr sz="1350" b="0">
                <a:solidFill>
                  <a:srgbClr val="202D3E"/>
                </a:solidFill>
                <a:latin typeface="Ubuntu Light"/>
                <a:ea typeface="Ubuntu Light"/>
                <a:cs typeface="Ubuntu Light"/>
              </a:defRPr>
            </a:pPr>
            <a:r>
              <a:rPr b="0" dirty="0" err="1">
                <a:latin typeface="Ubuntu Light"/>
                <a:ea typeface="Ubuntu Light"/>
                <a:cs typeface="Ubuntu Light"/>
              </a:rPr>
              <a:t>localstripe</a:t>
            </a:r>
            <a:endParaRPr b="0" dirty="0">
              <a:latin typeface="Ubuntu Light"/>
              <a:ea typeface="Ubuntu Light"/>
              <a:cs typeface="Ubuntu Light"/>
            </a:endParaRPr>
          </a:p>
          <a:p>
            <a:pPr algn="ctr">
              <a:defRPr sz="1350" b="0">
                <a:solidFill>
                  <a:srgbClr val="202D3E"/>
                </a:solidFill>
                <a:latin typeface="Ubuntu Light"/>
                <a:ea typeface="Ubuntu Light"/>
                <a:cs typeface="Ubuntu Light"/>
              </a:defRPr>
            </a:pPr>
            <a:r>
              <a:rPr b="0" dirty="0">
                <a:latin typeface="Ubuntu Light"/>
                <a:ea typeface="Ubuntu Light"/>
                <a:cs typeface="Ubuntu Light"/>
              </a:rPr>
              <a:t>Payment emulator</a:t>
            </a:r>
          </a:p>
        </p:txBody>
      </p:sp>
    </p:spTree>
    <p:extLst>
      <p:ext uri="{BB962C8B-B14F-4D97-AF65-F5344CB8AC3E}">
        <p14:creationId xmlns:p14="http://schemas.microsoft.com/office/powerpoint/2010/main" val="304082778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lide-title">
            <a:extLst>
              <a:ext uri="{FF2B5EF4-FFF2-40B4-BE49-F238E27FC236}">
                <a16:creationId xmlns:a16="http://schemas.microsoft.com/office/drawing/2014/main" id="{ADBBF3F2-D5B2-4878-BDD9-406B3C9D6DF7}"/>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lang="en-HK" b="0" dirty="0">
                <a:latin typeface="Ubuntu Light"/>
                <a:ea typeface="Ubuntu Light"/>
                <a:cs typeface="Ubuntu Light"/>
              </a:rPr>
              <a:t>What a black box test looks like…</a:t>
            </a:r>
            <a:endParaRPr b="0" dirty="0">
              <a:latin typeface="Ubuntu Light"/>
              <a:ea typeface="Ubuntu Light"/>
              <a:cs typeface="Ubuntu Light"/>
            </a:endParaRPr>
          </a:p>
        </p:txBody>
      </p:sp>
      <p:sp>
        <p:nvSpPr>
          <p:cNvPr id="2" name="source-label">
            <a:extLst>
              <a:ext uri="{FF2B5EF4-FFF2-40B4-BE49-F238E27FC236}">
                <a16:creationId xmlns:a16="http://schemas.microsoft.com/office/drawing/2014/main" id="{DF55A4E7-2C84-4DCB-B820-952D8F9E85A5}"/>
              </a:ext>
            </a:extLst>
          </p:cNvPr>
          <p:cNvSpPr>
            <a:spLocks noGrp="1"/>
          </p:cNvSpPr>
          <p:nvPr/>
        </p:nvSpPr>
        <p:spPr>
          <a:xfrm>
            <a:off x="619125" y="1543050"/>
            <a:ext cx="1809750" cy="219075"/>
          </a:xfrm>
          <a:prstGeom prst="rect">
            <a:avLst/>
          </a:prstGeom>
          <a:noFill/>
          <a:ln w="0">
            <a:noFill/>
          </a:ln>
        </p:spPr>
        <p:txBody>
          <a:bodyPr wrap="none" lIns="0" tIns="0" rIns="0" bIns="0" anchor="t">
            <a:noAutofit/>
          </a:bodyPr>
          <a:lstStyle>
            <a:defPPr algn="l">
              <a:defRPr sz="1200" b="0">
                <a:solidFill>
                  <a:srgbClr val="475569"/>
                </a:solidFill>
                <a:latin typeface="Ubuntu Light"/>
                <a:ea typeface="Ubuntu Light"/>
                <a:cs typeface="Ubuntu Light"/>
              </a:defRPr>
            </a:defPPr>
            <a:lvl1pPr algn="l">
              <a:defRPr sz="1200" b="0">
                <a:solidFill>
                  <a:srgbClr val="475569"/>
                </a:solidFill>
                <a:latin typeface="Ubuntu Light"/>
                <a:ea typeface="Ubuntu Light"/>
                <a:cs typeface="Ubuntu Light"/>
              </a:defRPr>
            </a:lvl1pPr>
            <a:lvl2pPr algn="l">
              <a:defRPr sz="1200" b="0">
                <a:solidFill>
                  <a:srgbClr val="475569"/>
                </a:solidFill>
                <a:latin typeface="Ubuntu Light"/>
                <a:ea typeface="Ubuntu Light"/>
                <a:cs typeface="Ubuntu Light"/>
              </a:defRPr>
            </a:lvl2pPr>
            <a:lvl3pPr algn="l">
              <a:defRPr sz="1200" b="0">
                <a:solidFill>
                  <a:srgbClr val="475569"/>
                </a:solidFill>
                <a:latin typeface="Ubuntu Light"/>
                <a:ea typeface="Ubuntu Light"/>
                <a:cs typeface="Ubuntu Light"/>
              </a:defRPr>
            </a:lvl3pPr>
            <a:lvl4pPr algn="l">
              <a:defRPr sz="1200" b="0">
                <a:solidFill>
                  <a:srgbClr val="475569"/>
                </a:solidFill>
                <a:latin typeface="Ubuntu Light"/>
                <a:ea typeface="Ubuntu Light"/>
                <a:cs typeface="Ubuntu Light"/>
              </a:defRPr>
            </a:lvl4pPr>
            <a:lvl5pPr algn="l">
              <a:defRPr sz="1200" b="0">
                <a:solidFill>
                  <a:srgbClr val="475569"/>
                </a:solidFill>
                <a:latin typeface="Ubuntu Light"/>
                <a:ea typeface="Ubuntu Light"/>
                <a:cs typeface="Ubuntu Light"/>
              </a:defRPr>
            </a:lvl5pPr>
            <a:lvl6pPr algn="l">
              <a:defRPr sz="1200" b="0">
                <a:solidFill>
                  <a:srgbClr val="475569"/>
                </a:solidFill>
                <a:latin typeface="Ubuntu Light"/>
                <a:ea typeface="Ubuntu Light"/>
                <a:cs typeface="Ubuntu Light"/>
              </a:defRPr>
            </a:lvl6pPr>
            <a:lvl7pPr algn="l">
              <a:defRPr sz="1200" b="0">
                <a:solidFill>
                  <a:srgbClr val="475569"/>
                </a:solidFill>
                <a:latin typeface="Ubuntu Light"/>
                <a:ea typeface="Ubuntu Light"/>
                <a:cs typeface="Ubuntu Light"/>
              </a:defRPr>
            </a:lvl7pPr>
            <a:lvl8pPr algn="l">
              <a:defRPr sz="1200" b="0">
                <a:solidFill>
                  <a:srgbClr val="475569"/>
                </a:solidFill>
                <a:latin typeface="Ubuntu Light"/>
                <a:ea typeface="Ubuntu Light"/>
                <a:cs typeface="Ubuntu Light"/>
              </a:defRPr>
            </a:lvl8pPr>
            <a:lvl9pPr algn="l">
              <a:defRPr sz="1200" b="0">
                <a:solidFill>
                  <a:srgbClr val="475569"/>
                </a:solidFill>
                <a:latin typeface="Ubuntu Light"/>
                <a:ea typeface="Ubuntu Light"/>
                <a:cs typeface="Ubuntu Light"/>
              </a:defRPr>
            </a:lvl9pPr>
          </a:lstStyle>
          <a:p>
            <a:pPr algn="l">
              <a:defRPr sz="1200" b="0">
                <a:solidFill>
                  <a:srgbClr val="475569"/>
                </a:solidFill>
                <a:latin typeface="Ubuntu Light"/>
                <a:ea typeface="Ubuntu Light"/>
                <a:cs typeface="Ubuntu Light"/>
              </a:defRPr>
            </a:pPr>
            <a:r>
              <a:rPr b="0" dirty="0" err="1">
                <a:latin typeface="Ubuntu Light"/>
                <a:ea typeface="Ubuntu Light"/>
                <a:cs typeface="Ubuntu Light"/>
              </a:rPr>
              <a:t>test_order_lifecycle.py</a:t>
            </a:r>
            <a:endParaRPr b="0" dirty="0">
              <a:latin typeface="Ubuntu Light"/>
              <a:ea typeface="Ubuntu Light"/>
              <a:cs typeface="Ubuntu Light"/>
            </a:endParaRPr>
          </a:p>
        </p:txBody>
      </p:sp>
      <p:sp>
        <p:nvSpPr>
          <p:cNvPr id="3" name="code-background">
            <a:extLst>
              <a:ext uri="{FF2B5EF4-FFF2-40B4-BE49-F238E27FC236}">
                <a16:creationId xmlns:a16="http://schemas.microsoft.com/office/drawing/2014/main" id="{5C71B469-9100-4555-9C47-6FE5A2AA7AD7}"/>
              </a:ext>
            </a:extLst>
          </p:cNvPr>
          <p:cNvSpPr>
            <a:spLocks noGrp="1"/>
          </p:cNvSpPr>
          <p:nvPr/>
        </p:nvSpPr>
        <p:spPr>
          <a:xfrm>
            <a:off x="619125" y="1800226"/>
            <a:ext cx="5841125" cy="2590800"/>
          </a:xfrm>
          <a:prstGeom prst="rect">
            <a:avLst/>
          </a:prstGeom>
          <a:solidFill>
            <a:srgbClr val="000000"/>
          </a:solidFill>
          <a:ln w="0">
            <a:noFill/>
          </a:ln>
        </p:spPr>
        <p:txBody>
          <a:bodyPr/>
          <a:lstStyle/>
          <a:p>
            <a:endParaRPr lang="en-US" dirty="0"/>
          </a:p>
        </p:txBody>
      </p:sp>
      <p:sp>
        <p:nvSpPr>
          <p:cNvPr id="4" name="code-line-0">
            <a:extLst>
              <a:ext uri="{FF2B5EF4-FFF2-40B4-BE49-F238E27FC236}">
                <a16:creationId xmlns:a16="http://schemas.microsoft.com/office/drawing/2014/main" id="{2B43C632-7438-466C-8A59-8B73A9ACB970}"/>
              </a:ext>
            </a:extLst>
          </p:cNvPr>
          <p:cNvSpPr>
            <a:spLocks noGrp="1"/>
          </p:cNvSpPr>
          <p:nvPr/>
        </p:nvSpPr>
        <p:spPr>
          <a:xfrm>
            <a:off x="790575" y="1914525"/>
            <a:ext cx="4182089"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9CDCFE"/>
                </a:solidFill>
                <a:latin typeface="Menlo"/>
                <a:ea typeface="Menlo"/>
                <a:cs typeface="Menlo"/>
              </a:rPr>
              <a:t>execution</a:t>
            </a:r>
            <a:r>
              <a:rPr b="0" dirty="0">
                <a:solidFill>
                  <a:srgbClr val="D4D4D4"/>
                </a:solidFill>
                <a:latin typeface="Menlo"/>
                <a:ea typeface="Menlo"/>
                <a:cs typeface="Menlo"/>
              </a:rPr>
              <a:t> = </a:t>
            </a:r>
            <a:r>
              <a:rPr b="0" dirty="0" err="1">
                <a:solidFill>
                  <a:srgbClr val="9CDCFE"/>
                </a:solidFill>
                <a:latin typeface="Menlo"/>
                <a:ea typeface="Menlo"/>
                <a:cs typeface="Menlo"/>
              </a:rPr>
              <a:t>sfn_client</a:t>
            </a:r>
            <a:r>
              <a:rPr b="0" dirty="0" err="1">
                <a:solidFill>
                  <a:srgbClr val="D4D4D4"/>
                </a:solidFill>
                <a:latin typeface="Menlo"/>
                <a:ea typeface="Menlo"/>
                <a:cs typeface="Menlo"/>
              </a:rPr>
              <a:t>.</a:t>
            </a:r>
            <a:r>
              <a:rPr b="0" dirty="0" err="1">
                <a:solidFill>
                  <a:srgbClr val="DCDCAA"/>
                </a:solidFill>
                <a:latin typeface="Menlo"/>
                <a:ea typeface="Menlo"/>
                <a:cs typeface="Menlo"/>
              </a:rPr>
              <a:t>start_execution</a:t>
            </a:r>
            <a:r>
              <a:rPr b="0" dirty="0">
                <a:solidFill>
                  <a:srgbClr val="D4D4D4"/>
                </a:solidFill>
                <a:latin typeface="Menlo"/>
                <a:ea typeface="Menlo"/>
                <a:cs typeface="Menlo"/>
              </a:rPr>
              <a:t>(</a:t>
            </a:r>
          </a:p>
        </p:txBody>
      </p:sp>
      <p:sp>
        <p:nvSpPr>
          <p:cNvPr id="5" name="code-line-1">
            <a:extLst>
              <a:ext uri="{FF2B5EF4-FFF2-40B4-BE49-F238E27FC236}">
                <a16:creationId xmlns:a16="http://schemas.microsoft.com/office/drawing/2014/main" id="{F614CFDA-F13A-47D5-B487-C3B0A9F464F7}"/>
              </a:ext>
            </a:extLst>
          </p:cNvPr>
          <p:cNvSpPr>
            <a:spLocks noGrp="1"/>
          </p:cNvSpPr>
          <p:nvPr/>
        </p:nvSpPr>
        <p:spPr>
          <a:xfrm>
            <a:off x="790575" y="2187654"/>
            <a:ext cx="4394602"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D4D4D4"/>
                </a:solidFill>
                <a:latin typeface="Menlo"/>
                <a:ea typeface="Menlo"/>
                <a:cs typeface="Menlo"/>
              </a:rPr>
              <a:t>    </a:t>
            </a:r>
            <a:r>
              <a:rPr b="0" dirty="0" err="1">
                <a:solidFill>
                  <a:srgbClr val="9CDCFE"/>
                </a:solidFill>
                <a:latin typeface="Menlo"/>
                <a:ea typeface="Menlo"/>
                <a:cs typeface="Menlo"/>
              </a:rPr>
              <a:t>stateMachineArn</a:t>
            </a:r>
            <a:r>
              <a:rPr b="0" dirty="0">
                <a:solidFill>
                  <a:srgbClr val="D4D4D4"/>
                </a:solidFill>
                <a:latin typeface="Menlo"/>
                <a:ea typeface="Menlo"/>
                <a:cs typeface="Menlo"/>
              </a:rPr>
              <a:t>=</a:t>
            </a:r>
            <a:r>
              <a:rPr b="0" dirty="0" err="1">
                <a:solidFill>
                  <a:srgbClr val="9CDCFE"/>
                </a:solidFill>
                <a:latin typeface="Menlo"/>
                <a:ea typeface="Menlo"/>
                <a:cs typeface="Menlo"/>
              </a:rPr>
              <a:t>create_order_machine</a:t>
            </a:r>
            <a:r>
              <a:rPr b="0" dirty="0">
                <a:solidFill>
                  <a:srgbClr val="D4D4D4"/>
                </a:solidFill>
                <a:latin typeface="Menlo"/>
                <a:ea typeface="Menlo"/>
                <a:cs typeface="Menlo"/>
              </a:rPr>
              <a:t>,</a:t>
            </a:r>
          </a:p>
        </p:txBody>
      </p:sp>
      <p:sp>
        <p:nvSpPr>
          <p:cNvPr id="6" name="code-line-2">
            <a:extLst>
              <a:ext uri="{FF2B5EF4-FFF2-40B4-BE49-F238E27FC236}">
                <a16:creationId xmlns:a16="http://schemas.microsoft.com/office/drawing/2014/main" id="{A55B21F7-D530-4E0B-94EC-C6CE063F24E4}"/>
              </a:ext>
            </a:extLst>
          </p:cNvPr>
          <p:cNvSpPr>
            <a:spLocks noGrp="1"/>
          </p:cNvSpPr>
          <p:nvPr/>
        </p:nvSpPr>
        <p:spPr>
          <a:xfrm>
            <a:off x="790575" y="2460784"/>
            <a:ext cx="3650809"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a:solidFill>
                  <a:srgbClr val="D4D4D4"/>
                </a:solidFill>
                <a:latin typeface="Menlo"/>
                <a:ea typeface="Menlo"/>
                <a:cs typeface="Menlo"/>
              </a:rPr>
              <a:t>    </a:t>
            </a:r>
            <a:r>
              <a:rPr b="0">
                <a:solidFill>
                  <a:srgbClr val="9CDCFE"/>
                </a:solidFill>
                <a:latin typeface="Menlo"/>
                <a:ea typeface="Menlo"/>
                <a:cs typeface="Menlo"/>
              </a:rPr>
              <a:t>input</a:t>
            </a:r>
            <a:r>
              <a:rPr b="0">
                <a:solidFill>
                  <a:srgbClr val="D4D4D4"/>
                </a:solidFill>
                <a:latin typeface="Menlo"/>
                <a:ea typeface="Menlo"/>
                <a:cs typeface="Menlo"/>
              </a:rPr>
              <a:t>=</a:t>
            </a:r>
            <a:r>
              <a:rPr b="0">
                <a:solidFill>
                  <a:srgbClr val="4EC9B0"/>
                </a:solidFill>
                <a:latin typeface="Menlo"/>
                <a:ea typeface="Menlo"/>
                <a:cs typeface="Menlo"/>
              </a:rPr>
              <a:t>json</a:t>
            </a:r>
            <a:r>
              <a:rPr b="0">
                <a:solidFill>
                  <a:srgbClr val="D4D4D4"/>
                </a:solidFill>
                <a:latin typeface="Menlo"/>
                <a:ea typeface="Menlo"/>
                <a:cs typeface="Menlo"/>
              </a:rPr>
              <a:t>.</a:t>
            </a:r>
            <a:r>
              <a:rPr b="0">
                <a:solidFill>
                  <a:srgbClr val="DCDCAA"/>
                </a:solidFill>
                <a:latin typeface="Menlo"/>
                <a:ea typeface="Menlo"/>
                <a:cs typeface="Menlo"/>
              </a:rPr>
              <a:t>dumps</a:t>
            </a:r>
            <a:r>
              <a:rPr b="0">
                <a:solidFill>
                  <a:srgbClr val="D4D4D4"/>
                </a:solidFill>
                <a:latin typeface="Menlo"/>
                <a:ea typeface="Menlo"/>
                <a:cs typeface="Menlo"/>
              </a:rPr>
              <a:t>(</a:t>
            </a:r>
            <a:r>
              <a:rPr b="0">
                <a:solidFill>
                  <a:srgbClr val="9CDCFE"/>
                </a:solidFill>
                <a:latin typeface="Menlo"/>
                <a:ea typeface="Menlo"/>
                <a:cs typeface="Menlo"/>
              </a:rPr>
              <a:t>order_input</a:t>
            </a:r>
            <a:r>
              <a:rPr b="0">
                <a:solidFill>
                  <a:srgbClr val="D4D4D4"/>
                </a:solidFill>
                <a:latin typeface="Menlo"/>
                <a:ea typeface="Menlo"/>
                <a:cs typeface="Menlo"/>
              </a:rPr>
              <a:t>),</a:t>
            </a:r>
          </a:p>
        </p:txBody>
      </p:sp>
      <p:sp>
        <p:nvSpPr>
          <p:cNvPr id="7" name="code-line-3">
            <a:extLst>
              <a:ext uri="{FF2B5EF4-FFF2-40B4-BE49-F238E27FC236}">
                <a16:creationId xmlns:a16="http://schemas.microsoft.com/office/drawing/2014/main" id="{C5D565BF-2A0B-444C-A9E6-996FC0909C91}"/>
              </a:ext>
            </a:extLst>
          </p:cNvPr>
          <p:cNvSpPr>
            <a:spLocks noGrp="1"/>
          </p:cNvSpPr>
          <p:nvPr/>
        </p:nvSpPr>
        <p:spPr>
          <a:xfrm>
            <a:off x="790575" y="2733913"/>
            <a:ext cx="1844454"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a:solidFill>
                  <a:srgbClr val="D4D4D4"/>
                </a:solidFill>
                <a:latin typeface="Menlo"/>
                <a:ea typeface="Menlo"/>
                <a:cs typeface="Menlo"/>
              </a:rPr>
              <a:t>)[</a:t>
            </a:r>
            <a:r>
              <a:rPr b="0">
                <a:solidFill>
                  <a:srgbClr val="CE9178"/>
                </a:solidFill>
                <a:latin typeface="Menlo"/>
                <a:ea typeface="Menlo"/>
                <a:cs typeface="Menlo"/>
              </a:rPr>
              <a:t>"executionArn"</a:t>
            </a:r>
            <a:r>
              <a:rPr b="0">
                <a:solidFill>
                  <a:srgbClr val="D4D4D4"/>
                </a:solidFill>
                <a:latin typeface="Menlo"/>
                <a:ea typeface="Menlo"/>
                <a:cs typeface="Menlo"/>
              </a:rPr>
              <a:t>]</a:t>
            </a:r>
          </a:p>
        </p:txBody>
      </p:sp>
      <p:sp>
        <p:nvSpPr>
          <p:cNvPr id="8" name="code-line-4">
            <a:extLst>
              <a:ext uri="{FF2B5EF4-FFF2-40B4-BE49-F238E27FC236}">
                <a16:creationId xmlns:a16="http://schemas.microsoft.com/office/drawing/2014/main" id="{D6F7C3BE-A60B-46F1-9FEA-F34247EB110E}"/>
              </a:ext>
            </a:extLst>
          </p:cNvPr>
          <p:cNvSpPr>
            <a:spLocks noGrp="1"/>
          </p:cNvSpPr>
          <p:nvPr/>
        </p:nvSpPr>
        <p:spPr>
          <a:xfrm>
            <a:off x="790575" y="3007043"/>
            <a:ext cx="4075833" cy="440362"/>
          </a:xfrm>
          <a:prstGeom prst="rect">
            <a:avLst/>
          </a:prstGeom>
          <a:noFill/>
          <a:ln w="0">
            <a:noFill/>
          </a:ln>
        </p:spPr>
        <p:txBody xmlns:a="http://schemas.openxmlformats.org/drawingml/2006/main" xmlns:p="http://schemas.openxmlformats.org/presentationml/2006/main">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6A9955"/>
                </a:solidFill>
                <a:latin typeface="Menlo"/>
                <a:ea typeface="Menlo"/>
                <a:cs typeface="Menlo"/>
              </a:rPr>
              <a:t># Wait for merchant approval</a:t>
            </a:r>
          </a:p>
          <a:p>
            <a:pPr>
              <a:defRPr sz="1388" b="0">
                <a:solidFill>
                  <a:srgbClr val="D4D4D4"/>
                </a:solidFill>
                <a:latin typeface="Menlo"/>
                <a:ea typeface="Menlo"/>
                <a:cs typeface="Menlo"/>
              </a:defRPr>
            </a:pPr>
            <a:r>
              <a:rPr b="0" dirty="0">
                <a:solidFill>
                  <a:srgbClr val="6A9955"/>
                </a:solidFill>
                <a:latin typeface="Menlo"/>
                <a:ea typeface="Menlo"/>
                <a:cs typeface="Menlo"/>
              </a:rPr>
              <a:t># No lookup of Lambda internal state</a:t>
            </a:r>
          </a:p>
        </p:txBody>
      </p:sp>
      <p:sp>
        <p:nvSpPr>
          <p:cNvPr id="9" name="code-line-5">
            <a:extLst>
              <a:ext uri="{FF2B5EF4-FFF2-40B4-BE49-F238E27FC236}">
                <a16:creationId xmlns:a16="http://schemas.microsoft.com/office/drawing/2014/main" id="{B00074BB-6A1C-4478-A520-32C518B5F170}"/>
              </a:ext>
            </a:extLst>
          </p:cNvPr>
          <p:cNvSpPr>
            <a:spLocks noGrp="1"/>
          </p:cNvSpPr>
          <p:nvPr/>
        </p:nvSpPr>
        <p:spPr>
          <a:xfrm>
            <a:off x="790575" y="3445857"/>
            <a:ext cx="4713370"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C586C0"/>
                </a:solidFill>
                <a:latin typeface="Menlo"/>
                <a:ea typeface="Menlo"/>
                <a:cs typeface="Menlo"/>
              </a:rPr>
              <a:t>assert</a:t>
            </a:r>
            <a:r>
              <a:rPr b="0" dirty="0">
                <a:solidFill>
                  <a:srgbClr val="D4D4D4"/>
                </a:solidFill>
                <a:latin typeface="Menlo"/>
                <a:ea typeface="Menlo"/>
                <a:cs typeface="Menlo"/>
              </a:rPr>
              <a:t> </a:t>
            </a:r>
            <a:r>
              <a:rPr b="0" dirty="0">
                <a:solidFill>
                  <a:srgbClr val="9CDCFE"/>
                </a:solidFill>
                <a:latin typeface="Menlo"/>
                <a:ea typeface="Menlo"/>
                <a:cs typeface="Menlo"/>
              </a:rPr>
              <a:t>order</a:t>
            </a:r>
            <a:r>
              <a:rPr b="0" dirty="0">
                <a:solidFill>
                  <a:srgbClr val="D4D4D4"/>
                </a:solidFill>
                <a:latin typeface="Menlo"/>
                <a:ea typeface="Menlo"/>
                <a:cs typeface="Menlo"/>
              </a:rPr>
              <a:t>[</a:t>
            </a:r>
            <a:r>
              <a:rPr b="0" dirty="0">
                <a:solidFill>
                  <a:srgbClr val="CE9178"/>
                </a:solidFill>
                <a:latin typeface="Menlo"/>
                <a:ea typeface="Menlo"/>
                <a:cs typeface="Menlo"/>
              </a:rPr>
              <a:t>"status"</a:t>
            </a:r>
            <a:r>
              <a:rPr b="0" dirty="0">
                <a:solidFill>
                  <a:srgbClr val="D4D4D4"/>
                </a:solidFill>
                <a:latin typeface="Menlo"/>
                <a:ea typeface="Menlo"/>
                <a:cs typeface="Menlo"/>
              </a:rPr>
              <a:t>] == {</a:t>
            </a:r>
            <a:r>
              <a:rPr b="0" dirty="0">
                <a:solidFill>
                  <a:srgbClr val="CE9178"/>
                </a:solidFill>
                <a:latin typeface="Menlo"/>
                <a:ea typeface="Menlo"/>
                <a:cs typeface="Menlo"/>
              </a:rPr>
              <a:t>"S"</a:t>
            </a:r>
            <a:r>
              <a:rPr b="0" dirty="0">
                <a:solidFill>
                  <a:srgbClr val="D4D4D4"/>
                </a:solidFill>
                <a:latin typeface="Menlo"/>
                <a:ea typeface="Menlo"/>
                <a:cs typeface="Menlo"/>
              </a:rPr>
              <a:t>: </a:t>
            </a:r>
            <a:r>
              <a:rPr b="0" dirty="0">
                <a:solidFill>
                  <a:srgbClr val="CE9178"/>
                </a:solidFill>
                <a:latin typeface="Menlo"/>
                <a:ea typeface="Menlo"/>
                <a:cs typeface="Menlo"/>
              </a:rPr>
              <a:t>"CONFIRMED"</a:t>
            </a:r>
            <a:r>
              <a:rPr b="0" dirty="0">
                <a:solidFill>
                  <a:srgbClr val="D4D4D4"/>
                </a:solidFill>
                <a:latin typeface="Menlo"/>
                <a:ea typeface="Menlo"/>
                <a:cs typeface="Menlo"/>
              </a:rPr>
              <a:t>}</a:t>
            </a:r>
          </a:p>
        </p:txBody>
      </p:sp>
      <p:sp>
        <p:nvSpPr>
          <p:cNvPr id="10" name="code-line-6">
            <a:extLst>
              <a:ext uri="{FF2B5EF4-FFF2-40B4-BE49-F238E27FC236}">
                <a16:creationId xmlns:a16="http://schemas.microsoft.com/office/drawing/2014/main" id="{5137F567-E184-480D-A941-32FA4E308CC5}"/>
              </a:ext>
            </a:extLst>
          </p:cNvPr>
          <p:cNvSpPr>
            <a:spLocks noGrp="1"/>
          </p:cNvSpPr>
          <p:nvPr/>
        </p:nvSpPr>
        <p:spPr>
          <a:xfrm>
            <a:off x="790575" y="3718986"/>
            <a:ext cx="5032138"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C586C0"/>
                </a:solidFill>
                <a:latin typeface="Menlo"/>
                <a:ea typeface="Menlo"/>
                <a:cs typeface="Menlo"/>
              </a:rPr>
              <a:t>assert</a:t>
            </a:r>
            <a:r>
              <a:rPr b="0" dirty="0">
                <a:solidFill>
                  <a:srgbClr val="D4D4D4"/>
                </a:solidFill>
                <a:latin typeface="Menlo"/>
                <a:ea typeface="Menlo"/>
                <a:cs typeface="Menlo"/>
              </a:rPr>
              <a:t> </a:t>
            </a:r>
            <a:r>
              <a:rPr b="0" dirty="0">
                <a:solidFill>
                  <a:srgbClr val="9CDCFE"/>
                </a:solidFill>
                <a:latin typeface="Menlo"/>
                <a:ea typeface="Menlo"/>
                <a:cs typeface="Menlo"/>
              </a:rPr>
              <a:t>stock</a:t>
            </a:r>
            <a:r>
              <a:rPr b="0" dirty="0">
                <a:solidFill>
                  <a:srgbClr val="D4D4D4"/>
                </a:solidFill>
                <a:latin typeface="Menlo"/>
                <a:ea typeface="Menlo"/>
                <a:cs typeface="Menlo"/>
              </a:rPr>
              <a:t>[</a:t>
            </a:r>
            <a:r>
              <a:rPr b="0" dirty="0">
                <a:solidFill>
                  <a:srgbClr val="CE9178"/>
                </a:solidFill>
                <a:latin typeface="Menlo"/>
                <a:ea typeface="Menlo"/>
                <a:cs typeface="Menlo"/>
              </a:rPr>
              <a:t>"Item"</a:t>
            </a:r>
            <a:r>
              <a:rPr b="0" dirty="0">
                <a:solidFill>
                  <a:srgbClr val="D4D4D4"/>
                </a:solidFill>
                <a:latin typeface="Menlo"/>
                <a:ea typeface="Menlo"/>
                <a:cs typeface="Menlo"/>
              </a:rPr>
              <a:t>][</a:t>
            </a:r>
            <a:r>
              <a:rPr b="0" dirty="0">
                <a:solidFill>
                  <a:srgbClr val="CE9178"/>
                </a:solidFill>
                <a:latin typeface="Menlo"/>
                <a:ea typeface="Menlo"/>
                <a:cs typeface="Menlo"/>
              </a:rPr>
              <a:t>"available"</a:t>
            </a:r>
            <a:r>
              <a:rPr b="0" dirty="0">
                <a:solidFill>
                  <a:srgbClr val="D4D4D4"/>
                </a:solidFill>
                <a:latin typeface="Menlo"/>
                <a:ea typeface="Menlo"/>
                <a:cs typeface="Menlo"/>
              </a:rPr>
              <a:t>] == {</a:t>
            </a:r>
            <a:r>
              <a:rPr b="0" dirty="0">
                <a:solidFill>
                  <a:srgbClr val="CE9178"/>
                </a:solidFill>
                <a:latin typeface="Menlo"/>
                <a:ea typeface="Menlo"/>
                <a:cs typeface="Menlo"/>
              </a:rPr>
              <a:t>"N"</a:t>
            </a:r>
            <a:r>
              <a:rPr b="0" dirty="0">
                <a:solidFill>
                  <a:srgbClr val="D4D4D4"/>
                </a:solidFill>
                <a:latin typeface="Menlo"/>
                <a:ea typeface="Menlo"/>
                <a:cs typeface="Menlo"/>
              </a:rPr>
              <a:t>: </a:t>
            </a:r>
            <a:r>
              <a:rPr b="0" dirty="0">
                <a:solidFill>
                  <a:srgbClr val="CE9178"/>
                </a:solidFill>
                <a:latin typeface="Menlo"/>
                <a:ea typeface="Menlo"/>
                <a:cs typeface="Menlo"/>
              </a:rPr>
              <a:t>"8"</a:t>
            </a:r>
            <a:r>
              <a:rPr b="0" dirty="0">
                <a:solidFill>
                  <a:srgbClr val="D4D4D4"/>
                </a:solidFill>
                <a:latin typeface="Menlo"/>
                <a:ea typeface="Menlo"/>
                <a:cs typeface="Menlo"/>
              </a:rPr>
              <a:t>}</a:t>
            </a:r>
          </a:p>
        </p:txBody>
      </p:sp>
      <p:sp>
        <p:nvSpPr>
          <p:cNvPr id="11" name="code-line-7">
            <a:extLst>
              <a:ext uri="{FF2B5EF4-FFF2-40B4-BE49-F238E27FC236}">
                <a16:creationId xmlns:a16="http://schemas.microsoft.com/office/drawing/2014/main" id="{AC4F69F9-C60E-4CE3-BBE4-54583B764E3D}"/>
              </a:ext>
            </a:extLst>
          </p:cNvPr>
          <p:cNvSpPr>
            <a:spLocks noGrp="1"/>
          </p:cNvSpPr>
          <p:nvPr/>
        </p:nvSpPr>
        <p:spPr>
          <a:xfrm>
            <a:off x="790575" y="3992116"/>
            <a:ext cx="3650809"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C586C0"/>
                </a:solidFill>
                <a:latin typeface="Menlo"/>
                <a:ea typeface="Menlo"/>
                <a:cs typeface="Menlo"/>
              </a:rPr>
              <a:t>assert</a:t>
            </a:r>
            <a:r>
              <a:rPr b="0" dirty="0">
                <a:solidFill>
                  <a:srgbClr val="D4D4D4"/>
                </a:solidFill>
                <a:latin typeface="Menlo"/>
                <a:ea typeface="Menlo"/>
                <a:cs typeface="Menlo"/>
              </a:rPr>
              <a:t> </a:t>
            </a:r>
            <a:r>
              <a:rPr b="0" dirty="0" err="1">
                <a:solidFill>
                  <a:srgbClr val="DCDCAA"/>
                </a:solidFill>
                <a:latin typeface="Menlo"/>
                <a:ea typeface="Menlo"/>
                <a:cs typeface="Menlo"/>
              </a:rPr>
              <a:t>len</a:t>
            </a:r>
            <a:r>
              <a:rPr b="0" dirty="0">
                <a:solidFill>
                  <a:srgbClr val="D4D4D4"/>
                </a:solidFill>
                <a:latin typeface="Menlo"/>
                <a:ea typeface="Menlo"/>
                <a:cs typeface="Menlo"/>
              </a:rPr>
              <a:t>(</a:t>
            </a:r>
            <a:r>
              <a:rPr b="0" dirty="0">
                <a:solidFill>
                  <a:srgbClr val="9CDCFE"/>
                </a:solidFill>
                <a:latin typeface="Menlo"/>
                <a:ea typeface="Menlo"/>
                <a:cs typeface="Menlo"/>
              </a:rPr>
              <a:t>ledger</a:t>
            </a:r>
            <a:r>
              <a:rPr b="0" dirty="0">
                <a:solidFill>
                  <a:srgbClr val="D4D4D4"/>
                </a:solidFill>
                <a:latin typeface="Menlo"/>
                <a:ea typeface="Menlo"/>
                <a:cs typeface="Menlo"/>
              </a:rPr>
              <a:t>[</a:t>
            </a:r>
            <a:r>
              <a:rPr b="0" dirty="0">
                <a:solidFill>
                  <a:srgbClr val="CE9178"/>
                </a:solidFill>
                <a:latin typeface="Menlo"/>
                <a:ea typeface="Menlo"/>
                <a:cs typeface="Menlo"/>
              </a:rPr>
              <a:t>"charges"</a:t>
            </a:r>
            <a:r>
              <a:rPr b="0" dirty="0">
                <a:solidFill>
                  <a:srgbClr val="D4D4D4"/>
                </a:solidFill>
                <a:latin typeface="Menlo"/>
                <a:ea typeface="Menlo"/>
                <a:cs typeface="Menlo"/>
              </a:rPr>
              <a:t>]) == </a:t>
            </a:r>
            <a:r>
              <a:rPr b="0" dirty="0">
                <a:solidFill>
                  <a:srgbClr val="B5CEA8"/>
                </a:solidFill>
                <a:latin typeface="Menlo"/>
                <a:ea typeface="Menlo"/>
                <a:cs typeface="Menlo"/>
              </a:rPr>
              <a:t>1</a:t>
            </a:r>
          </a:p>
        </p:txBody>
      </p:sp>
      <p:sp>
        <p:nvSpPr>
          <p:cNvPr id="12" name="cue-11-1-focus">
            <a:extLst>
              <a:ext uri="{FF2B5EF4-FFF2-40B4-BE49-F238E27FC236}">
                <a16:creationId xmlns:a16="http://schemas.microsoft.com/office/drawing/2014/main" id="{D21593AB-88E7-4561-B081-4BF0FF1D2AC0}"/>
              </a:ext>
            </a:extLst>
          </p:cNvPr>
          <p:cNvSpPr>
            <a:spLocks noGrp="1"/>
          </p:cNvSpPr>
          <p:nvPr/>
        </p:nvSpPr>
        <p:spPr>
          <a:xfrm>
            <a:off x="3196366" y="1905000"/>
            <a:ext cx="1670042" cy="282654"/>
          </a:xfrm>
          <a:prstGeom prst="rect">
            <a:avLst/>
          </a:prstGeom>
          <a:noFill/>
          <a:ln w="20955">
            <a:solidFill>
              <a:srgbClr val="FF5874"/>
            </a:solidFill>
          </a:ln>
        </p:spPr>
        <p:txBody>
          <a:bodyPr/>
          <a:lstStyle/>
          <a:p>
            <a:endParaRPr lang="en-US"/>
          </a:p>
        </p:txBody>
      </p:sp>
      <p:cxnSp>
        <p:nvCxnSpPr>
          <p:cNvPr id="13" name="cue-11-1-leader-0">
            <a:extLst>
              <a:ext uri="{FF2B5EF4-FFF2-40B4-BE49-F238E27FC236}">
                <a16:creationId xmlns:a16="http://schemas.microsoft.com/office/drawing/2014/main" id="{B1663F9C-0665-4F1B-BB50-D11456B7EA7B}"/>
              </a:ext>
            </a:extLst>
          </p:cNvPr>
          <p:cNvCxnSpPr>
            <a:cxnSpLocks/>
          </p:cNvCxnSpPr>
          <p:nvPr/>
        </p:nvCxnSpPr>
        <p:spPr>
          <a:xfrm>
            <a:off x="4031386" y="1652587"/>
            <a:ext cx="1" cy="214313"/>
          </a:xfrm>
          <a:prstGeom prst="straightConnector1">
            <a:avLst/>
          </a:prstGeom>
          <a:ln w="20955">
            <a:solidFill>
              <a:srgbClr val="FF5874"/>
            </a:solidFill>
            <a:tailEnd type="triangle" w="sm" len="sm"/>
          </a:ln>
        </p:spPr>
      </p:cxnSp>
      <p:sp>
        <p:nvSpPr>
          <p:cNvPr id="14" name="cue-11-1-label">
            <a:extLst>
              <a:ext uri="{FF2B5EF4-FFF2-40B4-BE49-F238E27FC236}">
                <a16:creationId xmlns:a16="http://schemas.microsoft.com/office/drawing/2014/main" id="{D0CA2C95-406F-45C6-A9A4-8D1686651A2A}"/>
              </a:ext>
            </a:extLst>
          </p:cNvPr>
          <p:cNvSpPr>
            <a:spLocks noGrp="1"/>
          </p:cNvSpPr>
          <p:nvPr/>
        </p:nvSpPr>
        <p:spPr>
          <a:xfrm>
            <a:off x="2816948" y="1349454"/>
            <a:ext cx="2428875" cy="266700"/>
          </a:xfrm>
          <a:prstGeom prst="rect">
            <a:avLst/>
          </a:prstGeom>
          <a:solidFill>
            <a:srgbClr val="255DA8"/>
          </a:solidFill>
          <a:ln w="0">
            <a:noFill/>
          </a:ln>
        </p:spPr>
        <p:txBody>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b="0" dirty="0">
                <a:latin typeface="Ubuntu Light"/>
                <a:ea typeface="Ubuntu Light"/>
                <a:cs typeface="Ubuntu Light"/>
              </a:rPr>
              <a:t>Start the order workflow</a:t>
            </a:r>
          </a:p>
        </p:txBody>
      </p:sp>
      <p:sp>
        <p:nvSpPr>
          <p:cNvPr id="15" name="cue-11-2-focus">
            <a:extLst>
              <a:ext uri="{FF2B5EF4-FFF2-40B4-BE49-F238E27FC236}">
                <a16:creationId xmlns:a16="http://schemas.microsoft.com/office/drawing/2014/main" id="{52313FCE-DED2-41D5-91E6-ED90908778A8}"/>
              </a:ext>
            </a:extLst>
          </p:cNvPr>
          <p:cNvSpPr>
            <a:spLocks noGrp="1"/>
          </p:cNvSpPr>
          <p:nvPr/>
        </p:nvSpPr>
        <p:spPr>
          <a:xfrm>
            <a:off x="766004" y="3969305"/>
            <a:ext cx="3688909" cy="282654"/>
          </a:xfrm>
          <a:prstGeom prst="rect">
            <a:avLst/>
          </a:prstGeom>
          <a:noFill/>
          <a:ln w="20955">
            <a:solidFill>
              <a:srgbClr val="FF5874"/>
            </a:solidFill>
          </a:ln>
        </p:spPr>
        <p:txBody>
          <a:bodyPr/>
          <a:lstStyle/>
          <a:p>
            <a:endParaRPr lang="en-US"/>
          </a:p>
        </p:txBody>
      </p:sp>
      <p:cxnSp>
        <p:nvCxnSpPr>
          <p:cNvPr id="16" name="cue-11-2-leader-0">
            <a:extLst>
              <a:ext uri="{FF2B5EF4-FFF2-40B4-BE49-F238E27FC236}">
                <a16:creationId xmlns:a16="http://schemas.microsoft.com/office/drawing/2014/main" id="{4404137E-8621-485C-A5F1-45E16AD0D708}"/>
              </a:ext>
            </a:extLst>
          </p:cNvPr>
          <p:cNvCxnSpPr>
            <a:cxnSpLocks/>
            <a:stCxn id="15" idx="2"/>
            <a:endCxn id="17" idx="0"/>
          </p:cNvCxnSpPr>
          <p:nvPr/>
        </p:nvCxnSpPr>
        <p:spPr>
          <a:xfrm>
            <a:off x="2610459" y="4251959"/>
            <a:ext cx="1849616" cy="464786"/>
          </a:xfrm>
          <a:prstGeom prst="straightConnector1">
            <a:avLst/>
          </a:prstGeom>
          <a:ln w="20955">
            <a:solidFill>
              <a:srgbClr val="FF5874"/>
            </a:solidFill>
            <a:headEnd type="triangle" w="sm" len="sm"/>
          </a:ln>
        </p:spPr>
      </p:cxnSp>
      <p:sp>
        <p:nvSpPr>
          <p:cNvPr id="17" name="cue-11-2-label">
            <a:extLst>
              <a:ext uri="{FF2B5EF4-FFF2-40B4-BE49-F238E27FC236}">
                <a16:creationId xmlns:a16="http://schemas.microsoft.com/office/drawing/2014/main" id="{FA53289D-EBA4-4B0D-AB86-6064193BE3A6}"/>
              </a:ext>
            </a:extLst>
          </p:cNvPr>
          <p:cNvSpPr>
            <a:spLocks noGrp="1"/>
          </p:cNvSpPr>
          <p:nvPr/>
        </p:nvSpPr>
        <p:spPr>
          <a:xfrm>
            <a:off x="2704780" y="4716745"/>
            <a:ext cx="3510589" cy="266700"/>
          </a:xfrm>
          <a:prstGeom prst="rect">
            <a:avLst/>
          </a:prstGeom>
          <a:solidFill>
            <a:srgbClr val="255DA8"/>
          </a:solidFill>
          <a:ln w="0">
            <a:noFill/>
          </a:ln>
        </p:spPr>
        <p:txBody>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b="0" dirty="0">
                <a:latin typeface="Menlo"/>
                <a:ea typeface="Menlo"/>
                <a:cs typeface="Menlo"/>
              </a:rPr>
              <a:t>ledger</a:t>
            </a:r>
            <a:r>
              <a:rPr b="0" dirty="0">
                <a:latin typeface="Ubuntu Light"/>
                <a:ea typeface="Ubuntu Light"/>
                <a:cs typeface="Ubuntu Light"/>
              </a:rPr>
              <a:t>: </a:t>
            </a:r>
            <a:r>
              <a:rPr lang="en-US" dirty="0"/>
              <a:t>check </a:t>
            </a:r>
            <a:r>
              <a:rPr b="0" dirty="0" err="1">
                <a:latin typeface="Ubuntu Light"/>
                <a:ea typeface="Ubuntu Light"/>
                <a:cs typeface="Ubuntu Light"/>
              </a:rPr>
              <a:t>localstripe</a:t>
            </a:r>
            <a:r>
              <a:rPr b="0" dirty="0">
                <a:latin typeface="Ubuntu Light"/>
                <a:ea typeface="Ubuntu Light"/>
                <a:cs typeface="Ubuntu Light"/>
              </a:rPr>
              <a:t> payment records</a:t>
            </a:r>
          </a:p>
        </p:txBody>
      </p:sp>
      <p:sp>
        <p:nvSpPr>
          <p:cNvPr id="22" name="merchant">
            <a:extLst>
              <a:ext uri="{FF2B5EF4-FFF2-40B4-BE49-F238E27FC236}">
                <a16:creationId xmlns:a16="http://schemas.microsoft.com/office/drawing/2014/main" id="{B95E067C-F5D9-A248-E8DC-7821BB408D4E}"/>
              </a:ext>
            </a:extLst>
          </p:cNvPr>
          <p:cNvSpPr>
            <a:spLocks noGrp="1"/>
          </p:cNvSpPr>
          <p:nvPr/>
        </p:nvSpPr>
        <p:spPr>
          <a:xfrm>
            <a:off x="7319944" y="1722656"/>
            <a:ext cx="1476375" cy="523875"/>
          </a:xfrm>
          <a:prstGeom prst="roundRect">
            <a:avLst>
              <a:gd name="adj" fmla="val 14545"/>
            </a:avLst>
          </a:prstGeom>
          <a:solidFill>
            <a:srgbClr val="FFFFFF"/>
          </a:solidFill>
          <a:ln w="9525">
            <a:solidFill>
              <a:srgbClr val="475569"/>
            </a:solidFill>
          </a:ln>
        </p:spPr>
        <p:txBody>
          <a:bodyPr wrap="none" lIns="28575" tIns="28575" rIns="28575" bIns="28575" anchor="ctr">
            <a:noAutofit/>
          </a:bodyPr>
          <a:lstStyle>
            <a:defPPr algn="ctr">
              <a:defRPr sz="1500" b="0">
                <a:solidFill>
                  <a:srgbClr val="202D3E"/>
                </a:solidFill>
                <a:latin typeface="Ubuntu Light"/>
                <a:ea typeface="Ubuntu Light"/>
                <a:cs typeface="Ubuntu Light"/>
              </a:defRPr>
            </a:defPPr>
            <a:lvl1pPr algn="ctr">
              <a:defRPr sz="1500" b="0">
                <a:solidFill>
                  <a:srgbClr val="202D3E"/>
                </a:solidFill>
                <a:latin typeface="Ubuntu Light"/>
                <a:ea typeface="Ubuntu Light"/>
                <a:cs typeface="Ubuntu Light"/>
              </a:defRPr>
            </a:lvl1pPr>
            <a:lvl2pPr algn="ctr">
              <a:defRPr sz="1500" b="0">
                <a:solidFill>
                  <a:srgbClr val="202D3E"/>
                </a:solidFill>
                <a:latin typeface="Ubuntu Light"/>
                <a:ea typeface="Ubuntu Light"/>
                <a:cs typeface="Ubuntu Light"/>
              </a:defRPr>
            </a:lvl2pPr>
            <a:lvl3pPr algn="ctr">
              <a:defRPr sz="1500" b="0">
                <a:solidFill>
                  <a:srgbClr val="202D3E"/>
                </a:solidFill>
                <a:latin typeface="Ubuntu Light"/>
                <a:ea typeface="Ubuntu Light"/>
                <a:cs typeface="Ubuntu Light"/>
              </a:defRPr>
            </a:lvl3pPr>
            <a:lvl4pPr algn="ctr">
              <a:defRPr sz="1500" b="0">
                <a:solidFill>
                  <a:srgbClr val="202D3E"/>
                </a:solidFill>
                <a:latin typeface="Ubuntu Light"/>
                <a:ea typeface="Ubuntu Light"/>
                <a:cs typeface="Ubuntu Light"/>
              </a:defRPr>
            </a:lvl4pPr>
            <a:lvl5pPr algn="ctr">
              <a:defRPr sz="1500" b="0">
                <a:solidFill>
                  <a:srgbClr val="202D3E"/>
                </a:solidFill>
                <a:latin typeface="Ubuntu Light"/>
                <a:ea typeface="Ubuntu Light"/>
                <a:cs typeface="Ubuntu Light"/>
              </a:defRPr>
            </a:lvl5pPr>
            <a:lvl6pPr algn="ctr">
              <a:defRPr sz="1500" b="0">
                <a:solidFill>
                  <a:srgbClr val="202D3E"/>
                </a:solidFill>
                <a:latin typeface="Ubuntu Light"/>
                <a:ea typeface="Ubuntu Light"/>
                <a:cs typeface="Ubuntu Light"/>
              </a:defRPr>
            </a:lvl6pPr>
            <a:lvl7pPr algn="ctr">
              <a:defRPr sz="1500" b="0">
                <a:solidFill>
                  <a:srgbClr val="202D3E"/>
                </a:solidFill>
                <a:latin typeface="Ubuntu Light"/>
                <a:ea typeface="Ubuntu Light"/>
                <a:cs typeface="Ubuntu Light"/>
              </a:defRPr>
            </a:lvl7pPr>
            <a:lvl8pPr algn="ctr">
              <a:defRPr sz="1500" b="0">
                <a:solidFill>
                  <a:srgbClr val="202D3E"/>
                </a:solidFill>
                <a:latin typeface="Ubuntu Light"/>
                <a:ea typeface="Ubuntu Light"/>
                <a:cs typeface="Ubuntu Light"/>
              </a:defRPr>
            </a:lvl8pPr>
            <a:lvl9pPr algn="ctr">
              <a:defRPr sz="1500" b="0">
                <a:solidFill>
                  <a:srgbClr val="202D3E"/>
                </a:solidFill>
                <a:latin typeface="Ubuntu Light"/>
                <a:ea typeface="Ubuntu Light"/>
                <a:cs typeface="Ubuntu Light"/>
              </a:defRPr>
            </a:lvl9pPr>
          </a:lstStyle>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Await merchant</a:t>
            </a:r>
          </a:p>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approval</a:t>
            </a:r>
          </a:p>
        </p:txBody>
      </p:sp>
      <p:sp>
        <p:nvSpPr>
          <p:cNvPr id="23" name="reserve">
            <a:extLst>
              <a:ext uri="{FF2B5EF4-FFF2-40B4-BE49-F238E27FC236}">
                <a16:creationId xmlns:a16="http://schemas.microsoft.com/office/drawing/2014/main" id="{ADE59B21-AFF6-5787-B1A7-7B19E453595F}"/>
              </a:ext>
            </a:extLst>
          </p:cNvPr>
          <p:cNvSpPr>
            <a:spLocks noGrp="1"/>
          </p:cNvSpPr>
          <p:nvPr/>
        </p:nvSpPr>
        <p:spPr>
          <a:xfrm>
            <a:off x="7319945" y="2683457"/>
            <a:ext cx="1476375" cy="523875"/>
          </a:xfrm>
          <a:prstGeom prst="roundRect">
            <a:avLst>
              <a:gd name="adj" fmla="val 14545"/>
            </a:avLst>
          </a:prstGeom>
          <a:solidFill>
            <a:srgbClr val="FFFFFF"/>
          </a:solidFill>
          <a:ln w="9525">
            <a:solidFill>
              <a:srgbClr val="475569"/>
            </a:solidFill>
          </a:ln>
        </p:spPr>
        <p:txBody>
          <a:bodyPr wrap="none" lIns="28575" tIns="28575" rIns="28575" bIns="28575" anchor="ctr">
            <a:noAutofit/>
          </a:bodyPr>
          <a:lstStyle>
            <a:defPPr algn="ctr">
              <a:defRPr sz="1500" b="0">
                <a:solidFill>
                  <a:srgbClr val="202D3E"/>
                </a:solidFill>
                <a:latin typeface="Ubuntu Light"/>
                <a:ea typeface="Ubuntu Light"/>
                <a:cs typeface="Ubuntu Light"/>
              </a:defRPr>
            </a:defPPr>
            <a:lvl1pPr algn="ctr">
              <a:defRPr sz="1500" b="0">
                <a:solidFill>
                  <a:srgbClr val="202D3E"/>
                </a:solidFill>
                <a:latin typeface="Ubuntu Light"/>
                <a:ea typeface="Ubuntu Light"/>
                <a:cs typeface="Ubuntu Light"/>
              </a:defRPr>
            </a:lvl1pPr>
            <a:lvl2pPr algn="ctr">
              <a:defRPr sz="1500" b="0">
                <a:solidFill>
                  <a:srgbClr val="202D3E"/>
                </a:solidFill>
                <a:latin typeface="Ubuntu Light"/>
                <a:ea typeface="Ubuntu Light"/>
                <a:cs typeface="Ubuntu Light"/>
              </a:defRPr>
            </a:lvl2pPr>
            <a:lvl3pPr algn="ctr">
              <a:defRPr sz="1500" b="0">
                <a:solidFill>
                  <a:srgbClr val="202D3E"/>
                </a:solidFill>
                <a:latin typeface="Ubuntu Light"/>
                <a:ea typeface="Ubuntu Light"/>
                <a:cs typeface="Ubuntu Light"/>
              </a:defRPr>
            </a:lvl3pPr>
            <a:lvl4pPr algn="ctr">
              <a:defRPr sz="1500" b="0">
                <a:solidFill>
                  <a:srgbClr val="202D3E"/>
                </a:solidFill>
                <a:latin typeface="Ubuntu Light"/>
                <a:ea typeface="Ubuntu Light"/>
                <a:cs typeface="Ubuntu Light"/>
              </a:defRPr>
            </a:lvl4pPr>
            <a:lvl5pPr algn="ctr">
              <a:defRPr sz="1500" b="0">
                <a:solidFill>
                  <a:srgbClr val="202D3E"/>
                </a:solidFill>
                <a:latin typeface="Ubuntu Light"/>
                <a:ea typeface="Ubuntu Light"/>
                <a:cs typeface="Ubuntu Light"/>
              </a:defRPr>
            </a:lvl5pPr>
            <a:lvl6pPr algn="ctr">
              <a:defRPr sz="1500" b="0">
                <a:solidFill>
                  <a:srgbClr val="202D3E"/>
                </a:solidFill>
                <a:latin typeface="Ubuntu Light"/>
                <a:ea typeface="Ubuntu Light"/>
                <a:cs typeface="Ubuntu Light"/>
              </a:defRPr>
            </a:lvl6pPr>
            <a:lvl7pPr algn="ctr">
              <a:defRPr sz="1500" b="0">
                <a:solidFill>
                  <a:srgbClr val="202D3E"/>
                </a:solidFill>
                <a:latin typeface="Ubuntu Light"/>
                <a:ea typeface="Ubuntu Light"/>
                <a:cs typeface="Ubuntu Light"/>
              </a:defRPr>
            </a:lvl7pPr>
            <a:lvl8pPr algn="ctr">
              <a:defRPr sz="1500" b="0">
                <a:solidFill>
                  <a:srgbClr val="202D3E"/>
                </a:solidFill>
                <a:latin typeface="Ubuntu Light"/>
                <a:ea typeface="Ubuntu Light"/>
                <a:cs typeface="Ubuntu Light"/>
              </a:defRPr>
            </a:lvl8pPr>
            <a:lvl9pPr algn="ctr">
              <a:defRPr sz="1500" b="0">
                <a:solidFill>
                  <a:srgbClr val="202D3E"/>
                </a:solidFill>
                <a:latin typeface="Ubuntu Light"/>
                <a:ea typeface="Ubuntu Light"/>
                <a:cs typeface="Ubuntu Light"/>
              </a:defRPr>
            </a:lvl9pPr>
          </a:lstStyle>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Reserve</a:t>
            </a:r>
          </a:p>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2 units</a:t>
            </a:r>
          </a:p>
        </p:txBody>
      </p:sp>
      <p:sp>
        <p:nvSpPr>
          <p:cNvPr id="24" name="charge">
            <a:extLst>
              <a:ext uri="{FF2B5EF4-FFF2-40B4-BE49-F238E27FC236}">
                <a16:creationId xmlns:a16="http://schemas.microsoft.com/office/drawing/2014/main" id="{86966BA6-A185-FB90-1527-C22BD4781FDE}"/>
              </a:ext>
            </a:extLst>
          </p:cNvPr>
          <p:cNvSpPr>
            <a:spLocks noGrp="1"/>
          </p:cNvSpPr>
          <p:nvPr/>
        </p:nvSpPr>
        <p:spPr>
          <a:xfrm>
            <a:off x="7319945" y="3682067"/>
            <a:ext cx="1476375" cy="523875"/>
          </a:xfrm>
          <a:prstGeom prst="roundRect">
            <a:avLst>
              <a:gd name="adj" fmla="val 14545"/>
            </a:avLst>
          </a:prstGeom>
          <a:solidFill>
            <a:srgbClr val="FFFFFF"/>
          </a:solidFill>
          <a:ln w="9525">
            <a:solidFill>
              <a:srgbClr val="475569"/>
            </a:solidFill>
          </a:ln>
        </p:spPr>
        <p:txBody>
          <a:bodyPr wrap="none" lIns="28575" tIns="28575" rIns="28575" bIns="28575" anchor="ctr">
            <a:noAutofit/>
          </a:bodyPr>
          <a:lstStyle>
            <a:defPPr algn="ctr">
              <a:defRPr sz="1500" b="0">
                <a:solidFill>
                  <a:srgbClr val="202D3E"/>
                </a:solidFill>
                <a:latin typeface="Ubuntu Light"/>
                <a:ea typeface="Ubuntu Light"/>
                <a:cs typeface="Ubuntu Light"/>
              </a:defRPr>
            </a:defPPr>
            <a:lvl1pPr algn="ctr">
              <a:defRPr sz="1500" b="0">
                <a:solidFill>
                  <a:srgbClr val="202D3E"/>
                </a:solidFill>
                <a:latin typeface="Ubuntu Light"/>
                <a:ea typeface="Ubuntu Light"/>
                <a:cs typeface="Ubuntu Light"/>
              </a:defRPr>
            </a:lvl1pPr>
            <a:lvl2pPr algn="ctr">
              <a:defRPr sz="1500" b="0">
                <a:solidFill>
                  <a:srgbClr val="202D3E"/>
                </a:solidFill>
                <a:latin typeface="Ubuntu Light"/>
                <a:ea typeface="Ubuntu Light"/>
                <a:cs typeface="Ubuntu Light"/>
              </a:defRPr>
            </a:lvl2pPr>
            <a:lvl3pPr algn="ctr">
              <a:defRPr sz="1500" b="0">
                <a:solidFill>
                  <a:srgbClr val="202D3E"/>
                </a:solidFill>
                <a:latin typeface="Ubuntu Light"/>
                <a:ea typeface="Ubuntu Light"/>
                <a:cs typeface="Ubuntu Light"/>
              </a:defRPr>
            </a:lvl3pPr>
            <a:lvl4pPr algn="ctr">
              <a:defRPr sz="1500" b="0">
                <a:solidFill>
                  <a:srgbClr val="202D3E"/>
                </a:solidFill>
                <a:latin typeface="Ubuntu Light"/>
                <a:ea typeface="Ubuntu Light"/>
                <a:cs typeface="Ubuntu Light"/>
              </a:defRPr>
            </a:lvl4pPr>
            <a:lvl5pPr algn="ctr">
              <a:defRPr sz="1500" b="0">
                <a:solidFill>
                  <a:srgbClr val="202D3E"/>
                </a:solidFill>
                <a:latin typeface="Ubuntu Light"/>
                <a:ea typeface="Ubuntu Light"/>
                <a:cs typeface="Ubuntu Light"/>
              </a:defRPr>
            </a:lvl5pPr>
            <a:lvl6pPr algn="ctr">
              <a:defRPr sz="1500" b="0">
                <a:solidFill>
                  <a:srgbClr val="202D3E"/>
                </a:solidFill>
                <a:latin typeface="Ubuntu Light"/>
                <a:ea typeface="Ubuntu Light"/>
                <a:cs typeface="Ubuntu Light"/>
              </a:defRPr>
            </a:lvl6pPr>
            <a:lvl7pPr algn="ctr">
              <a:defRPr sz="1500" b="0">
                <a:solidFill>
                  <a:srgbClr val="202D3E"/>
                </a:solidFill>
                <a:latin typeface="Ubuntu Light"/>
                <a:ea typeface="Ubuntu Light"/>
                <a:cs typeface="Ubuntu Light"/>
              </a:defRPr>
            </a:lvl7pPr>
            <a:lvl8pPr algn="ctr">
              <a:defRPr sz="1500" b="0">
                <a:solidFill>
                  <a:srgbClr val="202D3E"/>
                </a:solidFill>
                <a:latin typeface="Ubuntu Light"/>
                <a:ea typeface="Ubuntu Light"/>
                <a:cs typeface="Ubuntu Light"/>
              </a:defRPr>
            </a:lvl8pPr>
            <a:lvl9pPr algn="ctr">
              <a:defRPr sz="1500" b="0">
                <a:solidFill>
                  <a:srgbClr val="202D3E"/>
                </a:solidFill>
                <a:latin typeface="Ubuntu Light"/>
                <a:ea typeface="Ubuntu Light"/>
                <a:cs typeface="Ubuntu Light"/>
              </a:defRPr>
            </a:lvl9pPr>
          </a:lstStyle>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Charge</a:t>
            </a:r>
          </a:p>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payment</a:t>
            </a:r>
          </a:p>
        </p:txBody>
      </p:sp>
      <p:sp>
        <p:nvSpPr>
          <p:cNvPr id="26" name="approved-label">
            <a:extLst>
              <a:ext uri="{FF2B5EF4-FFF2-40B4-BE49-F238E27FC236}">
                <a16:creationId xmlns:a16="http://schemas.microsoft.com/office/drawing/2014/main" id="{B6B171C6-32EE-EE43-0460-3197EFB6C4AA}"/>
              </a:ext>
            </a:extLst>
          </p:cNvPr>
          <p:cNvSpPr>
            <a:spLocks noGrp="1"/>
          </p:cNvSpPr>
          <p:nvPr/>
        </p:nvSpPr>
        <p:spPr>
          <a:xfrm>
            <a:off x="7143731" y="2338830"/>
            <a:ext cx="914400" cy="228600"/>
          </a:xfrm>
          <a:prstGeom prst="rect">
            <a:avLst/>
          </a:prstGeom>
          <a:noFill/>
          <a:ln w="0">
            <a:noFill/>
          </a:ln>
        </p:spPr>
        <p:txBody>
          <a:bodyPr wrap="none" lIns="0" tIns="0" rIns="0" bIns="0" anchor="t">
            <a:noAutofit/>
          </a:bodyPr>
          <a:lstStyle>
            <a:defPPr algn="ctr">
              <a:defRPr sz="1275" b="0">
                <a:solidFill>
                  <a:srgbClr val="202D3E"/>
                </a:solidFill>
                <a:latin typeface="Ubuntu Light"/>
                <a:ea typeface="Ubuntu Light"/>
                <a:cs typeface="Ubuntu Light"/>
              </a:defRPr>
            </a:defPPr>
            <a:lvl1pPr algn="ctr">
              <a:defRPr sz="1275" b="0">
                <a:solidFill>
                  <a:srgbClr val="202D3E"/>
                </a:solidFill>
                <a:latin typeface="Ubuntu Light"/>
                <a:ea typeface="Ubuntu Light"/>
                <a:cs typeface="Ubuntu Light"/>
              </a:defRPr>
            </a:lvl1pPr>
            <a:lvl2pPr algn="ctr">
              <a:defRPr sz="1275" b="0">
                <a:solidFill>
                  <a:srgbClr val="202D3E"/>
                </a:solidFill>
                <a:latin typeface="Ubuntu Light"/>
                <a:ea typeface="Ubuntu Light"/>
                <a:cs typeface="Ubuntu Light"/>
              </a:defRPr>
            </a:lvl2pPr>
            <a:lvl3pPr algn="ctr">
              <a:defRPr sz="1275" b="0">
                <a:solidFill>
                  <a:srgbClr val="202D3E"/>
                </a:solidFill>
                <a:latin typeface="Ubuntu Light"/>
                <a:ea typeface="Ubuntu Light"/>
                <a:cs typeface="Ubuntu Light"/>
              </a:defRPr>
            </a:lvl3pPr>
            <a:lvl4pPr algn="ctr">
              <a:defRPr sz="1275" b="0">
                <a:solidFill>
                  <a:srgbClr val="202D3E"/>
                </a:solidFill>
                <a:latin typeface="Ubuntu Light"/>
                <a:ea typeface="Ubuntu Light"/>
                <a:cs typeface="Ubuntu Light"/>
              </a:defRPr>
            </a:lvl4pPr>
            <a:lvl5pPr algn="ctr">
              <a:defRPr sz="1275" b="0">
                <a:solidFill>
                  <a:srgbClr val="202D3E"/>
                </a:solidFill>
                <a:latin typeface="Ubuntu Light"/>
                <a:ea typeface="Ubuntu Light"/>
                <a:cs typeface="Ubuntu Light"/>
              </a:defRPr>
            </a:lvl5pPr>
            <a:lvl6pPr algn="ctr">
              <a:defRPr sz="1275" b="0">
                <a:solidFill>
                  <a:srgbClr val="202D3E"/>
                </a:solidFill>
                <a:latin typeface="Ubuntu Light"/>
                <a:ea typeface="Ubuntu Light"/>
                <a:cs typeface="Ubuntu Light"/>
              </a:defRPr>
            </a:lvl6pPr>
            <a:lvl7pPr algn="ctr">
              <a:defRPr sz="1275" b="0">
                <a:solidFill>
                  <a:srgbClr val="202D3E"/>
                </a:solidFill>
                <a:latin typeface="Ubuntu Light"/>
                <a:ea typeface="Ubuntu Light"/>
                <a:cs typeface="Ubuntu Light"/>
              </a:defRPr>
            </a:lvl7pPr>
            <a:lvl8pPr algn="ctr">
              <a:defRPr sz="1275" b="0">
                <a:solidFill>
                  <a:srgbClr val="202D3E"/>
                </a:solidFill>
                <a:latin typeface="Ubuntu Light"/>
                <a:ea typeface="Ubuntu Light"/>
                <a:cs typeface="Ubuntu Light"/>
              </a:defRPr>
            </a:lvl8pPr>
            <a:lvl9pPr algn="ctr">
              <a:defRPr sz="1275" b="0">
                <a:solidFill>
                  <a:srgbClr val="202D3E"/>
                </a:solidFill>
                <a:latin typeface="Ubuntu Light"/>
                <a:ea typeface="Ubuntu Light"/>
                <a:cs typeface="Ubuntu Light"/>
              </a:defRPr>
            </a:lvl9pPr>
          </a:lstStyle>
          <a:p>
            <a:pPr algn="ctr">
              <a:defRPr sz="1275" b="0">
                <a:solidFill>
                  <a:srgbClr val="202D3E"/>
                </a:solidFill>
                <a:latin typeface="Ubuntu Light"/>
                <a:ea typeface="Ubuntu Light"/>
                <a:cs typeface="Ubuntu Light"/>
              </a:defRPr>
            </a:pPr>
            <a:r>
              <a:rPr b="0" dirty="0">
                <a:latin typeface="Ubuntu Light"/>
                <a:ea typeface="Ubuntu Light"/>
                <a:cs typeface="Ubuntu Light"/>
              </a:rPr>
              <a:t>Approved</a:t>
            </a:r>
          </a:p>
        </p:txBody>
      </p:sp>
      <p:cxnSp>
        <p:nvCxnSpPr>
          <p:cNvPr id="27" name="approved-flow-0">
            <a:extLst>
              <a:ext uri="{FF2B5EF4-FFF2-40B4-BE49-F238E27FC236}">
                <a16:creationId xmlns:a16="http://schemas.microsoft.com/office/drawing/2014/main" id="{0CC4C8F5-BCB5-2D28-3C68-D08D389EB153}"/>
              </a:ext>
            </a:extLst>
          </p:cNvPr>
          <p:cNvCxnSpPr>
            <a:cxnSpLocks/>
            <a:stCxn id="22" idx="2"/>
            <a:endCxn id="23" idx="0"/>
          </p:cNvCxnSpPr>
          <p:nvPr/>
        </p:nvCxnSpPr>
        <p:spPr>
          <a:xfrm>
            <a:off x="8058132" y="2246531"/>
            <a:ext cx="1" cy="436926"/>
          </a:xfrm>
          <a:prstGeom prst="straightConnector1">
            <a:avLst/>
          </a:prstGeom>
          <a:ln w="19050">
            <a:solidFill>
              <a:srgbClr val="202D3E"/>
            </a:solidFill>
            <a:tailEnd type="triangle" w="sm" len="sm"/>
          </a:ln>
        </p:spPr>
      </p:cxnSp>
      <p:cxnSp>
        <p:nvCxnSpPr>
          <p:cNvPr id="30" name="approved-flow-0">
            <a:extLst>
              <a:ext uri="{FF2B5EF4-FFF2-40B4-BE49-F238E27FC236}">
                <a16:creationId xmlns:a16="http://schemas.microsoft.com/office/drawing/2014/main" id="{FFBE3A43-7974-28F0-47D8-3CF89D3248A6}"/>
              </a:ext>
            </a:extLst>
          </p:cNvPr>
          <p:cNvCxnSpPr>
            <a:cxnSpLocks/>
            <a:stCxn id="23" idx="2"/>
            <a:endCxn id="24" idx="0"/>
          </p:cNvCxnSpPr>
          <p:nvPr/>
        </p:nvCxnSpPr>
        <p:spPr>
          <a:xfrm>
            <a:off x="8058133" y="3207332"/>
            <a:ext cx="0" cy="474735"/>
          </a:xfrm>
          <a:prstGeom prst="straightConnector1">
            <a:avLst/>
          </a:prstGeom>
          <a:ln w="19050">
            <a:solidFill>
              <a:srgbClr val="202D3E"/>
            </a:solidFill>
            <a:tailEnd type="triangle" w="sm" len="sm"/>
          </a:ln>
        </p:spPr>
      </p:cxnSp>
      <p:sp>
        <p:nvSpPr>
          <p:cNvPr id="38" name="stock-reserved">
            <a:extLst>
              <a:ext uri="{FF2B5EF4-FFF2-40B4-BE49-F238E27FC236}">
                <a16:creationId xmlns:a16="http://schemas.microsoft.com/office/drawing/2014/main" id="{6AD96E0F-89CD-8526-464D-7CD3834BAAE8}"/>
              </a:ext>
            </a:extLst>
          </p:cNvPr>
          <p:cNvSpPr>
            <a:spLocks noGrp="1"/>
          </p:cNvSpPr>
          <p:nvPr/>
        </p:nvSpPr>
        <p:spPr>
          <a:xfrm>
            <a:off x="6847175" y="3299631"/>
            <a:ext cx="1210956" cy="257175"/>
          </a:xfrm>
          <a:prstGeom prst="rect">
            <a:avLst/>
          </a:prstGeom>
          <a:noFill/>
          <a:ln w="0">
            <a:noFill/>
          </a:ln>
        </p:spPr>
        <p:txBody>
          <a:bodyPr wrap="none" lIns="0" tIns="0" rIns="0" bIns="0" anchor="t">
            <a:noAutofit/>
          </a:bodyPr>
          <a:lstStyle>
            <a:defPPr algn="l">
              <a:defRPr sz="1425" b="0">
                <a:solidFill>
                  <a:srgbClr val="202D3E"/>
                </a:solidFill>
                <a:latin typeface="Ubuntu Light"/>
                <a:ea typeface="Ubuntu Light"/>
                <a:cs typeface="Ubuntu Light"/>
              </a:defRPr>
            </a:defPPr>
            <a:lvl1pPr algn="l">
              <a:defRPr sz="1425" b="0">
                <a:solidFill>
                  <a:srgbClr val="202D3E"/>
                </a:solidFill>
                <a:latin typeface="Ubuntu Light"/>
                <a:ea typeface="Ubuntu Light"/>
                <a:cs typeface="Ubuntu Light"/>
              </a:defRPr>
            </a:lvl1pPr>
            <a:lvl2pPr algn="l">
              <a:defRPr sz="1425" b="0">
                <a:solidFill>
                  <a:srgbClr val="202D3E"/>
                </a:solidFill>
                <a:latin typeface="Ubuntu Light"/>
                <a:ea typeface="Ubuntu Light"/>
                <a:cs typeface="Ubuntu Light"/>
              </a:defRPr>
            </a:lvl2pPr>
            <a:lvl3pPr algn="l">
              <a:defRPr sz="1425" b="0">
                <a:solidFill>
                  <a:srgbClr val="202D3E"/>
                </a:solidFill>
                <a:latin typeface="Ubuntu Light"/>
                <a:ea typeface="Ubuntu Light"/>
                <a:cs typeface="Ubuntu Light"/>
              </a:defRPr>
            </a:lvl3pPr>
            <a:lvl4pPr algn="l">
              <a:defRPr sz="1425" b="0">
                <a:solidFill>
                  <a:srgbClr val="202D3E"/>
                </a:solidFill>
                <a:latin typeface="Ubuntu Light"/>
                <a:ea typeface="Ubuntu Light"/>
                <a:cs typeface="Ubuntu Light"/>
              </a:defRPr>
            </a:lvl4pPr>
            <a:lvl5pPr algn="l">
              <a:defRPr sz="1425" b="0">
                <a:solidFill>
                  <a:srgbClr val="202D3E"/>
                </a:solidFill>
                <a:latin typeface="Ubuntu Light"/>
                <a:ea typeface="Ubuntu Light"/>
                <a:cs typeface="Ubuntu Light"/>
              </a:defRPr>
            </a:lvl5pPr>
            <a:lvl6pPr algn="l">
              <a:defRPr sz="1425" b="0">
                <a:solidFill>
                  <a:srgbClr val="202D3E"/>
                </a:solidFill>
                <a:latin typeface="Ubuntu Light"/>
                <a:ea typeface="Ubuntu Light"/>
                <a:cs typeface="Ubuntu Light"/>
              </a:defRPr>
            </a:lvl6pPr>
            <a:lvl7pPr algn="l">
              <a:defRPr sz="1425" b="0">
                <a:solidFill>
                  <a:srgbClr val="202D3E"/>
                </a:solidFill>
                <a:latin typeface="Ubuntu Light"/>
                <a:ea typeface="Ubuntu Light"/>
                <a:cs typeface="Ubuntu Light"/>
              </a:defRPr>
            </a:lvl7pPr>
            <a:lvl8pPr algn="l">
              <a:defRPr sz="1425" b="0">
                <a:solidFill>
                  <a:srgbClr val="202D3E"/>
                </a:solidFill>
                <a:latin typeface="Ubuntu Light"/>
                <a:ea typeface="Ubuntu Light"/>
                <a:cs typeface="Ubuntu Light"/>
              </a:defRPr>
            </a:lvl8pPr>
            <a:lvl9pPr algn="l">
              <a:defRPr sz="1425" b="0">
                <a:solidFill>
                  <a:srgbClr val="202D3E"/>
                </a:solidFill>
                <a:latin typeface="Ubuntu Light"/>
                <a:ea typeface="Ubuntu Light"/>
                <a:cs typeface="Ubuntu Light"/>
              </a:defRPr>
            </a:lvl9pPr>
          </a:lstStyle>
          <a:p>
            <a:pPr algn="l">
              <a:defRPr sz="1425" b="0">
                <a:solidFill>
                  <a:srgbClr val="202D3E"/>
                </a:solidFill>
                <a:latin typeface="Ubuntu Light"/>
                <a:ea typeface="Ubuntu Light"/>
                <a:cs typeface="Ubuntu Light"/>
              </a:defRPr>
            </a:pPr>
            <a:r>
              <a:rPr b="0" dirty="0">
                <a:latin typeface="Ubuntu Light"/>
                <a:ea typeface="Ubuntu Light"/>
                <a:cs typeface="Ubuntu Light"/>
              </a:rPr>
              <a:t>Stock: </a:t>
            </a:r>
            <a:r>
              <a:rPr b="0" dirty="0">
                <a:latin typeface="Menlo"/>
                <a:ea typeface="Menlo"/>
                <a:cs typeface="Menlo"/>
              </a:rPr>
              <a:t>10</a:t>
            </a:r>
            <a:r>
              <a:rPr b="0" dirty="0">
                <a:latin typeface="Ubuntu Light"/>
                <a:ea typeface="Ubuntu Light"/>
                <a:cs typeface="Ubuntu Light"/>
              </a:rPr>
              <a:t> → </a:t>
            </a:r>
            <a:r>
              <a:rPr b="0" dirty="0">
                <a:latin typeface="Menlo"/>
                <a:ea typeface="Menlo"/>
                <a:cs typeface="Menlo"/>
              </a:rPr>
              <a:t>8</a:t>
            </a:r>
          </a:p>
        </p:txBody>
      </p:sp>
      <p:sp>
        <p:nvSpPr>
          <p:cNvPr id="39" name="create-label">
            <a:extLst>
              <a:ext uri="{FF2B5EF4-FFF2-40B4-BE49-F238E27FC236}">
                <a16:creationId xmlns:a16="http://schemas.microsoft.com/office/drawing/2014/main" id="{8388587A-F04F-B4D7-CE4E-E0DFE223D168}"/>
              </a:ext>
            </a:extLst>
          </p:cNvPr>
          <p:cNvSpPr>
            <a:spLocks noGrp="1"/>
          </p:cNvSpPr>
          <p:nvPr/>
        </p:nvSpPr>
        <p:spPr>
          <a:xfrm>
            <a:off x="7495284" y="1349454"/>
            <a:ext cx="1125694" cy="257175"/>
          </a:xfrm>
          <a:prstGeom prst="rect">
            <a:avLst/>
          </a:prstGeom>
          <a:noFill/>
          <a:ln w="0">
            <a:noFill/>
          </a:ln>
        </p:spPr>
        <p:txBody>
          <a:bodyPr wrap="none" lIns="0" tIns="0" rIns="0" bIns="0" anchor="t">
            <a:noAutofit/>
          </a:bodyPr>
          <a:lstStyle>
            <a:defPPr algn="l">
              <a:defRPr sz="1500" b="0">
                <a:solidFill>
                  <a:srgbClr val="202D3E"/>
                </a:solidFill>
                <a:latin typeface="Ubuntu Light"/>
                <a:ea typeface="Ubuntu Light"/>
                <a:cs typeface="Ubuntu Light"/>
              </a:defRPr>
            </a:defPPr>
            <a:lvl1pPr algn="l">
              <a:defRPr sz="1500" b="0">
                <a:solidFill>
                  <a:srgbClr val="202D3E"/>
                </a:solidFill>
                <a:latin typeface="Ubuntu Light"/>
                <a:ea typeface="Ubuntu Light"/>
                <a:cs typeface="Ubuntu Light"/>
              </a:defRPr>
            </a:lvl1pPr>
            <a:lvl2pPr algn="l">
              <a:defRPr sz="1500" b="0">
                <a:solidFill>
                  <a:srgbClr val="202D3E"/>
                </a:solidFill>
                <a:latin typeface="Ubuntu Light"/>
                <a:ea typeface="Ubuntu Light"/>
                <a:cs typeface="Ubuntu Light"/>
              </a:defRPr>
            </a:lvl2pPr>
            <a:lvl3pPr algn="l">
              <a:defRPr sz="1500" b="0">
                <a:solidFill>
                  <a:srgbClr val="202D3E"/>
                </a:solidFill>
                <a:latin typeface="Ubuntu Light"/>
                <a:ea typeface="Ubuntu Light"/>
                <a:cs typeface="Ubuntu Light"/>
              </a:defRPr>
            </a:lvl3pPr>
            <a:lvl4pPr algn="l">
              <a:defRPr sz="1500" b="0">
                <a:solidFill>
                  <a:srgbClr val="202D3E"/>
                </a:solidFill>
                <a:latin typeface="Ubuntu Light"/>
                <a:ea typeface="Ubuntu Light"/>
                <a:cs typeface="Ubuntu Light"/>
              </a:defRPr>
            </a:lvl4pPr>
            <a:lvl5pPr algn="l">
              <a:defRPr sz="1500" b="0">
                <a:solidFill>
                  <a:srgbClr val="202D3E"/>
                </a:solidFill>
                <a:latin typeface="Ubuntu Light"/>
                <a:ea typeface="Ubuntu Light"/>
                <a:cs typeface="Ubuntu Light"/>
              </a:defRPr>
            </a:lvl5pPr>
            <a:lvl6pPr algn="l">
              <a:defRPr sz="1500" b="0">
                <a:solidFill>
                  <a:srgbClr val="202D3E"/>
                </a:solidFill>
                <a:latin typeface="Ubuntu Light"/>
                <a:ea typeface="Ubuntu Light"/>
                <a:cs typeface="Ubuntu Light"/>
              </a:defRPr>
            </a:lvl6pPr>
            <a:lvl7pPr algn="l">
              <a:defRPr sz="1500" b="0">
                <a:solidFill>
                  <a:srgbClr val="202D3E"/>
                </a:solidFill>
                <a:latin typeface="Ubuntu Light"/>
                <a:ea typeface="Ubuntu Light"/>
                <a:cs typeface="Ubuntu Light"/>
              </a:defRPr>
            </a:lvl7pPr>
            <a:lvl8pPr algn="l">
              <a:defRPr sz="1500" b="0">
                <a:solidFill>
                  <a:srgbClr val="202D3E"/>
                </a:solidFill>
                <a:latin typeface="Ubuntu Light"/>
                <a:ea typeface="Ubuntu Light"/>
                <a:cs typeface="Ubuntu Light"/>
              </a:defRPr>
            </a:lvl8pPr>
            <a:lvl9pPr algn="l">
              <a:defRPr sz="1500" b="0">
                <a:solidFill>
                  <a:srgbClr val="202D3E"/>
                </a:solidFill>
                <a:latin typeface="Ubuntu Light"/>
                <a:ea typeface="Ubuntu Light"/>
                <a:cs typeface="Ubuntu Light"/>
              </a:defRPr>
            </a:lvl9pPr>
          </a:lstStyle>
          <a:p>
            <a:pPr algn="l">
              <a:defRPr sz="1500" b="0">
                <a:solidFill>
                  <a:srgbClr val="202D3E"/>
                </a:solidFill>
                <a:latin typeface="Ubuntu Light"/>
                <a:ea typeface="Ubuntu Light"/>
                <a:cs typeface="Ubuntu Light"/>
              </a:defRPr>
            </a:pPr>
            <a:r>
              <a:rPr b="1" dirty="0">
                <a:solidFill>
                  <a:srgbClr val="00B050"/>
                </a:solidFill>
                <a:latin typeface="Ubuntu Light"/>
                <a:ea typeface="Ubuntu Light"/>
                <a:cs typeface="Ubuntu Light"/>
              </a:rPr>
              <a:t>Create order</a:t>
            </a:r>
          </a:p>
        </p:txBody>
      </p:sp>
      <p:sp>
        <p:nvSpPr>
          <p:cNvPr id="40" name="cue-11-1-focus">
            <a:extLst>
              <a:ext uri="{FF2B5EF4-FFF2-40B4-BE49-F238E27FC236}">
                <a16:creationId xmlns:a16="http://schemas.microsoft.com/office/drawing/2014/main" id="{BC5B6CB3-8BCD-2927-E02E-91B455AC85D8}"/>
              </a:ext>
            </a:extLst>
          </p:cNvPr>
          <p:cNvSpPr>
            <a:spLocks noGrp="1"/>
          </p:cNvSpPr>
          <p:nvPr/>
        </p:nvSpPr>
        <p:spPr>
          <a:xfrm>
            <a:off x="7452653" y="1330285"/>
            <a:ext cx="1168325" cy="266700"/>
          </a:xfrm>
          <a:prstGeom prst="rect">
            <a:avLst/>
          </a:prstGeom>
          <a:noFill/>
          <a:ln w="20955">
            <a:solidFill>
              <a:srgbClr val="FF5874"/>
            </a:solidFill>
          </a:ln>
        </p:spPr>
        <p:txBody>
          <a:bodyPr/>
          <a:lstStyle/>
          <a:p>
            <a:endParaRPr lang="en-US"/>
          </a:p>
        </p:txBody>
      </p:sp>
      <p:cxnSp>
        <p:nvCxnSpPr>
          <p:cNvPr id="41" name="cue-11-1-leader-0">
            <a:extLst>
              <a:ext uri="{FF2B5EF4-FFF2-40B4-BE49-F238E27FC236}">
                <a16:creationId xmlns:a16="http://schemas.microsoft.com/office/drawing/2014/main" id="{6C259906-B073-E961-A3C6-5C010585F6E5}"/>
              </a:ext>
            </a:extLst>
          </p:cNvPr>
          <p:cNvCxnSpPr>
            <a:cxnSpLocks/>
            <a:stCxn id="14" idx="3"/>
            <a:endCxn id="40" idx="1"/>
          </p:cNvCxnSpPr>
          <p:nvPr/>
        </p:nvCxnSpPr>
        <p:spPr>
          <a:xfrm flipV="1">
            <a:off x="5245823" y="1463635"/>
            <a:ext cx="2206830" cy="19169"/>
          </a:xfrm>
          <a:prstGeom prst="straightConnector1">
            <a:avLst/>
          </a:prstGeom>
          <a:ln w="20955">
            <a:solidFill>
              <a:srgbClr val="FF5874"/>
            </a:solidFill>
            <a:tailEnd type="triangle" w="sm" len="sm"/>
          </a:ln>
        </p:spPr>
      </p:cxnSp>
      <p:sp>
        <p:nvSpPr>
          <p:cNvPr id="44" name="cue-11-1-label">
            <a:extLst>
              <a:ext uri="{FF2B5EF4-FFF2-40B4-BE49-F238E27FC236}">
                <a16:creationId xmlns:a16="http://schemas.microsoft.com/office/drawing/2014/main" id="{DA5A97BC-9BBD-FB3E-FF16-53A75D73E34F}"/>
              </a:ext>
            </a:extLst>
          </p:cNvPr>
          <p:cNvSpPr>
            <a:spLocks noGrp="1"/>
          </p:cNvSpPr>
          <p:nvPr/>
        </p:nvSpPr>
        <p:spPr>
          <a:xfrm>
            <a:off x="5609186" y="2627856"/>
            <a:ext cx="1478276" cy="523874"/>
          </a:xfrm>
          <a:prstGeom prst="rect">
            <a:avLst/>
          </a:prstGeom>
          <a:solidFill>
            <a:srgbClr val="255DA8"/>
          </a:solidFill>
          <a:ln w="0">
            <a:noFill/>
          </a:ln>
        </p:spPr>
        <p:txBody>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lang="en-US" b="0" dirty="0">
                <a:latin typeface="Ubuntu Light"/>
                <a:ea typeface="Ubuntu Light"/>
                <a:cs typeface="Ubuntu Light"/>
              </a:rPr>
              <a:t>Check new stock</a:t>
            </a:r>
          </a:p>
          <a:p>
            <a:pPr algn="ctr">
              <a:defRPr sz="1350" b="0">
                <a:solidFill>
                  <a:srgbClr val="FFFFFF"/>
                </a:solidFill>
                <a:latin typeface="Ubuntu Light"/>
                <a:ea typeface="Ubuntu Light"/>
                <a:cs typeface="Ubuntu Light"/>
              </a:defRPr>
            </a:pPr>
            <a:r>
              <a:rPr lang="en-US" b="0" dirty="0">
                <a:latin typeface="Ubuntu Light"/>
                <a:ea typeface="Ubuntu Light"/>
                <a:cs typeface="Ubuntu Light"/>
              </a:rPr>
              <a:t>availability</a:t>
            </a:r>
            <a:endParaRPr b="0" dirty="0">
              <a:latin typeface="Ubuntu Light"/>
              <a:ea typeface="Ubuntu Light"/>
              <a:cs typeface="Ubuntu Light"/>
            </a:endParaRPr>
          </a:p>
        </p:txBody>
      </p:sp>
      <p:sp>
        <p:nvSpPr>
          <p:cNvPr id="45" name="cue-11-1-focus">
            <a:extLst>
              <a:ext uri="{FF2B5EF4-FFF2-40B4-BE49-F238E27FC236}">
                <a16:creationId xmlns:a16="http://schemas.microsoft.com/office/drawing/2014/main" id="{B5B22F8B-10F0-C11B-F6B9-9DA8F9015196}"/>
              </a:ext>
            </a:extLst>
          </p:cNvPr>
          <p:cNvSpPr>
            <a:spLocks noGrp="1"/>
          </p:cNvSpPr>
          <p:nvPr/>
        </p:nvSpPr>
        <p:spPr>
          <a:xfrm>
            <a:off x="4701862" y="3663386"/>
            <a:ext cx="1115689" cy="301704"/>
          </a:xfrm>
          <a:prstGeom prst="rect">
            <a:avLst/>
          </a:prstGeom>
          <a:noFill/>
          <a:ln w="20955">
            <a:solidFill>
              <a:srgbClr val="FF5874"/>
            </a:solidFill>
          </a:ln>
        </p:spPr>
        <p:txBody>
          <a:bodyPr/>
          <a:lstStyle/>
          <a:p>
            <a:endParaRPr lang="en-US"/>
          </a:p>
        </p:txBody>
      </p:sp>
      <p:sp>
        <p:nvSpPr>
          <p:cNvPr id="46" name="cue-11-1-focus">
            <a:extLst>
              <a:ext uri="{FF2B5EF4-FFF2-40B4-BE49-F238E27FC236}">
                <a16:creationId xmlns:a16="http://schemas.microsoft.com/office/drawing/2014/main" id="{85A8E82B-72BF-C573-0CEF-AC013326399C}"/>
              </a:ext>
            </a:extLst>
          </p:cNvPr>
          <p:cNvSpPr>
            <a:spLocks noGrp="1"/>
          </p:cNvSpPr>
          <p:nvPr/>
        </p:nvSpPr>
        <p:spPr>
          <a:xfrm>
            <a:off x="7795581" y="3260696"/>
            <a:ext cx="203498" cy="257175"/>
          </a:xfrm>
          <a:prstGeom prst="rect">
            <a:avLst/>
          </a:prstGeom>
          <a:noFill/>
          <a:ln w="20955">
            <a:solidFill>
              <a:srgbClr val="FF5874"/>
            </a:solidFill>
          </a:ln>
        </p:spPr>
        <p:txBody>
          <a:bodyPr/>
          <a:lstStyle/>
          <a:p>
            <a:endParaRPr lang="en-US"/>
          </a:p>
        </p:txBody>
      </p:sp>
      <p:cxnSp>
        <p:nvCxnSpPr>
          <p:cNvPr id="47" name="cue-11-1-leader-0">
            <a:extLst>
              <a:ext uri="{FF2B5EF4-FFF2-40B4-BE49-F238E27FC236}">
                <a16:creationId xmlns:a16="http://schemas.microsoft.com/office/drawing/2014/main" id="{7C5AA5A6-8C56-3513-AA19-A13DA936A663}"/>
              </a:ext>
            </a:extLst>
          </p:cNvPr>
          <p:cNvCxnSpPr>
            <a:cxnSpLocks/>
            <a:stCxn id="44" idx="2"/>
            <a:endCxn id="45" idx="0"/>
          </p:cNvCxnSpPr>
          <p:nvPr/>
        </p:nvCxnSpPr>
        <p:spPr>
          <a:xfrm flipH="1">
            <a:off x="5259707" y="3151730"/>
            <a:ext cx="1088617" cy="511656"/>
          </a:xfrm>
          <a:prstGeom prst="straightConnector1">
            <a:avLst/>
          </a:prstGeom>
          <a:ln w="20955">
            <a:solidFill>
              <a:srgbClr val="FF5874"/>
            </a:solidFill>
            <a:tailEnd type="triangle" w="sm" len="sm"/>
          </a:ln>
        </p:spPr>
      </p:cxnSp>
      <p:cxnSp>
        <p:nvCxnSpPr>
          <p:cNvPr id="50" name="cue-11-1-leader-0">
            <a:extLst>
              <a:ext uri="{FF2B5EF4-FFF2-40B4-BE49-F238E27FC236}">
                <a16:creationId xmlns:a16="http://schemas.microsoft.com/office/drawing/2014/main" id="{5EFF95A4-291E-A97A-5AFB-29C77486C50A}"/>
              </a:ext>
            </a:extLst>
          </p:cNvPr>
          <p:cNvCxnSpPr>
            <a:cxnSpLocks/>
            <a:stCxn id="44" idx="2"/>
            <a:endCxn id="46" idx="1"/>
          </p:cNvCxnSpPr>
          <p:nvPr/>
        </p:nvCxnSpPr>
        <p:spPr>
          <a:xfrm>
            <a:off x="6348324" y="3151730"/>
            <a:ext cx="1447257" cy="237554"/>
          </a:xfrm>
          <a:prstGeom prst="straightConnector1">
            <a:avLst/>
          </a:prstGeom>
          <a:ln w="20955">
            <a:solidFill>
              <a:srgbClr val="FF5874"/>
            </a:solidFill>
            <a:tailEnd type="triangle" w="sm" len="sm"/>
          </a:ln>
        </p:spPr>
      </p:cxnSp>
      <p:cxnSp>
        <p:nvCxnSpPr>
          <p:cNvPr id="59" name="cue-11-2-leader-0">
            <a:extLst>
              <a:ext uri="{FF2B5EF4-FFF2-40B4-BE49-F238E27FC236}">
                <a16:creationId xmlns:a16="http://schemas.microsoft.com/office/drawing/2014/main" id="{0B98F779-E37B-7B8B-89F0-6FC283C8E19D}"/>
              </a:ext>
            </a:extLst>
          </p:cNvPr>
          <p:cNvCxnSpPr>
            <a:cxnSpLocks/>
            <a:stCxn id="64" idx="1"/>
            <a:endCxn id="17" idx="0"/>
          </p:cNvCxnSpPr>
          <p:nvPr/>
        </p:nvCxnSpPr>
        <p:spPr>
          <a:xfrm flipH="1">
            <a:off x="4460075" y="3942397"/>
            <a:ext cx="2794048" cy="774348"/>
          </a:xfrm>
          <a:prstGeom prst="straightConnector1">
            <a:avLst/>
          </a:prstGeom>
          <a:ln w="20955">
            <a:solidFill>
              <a:srgbClr val="FF5874"/>
            </a:solidFill>
            <a:headEnd type="triangle" w="sm" len="sm"/>
          </a:ln>
        </p:spPr>
      </p:cxnSp>
      <p:sp>
        <p:nvSpPr>
          <p:cNvPr id="64" name="cue-11-1-focus">
            <a:extLst>
              <a:ext uri="{FF2B5EF4-FFF2-40B4-BE49-F238E27FC236}">
                <a16:creationId xmlns:a16="http://schemas.microsoft.com/office/drawing/2014/main" id="{AD72FF18-B93C-F302-3EFA-1C47CFA04548}"/>
              </a:ext>
            </a:extLst>
          </p:cNvPr>
          <p:cNvSpPr>
            <a:spLocks noGrp="1"/>
          </p:cNvSpPr>
          <p:nvPr/>
        </p:nvSpPr>
        <p:spPr>
          <a:xfrm>
            <a:off x="7254123" y="3632834"/>
            <a:ext cx="1597879" cy="619125"/>
          </a:xfrm>
          <a:prstGeom prst="rect">
            <a:avLst/>
          </a:prstGeom>
          <a:noFill/>
          <a:ln w="20955">
            <a:solidFill>
              <a:srgbClr val="FF5874"/>
            </a:solidFill>
          </a:ln>
        </p:spPr>
        <p:txBody>
          <a:bodyPr/>
          <a:lstStyle/>
          <a:p>
            <a:endParaRPr lang="en-US"/>
          </a:p>
        </p:txBody>
      </p:sp>
    </p:spTree>
    <p:extLst>
      <p:ext uri="{BB962C8B-B14F-4D97-AF65-F5344CB8AC3E}">
        <p14:creationId xmlns:p14="http://schemas.microsoft.com/office/powerpoint/2010/main" val="127060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15" grpId="0" animBg="1"/>
      <p:bldP spid="16" grpId="0" animBg="1"/>
      <p:bldP spid="17" grpId="0" animBg="1"/>
      <p:bldP spid="40" grpId="0" animBg="1"/>
      <p:bldP spid="41" grpId="0" animBg="1"/>
      <p:bldP spid="44" grpId="0" animBg="1"/>
      <p:bldP spid="45" grpId="0" animBg="1"/>
      <p:bldP spid="46" grpId="0" animBg="1"/>
      <p:bldP spid="47" grpId="0" animBg="1"/>
      <p:bldP spid="50" grpId="0" animBg="1"/>
      <p:bldP spid="59" grpId="0" animBg="1"/>
      <p:bldP spid="64"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ction-number">
            <a:extLst>
              <a:ext uri="{FF2B5EF4-FFF2-40B4-BE49-F238E27FC236}">
                <a16:creationId xmlns:a16="http://schemas.microsoft.com/office/drawing/2014/main" id="{B0FB7147-E806-428C-8D16-300E240C26B1}"/>
              </a:ext>
            </a:extLst>
          </p:cNvPr>
          <p:cNvSpPr>
            <a:spLocks noGrp="1"/>
          </p:cNvSpPr>
          <p:nvPr/>
        </p:nvSpPr>
        <p:spPr>
          <a:xfrm>
            <a:off x="619125" y="1190625"/>
            <a:ext cx="7905750" cy="266700"/>
          </a:xfrm>
          <a:prstGeom prst="rect">
            <a:avLst/>
          </a:prstGeom>
          <a:noFill/>
          <a:ln w="0">
            <a:noFill/>
          </a:ln>
        </p:spPr>
        <p:txBody>
          <a:bodyPr wrap="none" lIns="0" tIns="0" rIns="0" bIns="0" anchor="t">
            <a:noAutofit/>
          </a:bodyPr>
          <a:lstStyle>
            <a:defPPr algn="l">
              <a:defRPr sz="1350" b="0">
                <a:solidFill>
                  <a:srgbClr val="B91561"/>
                </a:solidFill>
                <a:latin typeface="Ubuntu Light"/>
                <a:ea typeface="Ubuntu Light"/>
                <a:cs typeface="Ubuntu Light"/>
              </a:defRPr>
            </a:defPPr>
            <a:lvl1pPr algn="l">
              <a:defRPr sz="1350" b="0">
                <a:solidFill>
                  <a:srgbClr val="B91561"/>
                </a:solidFill>
                <a:latin typeface="Ubuntu Light"/>
                <a:ea typeface="Ubuntu Light"/>
                <a:cs typeface="Ubuntu Light"/>
              </a:defRPr>
            </a:lvl1pPr>
            <a:lvl2pPr algn="l">
              <a:defRPr sz="1350" b="0">
                <a:solidFill>
                  <a:srgbClr val="B91561"/>
                </a:solidFill>
                <a:latin typeface="Ubuntu Light"/>
                <a:ea typeface="Ubuntu Light"/>
                <a:cs typeface="Ubuntu Light"/>
              </a:defRPr>
            </a:lvl2pPr>
            <a:lvl3pPr algn="l">
              <a:defRPr sz="1350" b="0">
                <a:solidFill>
                  <a:srgbClr val="B91561"/>
                </a:solidFill>
                <a:latin typeface="Ubuntu Light"/>
                <a:ea typeface="Ubuntu Light"/>
                <a:cs typeface="Ubuntu Light"/>
              </a:defRPr>
            </a:lvl3pPr>
            <a:lvl4pPr algn="l">
              <a:defRPr sz="1350" b="0">
                <a:solidFill>
                  <a:srgbClr val="B91561"/>
                </a:solidFill>
                <a:latin typeface="Ubuntu Light"/>
                <a:ea typeface="Ubuntu Light"/>
                <a:cs typeface="Ubuntu Light"/>
              </a:defRPr>
            </a:lvl4pPr>
            <a:lvl5pPr algn="l">
              <a:defRPr sz="1350" b="0">
                <a:solidFill>
                  <a:srgbClr val="B91561"/>
                </a:solidFill>
                <a:latin typeface="Ubuntu Light"/>
                <a:ea typeface="Ubuntu Light"/>
                <a:cs typeface="Ubuntu Light"/>
              </a:defRPr>
            </a:lvl5pPr>
            <a:lvl6pPr algn="l">
              <a:defRPr sz="1350" b="0">
                <a:solidFill>
                  <a:srgbClr val="B91561"/>
                </a:solidFill>
                <a:latin typeface="Ubuntu Light"/>
                <a:ea typeface="Ubuntu Light"/>
                <a:cs typeface="Ubuntu Light"/>
              </a:defRPr>
            </a:lvl6pPr>
            <a:lvl7pPr algn="l">
              <a:defRPr sz="1350" b="0">
                <a:solidFill>
                  <a:srgbClr val="B91561"/>
                </a:solidFill>
                <a:latin typeface="Ubuntu Light"/>
                <a:ea typeface="Ubuntu Light"/>
                <a:cs typeface="Ubuntu Light"/>
              </a:defRPr>
            </a:lvl7pPr>
            <a:lvl8pPr algn="l">
              <a:defRPr sz="1350" b="0">
                <a:solidFill>
                  <a:srgbClr val="B91561"/>
                </a:solidFill>
                <a:latin typeface="Ubuntu Light"/>
                <a:ea typeface="Ubuntu Light"/>
                <a:cs typeface="Ubuntu Light"/>
              </a:defRPr>
            </a:lvl8pPr>
            <a:lvl9pPr algn="l">
              <a:defRPr sz="1350" b="0">
                <a:solidFill>
                  <a:srgbClr val="B91561"/>
                </a:solidFill>
                <a:latin typeface="Ubuntu Light"/>
                <a:ea typeface="Ubuntu Light"/>
                <a:cs typeface="Ubuntu Light"/>
              </a:defRPr>
            </a:lvl9pPr>
          </a:lstStyle>
          <a:p>
            <a:pPr algn="l">
              <a:defRPr sz="1350" b="0">
                <a:solidFill>
                  <a:srgbClr val="B91561"/>
                </a:solidFill>
                <a:latin typeface="Ubuntu Light"/>
                <a:ea typeface="Ubuntu Light"/>
                <a:cs typeface="Ubuntu Light"/>
              </a:defRPr>
            </a:pPr>
            <a:r>
              <a:rPr sz="1600" b="1" dirty="0">
                <a:latin typeface="Ubuntu Light"/>
                <a:ea typeface="Ubuntu Light"/>
                <a:cs typeface="Ubuntu Light"/>
              </a:rPr>
              <a:t>SECTION 04</a:t>
            </a:r>
          </a:p>
        </p:txBody>
      </p:sp>
      <p:sp>
        <p:nvSpPr>
          <p:cNvPr id="2" name="section-question">
            <a:extLst>
              <a:ext uri="{FF2B5EF4-FFF2-40B4-BE49-F238E27FC236}">
                <a16:creationId xmlns:a16="http://schemas.microsoft.com/office/drawing/2014/main" id="{CCEC41C5-6B3F-4843-95EF-0B4D38BBB2C1}"/>
              </a:ext>
            </a:extLst>
          </p:cNvPr>
          <p:cNvSpPr>
            <a:spLocks noGrp="1"/>
          </p:cNvSpPr>
          <p:nvPr/>
        </p:nvSpPr>
        <p:spPr>
          <a:xfrm>
            <a:off x="619125" y="1857375"/>
            <a:ext cx="7905750" cy="1905000"/>
          </a:xfrm>
          <a:prstGeom prst="rect">
            <a:avLst/>
          </a:prstGeom>
          <a:noFill/>
          <a:ln w="0">
            <a:noFill/>
          </a:ln>
        </p:spPr>
        <p:txBody>
          <a:bodyPr wrap="none" lIns="0" tIns="0" rIns="0" bIns="0" anchor="t">
            <a:noAutofit/>
          </a:bodyPr>
          <a:lstStyle>
            <a:defPPr algn="l">
              <a:defRPr sz="3300" b="0">
                <a:solidFill>
                  <a:srgbClr val="202D3E"/>
                </a:solidFill>
                <a:latin typeface="Ubuntu Light"/>
                <a:ea typeface="Ubuntu Light"/>
                <a:cs typeface="Ubuntu Light"/>
              </a:defRPr>
            </a:defPPr>
            <a:lvl1pPr algn="l">
              <a:defRPr sz="3300" b="0">
                <a:solidFill>
                  <a:srgbClr val="202D3E"/>
                </a:solidFill>
                <a:latin typeface="Ubuntu Light"/>
                <a:ea typeface="Ubuntu Light"/>
                <a:cs typeface="Ubuntu Light"/>
              </a:defRPr>
            </a:lvl1pPr>
            <a:lvl2pPr algn="l">
              <a:defRPr sz="3300" b="0">
                <a:solidFill>
                  <a:srgbClr val="202D3E"/>
                </a:solidFill>
                <a:latin typeface="Ubuntu Light"/>
                <a:ea typeface="Ubuntu Light"/>
                <a:cs typeface="Ubuntu Light"/>
              </a:defRPr>
            </a:lvl2pPr>
            <a:lvl3pPr algn="l">
              <a:defRPr sz="3300" b="0">
                <a:solidFill>
                  <a:srgbClr val="202D3E"/>
                </a:solidFill>
                <a:latin typeface="Ubuntu Light"/>
                <a:ea typeface="Ubuntu Light"/>
                <a:cs typeface="Ubuntu Light"/>
              </a:defRPr>
            </a:lvl3pPr>
            <a:lvl4pPr algn="l">
              <a:defRPr sz="3300" b="0">
                <a:solidFill>
                  <a:srgbClr val="202D3E"/>
                </a:solidFill>
                <a:latin typeface="Ubuntu Light"/>
                <a:ea typeface="Ubuntu Light"/>
                <a:cs typeface="Ubuntu Light"/>
              </a:defRPr>
            </a:lvl4pPr>
            <a:lvl5pPr algn="l">
              <a:defRPr sz="3300" b="0">
                <a:solidFill>
                  <a:srgbClr val="202D3E"/>
                </a:solidFill>
                <a:latin typeface="Ubuntu Light"/>
                <a:ea typeface="Ubuntu Light"/>
                <a:cs typeface="Ubuntu Light"/>
              </a:defRPr>
            </a:lvl5pPr>
            <a:lvl6pPr algn="l">
              <a:defRPr sz="3300" b="0">
                <a:solidFill>
                  <a:srgbClr val="202D3E"/>
                </a:solidFill>
                <a:latin typeface="Ubuntu Light"/>
                <a:ea typeface="Ubuntu Light"/>
                <a:cs typeface="Ubuntu Light"/>
              </a:defRPr>
            </a:lvl6pPr>
            <a:lvl7pPr algn="l">
              <a:defRPr sz="3300" b="0">
                <a:solidFill>
                  <a:srgbClr val="202D3E"/>
                </a:solidFill>
                <a:latin typeface="Ubuntu Light"/>
                <a:ea typeface="Ubuntu Light"/>
                <a:cs typeface="Ubuntu Light"/>
              </a:defRPr>
            </a:lvl7pPr>
            <a:lvl8pPr algn="l">
              <a:defRPr sz="3300" b="0">
                <a:solidFill>
                  <a:srgbClr val="202D3E"/>
                </a:solidFill>
                <a:latin typeface="Ubuntu Light"/>
                <a:ea typeface="Ubuntu Light"/>
                <a:cs typeface="Ubuntu Light"/>
              </a:defRPr>
            </a:lvl8pPr>
            <a:lvl9pPr algn="l">
              <a:defRPr sz="3300" b="0">
                <a:solidFill>
                  <a:srgbClr val="202D3E"/>
                </a:solidFill>
                <a:latin typeface="Ubuntu Light"/>
                <a:ea typeface="Ubuntu Light"/>
                <a:cs typeface="Ubuntu Light"/>
              </a:defRPr>
            </a:lvl9pPr>
          </a:lstStyle>
          <a:p>
            <a:pPr algn="l">
              <a:defRPr sz="3300" b="0">
                <a:solidFill>
                  <a:srgbClr val="202D3E"/>
                </a:solidFill>
                <a:latin typeface="Ubuntu Light"/>
                <a:ea typeface="Ubuntu Light"/>
                <a:cs typeface="Ubuntu Light"/>
              </a:defRPr>
            </a:pPr>
            <a:r>
              <a:rPr lang="en-US" b="0" dirty="0">
                <a:latin typeface="Ubuntu Light"/>
                <a:ea typeface="Ubuntu Light"/>
                <a:cs typeface="Ubuntu Light"/>
              </a:rPr>
              <a:t>What are the roles of</a:t>
            </a:r>
          </a:p>
          <a:p>
            <a:pPr algn="l">
              <a:defRPr sz="3300" b="0">
                <a:solidFill>
                  <a:srgbClr val="202D3E"/>
                </a:solidFill>
                <a:latin typeface="Ubuntu Light"/>
                <a:ea typeface="Ubuntu Light"/>
                <a:cs typeface="Ubuntu Light"/>
              </a:defRPr>
            </a:pPr>
            <a:r>
              <a:rPr lang="en-US" b="1" dirty="0"/>
              <a:t>F</a:t>
            </a:r>
            <a:r>
              <a:rPr lang="en-US" b="1" dirty="0">
                <a:latin typeface="Ubuntu Light"/>
                <a:ea typeface="Ubuntu Light"/>
                <a:cs typeface="Ubuntu Light"/>
              </a:rPr>
              <a:t>loci</a:t>
            </a:r>
            <a:r>
              <a:rPr lang="en-US" b="0" dirty="0">
                <a:latin typeface="Ubuntu Light"/>
                <a:ea typeface="Ubuntu Light"/>
                <a:cs typeface="Ubuntu Light"/>
              </a:rPr>
              <a:t>, </a:t>
            </a:r>
            <a:r>
              <a:rPr lang="en-US" b="1" dirty="0" err="1">
                <a:latin typeface="Ubuntu Light"/>
                <a:ea typeface="Ubuntu Light"/>
                <a:cs typeface="Ubuntu Light"/>
              </a:rPr>
              <a:t>OpenResty</a:t>
            </a:r>
            <a:r>
              <a:rPr lang="en-US" b="0" dirty="0">
                <a:latin typeface="Ubuntu Light"/>
                <a:ea typeface="Ubuntu Light"/>
                <a:cs typeface="Ubuntu Light"/>
              </a:rPr>
              <a:t> and </a:t>
            </a:r>
            <a:r>
              <a:rPr lang="en-US" b="1" dirty="0" err="1">
                <a:latin typeface="Ubuntu Light"/>
                <a:ea typeface="Ubuntu Light"/>
                <a:cs typeface="Ubuntu Light"/>
              </a:rPr>
              <a:t>coverage.py</a:t>
            </a:r>
            <a:endParaRPr lang="en-US" dirty="0"/>
          </a:p>
          <a:p>
            <a:pPr algn="l">
              <a:defRPr sz="3300" b="0">
                <a:solidFill>
                  <a:srgbClr val="202D3E"/>
                </a:solidFill>
                <a:latin typeface="Ubuntu Light"/>
                <a:ea typeface="Ubuntu Light"/>
                <a:cs typeface="Ubuntu Light"/>
              </a:defRPr>
            </a:pPr>
            <a:r>
              <a:rPr lang="en-US" dirty="0"/>
              <a:t>i</a:t>
            </a:r>
            <a:r>
              <a:rPr lang="en-US" b="0" dirty="0">
                <a:latin typeface="Ubuntu Light"/>
                <a:ea typeface="Ubuntu Light"/>
                <a:cs typeface="Ubuntu Light"/>
              </a:rPr>
              <a:t>n our local e2e test</a:t>
            </a:r>
            <a:r>
              <a:rPr b="0" dirty="0">
                <a:latin typeface="Ubuntu Light"/>
                <a:ea typeface="Ubuntu Light"/>
                <a:cs typeface="Ubuntu Light"/>
              </a:rPr>
              <a:t>?</a:t>
            </a:r>
          </a:p>
        </p:txBody>
      </p:sp>
    </p:spTree>
    <p:extLst>
      <p:ext uri="{BB962C8B-B14F-4D97-AF65-F5344CB8AC3E}">
        <p14:creationId xmlns:p14="http://schemas.microsoft.com/office/powerpoint/2010/main" val="8134678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CF6A9A-D641-57D5-B6C6-70262D41FB5F}"/>
            </a:ext>
          </a:extLst>
        </p:cNvPr>
        <p:cNvGrpSpPr/>
        <p:nvPr/>
      </p:nvGrpSpPr>
      <p:grpSpPr>
        <a:xfrm>
          <a:off x="0" y="0"/>
          <a:ext cx="0" cy="0"/>
          <a:chOff x="0" y="0"/>
          <a:chExt cx="0" cy="0"/>
        </a:xfrm>
      </p:grpSpPr>
      <p:sp>
        <p:nvSpPr>
          <p:cNvPr id="21" name="slide-title">
            <a:extLst>
              <a:ext uri="{FF2B5EF4-FFF2-40B4-BE49-F238E27FC236}">
                <a16:creationId xmlns:a16="http://schemas.microsoft.com/office/drawing/2014/main" id="{2EDEF4B7-E40B-601D-E763-128AEBB386F9}"/>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lang="en-US" b="0" dirty="0">
                <a:latin typeface="Ubuntu Light"/>
                <a:ea typeface="Ubuntu Light"/>
                <a:cs typeface="Ubuntu Light"/>
              </a:rPr>
              <a:t>Recall our requirements…</a:t>
            </a:r>
            <a:endParaRPr b="0" dirty="0">
              <a:latin typeface="Ubuntu Light"/>
              <a:ea typeface="Ubuntu Light"/>
              <a:cs typeface="Ubuntu Light"/>
            </a:endParaRPr>
          </a:p>
        </p:txBody>
      </p:sp>
      <p:cxnSp>
        <p:nvCxnSpPr>
          <p:cNvPr id="4" name="environment-mechanism-0-0">
            <a:extLst>
              <a:ext uri="{FF2B5EF4-FFF2-40B4-BE49-F238E27FC236}">
                <a16:creationId xmlns:a16="http://schemas.microsoft.com/office/drawing/2014/main" id="{CBBA948A-A58A-7D57-BD7B-83E7AFA987A6}"/>
              </a:ext>
            </a:extLst>
          </p:cNvPr>
          <p:cNvCxnSpPr>
            <a:cxnSpLocks/>
          </p:cNvCxnSpPr>
          <p:nvPr/>
        </p:nvCxnSpPr>
        <p:spPr>
          <a:xfrm>
            <a:off x="5598920" y="1894413"/>
            <a:ext cx="1086248" cy="0"/>
          </a:xfrm>
          <a:prstGeom prst="straightConnector1">
            <a:avLst/>
          </a:prstGeom>
          <a:ln w="19050">
            <a:solidFill>
              <a:srgbClr val="202D3E"/>
            </a:solidFill>
            <a:tailEnd type="triangle" w="sm" len="sm"/>
          </a:ln>
        </p:spPr>
      </p:cxnSp>
      <p:cxnSp>
        <p:nvCxnSpPr>
          <p:cNvPr id="7" name="environment-row-rule-0">
            <a:extLst>
              <a:ext uri="{FF2B5EF4-FFF2-40B4-BE49-F238E27FC236}">
                <a16:creationId xmlns:a16="http://schemas.microsoft.com/office/drawing/2014/main" id="{9A4F93E5-5AC0-3DE6-92D9-541654C16726}"/>
              </a:ext>
            </a:extLst>
          </p:cNvPr>
          <p:cNvCxnSpPr/>
          <p:nvPr/>
        </p:nvCxnSpPr>
        <p:spPr>
          <a:xfrm>
            <a:off x="619125" y="2318416"/>
            <a:ext cx="7905750" cy="0"/>
          </a:xfrm>
          <a:prstGeom prst="straightConnector1">
            <a:avLst/>
          </a:prstGeom>
          <a:ln w="9525">
            <a:solidFill>
              <a:srgbClr val="D6DFE9"/>
            </a:solidFill>
          </a:ln>
        </p:spPr>
      </p:cxnSp>
      <p:sp>
        <p:nvSpPr>
          <p:cNvPr id="8" name="environment-need-1">
            <a:extLst>
              <a:ext uri="{FF2B5EF4-FFF2-40B4-BE49-F238E27FC236}">
                <a16:creationId xmlns:a16="http://schemas.microsoft.com/office/drawing/2014/main" id="{F5069868-10D6-9482-60CE-7790821F73C5}"/>
              </a:ext>
            </a:extLst>
          </p:cNvPr>
          <p:cNvSpPr>
            <a:spLocks noGrp="1"/>
          </p:cNvSpPr>
          <p:nvPr/>
        </p:nvSpPr>
        <p:spPr>
          <a:xfrm>
            <a:off x="7008801" y="1733549"/>
            <a:ext cx="2030822" cy="276226"/>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lang="en-US" b="0" dirty="0">
                <a:latin typeface="Ubuntu Light"/>
                <a:ea typeface="Ubuntu Light"/>
                <a:cs typeface="Ubuntu Light"/>
              </a:rPr>
              <a:t>Local End-to-End Test</a:t>
            </a:r>
            <a:endParaRPr b="0" dirty="0">
              <a:latin typeface="Ubuntu Light"/>
              <a:ea typeface="Ubuntu Light"/>
              <a:cs typeface="Ubuntu Light"/>
            </a:endParaRPr>
          </a:p>
        </p:txBody>
      </p:sp>
      <p:cxnSp>
        <p:nvCxnSpPr>
          <p:cNvPr id="9" name="environment-mechanism-1-0">
            <a:extLst>
              <a:ext uri="{FF2B5EF4-FFF2-40B4-BE49-F238E27FC236}">
                <a16:creationId xmlns:a16="http://schemas.microsoft.com/office/drawing/2014/main" id="{54C768EB-51E8-95DE-DBA2-DFB596821886}"/>
              </a:ext>
            </a:extLst>
          </p:cNvPr>
          <p:cNvCxnSpPr>
            <a:cxnSpLocks/>
          </p:cNvCxnSpPr>
          <p:nvPr/>
        </p:nvCxnSpPr>
        <p:spPr>
          <a:xfrm>
            <a:off x="5678501" y="3003417"/>
            <a:ext cx="1114185" cy="0"/>
          </a:xfrm>
          <a:prstGeom prst="straightConnector1">
            <a:avLst/>
          </a:prstGeom>
          <a:ln w="19050">
            <a:solidFill>
              <a:srgbClr val="202D3E"/>
            </a:solidFill>
            <a:tailEnd type="triangle" w="sm" len="sm"/>
          </a:ln>
        </p:spPr>
      </p:cxnSp>
      <p:cxnSp>
        <p:nvCxnSpPr>
          <p:cNvPr id="12" name="environment-row-rule-1">
            <a:extLst>
              <a:ext uri="{FF2B5EF4-FFF2-40B4-BE49-F238E27FC236}">
                <a16:creationId xmlns:a16="http://schemas.microsoft.com/office/drawing/2014/main" id="{5505F90D-CE68-FC03-20C0-FA6A12A9138E}"/>
              </a:ext>
            </a:extLst>
          </p:cNvPr>
          <p:cNvCxnSpPr/>
          <p:nvPr/>
        </p:nvCxnSpPr>
        <p:spPr>
          <a:xfrm>
            <a:off x="619125" y="3550583"/>
            <a:ext cx="7905750" cy="0"/>
          </a:xfrm>
          <a:prstGeom prst="straightConnector1">
            <a:avLst/>
          </a:prstGeom>
          <a:ln w="9525">
            <a:solidFill>
              <a:srgbClr val="D6DFE9"/>
            </a:solidFill>
          </a:ln>
        </p:spPr>
      </p:cxnSp>
      <p:sp>
        <p:nvSpPr>
          <p:cNvPr id="13" name="environment-need-2">
            <a:extLst>
              <a:ext uri="{FF2B5EF4-FFF2-40B4-BE49-F238E27FC236}">
                <a16:creationId xmlns:a16="http://schemas.microsoft.com/office/drawing/2014/main" id="{BBB2FE6A-037E-6458-2289-DA315430828A}"/>
              </a:ext>
            </a:extLst>
          </p:cNvPr>
          <p:cNvSpPr>
            <a:spLocks noGrp="1"/>
          </p:cNvSpPr>
          <p:nvPr/>
        </p:nvSpPr>
        <p:spPr>
          <a:xfrm>
            <a:off x="619125" y="3836333"/>
            <a:ext cx="2143125" cy="542925"/>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endParaRPr b="0" dirty="0">
              <a:latin typeface="Ubuntu Light"/>
              <a:ea typeface="Ubuntu Light"/>
              <a:cs typeface="Ubuntu Light"/>
            </a:endParaRPr>
          </a:p>
        </p:txBody>
      </p:sp>
      <p:cxnSp>
        <p:nvCxnSpPr>
          <p:cNvPr id="14" name="environment-mechanism-2-0">
            <a:extLst>
              <a:ext uri="{FF2B5EF4-FFF2-40B4-BE49-F238E27FC236}">
                <a16:creationId xmlns:a16="http://schemas.microsoft.com/office/drawing/2014/main" id="{B9B53525-4E2A-DBB0-71A4-9303D4791108}"/>
              </a:ext>
            </a:extLst>
          </p:cNvPr>
          <p:cNvCxnSpPr>
            <a:cxnSpLocks/>
          </p:cNvCxnSpPr>
          <p:nvPr/>
        </p:nvCxnSpPr>
        <p:spPr>
          <a:xfrm>
            <a:off x="5693118" y="4278036"/>
            <a:ext cx="1099568" cy="0"/>
          </a:xfrm>
          <a:prstGeom prst="straightConnector1">
            <a:avLst/>
          </a:prstGeom>
          <a:ln w="19050">
            <a:solidFill>
              <a:srgbClr val="202D3E"/>
            </a:solidFill>
            <a:tailEnd type="triangle" w="sm" len="sm"/>
          </a:ln>
        </p:spPr>
      </p:cxnSp>
      <p:sp>
        <p:nvSpPr>
          <p:cNvPr id="15" name="environment-verb-2">
            <a:extLst>
              <a:ext uri="{FF2B5EF4-FFF2-40B4-BE49-F238E27FC236}">
                <a16:creationId xmlns:a16="http://schemas.microsoft.com/office/drawing/2014/main" id="{C0F24F82-3AFF-886D-7B46-D92ECD4DE301}"/>
              </a:ext>
            </a:extLst>
          </p:cNvPr>
          <p:cNvSpPr>
            <a:spLocks noGrp="1"/>
          </p:cNvSpPr>
          <p:nvPr/>
        </p:nvSpPr>
        <p:spPr>
          <a:xfrm>
            <a:off x="5571339" y="3737261"/>
            <a:ext cx="1389058" cy="376205"/>
          </a:xfrm>
          <a:prstGeom prst="rect">
            <a:avLst/>
          </a:prstGeom>
          <a:noFill/>
          <a:ln w="0">
            <a:noFill/>
          </a:ln>
        </p:spPr>
        <p:txBody>
          <a:bodyPr wrap="none" lIns="0" tIns="0" rIns="0" bIns="0" anchor="t">
            <a:noAutofit/>
          </a:bodyPr>
          <a:lstStyle>
            <a:defPPr algn="ctr">
              <a:defRPr sz="1238" b="0">
                <a:solidFill>
                  <a:srgbClr val="475569"/>
                </a:solidFill>
                <a:latin typeface="Ubuntu Light"/>
                <a:ea typeface="Ubuntu Light"/>
                <a:cs typeface="Ubuntu Light"/>
              </a:defRPr>
            </a:defPPr>
            <a:lvl1pPr algn="ctr">
              <a:defRPr sz="1238" b="0">
                <a:solidFill>
                  <a:srgbClr val="475569"/>
                </a:solidFill>
                <a:latin typeface="Ubuntu Light"/>
                <a:ea typeface="Ubuntu Light"/>
                <a:cs typeface="Ubuntu Light"/>
              </a:defRPr>
            </a:lvl1pPr>
            <a:lvl2pPr algn="ctr">
              <a:defRPr sz="1238" b="0">
                <a:solidFill>
                  <a:srgbClr val="475569"/>
                </a:solidFill>
                <a:latin typeface="Ubuntu Light"/>
                <a:ea typeface="Ubuntu Light"/>
                <a:cs typeface="Ubuntu Light"/>
              </a:defRPr>
            </a:lvl2pPr>
            <a:lvl3pPr algn="ctr">
              <a:defRPr sz="1238" b="0">
                <a:solidFill>
                  <a:srgbClr val="475569"/>
                </a:solidFill>
                <a:latin typeface="Ubuntu Light"/>
                <a:ea typeface="Ubuntu Light"/>
                <a:cs typeface="Ubuntu Light"/>
              </a:defRPr>
            </a:lvl3pPr>
            <a:lvl4pPr algn="ctr">
              <a:defRPr sz="1238" b="0">
                <a:solidFill>
                  <a:srgbClr val="475569"/>
                </a:solidFill>
                <a:latin typeface="Ubuntu Light"/>
                <a:ea typeface="Ubuntu Light"/>
                <a:cs typeface="Ubuntu Light"/>
              </a:defRPr>
            </a:lvl4pPr>
            <a:lvl5pPr algn="ctr">
              <a:defRPr sz="1238" b="0">
                <a:solidFill>
                  <a:srgbClr val="475569"/>
                </a:solidFill>
                <a:latin typeface="Ubuntu Light"/>
                <a:ea typeface="Ubuntu Light"/>
                <a:cs typeface="Ubuntu Light"/>
              </a:defRPr>
            </a:lvl5pPr>
            <a:lvl6pPr algn="ctr">
              <a:defRPr sz="1238" b="0">
                <a:solidFill>
                  <a:srgbClr val="475569"/>
                </a:solidFill>
                <a:latin typeface="Ubuntu Light"/>
                <a:ea typeface="Ubuntu Light"/>
                <a:cs typeface="Ubuntu Light"/>
              </a:defRPr>
            </a:lvl6pPr>
            <a:lvl7pPr algn="ctr">
              <a:defRPr sz="1238" b="0">
                <a:solidFill>
                  <a:srgbClr val="475569"/>
                </a:solidFill>
                <a:latin typeface="Ubuntu Light"/>
                <a:ea typeface="Ubuntu Light"/>
                <a:cs typeface="Ubuntu Light"/>
              </a:defRPr>
            </a:lvl7pPr>
            <a:lvl8pPr algn="ctr">
              <a:defRPr sz="1238" b="0">
                <a:solidFill>
                  <a:srgbClr val="475569"/>
                </a:solidFill>
                <a:latin typeface="Ubuntu Light"/>
                <a:ea typeface="Ubuntu Light"/>
                <a:cs typeface="Ubuntu Light"/>
              </a:defRPr>
            </a:lvl8pPr>
            <a:lvl9pPr algn="ctr">
              <a:defRPr sz="1238" b="0">
                <a:solidFill>
                  <a:srgbClr val="475569"/>
                </a:solidFill>
                <a:latin typeface="Ubuntu Light"/>
                <a:ea typeface="Ubuntu Light"/>
                <a:cs typeface="Ubuntu Light"/>
              </a:defRPr>
            </a:lvl9pPr>
          </a:lstStyle>
          <a:p>
            <a:pPr>
              <a:defRPr sz="1500" b="0">
                <a:solidFill>
                  <a:srgbClr val="255DA8"/>
                </a:solidFill>
                <a:latin typeface="Ubuntu Light"/>
                <a:ea typeface="Ubuntu Light"/>
                <a:cs typeface="Ubuntu Light"/>
              </a:defRPr>
            </a:pPr>
            <a:r>
              <a:rPr lang="en-US" sz="1200" dirty="0"/>
              <a:t>Annotate coverage</a:t>
            </a:r>
          </a:p>
          <a:p>
            <a:pPr>
              <a:defRPr sz="1500" b="0">
                <a:solidFill>
                  <a:srgbClr val="255DA8"/>
                </a:solidFill>
                <a:latin typeface="Ubuntu Light"/>
                <a:ea typeface="Ubuntu Light"/>
                <a:cs typeface="Ubuntu Light"/>
              </a:defRPr>
            </a:pPr>
            <a:r>
              <a:rPr lang="en-US" sz="1200" dirty="0"/>
              <a:t>with test name</a:t>
            </a:r>
          </a:p>
        </p:txBody>
      </p:sp>
      <p:sp>
        <p:nvSpPr>
          <p:cNvPr id="19" name="env-dependency-explanation">
            <a:extLst>
              <a:ext uri="{FF2B5EF4-FFF2-40B4-BE49-F238E27FC236}">
                <a16:creationId xmlns:a16="http://schemas.microsoft.com/office/drawing/2014/main" id="{E6E5098B-D383-093B-5194-76E5CDE2F326}"/>
              </a:ext>
            </a:extLst>
          </p:cNvPr>
          <p:cNvSpPr>
            <a:spLocks noGrp="1"/>
          </p:cNvSpPr>
          <p:nvPr/>
        </p:nvSpPr>
        <p:spPr>
          <a:xfrm>
            <a:off x="7439025" y="2481262"/>
            <a:ext cx="1333500" cy="590550"/>
          </a:xfrm>
          <a:prstGeom prst="rect">
            <a:avLst/>
          </a:prstGeom>
          <a:noFill/>
          <a:ln w="0">
            <a:noFill/>
          </a:ln>
        </p:spPr>
        <p:txBody>
          <a:bodyPr wrap="none" lIns="0" tIns="0" rIns="0" bIns="0" anchor="t">
            <a:noAutofit/>
          </a:bodyPr>
          <a:lstStyle>
            <a:defPPr algn="ctr">
              <a:defRPr sz="1200" b="0">
                <a:solidFill>
                  <a:srgbClr val="FFFFFF"/>
                </a:solidFill>
                <a:latin typeface="Ubuntu Light"/>
                <a:ea typeface="Ubuntu Light"/>
                <a:cs typeface="Ubuntu Light"/>
              </a:defRPr>
            </a:defPPr>
            <a:lvl1pPr algn="ctr">
              <a:defRPr sz="1200" b="0">
                <a:solidFill>
                  <a:srgbClr val="FFFFFF"/>
                </a:solidFill>
                <a:latin typeface="Ubuntu Light"/>
                <a:ea typeface="Ubuntu Light"/>
                <a:cs typeface="Ubuntu Light"/>
              </a:defRPr>
            </a:lvl1pPr>
            <a:lvl2pPr algn="ctr">
              <a:defRPr sz="1200" b="0">
                <a:solidFill>
                  <a:srgbClr val="FFFFFF"/>
                </a:solidFill>
                <a:latin typeface="Ubuntu Light"/>
                <a:ea typeface="Ubuntu Light"/>
                <a:cs typeface="Ubuntu Light"/>
              </a:defRPr>
            </a:lvl2pPr>
            <a:lvl3pPr algn="ctr">
              <a:defRPr sz="1200" b="0">
                <a:solidFill>
                  <a:srgbClr val="FFFFFF"/>
                </a:solidFill>
                <a:latin typeface="Ubuntu Light"/>
                <a:ea typeface="Ubuntu Light"/>
                <a:cs typeface="Ubuntu Light"/>
              </a:defRPr>
            </a:lvl3pPr>
            <a:lvl4pPr algn="ctr">
              <a:defRPr sz="1200" b="0">
                <a:solidFill>
                  <a:srgbClr val="FFFFFF"/>
                </a:solidFill>
                <a:latin typeface="Ubuntu Light"/>
                <a:ea typeface="Ubuntu Light"/>
                <a:cs typeface="Ubuntu Light"/>
              </a:defRPr>
            </a:lvl4pPr>
            <a:lvl5pPr algn="ctr">
              <a:defRPr sz="1200" b="0">
                <a:solidFill>
                  <a:srgbClr val="FFFFFF"/>
                </a:solidFill>
                <a:latin typeface="Ubuntu Light"/>
                <a:ea typeface="Ubuntu Light"/>
                <a:cs typeface="Ubuntu Light"/>
              </a:defRPr>
            </a:lvl5pPr>
            <a:lvl6pPr algn="ctr">
              <a:defRPr sz="1200" b="0">
                <a:solidFill>
                  <a:srgbClr val="FFFFFF"/>
                </a:solidFill>
                <a:latin typeface="Ubuntu Light"/>
                <a:ea typeface="Ubuntu Light"/>
                <a:cs typeface="Ubuntu Light"/>
              </a:defRPr>
            </a:lvl6pPr>
            <a:lvl7pPr algn="ctr">
              <a:defRPr sz="1200" b="0">
                <a:solidFill>
                  <a:srgbClr val="FFFFFF"/>
                </a:solidFill>
                <a:latin typeface="Ubuntu Light"/>
                <a:ea typeface="Ubuntu Light"/>
                <a:cs typeface="Ubuntu Light"/>
              </a:defRPr>
            </a:lvl7pPr>
            <a:lvl8pPr algn="ctr">
              <a:defRPr sz="1200" b="0">
                <a:solidFill>
                  <a:srgbClr val="FFFFFF"/>
                </a:solidFill>
                <a:latin typeface="Ubuntu Light"/>
                <a:ea typeface="Ubuntu Light"/>
                <a:cs typeface="Ubuntu Light"/>
              </a:defRPr>
            </a:lvl8pPr>
            <a:lvl9pPr algn="ctr">
              <a:defRPr sz="1200" b="0">
                <a:solidFill>
                  <a:srgbClr val="FFFFFF"/>
                </a:solidFill>
                <a:latin typeface="Ubuntu Light"/>
                <a:ea typeface="Ubuntu Light"/>
                <a:cs typeface="Ubuntu Light"/>
              </a:defRPr>
            </a:lvl9pPr>
          </a:lstStyle>
          <a:p>
            <a:pPr algn="ctr">
              <a:defRPr sz="1200" b="0">
                <a:solidFill>
                  <a:srgbClr val="FFFFFF"/>
                </a:solidFill>
                <a:latin typeface="Ubuntu Light"/>
                <a:ea typeface="Ubuntu Light"/>
                <a:cs typeface="Ubuntu Light"/>
              </a:defRPr>
            </a:pPr>
            <a:r>
              <a:rPr b="0" dirty="0">
                <a:latin typeface="Ubuntu Light"/>
                <a:ea typeface="Ubuntu Light"/>
                <a:cs typeface="Ubuntu Light"/>
              </a:rPr>
              <a:t>Decouple</a:t>
            </a:r>
          </a:p>
          <a:p>
            <a:pPr algn="ctr">
              <a:defRPr sz="1200" b="0">
                <a:solidFill>
                  <a:srgbClr val="FFFFFF"/>
                </a:solidFill>
                <a:latin typeface="Ubuntu Light"/>
                <a:ea typeface="Ubuntu Light"/>
                <a:cs typeface="Ubuntu Light"/>
              </a:defRPr>
            </a:pPr>
            <a:r>
              <a:rPr b="0" dirty="0">
                <a:latin typeface="Ubuntu Light"/>
                <a:ea typeface="Ubuntu Light"/>
                <a:cs typeface="Ubuntu Light"/>
              </a:rPr>
              <a:t>dependencies</a:t>
            </a:r>
          </a:p>
          <a:p>
            <a:pPr algn="ctr">
              <a:defRPr sz="1200" b="0">
                <a:solidFill>
                  <a:srgbClr val="FFFFFF"/>
                </a:solidFill>
                <a:latin typeface="Ubuntu Light"/>
                <a:ea typeface="Ubuntu Light"/>
                <a:cs typeface="Ubuntu Light"/>
              </a:defRPr>
            </a:pPr>
            <a:r>
              <a:rPr b="0" dirty="0">
                <a:latin typeface="Ubuntu Light"/>
                <a:ea typeface="Ubuntu Light"/>
                <a:cs typeface="Ubuntu Light"/>
              </a:rPr>
              <a:t>via env vars</a:t>
            </a:r>
          </a:p>
        </p:txBody>
      </p:sp>
      <p:pic>
        <p:nvPicPr>
          <p:cNvPr id="25" name="Picture 24">
            <a:extLst>
              <a:ext uri="{FF2B5EF4-FFF2-40B4-BE49-F238E27FC236}">
                <a16:creationId xmlns:a16="http://schemas.microsoft.com/office/drawing/2014/main" id="{A913DC59-D657-880B-C5BE-B132B228C1C3}"/>
              </a:ext>
            </a:extLst>
          </p:cNvPr>
          <p:cNvPicPr>
            <a:picLocks noChangeAspect="1"/>
          </p:cNvPicPr>
          <p:nvPr/>
        </p:nvPicPr>
        <p:blipFill>
          <a:blip r:embed="rId3"/>
          <a:stretch/>
        </p:blipFill>
        <p:spPr>
          <a:xfrm>
            <a:off x="3758613" y="1659258"/>
            <a:ext cx="1516674" cy="448152"/>
          </a:xfrm>
          <a:prstGeom prst="rect">
            <a:avLst/>
          </a:prstGeom>
        </p:spPr>
      </p:pic>
      <p:pic>
        <p:nvPicPr>
          <p:cNvPr id="26" name="Picture 25" descr="OpenResty Official Blog">
            <a:extLst>
              <a:ext uri="{FF2B5EF4-FFF2-40B4-BE49-F238E27FC236}">
                <a16:creationId xmlns:a16="http://schemas.microsoft.com/office/drawing/2014/main" id="{900F10DF-D60E-0B49-F439-F432C4031C5D}"/>
              </a:ext>
            </a:extLst>
          </p:cNvPr>
          <p:cNvPicPr>
            <a:picLocks noChangeAspect="1"/>
          </p:cNvPicPr>
          <p:nvPr/>
        </p:nvPicPr>
        <p:blipFill>
          <a:blip r:embed="rId4"/>
          <a:stretch>
            <a:fillRect/>
          </a:stretch>
        </p:blipFill>
        <p:spPr>
          <a:xfrm>
            <a:off x="3758613" y="2460522"/>
            <a:ext cx="1649319" cy="1029838"/>
          </a:xfrm>
          <a:prstGeom prst="rect">
            <a:avLst/>
          </a:prstGeom>
        </p:spPr>
      </p:pic>
      <p:sp>
        <p:nvSpPr>
          <p:cNvPr id="27" name="environment-need-1">
            <a:extLst>
              <a:ext uri="{FF2B5EF4-FFF2-40B4-BE49-F238E27FC236}">
                <a16:creationId xmlns:a16="http://schemas.microsoft.com/office/drawing/2014/main" id="{90093324-21A2-1BC8-25C2-2C435F634D52}"/>
              </a:ext>
            </a:extLst>
          </p:cNvPr>
          <p:cNvSpPr>
            <a:spLocks noGrp="1"/>
          </p:cNvSpPr>
          <p:nvPr/>
        </p:nvSpPr>
        <p:spPr>
          <a:xfrm>
            <a:off x="7167648" y="2719657"/>
            <a:ext cx="1427790" cy="495029"/>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ctr">
              <a:defRPr sz="1575" b="0">
                <a:solidFill>
                  <a:srgbClr val="202D3E"/>
                </a:solidFill>
                <a:latin typeface="Ubuntu Light"/>
                <a:ea typeface="Ubuntu Light"/>
                <a:cs typeface="Ubuntu Light"/>
              </a:defRPr>
            </a:pPr>
            <a:r>
              <a:rPr lang="en-US" b="0" dirty="0">
                <a:latin typeface="Ubuntu Light"/>
                <a:ea typeface="Ubuntu Light"/>
                <a:cs typeface="Ubuntu Light"/>
              </a:rPr>
              <a:t>Enables testing</a:t>
            </a:r>
          </a:p>
          <a:p>
            <a:pPr algn="ctr">
              <a:defRPr sz="1575" b="0">
                <a:solidFill>
                  <a:srgbClr val="202D3E"/>
                </a:solidFill>
                <a:latin typeface="Ubuntu Light"/>
                <a:ea typeface="Ubuntu Light"/>
                <a:cs typeface="Ubuntu Light"/>
              </a:defRPr>
            </a:pPr>
            <a:r>
              <a:rPr lang="en-US" b="0" dirty="0">
                <a:latin typeface="Ubuntu Light"/>
                <a:ea typeface="Ubuntu Light"/>
                <a:cs typeface="Ubuntu Light"/>
              </a:rPr>
              <a:t>unhappy paths</a:t>
            </a:r>
            <a:endParaRPr b="0" dirty="0">
              <a:latin typeface="Ubuntu Light"/>
              <a:ea typeface="Ubuntu Light"/>
              <a:cs typeface="Ubuntu Light"/>
            </a:endParaRPr>
          </a:p>
        </p:txBody>
      </p:sp>
      <p:pic>
        <p:nvPicPr>
          <p:cNvPr id="28" name="Picture 27" descr="GitHub - coveragepy/coveragepy: The code coverage tool for Python · GitHub">
            <a:extLst>
              <a:ext uri="{FF2B5EF4-FFF2-40B4-BE49-F238E27FC236}">
                <a16:creationId xmlns:a16="http://schemas.microsoft.com/office/drawing/2014/main" id="{9E288C39-1194-57D9-067C-C46B4E522574}"/>
              </a:ext>
            </a:extLst>
          </p:cNvPr>
          <p:cNvPicPr>
            <a:picLocks noChangeAspect="1"/>
          </p:cNvPicPr>
          <p:nvPr/>
        </p:nvPicPr>
        <p:blipFill>
          <a:blip r:embed="rId5"/>
          <a:stretch>
            <a:fillRect/>
          </a:stretch>
        </p:blipFill>
        <p:spPr>
          <a:xfrm>
            <a:off x="4245705" y="3648818"/>
            <a:ext cx="1029582" cy="1029582"/>
          </a:xfrm>
          <a:prstGeom prst="rect">
            <a:avLst/>
          </a:prstGeom>
        </p:spPr>
      </p:pic>
      <p:sp>
        <p:nvSpPr>
          <p:cNvPr id="29" name="environment-need-1">
            <a:extLst>
              <a:ext uri="{FF2B5EF4-FFF2-40B4-BE49-F238E27FC236}">
                <a16:creationId xmlns:a16="http://schemas.microsoft.com/office/drawing/2014/main" id="{77E124C4-ACBF-44AE-0B23-1CDBE564CA22}"/>
              </a:ext>
            </a:extLst>
          </p:cNvPr>
          <p:cNvSpPr>
            <a:spLocks noGrp="1"/>
          </p:cNvSpPr>
          <p:nvPr/>
        </p:nvSpPr>
        <p:spPr>
          <a:xfrm>
            <a:off x="4278174" y="4678400"/>
            <a:ext cx="1100498" cy="276226"/>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lang="en-US" dirty="0" err="1"/>
              <a:t>c</a:t>
            </a:r>
            <a:r>
              <a:rPr lang="en-US" b="0" dirty="0" err="1">
                <a:latin typeface="Ubuntu Light"/>
                <a:ea typeface="Ubuntu Light"/>
                <a:cs typeface="Ubuntu Light"/>
              </a:rPr>
              <a:t>overage.py</a:t>
            </a:r>
            <a:endParaRPr b="0" dirty="0">
              <a:latin typeface="Ubuntu Light"/>
              <a:ea typeface="Ubuntu Light"/>
              <a:cs typeface="Ubuntu Light"/>
            </a:endParaRPr>
          </a:p>
        </p:txBody>
      </p:sp>
      <p:sp>
        <p:nvSpPr>
          <p:cNvPr id="31" name="environment-need-1">
            <a:extLst>
              <a:ext uri="{FF2B5EF4-FFF2-40B4-BE49-F238E27FC236}">
                <a16:creationId xmlns:a16="http://schemas.microsoft.com/office/drawing/2014/main" id="{0242E8A7-0043-9028-0670-04FF841559A9}"/>
              </a:ext>
            </a:extLst>
          </p:cNvPr>
          <p:cNvSpPr>
            <a:spLocks noGrp="1"/>
          </p:cNvSpPr>
          <p:nvPr/>
        </p:nvSpPr>
        <p:spPr>
          <a:xfrm>
            <a:off x="7329255" y="3910649"/>
            <a:ext cx="1266183" cy="542913"/>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ctr">
              <a:defRPr sz="1575" b="0">
                <a:solidFill>
                  <a:srgbClr val="202D3E"/>
                </a:solidFill>
                <a:latin typeface="Ubuntu Light"/>
                <a:ea typeface="Ubuntu Light"/>
                <a:cs typeface="Ubuntu Light"/>
              </a:defRPr>
            </a:pPr>
            <a:r>
              <a:rPr lang="en-US" b="0" dirty="0">
                <a:latin typeface="Ubuntu Light"/>
                <a:ea typeface="Ubuntu Light"/>
                <a:cs typeface="Ubuntu Light"/>
              </a:rPr>
              <a:t>Accountability</a:t>
            </a:r>
          </a:p>
          <a:p>
            <a:pPr algn="ctr">
              <a:defRPr sz="1575" b="0">
                <a:solidFill>
                  <a:srgbClr val="202D3E"/>
                </a:solidFill>
                <a:latin typeface="Ubuntu Light"/>
                <a:ea typeface="Ubuntu Light"/>
                <a:cs typeface="Ubuntu Light"/>
              </a:defRPr>
            </a:pPr>
            <a:r>
              <a:rPr lang="en-US" b="0" dirty="0">
                <a:latin typeface="Ubuntu Light"/>
                <a:ea typeface="Ubuntu Light"/>
                <a:cs typeface="Ubuntu Light"/>
              </a:rPr>
              <a:t>of test results</a:t>
            </a:r>
            <a:endParaRPr b="0" dirty="0">
              <a:latin typeface="Ubuntu Light"/>
              <a:ea typeface="Ubuntu Light"/>
              <a:cs typeface="Ubuntu Light"/>
            </a:endParaRPr>
          </a:p>
        </p:txBody>
      </p:sp>
      <p:sp>
        <p:nvSpPr>
          <p:cNvPr id="34" name="environment-need-0">
            <a:extLst>
              <a:ext uri="{FF2B5EF4-FFF2-40B4-BE49-F238E27FC236}">
                <a16:creationId xmlns:a16="http://schemas.microsoft.com/office/drawing/2014/main" id="{2B6908AB-F8C9-6DFD-E5E1-BF9822AAC516}"/>
              </a:ext>
            </a:extLst>
          </p:cNvPr>
          <p:cNvSpPr>
            <a:spLocks noGrp="1"/>
          </p:cNvSpPr>
          <p:nvPr/>
        </p:nvSpPr>
        <p:spPr>
          <a:xfrm>
            <a:off x="619125" y="1622951"/>
            <a:ext cx="1394092" cy="542925"/>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b="0" dirty="0">
                <a:latin typeface="Ubuntu Light"/>
                <a:ea typeface="Ubuntu Light"/>
                <a:cs typeface="Ubuntu Light"/>
              </a:rPr>
              <a:t>Use </a:t>
            </a:r>
            <a:r>
              <a:rPr lang="en-US" b="0" dirty="0">
                <a:latin typeface="Ubuntu Light"/>
                <a:ea typeface="Ubuntu Light"/>
                <a:cs typeface="Ubuntu Light"/>
              </a:rPr>
              <a:t>boto3 SDK</a:t>
            </a:r>
            <a:endParaRPr b="0" dirty="0">
              <a:latin typeface="Ubuntu Light"/>
              <a:ea typeface="Ubuntu Light"/>
              <a:cs typeface="Ubuntu Light"/>
            </a:endParaRPr>
          </a:p>
          <a:p>
            <a:pPr algn="l">
              <a:defRPr sz="1575" b="0">
                <a:solidFill>
                  <a:srgbClr val="202D3E"/>
                </a:solidFill>
                <a:latin typeface="Ubuntu Light"/>
                <a:ea typeface="Ubuntu Light"/>
                <a:cs typeface="Ubuntu Light"/>
              </a:defRPr>
            </a:pPr>
            <a:r>
              <a:rPr b="0" dirty="0">
                <a:latin typeface="Ubuntu Light"/>
                <a:ea typeface="Ubuntu Light"/>
                <a:cs typeface="Ubuntu Light"/>
              </a:rPr>
              <a:t>and HTTP calls</a:t>
            </a:r>
          </a:p>
        </p:txBody>
      </p:sp>
      <p:cxnSp>
        <p:nvCxnSpPr>
          <p:cNvPr id="35" name="environment-mechanism-0-0">
            <a:extLst>
              <a:ext uri="{FF2B5EF4-FFF2-40B4-BE49-F238E27FC236}">
                <a16:creationId xmlns:a16="http://schemas.microsoft.com/office/drawing/2014/main" id="{36E90C97-7E7B-3A61-C51B-22A8B6D13BAF}"/>
              </a:ext>
            </a:extLst>
          </p:cNvPr>
          <p:cNvCxnSpPr>
            <a:cxnSpLocks/>
          </p:cNvCxnSpPr>
          <p:nvPr/>
        </p:nvCxnSpPr>
        <p:spPr>
          <a:xfrm>
            <a:off x="2321699" y="1894414"/>
            <a:ext cx="1128432" cy="0"/>
          </a:xfrm>
          <a:prstGeom prst="straightConnector1">
            <a:avLst/>
          </a:prstGeom>
          <a:ln w="19050">
            <a:solidFill>
              <a:srgbClr val="202D3E"/>
            </a:solidFill>
            <a:tailEnd type="triangle" w="sm" len="sm"/>
          </a:ln>
        </p:spPr>
      </p:cxnSp>
      <p:sp>
        <p:nvSpPr>
          <p:cNvPr id="37" name="environment-mechanism-label-0">
            <a:extLst>
              <a:ext uri="{FF2B5EF4-FFF2-40B4-BE49-F238E27FC236}">
                <a16:creationId xmlns:a16="http://schemas.microsoft.com/office/drawing/2014/main" id="{F71049D5-06AC-5C45-14D1-7AE087DACCA2}"/>
              </a:ext>
            </a:extLst>
          </p:cNvPr>
          <p:cNvSpPr>
            <a:spLocks noGrp="1"/>
          </p:cNvSpPr>
          <p:nvPr/>
        </p:nvSpPr>
        <p:spPr>
          <a:xfrm>
            <a:off x="2089196" y="1338262"/>
            <a:ext cx="1565483" cy="406989"/>
          </a:xfrm>
          <a:prstGeom prst="rect">
            <a:avLst/>
          </a:prstGeom>
          <a:noFill/>
          <a:ln w="0">
            <a:noFill/>
          </a:ln>
        </p:spPr>
        <p:txBody>
          <a:bodyPr wrap="none" lIns="0" tIns="0" rIns="0" bIns="0" anchor="t">
            <a:noAutofit/>
          </a:bodyPr>
          <a:lstStyle>
            <a:defPPr algn="l">
              <a:defRPr sz="1500" b="0">
                <a:solidFill>
                  <a:srgbClr val="255DA8"/>
                </a:solidFill>
                <a:latin typeface="Ubuntu Light"/>
                <a:ea typeface="Ubuntu Light"/>
                <a:cs typeface="Ubuntu Light"/>
              </a:defRPr>
            </a:defPPr>
            <a:lvl1pPr algn="l">
              <a:defRPr sz="1500" b="0">
                <a:solidFill>
                  <a:srgbClr val="255DA8"/>
                </a:solidFill>
                <a:latin typeface="Ubuntu Light"/>
                <a:ea typeface="Ubuntu Light"/>
                <a:cs typeface="Ubuntu Light"/>
              </a:defRPr>
            </a:lvl1pPr>
            <a:lvl2pPr algn="l">
              <a:defRPr sz="1500" b="0">
                <a:solidFill>
                  <a:srgbClr val="255DA8"/>
                </a:solidFill>
                <a:latin typeface="Ubuntu Light"/>
                <a:ea typeface="Ubuntu Light"/>
                <a:cs typeface="Ubuntu Light"/>
              </a:defRPr>
            </a:lvl2pPr>
            <a:lvl3pPr algn="l">
              <a:defRPr sz="1500" b="0">
                <a:solidFill>
                  <a:srgbClr val="255DA8"/>
                </a:solidFill>
                <a:latin typeface="Ubuntu Light"/>
                <a:ea typeface="Ubuntu Light"/>
                <a:cs typeface="Ubuntu Light"/>
              </a:defRPr>
            </a:lvl3pPr>
            <a:lvl4pPr algn="l">
              <a:defRPr sz="1500" b="0">
                <a:solidFill>
                  <a:srgbClr val="255DA8"/>
                </a:solidFill>
                <a:latin typeface="Ubuntu Light"/>
                <a:ea typeface="Ubuntu Light"/>
                <a:cs typeface="Ubuntu Light"/>
              </a:defRPr>
            </a:lvl4pPr>
            <a:lvl5pPr algn="l">
              <a:defRPr sz="1500" b="0">
                <a:solidFill>
                  <a:srgbClr val="255DA8"/>
                </a:solidFill>
                <a:latin typeface="Ubuntu Light"/>
                <a:ea typeface="Ubuntu Light"/>
                <a:cs typeface="Ubuntu Light"/>
              </a:defRPr>
            </a:lvl5pPr>
            <a:lvl6pPr algn="l">
              <a:defRPr sz="1500" b="0">
                <a:solidFill>
                  <a:srgbClr val="255DA8"/>
                </a:solidFill>
                <a:latin typeface="Ubuntu Light"/>
                <a:ea typeface="Ubuntu Light"/>
                <a:cs typeface="Ubuntu Light"/>
              </a:defRPr>
            </a:lvl6pPr>
            <a:lvl7pPr algn="l">
              <a:defRPr sz="1500" b="0">
                <a:solidFill>
                  <a:srgbClr val="255DA8"/>
                </a:solidFill>
                <a:latin typeface="Ubuntu Light"/>
                <a:ea typeface="Ubuntu Light"/>
                <a:cs typeface="Ubuntu Light"/>
              </a:defRPr>
            </a:lvl7pPr>
            <a:lvl8pPr algn="l">
              <a:defRPr sz="1500" b="0">
                <a:solidFill>
                  <a:srgbClr val="255DA8"/>
                </a:solidFill>
                <a:latin typeface="Ubuntu Light"/>
                <a:ea typeface="Ubuntu Light"/>
                <a:cs typeface="Ubuntu Light"/>
              </a:defRPr>
            </a:lvl8pPr>
            <a:lvl9pPr algn="l">
              <a:defRPr sz="1500" b="0">
                <a:solidFill>
                  <a:srgbClr val="255DA8"/>
                </a:solidFill>
                <a:latin typeface="Ubuntu Light"/>
                <a:ea typeface="Ubuntu Light"/>
                <a:cs typeface="Ubuntu Light"/>
              </a:defRPr>
            </a:lvl9pPr>
          </a:lstStyle>
          <a:p>
            <a:pPr algn="ctr">
              <a:defRPr sz="1500" b="0">
                <a:solidFill>
                  <a:srgbClr val="255DA8"/>
                </a:solidFill>
                <a:latin typeface="Ubuntu Light"/>
                <a:ea typeface="Ubuntu Light"/>
                <a:cs typeface="Ubuntu Light"/>
              </a:defRPr>
            </a:pPr>
            <a:r>
              <a:rPr lang="en-US" sz="1200" b="0" dirty="0">
                <a:latin typeface="Ubuntu Light"/>
                <a:ea typeface="Ubuntu Light"/>
                <a:cs typeface="Ubuntu Light"/>
              </a:rPr>
              <a:t>Specify boto3</a:t>
            </a:r>
            <a:endParaRPr sz="1200" b="0" dirty="0">
              <a:latin typeface="Ubuntu Light"/>
              <a:ea typeface="Ubuntu Light"/>
              <a:cs typeface="Ubuntu Light"/>
            </a:endParaRPr>
          </a:p>
          <a:p>
            <a:pPr algn="ctr">
              <a:defRPr sz="1500" b="0">
                <a:solidFill>
                  <a:srgbClr val="255DA8"/>
                </a:solidFill>
                <a:latin typeface="Ubuntu Light"/>
                <a:ea typeface="Ubuntu Light"/>
                <a:cs typeface="Ubuntu Light"/>
              </a:defRPr>
            </a:pPr>
            <a:r>
              <a:rPr sz="1200" b="0" dirty="0">
                <a:latin typeface="Menlo"/>
                <a:ea typeface="Menlo"/>
                <a:cs typeface="Menlo"/>
              </a:rPr>
              <a:t>AWS_ENDPOINT_URL</a:t>
            </a:r>
          </a:p>
        </p:txBody>
      </p:sp>
      <p:sp>
        <p:nvSpPr>
          <p:cNvPr id="39" name="environment-mechanism-label-0">
            <a:extLst>
              <a:ext uri="{FF2B5EF4-FFF2-40B4-BE49-F238E27FC236}">
                <a16:creationId xmlns:a16="http://schemas.microsoft.com/office/drawing/2014/main" id="{B3726D08-A325-6222-F923-FFFDB9D80E31}"/>
              </a:ext>
            </a:extLst>
          </p:cNvPr>
          <p:cNvSpPr>
            <a:spLocks noGrp="1"/>
          </p:cNvSpPr>
          <p:nvPr/>
        </p:nvSpPr>
        <p:spPr>
          <a:xfrm>
            <a:off x="5758063" y="1339116"/>
            <a:ext cx="767962" cy="406135"/>
          </a:xfrm>
          <a:prstGeom prst="rect">
            <a:avLst/>
          </a:prstGeom>
          <a:noFill/>
          <a:ln w="0">
            <a:noFill/>
          </a:ln>
        </p:spPr>
        <p:txBody>
          <a:bodyPr wrap="none" lIns="0" tIns="0" rIns="0" bIns="0" anchor="t">
            <a:noAutofit/>
          </a:bodyPr>
          <a:lstStyle>
            <a:defPPr algn="l">
              <a:defRPr sz="1500" b="0">
                <a:solidFill>
                  <a:srgbClr val="255DA8"/>
                </a:solidFill>
                <a:latin typeface="Ubuntu Light"/>
                <a:ea typeface="Ubuntu Light"/>
                <a:cs typeface="Ubuntu Light"/>
              </a:defRPr>
            </a:defPPr>
            <a:lvl1pPr algn="l">
              <a:defRPr sz="1500" b="0">
                <a:solidFill>
                  <a:srgbClr val="255DA8"/>
                </a:solidFill>
                <a:latin typeface="Ubuntu Light"/>
                <a:ea typeface="Ubuntu Light"/>
                <a:cs typeface="Ubuntu Light"/>
              </a:defRPr>
            </a:lvl1pPr>
            <a:lvl2pPr algn="l">
              <a:defRPr sz="1500" b="0">
                <a:solidFill>
                  <a:srgbClr val="255DA8"/>
                </a:solidFill>
                <a:latin typeface="Ubuntu Light"/>
                <a:ea typeface="Ubuntu Light"/>
                <a:cs typeface="Ubuntu Light"/>
              </a:defRPr>
            </a:lvl2pPr>
            <a:lvl3pPr algn="l">
              <a:defRPr sz="1500" b="0">
                <a:solidFill>
                  <a:srgbClr val="255DA8"/>
                </a:solidFill>
                <a:latin typeface="Ubuntu Light"/>
                <a:ea typeface="Ubuntu Light"/>
                <a:cs typeface="Ubuntu Light"/>
              </a:defRPr>
            </a:lvl3pPr>
            <a:lvl4pPr algn="l">
              <a:defRPr sz="1500" b="0">
                <a:solidFill>
                  <a:srgbClr val="255DA8"/>
                </a:solidFill>
                <a:latin typeface="Ubuntu Light"/>
                <a:ea typeface="Ubuntu Light"/>
                <a:cs typeface="Ubuntu Light"/>
              </a:defRPr>
            </a:lvl4pPr>
            <a:lvl5pPr algn="l">
              <a:defRPr sz="1500" b="0">
                <a:solidFill>
                  <a:srgbClr val="255DA8"/>
                </a:solidFill>
                <a:latin typeface="Ubuntu Light"/>
                <a:ea typeface="Ubuntu Light"/>
                <a:cs typeface="Ubuntu Light"/>
              </a:defRPr>
            </a:lvl5pPr>
            <a:lvl6pPr algn="l">
              <a:defRPr sz="1500" b="0">
                <a:solidFill>
                  <a:srgbClr val="255DA8"/>
                </a:solidFill>
                <a:latin typeface="Ubuntu Light"/>
                <a:ea typeface="Ubuntu Light"/>
                <a:cs typeface="Ubuntu Light"/>
              </a:defRPr>
            </a:lvl6pPr>
            <a:lvl7pPr algn="l">
              <a:defRPr sz="1500" b="0">
                <a:solidFill>
                  <a:srgbClr val="255DA8"/>
                </a:solidFill>
                <a:latin typeface="Ubuntu Light"/>
                <a:ea typeface="Ubuntu Light"/>
                <a:cs typeface="Ubuntu Light"/>
              </a:defRPr>
            </a:lvl7pPr>
            <a:lvl8pPr algn="l">
              <a:defRPr sz="1500" b="0">
                <a:solidFill>
                  <a:srgbClr val="255DA8"/>
                </a:solidFill>
                <a:latin typeface="Ubuntu Light"/>
                <a:ea typeface="Ubuntu Light"/>
                <a:cs typeface="Ubuntu Light"/>
              </a:defRPr>
            </a:lvl8pPr>
            <a:lvl9pPr algn="l">
              <a:defRPr sz="1500" b="0">
                <a:solidFill>
                  <a:srgbClr val="255DA8"/>
                </a:solidFill>
                <a:latin typeface="Ubuntu Light"/>
                <a:ea typeface="Ubuntu Light"/>
                <a:cs typeface="Ubuntu Light"/>
              </a:defRPr>
            </a:lvl9pPr>
          </a:lstStyle>
          <a:p>
            <a:pPr algn="ctr">
              <a:defRPr sz="1500" b="0">
                <a:solidFill>
                  <a:srgbClr val="255DA8"/>
                </a:solidFill>
                <a:latin typeface="Ubuntu Light"/>
                <a:ea typeface="Ubuntu Light"/>
                <a:cs typeface="Ubuntu Light"/>
              </a:defRPr>
            </a:pPr>
            <a:r>
              <a:rPr lang="en-US" sz="1200" b="0" dirty="0">
                <a:latin typeface="Ubuntu Light"/>
                <a:ea typeface="Ubuntu Light"/>
                <a:cs typeface="Ubuntu Light"/>
              </a:rPr>
              <a:t>Emulate</a:t>
            </a:r>
          </a:p>
          <a:p>
            <a:pPr algn="ctr">
              <a:defRPr sz="1500" b="0">
                <a:solidFill>
                  <a:srgbClr val="255DA8"/>
                </a:solidFill>
                <a:latin typeface="Ubuntu Light"/>
                <a:ea typeface="Ubuntu Light"/>
                <a:cs typeface="Ubuntu Light"/>
              </a:defRPr>
            </a:pPr>
            <a:r>
              <a:rPr lang="en-US" sz="1200" dirty="0">
                <a:ea typeface="Menlo"/>
                <a:cs typeface="Menlo"/>
              </a:rPr>
              <a:t>AWS API</a:t>
            </a:r>
            <a:endParaRPr sz="1200" b="0" dirty="0">
              <a:latin typeface="Menlo"/>
              <a:ea typeface="Menlo"/>
              <a:cs typeface="Menlo"/>
            </a:endParaRPr>
          </a:p>
        </p:txBody>
      </p:sp>
      <p:sp>
        <p:nvSpPr>
          <p:cNvPr id="40" name="environment-mechanism-label-0">
            <a:extLst>
              <a:ext uri="{FF2B5EF4-FFF2-40B4-BE49-F238E27FC236}">
                <a16:creationId xmlns:a16="http://schemas.microsoft.com/office/drawing/2014/main" id="{057F3403-63BE-9954-CABA-D6BFCCC2A77D}"/>
              </a:ext>
            </a:extLst>
          </p:cNvPr>
          <p:cNvSpPr>
            <a:spLocks noGrp="1"/>
          </p:cNvSpPr>
          <p:nvPr/>
        </p:nvSpPr>
        <p:spPr>
          <a:xfrm>
            <a:off x="5645601" y="2477307"/>
            <a:ext cx="1250258" cy="424002"/>
          </a:xfrm>
          <a:prstGeom prst="rect">
            <a:avLst/>
          </a:prstGeom>
          <a:noFill/>
          <a:ln w="0">
            <a:noFill/>
          </a:ln>
        </p:spPr>
        <p:txBody>
          <a:bodyPr wrap="none" lIns="0" tIns="0" rIns="0" bIns="0" anchor="t">
            <a:noAutofit/>
          </a:bodyPr>
          <a:lstStyle>
            <a:defPPr algn="l">
              <a:defRPr sz="1500" b="0">
                <a:solidFill>
                  <a:srgbClr val="255DA8"/>
                </a:solidFill>
                <a:latin typeface="Ubuntu Light"/>
                <a:ea typeface="Ubuntu Light"/>
                <a:cs typeface="Ubuntu Light"/>
              </a:defRPr>
            </a:defPPr>
            <a:lvl1pPr algn="l">
              <a:defRPr sz="1500" b="0">
                <a:solidFill>
                  <a:srgbClr val="255DA8"/>
                </a:solidFill>
                <a:latin typeface="Ubuntu Light"/>
                <a:ea typeface="Ubuntu Light"/>
                <a:cs typeface="Ubuntu Light"/>
              </a:defRPr>
            </a:lvl1pPr>
            <a:lvl2pPr algn="l">
              <a:defRPr sz="1500" b="0">
                <a:solidFill>
                  <a:srgbClr val="255DA8"/>
                </a:solidFill>
                <a:latin typeface="Ubuntu Light"/>
                <a:ea typeface="Ubuntu Light"/>
                <a:cs typeface="Ubuntu Light"/>
              </a:defRPr>
            </a:lvl2pPr>
            <a:lvl3pPr algn="l">
              <a:defRPr sz="1500" b="0">
                <a:solidFill>
                  <a:srgbClr val="255DA8"/>
                </a:solidFill>
                <a:latin typeface="Ubuntu Light"/>
                <a:ea typeface="Ubuntu Light"/>
                <a:cs typeface="Ubuntu Light"/>
              </a:defRPr>
            </a:lvl3pPr>
            <a:lvl4pPr algn="l">
              <a:defRPr sz="1500" b="0">
                <a:solidFill>
                  <a:srgbClr val="255DA8"/>
                </a:solidFill>
                <a:latin typeface="Ubuntu Light"/>
                <a:ea typeface="Ubuntu Light"/>
                <a:cs typeface="Ubuntu Light"/>
              </a:defRPr>
            </a:lvl4pPr>
            <a:lvl5pPr algn="l">
              <a:defRPr sz="1500" b="0">
                <a:solidFill>
                  <a:srgbClr val="255DA8"/>
                </a:solidFill>
                <a:latin typeface="Ubuntu Light"/>
                <a:ea typeface="Ubuntu Light"/>
                <a:cs typeface="Ubuntu Light"/>
              </a:defRPr>
            </a:lvl5pPr>
            <a:lvl6pPr algn="l">
              <a:defRPr sz="1500" b="0">
                <a:solidFill>
                  <a:srgbClr val="255DA8"/>
                </a:solidFill>
                <a:latin typeface="Ubuntu Light"/>
                <a:ea typeface="Ubuntu Light"/>
                <a:cs typeface="Ubuntu Light"/>
              </a:defRPr>
            </a:lvl6pPr>
            <a:lvl7pPr algn="l">
              <a:defRPr sz="1500" b="0">
                <a:solidFill>
                  <a:srgbClr val="255DA8"/>
                </a:solidFill>
                <a:latin typeface="Ubuntu Light"/>
                <a:ea typeface="Ubuntu Light"/>
                <a:cs typeface="Ubuntu Light"/>
              </a:defRPr>
            </a:lvl7pPr>
            <a:lvl8pPr algn="l">
              <a:defRPr sz="1500" b="0">
                <a:solidFill>
                  <a:srgbClr val="255DA8"/>
                </a:solidFill>
                <a:latin typeface="Ubuntu Light"/>
                <a:ea typeface="Ubuntu Light"/>
                <a:cs typeface="Ubuntu Light"/>
              </a:defRPr>
            </a:lvl8pPr>
            <a:lvl9pPr algn="l">
              <a:defRPr sz="1500" b="0">
                <a:solidFill>
                  <a:srgbClr val="255DA8"/>
                </a:solidFill>
                <a:latin typeface="Ubuntu Light"/>
                <a:ea typeface="Ubuntu Light"/>
                <a:cs typeface="Ubuntu Light"/>
              </a:defRPr>
            </a:lvl9pPr>
          </a:lstStyle>
          <a:p>
            <a:pPr algn="ctr">
              <a:defRPr sz="1500" b="0">
                <a:solidFill>
                  <a:srgbClr val="255DA8"/>
                </a:solidFill>
                <a:latin typeface="Ubuntu Light"/>
                <a:ea typeface="Ubuntu Light"/>
                <a:cs typeface="Ubuntu Light"/>
              </a:defRPr>
            </a:pPr>
            <a:r>
              <a:rPr lang="en-US" sz="1200" b="0" dirty="0">
                <a:latin typeface="Ubuntu Light"/>
                <a:ea typeface="Ubuntu Light"/>
                <a:cs typeface="Ubuntu Light"/>
              </a:rPr>
              <a:t>Inject custom</a:t>
            </a:r>
          </a:p>
          <a:p>
            <a:pPr algn="ctr">
              <a:defRPr sz="1500" b="0">
                <a:solidFill>
                  <a:srgbClr val="255DA8"/>
                </a:solidFill>
                <a:latin typeface="Ubuntu Light"/>
                <a:ea typeface="Ubuntu Light"/>
                <a:cs typeface="Ubuntu Light"/>
              </a:defRPr>
            </a:pPr>
            <a:r>
              <a:rPr lang="en-US" sz="1200" dirty="0"/>
              <a:t>error responses</a:t>
            </a:r>
            <a:endParaRPr lang="en-US" sz="1200" b="0" dirty="0">
              <a:latin typeface="Ubuntu Light"/>
              <a:ea typeface="Ubuntu Light"/>
              <a:cs typeface="Ubuntu Light"/>
            </a:endParaRPr>
          </a:p>
        </p:txBody>
      </p:sp>
      <p:sp>
        <p:nvSpPr>
          <p:cNvPr id="42" name="environment-need-1">
            <a:extLst>
              <a:ext uri="{FF2B5EF4-FFF2-40B4-BE49-F238E27FC236}">
                <a16:creationId xmlns:a16="http://schemas.microsoft.com/office/drawing/2014/main" id="{DF9C5350-F3EC-D1FC-1941-CCA908B6E279}"/>
              </a:ext>
            </a:extLst>
          </p:cNvPr>
          <p:cNvSpPr>
            <a:spLocks noGrp="1"/>
          </p:cNvSpPr>
          <p:nvPr/>
        </p:nvSpPr>
        <p:spPr>
          <a:xfrm>
            <a:off x="619125" y="2758561"/>
            <a:ext cx="1533525" cy="542925"/>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b="0" dirty="0">
                <a:latin typeface="Ubuntu Light"/>
                <a:ea typeface="Ubuntu Light"/>
                <a:cs typeface="Ubuntu Light"/>
              </a:rPr>
              <a:t>Reach retry and</a:t>
            </a:r>
          </a:p>
          <a:p>
            <a:pPr algn="l">
              <a:defRPr sz="1575" b="0">
                <a:solidFill>
                  <a:srgbClr val="202D3E"/>
                </a:solidFill>
                <a:latin typeface="Ubuntu Light"/>
                <a:ea typeface="Ubuntu Light"/>
                <a:cs typeface="Ubuntu Light"/>
              </a:defRPr>
            </a:pPr>
            <a:r>
              <a:rPr b="0" dirty="0">
                <a:latin typeface="Ubuntu Light"/>
                <a:ea typeface="Ubuntu Light"/>
                <a:cs typeface="Ubuntu Light"/>
              </a:rPr>
              <a:t>recovery paths</a:t>
            </a:r>
          </a:p>
        </p:txBody>
      </p:sp>
      <p:sp>
        <p:nvSpPr>
          <p:cNvPr id="43" name="environment-mechanism-label-1">
            <a:extLst>
              <a:ext uri="{FF2B5EF4-FFF2-40B4-BE49-F238E27FC236}">
                <a16:creationId xmlns:a16="http://schemas.microsoft.com/office/drawing/2014/main" id="{5F39F4C2-AFC5-A503-BDC4-5AB97AB6B3B5}"/>
              </a:ext>
            </a:extLst>
          </p:cNvPr>
          <p:cNvSpPr>
            <a:spLocks noGrp="1"/>
          </p:cNvSpPr>
          <p:nvPr/>
        </p:nvSpPr>
        <p:spPr>
          <a:xfrm>
            <a:off x="2331119" y="2516950"/>
            <a:ext cx="1081636" cy="405414"/>
          </a:xfrm>
          <a:prstGeom prst="rect">
            <a:avLst/>
          </a:prstGeom>
          <a:noFill/>
          <a:ln w="0">
            <a:noFill/>
          </a:ln>
        </p:spPr>
        <p:txBody>
          <a:bodyPr wrap="none" lIns="0" tIns="0" rIns="0" bIns="0" anchor="t">
            <a:noAutofit/>
          </a:bodyPr>
          <a:lstStyle>
            <a:defPPr algn="l">
              <a:defRPr sz="1500" b="0">
                <a:solidFill>
                  <a:srgbClr val="255DA8"/>
                </a:solidFill>
                <a:latin typeface="Ubuntu Light"/>
                <a:ea typeface="Ubuntu Light"/>
                <a:cs typeface="Ubuntu Light"/>
              </a:defRPr>
            </a:defPPr>
            <a:lvl1pPr algn="l">
              <a:defRPr sz="1500" b="0">
                <a:solidFill>
                  <a:srgbClr val="255DA8"/>
                </a:solidFill>
                <a:latin typeface="Ubuntu Light"/>
                <a:ea typeface="Ubuntu Light"/>
                <a:cs typeface="Ubuntu Light"/>
              </a:defRPr>
            </a:lvl1pPr>
            <a:lvl2pPr algn="l">
              <a:defRPr sz="1500" b="0">
                <a:solidFill>
                  <a:srgbClr val="255DA8"/>
                </a:solidFill>
                <a:latin typeface="Ubuntu Light"/>
                <a:ea typeface="Ubuntu Light"/>
                <a:cs typeface="Ubuntu Light"/>
              </a:defRPr>
            </a:lvl2pPr>
            <a:lvl3pPr algn="l">
              <a:defRPr sz="1500" b="0">
                <a:solidFill>
                  <a:srgbClr val="255DA8"/>
                </a:solidFill>
                <a:latin typeface="Ubuntu Light"/>
                <a:ea typeface="Ubuntu Light"/>
                <a:cs typeface="Ubuntu Light"/>
              </a:defRPr>
            </a:lvl3pPr>
            <a:lvl4pPr algn="l">
              <a:defRPr sz="1500" b="0">
                <a:solidFill>
                  <a:srgbClr val="255DA8"/>
                </a:solidFill>
                <a:latin typeface="Ubuntu Light"/>
                <a:ea typeface="Ubuntu Light"/>
                <a:cs typeface="Ubuntu Light"/>
              </a:defRPr>
            </a:lvl4pPr>
            <a:lvl5pPr algn="l">
              <a:defRPr sz="1500" b="0">
                <a:solidFill>
                  <a:srgbClr val="255DA8"/>
                </a:solidFill>
                <a:latin typeface="Ubuntu Light"/>
                <a:ea typeface="Ubuntu Light"/>
                <a:cs typeface="Ubuntu Light"/>
              </a:defRPr>
            </a:lvl5pPr>
            <a:lvl6pPr algn="l">
              <a:defRPr sz="1500" b="0">
                <a:solidFill>
                  <a:srgbClr val="255DA8"/>
                </a:solidFill>
                <a:latin typeface="Ubuntu Light"/>
                <a:ea typeface="Ubuntu Light"/>
                <a:cs typeface="Ubuntu Light"/>
              </a:defRPr>
            </a:lvl6pPr>
            <a:lvl7pPr algn="l">
              <a:defRPr sz="1500" b="0">
                <a:solidFill>
                  <a:srgbClr val="255DA8"/>
                </a:solidFill>
                <a:latin typeface="Ubuntu Light"/>
                <a:ea typeface="Ubuntu Light"/>
                <a:cs typeface="Ubuntu Light"/>
              </a:defRPr>
            </a:lvl7pPr>
            <a:lvl8pPr algn="l">
              <a:defRPr sz="1500" b="0">
                <a:solidFill>
                  <a:srgbClr val="255DA8"/>
                </a:solidFill>
                <a:latin typeface="Ubuntu Light"/>
                <a:ea typeface="Ubuntu Light"/>
                <a:cs typeface="Ubuntu Light"/>
              </a:defRPr>
            </a:lvl8pPr>
            <a:lvl9pPr algn="l">
              <a:defRPr sz="1500" b="0">
                <a:solidFill>
                  <a:srgbClr val="255DA8"/>
                </a:solidFill>
                <a:latin typeface="Ubuntu Light"/>
                <a:ea typeface="Ubuntu Light"/>
                <a:cs typeface="Ubuntu Light"/>
              </a:defRPr>
            </a:lvl9pPr>
          </a:lstStyle>
          <a:p>
            <a:pPr algn="ctr">
              <a:defRPr sz="1500" b="0">
                <a:solidFill>
                  <a:srgbClr val="255DA8"/>
                </a:solidFill>
                <a:latin typeface="Ubuntu Light"/>
                <a:ea typeface="Ubuntu Light"/>
                <a:cs typeface="Ubuntu Light"/>
              </a:defRPr>
            </a:pPr>
            <a:r>
              <a:rPr lang="en-US" sz="1200" b="0" dirty="0">
                <a:latin typeface="Ubuntu Light"/>
                <a:ea typeface="Ubuntu Light"/>
                <a:cs typeface="Ubuntu Light"/>
              </a:rPr>
              <a:t>Specify</a:t>
            </a:r>
          </a:p>
          <a:p>
            <a:pPr algn="ctr">
              <a:defRPr sz="1500" b="0">
                <a:solidFill>
                  <a:srgbClr val="255DA8"/>
                </a:solidFill>
                <a:latin typeface="Ubuntu Light"/>
                <a:ea typeface="Ubuntu Light"/>
                <a:cs typeface="Ubuntu Light"/>
              </a:defRPr>
            </a:pPr>
            <a:r>
              <a:rPr lang="en-HK" sz="1200" dirty="0">
                <a:latin typeface="Menlo"/>
                <a:ea typeface="Menlo"/>
                <a:cs typeface="Menlo"/>
              </a:rPr>
              <a:t>HTTP_PROXY</a:t>
            </a:r>
          </a:p>
        </p:txBody>
      </p:sp>
      <p:cxnSp>
        <p:nvCxnSpPr>
          <p:cNvPr id="45" name="environment-mechanism-0-0">
            <a:extLst>
              <a:ext uri="{FF2B5EF4-FFF2-40B4-BE49-F238E27FC236}">
                <a16:creationId xmlns:a16="http://schemas.microsoft.com/office/drawing/2014/main" id="{A39E803D-6BD5-2D43-FBE1-5168D6FD4259}"/>
              </a:ext>
            </a:extLst>
          </p:cNvPr>
          <p:cNvCxnSpPr>
            <a:cxnSpLocks/>
          </p:cNvCxnSpPr>
          <p:nvPr/>
        </p:nvCxnSpPr>
        <p:spPr>
          <a:xfrm>
            <a:off x="2347936" y="3071812"/>
            <a:ext cx="1102195" cy="0"/>
          </a:xfrm>
          <a:prstGeom prst="straightConnector1">
            <a:avLst/>
          </a:prstGeom>
          <a:ln w="19050">
            <a:solidFill>
              <a:srgbClr val="202D3E"/>
            </a:solidFill>
            <a:tailEnd type="triangle" w="sm" len="sm"/>
          </a:ln>
        </p:spPr>
      </p:cxnSp>
      <p:cxnSp>
        <p:nvCxnSpPr>
          <p:cNvPr id="51" name="environment-mechanism-2-0">
            <a:extLst>
              <a:ext uri="{FF2B5EF4-FFF2-40B4-BE49-F238E27FC236}">
                <a16:creationId xmlns:a16="http://schemas.microsoft.com/office/drawing/2014/main" id="{23C568EE-8496-B891-65A8-71E1762200FE}"/>
              </a:ext>
            </a:extLst>
          </p:cNvPr>
          <p:cNvCxnSpPr>
            <a:cxnSpLocks/>
          </p:cNvCxnSpPr>
          <p:nvPr/>
        </p:nvCxnSpPr>
        <p:spPr>
          <a:xfrm>
            <a:off x="2321699" y="4291433"/>
            <a:ext cx="1227920" cy="0"/>
          </a:xfrm>
          <a:prstGeom prst="straightConnector1">
            <a:avLst/>
          </a:prstGeom>
          <a:ln w="19050">
            <a:solidFill>
              <a:srgbClr val="202D3E"/>
            </a:solidFill>
            <a:tailEnd type="triangle" w="sm" len="sm"/>
          </a:ln>
        </p:spPr>
      </p:cxnSp>
      <p:sp>
        <p:nvSpPr>
          <p:cNvPr id="54" name="TextBox 53">
            <a:extLst>
              <a:ext uri="{FF2B5EF4-FFF2-40B4-BE49-F238E27FC236}">
                <a16:creationId xmlns:a16="http://schemas.microsoft.com/office/drawing/2014/main" id="{8741701F-E579-0828-10E5-BD7B1B5AF4B8}"/>
              </a:ext>
            </a:extLst>
          </p:cNvPr>
          <p:cNvSpPr txBox="1"/>
          <p:nvPr/>
        </p:nvSpPr>
        <p:spPr>
          <a:xfrm>
            <a:off x="1916333" y="3714627"/>
            <a:ext cx="1960514" cy="461665"/>
          </a:xfrm>
          <a:prstGeom prst="rect">
            <a:avLst/>
          </a:prstGeom>
          <a:noFill/>
        </p:spPr>
        <p:txBody>
          <a:bodyPr wrap="square">
            <a:spAutoFit/>
          </a:bodyPr>
          <a:lstStyle/>
          <a:p>
            <a:pPr algn="ctr">
              <a:defRPr sz="1500" b="0">
                <a:solidFill>
                  <a:srgbClr val="255DA8"/>
                </a:solidFill>
                <a:latin typeface="Ubuntu Light"/>
                <a:ea typeface="Ubuntu Light"/>
                <a:cs typeface="Ubuntu Light"/>
              </a:defRPr>
            </a:pPr>
            <a:r>
              <a:rPr lang="en-HK" sz="1200" b="0" dirty="0">
                <a:latin typeface="Ubuntu Light"/>
                <a:ea typeface="Ubuntu Light"/>
                <a:cs typeface="Ubuntu Light"/>
              </a:rPr>
              <a:t>Set test function name as </a:t>
            </a:r>
          </a:p>
          <a:p>
            <a:pPr algn="ctr">
              <a:defRPr sz="1500" b="0">
                <a:solidFill>
                  <a:srgbClr val="255DA8"/>
                </a:solidFill>
                <a:latin typeface="Ubuntu Light"/>
                <a:ea typeface="Ubuntu Light"/>
                <a:cs typeface="Ubuntu Light"/>
              </a:defRPr>
            </a:pPr>
            <a:r>
              <a:rPr lang="en-HK" sz="1200" dirty="0">
                <a:latin typeface="Menlo"/>
                <a:ea typeface="Menlo"/>
                <a:cs typeface="Menlo"/>
              </a:rPr>
              <a:t>COVERAGE_CONTEXT</a:t>
            </a:r>
          </a:p>
        </p:txBody>
      </p:sp>
      <p:sp>
        <p:nvSpPr>
          <p:cNvPr id="64" name="environment-need-2">
            <a:extLst>
              <a:ext uri="{FF2B5EF4-FFF2-40B4-BE49-F238E27FC236}">
                <a16:creationId xmlns:a16="http://schemas.microsoft.com/office/drawing/2014/main" id="{6EBCA270-2041-6136-93F4-6DFED912B684}"/>
              </a:ext>
            </a:extLst>
          </p:cNvPr>
          <p:cNvSpPr>
            <a:spLocks noGrp="1"/>
          </p:cNvSpPr>
          <p:nvPr/>
        </p:nvSpPr>
        <p:spPr>
          <a:xfrm>
            <a:off x="619126" y="4105275"/>
            <a:ext cx="1702574" cy="542925"/>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b="0" dirty="0">
                <a:latin typeface="Ubuntu Light"/>
                <a:ea typeface="Ubuntu Light"/>
                <a:cs typeface="Ubuntu Light"/>
              </a:rPr>
              <a:t>Which test ran</a:t>
            </a:r>
          </a:p>
          <a:p>
            <a:pPr algn="l">
              <a:defRPr sz="1575" b="0">
                <a:solidFill>
                  <a:srgbClr val="202D3E"/>
                </a:solidFill>
                <a:latin typeface="Ubuntu Light"/>
                <a:ea typeface="Ubuntu Light"/>
                <a:cs typeface="Ubuntu Light"/>
              </a:defRPr>
            </a:pPr>
            <a:r>
              <a:rPr b="0" dirty="0">
                <a:latin typeface="Ubuntu Light"/>
                <a:ea typeface="Ubuntu Light"/>
                <a:cs typeface="Ubuntu Light"/>
              </a:rPr>
              <a:t>this Python line?</a:t>
            </a:r>
          </a:p>
        </p:txBody>
      </p:sp>
    </p:spTree>
    <p:extLst>
      <p:ext uri="{BB962C8B-B14F-4D97-AF65-F5344CB8AC3E}">
        <p14:creationId xmlns:p14="http://schemas.microsoft.com/office/powerpoint/2010/main" val="33622165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lide-title">
            <a:extLst>
              <a:ext uri="{FF2B5EF4-FFF2-40B4-BE49-F238E27FC236}">
                <a16:creationId xmlns:a16="http://schemas.microsoft.com/office/drawing/2014/main" id="{A1A36102-FFA4-4A59-84B6-3BD17F1F57F8}"/>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b="0">
                <a:latin typeface="Ubuntu Light"/>
                <a:ea typeface="Ubuntu Light"/>
                <a:cs typeface="Ubuntu Light"/>
              </a:rPr>
              <a:t>Start Floci with a Testcontainers fixture</a:t>
            </a:r>
          </a:p>
        </p:txBody>
      </p:sp>
      <p:sp>
        <p:nvSpPr>
          <p:cNvPr id="2" name="source-label">
            <a:extLst>
              <a:ext uri="{FF2B5EF4-FFF2-40B4-BE49-F238E27FC236}">
                <a16:creationId xmlns:a16="http://schemas.microsoft.com/office/drawing/2014/main" id="{A85A0476-97EA-4ABA-AF84-C6B0756A28A4}"/>
              </a:ext>
            </a:extLst>
          </p:cNvPr>
          <p:cNvSpPr>
            <a:spLocks noGrp="1"/>
          </p:cNvSpPr>
          <p:nvPr/>
        </p:nvSpPr>
        <p:spPr>
          <a:xfrm>
            <a:off x="619125" y="1381125"/>
            <a:ext cx="1666875" cy="219075"/>
          </a:xfrm>
          <a:prstGeom prst="rect">
            <a:avLst/>
          </a:prstGeom>
          <a:noFill/>
          <a:ln w="0">
            <a:noFill/>
          </a:ln>
        </p:spPr>
        <p:txBody>
          <a:bodyPr wrap="none" lIns="0" tIns="0" rIns="0" bIns="0" anchor="t">
            <a:noAutofit/>
          </a:bodyPr>
          <a:lstStyle>
            <a:defPPr algn="l">
              <a:defRPr sz="1200" b="0">
                <a:solidFill>
                  <a:srgbClr val="475569"/>
                </a:solidFill>
                <a:latin typeface="Ubuntu Light"/>
                <a:ea typeface="Ubuntu Light"/>
                <a:cs typeface="Ubuntu Light"/>
              </a:defRPr>
            </a:defPPr>
            <a:lvl1pPr algn="l">
              <a:defRPr sz="1200" b="0">
                <a:solidFill>
                  <a:srgbClr val="475569"/>
                </a:solidFill>
                <a:latin typeface="Ubuntu Light"/>
                <a:ea typeface="Ubuntu Light"/>
                <a:cs typeface="Ubuntu Light"/>
              </a:defRPr>
            </a:lvl1pPr>
            <a:lvl2pPr algn="l">
              <a:defRPr sz="1200" b="0">
                <a:solidFill>
                  <a:srgbClr val="475569"/>
                </a:solidFill>
                <a:latin typeface="Ubuntu Light"/>
                <a:ea typeface="Ubuntu Light"/>
                <a:cs typeface="Ubuntu Light"/>
              </a:defRPr>
            </a:lvl2pPr>
            <a:lvl3pPr algn="l">
              <a:defRPr sz="1200" b="0">
                <a:solidFill>
                  <a:srgbClr val="475569"/>
                </a:solidFill>
                <a:latin typeface="Ubuntu Light"/>
                <a:ea typeface="Ubuntu Light"/>
                <a:cs typeface="Ubuntu Light"/>
              </a:defRPr>
            </a:lvl3pPr>
            <a:lvl4pPr algn="l">
              <a:defRPr sz="1200" b="0">
                <a:solidFill>
                  <a:srgbClr val="475569"/>
                </a:solidFill>
                <a:latin typeface="Ubuntu Light"/>
                <a:ea typeface="Ubuntu Light"/>
                <a:cs typeface="Ubuntu Light"/>
              </a:defRPr>
            </a:lvl4pPr>
            <a:lvl5pPr algn="l">
              <a:defRPr sz="1200" b="0">
                <a:solidFill>
                  <a:srgbClr val="475569"/>
                </a:solidFill>
                <a:latin typeface="Ubuntu Light"/>
                <a:ea typeface="Ubuntu Light"/>
                <a:cs typeface="Ubuntu Light"/>
              </a:defRPr>
            </a:lvl5pPr>
            <a:lvl6pPr algn="l">
              <a:defRPr sz="1200" b="0">
                <a:solidFill>
                  <a:srgbClr val="475569"/>
                </a:solidFill>
                <a:latin typeface="Ubuntu Light"/>
                <a:ea typeface="Ubuntu Light"/>
                <a:cs typeface="Ubuntu Light"/>
              </a:defRPr>
            </a:lvl6pPr>
            <a:lvl7pPr algn="l">
              <a:defRPr sz="1200" b="0">
                <a:solidFill>
                  <a:srgbClr val="475569"/>
                </a:solidFill>
                <a:latin typeface="Ubuntu Light"/>
                <a:ea typeface="Ubuntu Light"/>
                <a:cs typeface="Ubuntu Light"/>
              </a:defRPr>
            </a:lvl7pPr>
            <a:lvl8pPr algn="l">
              <a:defRPr sz="1200" b="0">
                <a:solidFill>
                  <a:srgbClr val="475569"/>
                </a:solidFill>
                <a:latin typeface="Ubuntu Light"/>
                <a:ea typeface="Ubuntu Light"/>
                <a:cs typeface="Ubuntu Light"/>
              </a:defRPr>
            </a:lvl8pPr>
            <a:lvl9pPr algn="l">
              <a:defRPr sz="1200" b="0">
                <a:solidFill>
                  <a:srgbClr val="475569"/>
                </a:solidFill>
                <a:latin typeface="Ubuntu Light"/>
                <a:ea typeface="Ubuntu Light"/>
                <a:cs typeface="Ubuntu Light"/>
              </a:defRPr>
            </a:lvl9pPr>
          </a:lstStyle>
          <a:p>
            <a:pPr algn="l">
              <a:defRPr sz="1200" b="0">
                <a:solidFill>
                  <a:srgbClr val="475569"/>
                </a:solidFill>
                <a:latin typeface="Ubuntu Light"/>
                <a:ea typeface="Ubuntu Light"/>
                <a:cs typeface="Ubuntu Light"/>
              </a:defRPr>
            </a:pPr>
            <a:r>
              <a:rPr b="0">
                <a:latin typeface="Ubuntu Light"/>
                <a:ea typeface="Ubuntu Light"/>
                <a:cs typeface="Ubuntu Light"/>
              </a:rPr>
              <a:t>tests/fixtures/floci.py</a:t>
            </a:r>
          </a:p>
        </p:txBody>
      </p:sp>
      <p:sp>
        <p:nvSpPr>
          <p:cNvPr id="3" name="code-background">
            <a:extLst>
              <a:ext uri="{FF2B5EF4-FFF2-40B4-BE49-F238E27FC236}">
                <a16:creationId xmlns:a16="http://schemas.microsoft.com/office/drawing/2014/main" id="{74164E50-8310-43A9-83EF-1FDF02FB09A2}"/>
              </a:ext>
            </a:extLst>
          </p:cNvPr>
          <p:cNvSpPr>
            <a:spLocks noGrp="1"/>
          </p:cNvSpPr>
          <p:nvPr/>
        </p:nvSpPr>
        <p:spPr>
          <a:xfrm>
            <a:off x="619125" y="1724025"/>
            <a:ext cx="7143750" cy="3192066"/>
          </a:xfrm>
          <a:prstGeom prst="rect">
            <a:avLst/>
          </a:prstGeom>
          <a:solidFill>
            <a:srgbClr val="000000"/>
          </a:solidFill>
          <a:ln w="0">
            <a:noFill/>
          </a:ln>
        </p:spPr>
        <p:txBody>
          <a:bodyPr/>
          <a:lstStyle/>
          <a:p>
            <a:endParaRPr lang="en-US"/>
          </a:p>
        </p:txBody>
      </p:sp>
      <p:sp>
        <p:nvSpPr>
          <p:cNvPr id="4" name="code-line-0">
            <a:extLst>
              <a:ext uri="{FF2B5EF4-FFF2-40B4-BE49-F238E27FC236}">
                <a16:creationId xmlns:a16="http://schemas.microsoft.com/office/drawing/2014/main" id="{BEDE5F43-1EE9-4DF9-9548-D23E75A78F11}"/>
              </a:ext>
            </a:extLst>
          </p:cNvPr>
          <p:cNvSpPr>
            <a:spLocks noGrp="1"/>
          </p:cNvSpPr>
          <p:nvPr/>
        </p:nvSpPr>
        <p:spPr>
          <a:xfrm>
            <a:off x="790575" y="1838325"/>
            <a:ext cx="3254502"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a:solidFill>
                  <a:srgbClr val="DCDCAA"/>
                </a:solidFill>
                <a:latin typeface="Menlo"/>
                <a:ea typeface="Menlo"/>
                <a:cs typeface="Menlo"/>
              </a:rPr>
              <a:t>@</a:t>
            </a:r>
            <a:r>
              <a:rPr b="0">
                <a:solidFill>
                  <a:srgbClr val="4EC9B0"/>
                </a:solidFill>
                <a:latin typeface="Menlo"/>
                <a:ea typeface="Menlo"/>
                <a:cs typeface="Menlo"/>
              </a:rPr>
              <a:t>pytest</a:t>
            </a:r>
            <a:r>
              <a:rPr b="0">
                <a:solidFill>
                  <a:srgbClr val="DCDCAA"/>
                </a:solidFill>
                <a:latin typeface="Menlo"/>
                <a:ea typeface="Menlo"/>
                <a:cs typeface="Menlo"/>
              </a:rPr>
              <a:t>.fixture</a:t>
            </a:r>
            <a:r>
              <a:rPr b="0">
                <a:solidFill>
                  <a:srgbClr val="D4D4D4"/>
                </a:solidFill>
                <a:latin typeface="Menlo"/>
                <a:ea typeface="Menlo"/>
                <a:cs typeface="Menlo"/>
              </a:rPr>
              <a:t>(</a:t>
            </a:r>
            <a:r>
              <a:rPr b="0">
                <a:solidFill>
                  <a:srgbClr val="9CDCFE"/>
                </a:solidFill>
                <a:latin typeface="Menlo"/>
                <a:ea typeface="Menlo"/>
                <a:cs typeface="Menlo"/>
              </a:rPr>
              <a:t>scope</a:t>
            </a:r>
            <a:r>
              <a:rPr b="0">
                <a:solidFill>
                  <a:srgbClr val="D4D4D4"/>
                </a:solidFill>
                <a:latin typeface="Menlo"/>
                <a:ea typeface="Menlo"/>
                <a:cs typeface="Menlo"/>
              </a:rPr>
              <a:t>=</a:t>
            </a:r>
            <a:r>
              <a:rPr b="0">
                <a:solidFill>
                  <a:srgbClr val="CE9178"/>
                </a:solidFill>
                <a:latin typeface="Menlo"/>
                <a:ea typeface="Menlo"/>
                <a:cs typeface="Menlo"/>
              </a:rPr>
              <a:t>"session"</a:t>
            </a:r>
            <a:r>
              <a:rPr b="0">
                <a:solidFill>
                  <a:srgbClr val="D4D4D4"/>
                </a:solidFill>
                <a:latin typeface="Menlo"/>
                <a:ea typeface="Menlo"/>
                <a:cs typeface="Menlo"/>
              </a:rPr>
              <a:t>)</a:t>
            </a:r>
          </a:p>
        </p:txBody>
      </p:sp>
      <p:sp>
        <p:nvSpPr>
          <p:cNvPr id="5" name="code-line-1">
            <a:extLst>
              <a:ext uri="{FF2B5EF4-FFF2-40B4-BE49-F238E27FC236}">
                <a16:creationId xmlns:a16="http://schemas.microsoft.com/office/drawing/2014/main" id="{903AFBD9-455E-48F9-91C7-DB1CFE043A8C}"/>
              </a:ext>
            </a:extLst>
          </p:cNvPr>
          <p:cNvSpPr>
            <a:spLocks noGrp="1"/>
          </p:cNvSpPr>
          <p:nvPr/>
        </p:nvSpPr>
        <p:spPr>
          <a:xfrm>
            <a:off x="790575" y="2063353"/>
            <a:ext cx="2048351"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dirty="0">
                <a:solidFill>
                  <a:srgbClr val="569CD6"/>
                </a:solidFill>
                <a:latin typeface="Menlo"/>
                <a:ea typeface="Menlo"/>
                <a:cs typeface="Menlo"/>
              </a:rPr>
              <a:t>def</a:t>
            </a:r>
            <a:r>
              <a:rPr b="0" dirty="0">
                <a:solidFill>
                  <a:srgbClr val="D4D4D4"/>
                </a:solidFill>
                <a:latin typeface="Menlo"/>
                <a:ea typeface="Menlo"/>
                <a:cs typeface="Menlo"/>
              </a:rPr>
              <a:t> </a:t>
            </a:r>
            <a:r>
              <a:rPr b="0" dirty="0" err="1">
                <a:solidFill>
                  <a:srgbClr val="DCDCAA"/>
                </a:solidFill>
                <a:latin typeface="Menlo"/>
                <a:ea typeface="Menlo"/>
                <a:cs typeface="Menlo"/>
              </a:rPr>
              <a:t>floci_container</a:t>
            </a:r>
            <a:r>
              <a:rPr b="0" dirty="0">
                <a:solidFill>
                  <a:srgbClr val="D4D4D4"/>
                </a:solidFill>
                <a:latin typeface="Menlo"/>
                <a:ea typeface="Menlo"/>
                <a:cs typeface="Menlo"/>
              </a:rPr>
              <a:t>(</a:t>
            </a:r>
          </a:p>
        </p:txBody>
      </p:sp>
      <p:sp>
        <p:nvSpPr>
          <p:cNvPr id="6" name="code-line-2">
            <a:extLst>
              <a:ext uri="{FF2B5EF4-FFF2-40B4-BE49-F238E27FC236}">
                <a16:creationId xmlns:a16="http://schemas.microsoft.com/office/drawing/2014/main" id="{5B5D9D14-7E47-4C32-8202-E5D45B5833A8}"/>
              </a:ext>
            </a:extLst>
          </p:cNvPr>
          <p:cNvSpPr>
            <a:spLocks noGrp="1"/>
          </p:cNvSpPr>
          <p:nvPr/>
        </p:nvSpPr>
        <p:spPr>
          <a:xfrm>
            <a:off x="790575" y="2288381"/>
            <a:ext cx="4460653"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dirty="0">
                <a:solidFill>
                  <a:srgbClr val="D4D4D4"/>
                </a:solidFill>
                <a:latin typeface="Menlo"/>
                <a:ea typeface="Menlo"/>
                <a:cs typeface="Menlo"/>
              </a:rPr>
              <a:t>    </a:t>
            </a:r>
            <a:r>
              <a:rPr b="0" dirty="0" err="1">
                <a:solidFill>
                  <a:srgbClr val="9CDCFE"/>
                </a:solidFill>
                <a:latin typeface="Menlo"/>
                <a:ea typeface="Menlo"/>
                <a:cs typeface="Menlo"/>
              </a:rPr>
              <a:t>docker_network</a:t>
            </a:r>
            <a:r>
              <a:rPr b="0" dirty="0">
                <a:solidFill>
                  <a:srgbClr val="D4D4D4"/>
                </a:solidFill>
                <a:latin typeface="Menlo"/>
                <a:ea typeface="Menlo"/>
                <a:cs typeface="Menlo"/>
              </a:rPr>
              <a:t>: </a:t>
            </a:r>
            <a:r>
              <a:rPr b="0" dirty="0">
                <a:solidFill>
                  <a:srgbClr val="4EC9B0"/>
                </a:solidFill>
                <a:latin typeface="Menlo"/>
                <a:ea typeface="Menlo"/>
                <a:cs typeface="Menlo"/>
              </a:rPr>
              <a:t>Network</a:t>
            </a:r>
            <a:r>
              <a:rPr b="0" dirty="0">
                <a:solidFill>
                  <a:srgbClr val="D4D4D4"/>
                </a:solidFill>
                <a:latin typeface="Menlo"/>
                <a:ea typeface="Menlo"/>
                <a:cs typeface="Menlo"/>
              </a:rPr>
              <a:t>, </a:t>
            </a:r>
            <a:r>
              <a:rPr b="0" dirty="0" err="1">
                <a:solidFill>
                  <a:srgbClr val="9CDCFE"/>
                </a:solidFill>
                <a:latin typeface="Menlo"/>
                <a:ea typeface="Menlo"/>
                <a:cs typeface="Menlo"/>
              </a:rPr>
              <a:t>session_id</a:t>
            </a:r>
            <a:r>
              <a:rPr b="0" dirty="0">
                <a:solidFill>
                  <a:srgbClr val="D4D4D4"/>
                </a:solidFill>
                <a:latin typeface="Menlo"/>
                <a:ea typeface="Menlo"/>
                <a:cs typeface="Menlo"/>
              </a:rPr>
              <a:t>: </a:t>
            </a:r>
            <a:r>
              <a:rPr b="0" dirty="0">
                <a:solidFill>
                  <a:srgbClr val="4EC9B0"/>
                </a:solidFill>
                <a:latin typeface="Menlo"/>
                <a:ea typeface="Menlo"/>
                <a:cs typeface="Menlo"/>
              </a:rPr>
              <a:t>str</a:t>
            </a:r>
          </a:p>
        </p:txBody>
      </p:sp>
      <p:sp>
        <p:nvSpPr>
          <p:cNvPr id="7" name="code-line-3">
            <a:extLst>
              <a:ext uri="{FF2B5EF4-FFF2-40B4-BE49-F238E27FC236}">
                <a16:creationId xmlns:a16="http://schemas.microsoft.com/office/drawing/2014/main" id="{DB1F7B20-D01D-4056-853B-FA6A1598B501}"/>
              </a:ext>
            </a:extLst>
          </p:cNvPr>
          <p:cNvSpPr>
            <a:spLocks noGrp="1"/>
          </p:cNvSpPr>
          <p:nvPr/>
        </p:nvSpPr>
        <p:spPr>
          <a:xfrm>
            <a:off x="790575" y="2513409"/>
            <a:ext cx="3153989"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a:solidFill>
                  <a:srgbClr val="D4D4D4"/>
                </a:solidFill>
                <a:latin typeface="Menlo"/>
                <a:ea typeface="Menlo"/>
                <a:cs typeface="Menlo"/>
              </a:rPr>
              <a:t>) -&gt; </a:t>
            </a:r>
            <a:r>
              <a:rPr b="0">
                <a:solidFill>
                  <a:srgbClr val="4EC9B0"/>
                </a:solidFill>
                <a:latin typeface="Menlo"/>
                <a:ea typeface="Menlo"/>
                <a:cs typeface="Menlo"/>
              </a:rPr>
              <a:t>Iterator</a:t>
            </a:r>
            <a:r>
              <a:rPr b="0">
                <a:solidFill>
                  <a:srgbClr val="D4D4D4"/>
                </a:solidFill>
                <a:latin typeface="Menlo"/>
                <a:ea typeface="Menlo"/>
                <a:cs typeface="Menlo"/>
              </a:rPr>
              <a:t>[</a:t>
            </a:r>
            <a:r>
              <a:rPr b="0">
                <a:solidFill>
                  <a:srgbClr val="4EC9B0"/>
                </a:solidFill>
                <a:latin typeface="Menlo"/>
                <a:ea typeface="Menlo"/>
                <a:cs typeface="Menlo"/>
              </a:rPr>
              <a:t>DockerContainer</a:t>
            </a:r>
            <a:r>
              <a:rPr b="0">
                <a:solidFill>
                  <a:srgbClr val="D4D4D4"/>
                </a:solidFill>
                <a:latin typeface="Menlo"/>
                <a:ea typeface="Menlo"/>
                <a:cs typeface="Menlo"/>
              </a:rPr>
              <a:t>]:</a:t>
            </a:r>
          </a:p>
        </p:txBody>
      </p:sp>
      <p:sp>
        <p:nvSpPr>
          <p:cNvPr id="8" name="code-line-4">
            <a:extLst>
              <a:ext uri="{FF2B5EF4-FFF2-40B4-BE49-F238E27FC236}">
                <a16:creationId xmlns:a16="http://schemas.microsoft.com/office/drawing/2014/main" id="{F7B3794E-ABDD-488C-89F9-AC8D5324D8E7}"/>
              </a:ext>
            </a:extLst>
          </p:cNvPr>
          <p:cNvSpPr>
            <a:spLocks noGrp="1"/>
          </p:cNvSpPr>
          <p:nvPr/>
        </p:nvSpPr>
        <p:spPr>
          <a:xfrm>
            <a:off x="790575" y="2738438"/>
            <a:ext cx="3757065"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dirty="0">
                <a:solidFill>
                  <a:srgbClr val="D4D4D4"/>
                </a:solidFill>
                <a:latin typeface="Menlo"/>
                <a:ea typeface="Menlo"/>
                <a:cs typeface="Menlo"/>
              </a:rPr>
              <a:t>    </a:t>
            </a:r>
            <a:r>
              <a:rPr b="0" dirty="0">
                <a:solidFill>
                  <a:srgbClr val="9CDCFE"/>
                </a:solidFill>
                <a:latin typeface="Menlo"/>
                <a:ea typeface="Menlo"/>
                <a:cs typeface="Menlo"/>
              </a:rPr>
              <a:t>name</a:t>
            </a:r>
            <a:r>
              <a:rPr b="0" dirty="0">
                <a:solidFill>
                  <a:srgbClr val="D4D4D4"/>
                </a:solidFill>
                <a:latin typeface="Menlo"/>
                <a:ea typeface="Menlo"/>
                <a:cs typeface="Menlo"/>
              </a:rPr>
              <a:t> = </a:t>
            </a:r>
            <a:r>
              <a:rPr b="0" dirty="0" err="1">
                <a:solidFill>
                  <a:srgbClr val="569CD6"/>
                </a:solidFill>
                <a:latin typeface="Menlo"/>
                <a:ea typeface="Menlo"/>
                <a:cs typeface="Menlo"/>
              </a:rPr>
              <a:t>f</a:t>
            </a:r>
            <a:r>
              <a:rPr b="0" dirty="0" err="1">
                <a:solidFill>
                  <a:srgbClr val="CE9178"/>
                </a:solidFill>
                <a:latin typeface="Menlo"/>
                <a:ea typeface="Menlo"/>
                <a:cs typeface="Menlo"/>
              </a:rPr>
              <a:t>"floci</a:t>
            </a:r>
            <a:r>
              <a:rPr b="0" dirty="0">
                <a:solidFill>
                  <a:srgbClr val="CE9178"/>
                </a:solidFill>
                <a:latin typeface="Menlo"/>
                <a:ea typeface="Menlo"/>
                <a:cs typeface="Menlo"/>
              </a:rPr>
              <a:t>-demo-</a:t>
            </a:r>
            <a:r>
              <a:rPr b="0" dirty="0">
                <a:solidFill>
                  <a:srgbClr val="569CD6"/>
                </a:solidFill>
                <a:latin typeface="Menlo"/>
                <a:ea typeface="Menlo"/>
                <a:cs typeface="Menlo"/>
              </a:rPr>
              <a:t>{</a:t>
            </a:r>
            <a:r>
              <a:rPr b="0" dirty="0" err="1">
                <a:solidFill>
                  <a:srgbClr val="9CDCFE"/>
                </a:solidFill>
                <a:latin typeface="Menlo"/>
                <a:ea typeface="Menlo"/>
                <a:cs typeface="Menlo"/>
              </a:rPr>
              <a:t>session_id</a:t>
            </a:r>
            <a:r>
              <a:rPr b="0" dirty="0">
                <a:solidFill>
                  <a:srgbClr val="569CD6"/>
                </a:solidFill>
                <a:latin typeface="Menlo"/>
                <a:ea typeface="Menlo"/>
                <a:cs typeface="Menlo"/>
              </a:rPr>
              <a:t>}</a:t>
            </a:r>
            <a:r>
              <a:rPr b="0" dirty="0">
                <a:solidFill>
                  <a:srgbClr val="CE9178"/>
                </a:solidFill>
                <a:latin typeface="Menlo"/>
                <a:ea typeface="Menlo"/>
                <a:cs typeface="Menlo"/>
              </a:rPr>
              <a:t>"</a:t>
            </a:r>
          </a:p>
        </p:txBody>
      </p:sp>
      <p:sp>
        <p:nvSpPr>
          <p:cNvPr id="9" name="code-line-5">
            <a:extLst>
              <a:ext uri="{FF2B5EF4-FFF2-40B4-BE49-F238E27FC236}">
                <a16:creationId xmlns:a16="http://schemas.microsoft.com/office/drawing/2014/main" id="{6DD3D7AE-790A-4C16-8916-2A4719C7609D}"/>
              </a:ext>
            </a:extLst>
          </p:cNvPr>
          <p:cNvSpPr>
            <a:spLocks noGrp="1"/>
          </p:cNvSpPr>
          <p:nvPr/>
        </p:nvSpPr>
        <p:spPr>
          <a:xfrm>
            <a:off x="790575" y="2963466"/>
            <a:ext cx="1746814"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a:solidFill>
                  <a:srgbClr val="D4D4D4"/>
                </a:solidFill>
                <a:latin typeface="Menlo"/>
                <a:ea typeface="Menlo"/>
                <a:cs typeface="Menlo"/>
              </a:rPr>
              <a:t>    </a:t>
            </a:r>
            <a:r>
              <a:rPr b="0">
                <a:solidFill>
                  <a:srgbClr val="9CDCFE"/>
                </a:solidFill>
                <a:latin typeface="Menlo"/>
                <a:ea typeface="Menlo"/>
                <a:cs typeface="Menlo"/>
              </a:rPr>
              <a:t>container</a:t>
            </a:r>
            <a:r>
              <a:rPr b="0">
                <a:solidFill>
                  <a:srgbClr val="D4D4D4"/>
                </a:solidFill>
                <a:latin typeface="Menlo"/>
                <a:ea typeface="Menlo"/>
                <a:cs typeface="Menlo"/>
              </a:rPr>
              <a:t> = (</a:t>
            </a:r>
          </a:p>
        </p:txBody>
      </p:sp>
      <p:sp>
        <p:nvSpPr>
          <p:cNvPr id="10" name="code-line-6">
            <a:extLst>
              <a:ext uri="{FF2B5EF4-FFF2-40B4-BE49-F238E27FC236}">
                <a16:creationId xmlns:a16="http://schemas.microsoft.com/office/drawing/2014/main" id="{6E8F126A-8C92-4F35-A53A-46892264190F}"/>
              </a:ext>
            </a:extLst>
          </p:cNvPr>
          <p:cNvSpPr>
            <a:spLocks noGrp="1"/>
          </p:cNvSpPr>
          <p:nvPr/>
        </p:nvSpPr>
        <p:spPr>
          <a:xfrm>
            <a:off x="790575" y="3188494"/>
            <a:ext cx="5566291"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dirty="0">
                <a:solidFill>
                  <a:srgbClr val="D4D4D4"/>
                </a:solidFill>
                <a:latin typeface="Menlo"/>
                <a:ea typeface="Menlo"/>
                <a:cs typeface="Menlo"/>
              </a:rPr>
              <a:t>        </a:t>
            </a:r>
            <a:r>
              <a:rPr b="0" dirty="0" err="1">
                <a:solidFill>
                  <a:srgbClr val="4EC9B0"/>
                </a:solidFill>
                <a:latin typeface="Menlo"/>
                <a:ea typeface="Menlo"/>
                <a:cs typeface="Menlo"/>
              </a:rPr>
              <a:t>DockerContainer</a:t>
            </a:r>
            <a:r>
              <a:rPr b="0" dirty="0">
                <a:solidFill>
                  <a:srgbClr val="D4D4D4"/>
                </a:solidFill>
                <a:latin typeface="Menlo"/>
                <a:ea typeface="Menlo"/>
                <a:cs typeface="Menlo"/>
              </a:rPr>
              <a:t>(</a:t>
            </a:r>
            <a:r>
              <a:rPr b="0" dirty="0">
                <a:solidFill>
                  <a:srgbClr val="CE9178"/>
                </a:solidFill>
                <a:latin typeface="Menlo"/>
                <a:ea typeface="Menlo"/>
                <a:cs typeface="Menlo"/>
              </a:rPr>
              <a:t>"</a:t>
            </a:r>
            <a:r>
              <a:rPr b="0" dirty="0" err="1">
                <a:solidFill>
                  <a:srgbClr val="CE9178"/>
                </a:solidFill>
                <a:latin typeface="Menlo"/>
                <a:ea typeface="Menlo"/>
                <a:cs typeface="Menlo"/>
              </a:rPr>
              <a:t>floci</a:t>
            </a:r>
            <a:r>
              <a:rPr b="0" dirty="0">
                <a:solidFill>
                  <a:srgbClr val="CE9178"/>
                </a:solidFill>
                <a:latin typeface="Menlo"/>
                <a:ea typeface="Menlo"/>
                <a:cs typeface="Menlo"/>
              </a:rPr>
              <a:t>/floci:2.3.0@sha256:..."</a:t>
            </a:r>
            <a:r>
              <a:rPr b="0" dirty="0">
                <a:solidFill>
                  <a:srgbClr val="D4D4D4"/>
                </a:solidFill>
                <a:latin typeface="Menlo"/>
                <a:ea typeface="Menlo"/>
                <a:cs typeface="Menlo"/>
              </a:rPr>
              <a:t>)</a:t>
            </a:r>
          </a:p>
        </p:txBody>
      </p:sp>
      <p:sp>
        <p:nvSpPr>
          <p:cNvPr id="11" name="code-line-7">
            <a:extLst>
              <a:ext uri="{FF2B5EF4-FFF2-40B4-BE49-F238E27FC236}">
                <a16:creationId xmlns:a16="http://schemas.microsoft.com/office/drawing/2014/main" id="{8616C341-38CC-43A3-89C7-D4C18C8B7324}"/>
              </a:ext>
            </a:extLst>
          </p:cNvPr>
          <p:cNvSpPr>
            <a:spLocks noGrp="1"/>
          </p:cNvSpPr>
          <p:nvPr/>
        </p:nvSpPr>
        <p:spPr>
          <a:xfrm>
            <a:off x="790575" y="3413522"/>
            <a:ext cx="2450402"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a:solidFill>
                  <a:srgbClr val="D4D4D4"/>
                </a:solidFill>
                <a:latin typeface="Menlo"/>
                <a:ea typeface="Menlo"/>
                <a:cs typeface="Menlo"/>
              </a:rPr>
              <a:t>        .</a:t>
            </a:r>
            <a:r>
              <a:rPr b="0">
                <a:solidFill>
                  <a:srgbClr val="DCDCAA"/>
                </a:solidFill>
                <a:latin typeface="Menlo"/>
                <a:ea typeface="Menlo"/>
                <a:cs typeface="Menlo"/>
              </a:rPr>
              <a:t>with_name</a:t>
            </a:r>
            <a:r>
              <a:rPr b="0">
                <a:solidFill>
                  <a:srgbClr val="D4D4D4"/>
                </a:solidFill>
                <a:latin typeface="Menlo"/>
                <a:ea typeface="Menlo"/>
                <a:cs typeface="Menlo"/>
              </a:rPr>
              <a:t>(</a:t>
            </a:r>
            <a:r>
              <a:rPr b="0">
                <a:solidFill>
                  <a:srgbClr val="9CDCFE"/>
                </a:solidFill>
                <a:latin typeface="Menlo"/>
                <a:ea typeface="Menlo"/>
                <a:cs typeface="Menlo"/>
              </a:rPr>
              <a:t>name</a:t>
            </a:r>
            <a:r>
              <a:rPr b="0">
                <a:solidFill>
                  <a:srgbClr val="D4D4D4"/>
                </a:solidFill>
                <a:latin typeface="Menlo"/>
                <a:ea typeface="Menlo"/>
                <a:cs typeface="Menlo"/>
              </a:rPr>
              <a:t>)</a:t>
            </a:r>
          </a:p>
        </p:txBody>
      </p:sp>
      <p:sp>
        <p:nvSpPr>
          <p:cNvPr id="12" name="code-line-8">
            <a:extLst>
              <a:ext uri="{FF2B5EF4-FFF2-40B4-BE49-F238E27FC236}">
                <a16:creationId xmlns:a16="http://schemas.microsoft.com/office/drawing/2014/main" id="{C49DAF7B-9003-4E19-9615-0B2D69F3ED2E}"/>
              </a:ext>
            </a:extLst>
          </p:cNvPr>
          <p:cNvSpPr>
            <a:spLocks noGrp="1"/>
          </p:cNvSpPr>
          <p:nvPr/>
        </p:nvSpPr>
        <p:spPr>
          <a:xfrm>
            <a:off x="790575" y="3638550"/>
            <a:ext cx="3757065"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a:solidFill>
                  <a:srgbClr val="D4D4D4"/>
                </a:solidFill>
                <a:latin typeface="Menlo"/>
                <a:ea typeface="Menlo"/>
                <a:cs typeface="Menlo"/>
              </a:rPr>
              <a:t>        .</a:t>
            </a:r>
            <a:r>
              <a:rPr b="0">
                <a:solidFill>
                  <a:srgbClr val="DCDCAA"/>
                </a:solidFill>
                <a:latin typeface="Menlo"/>
                <a:ea typeface="Menlo"/>
                <a:cs typeface="Menlo"/>
              </a:rPr>
              <a:t>with_network</a:t>
            </a:r>
            <a:r>
              <a:rPr b="0">
                <a:solidFill>
                  <a:srgbClr val="D4D4D4"/>
                </a:solidFill>
                <a:latin typeface="Menlo"/>
                <a:ea typeface="Menlo"/>
                <a:cs typeface="Menlo"/>
              </a:rPr>
              <a:t>(</a:t>
            </a:r>
            <a:r>
              <a:rPr b="0">
                <a:solidFill>
                  <a:srgbClr val="9CDCFE"/>
                </a:solidFill>
                <a:latin typeface="Menlo"/>
                <a:ea typeface="Menlo"/>
                <a:cs typeface="Menlo"/>
              </a:rPr>
              <a:t>docker_network</a:t>
            </a:r>
            <a:r>
              <a:rPr b="0">
                <a:solidFill>
                  <a:srgbClr val="D4D4D4"/>
                </a:solidFill>
                <a:latin typeface="Menlo"/>
                <a:ea typeface="Menlo"/>
                <a:cs typeface="Menlo"/>
              </a:rPr>
              <a:t>)</a:t>
            </a:r>
          </a:p>
        </p:txBody>
      </p:sp>
      <p:sp>
        <p:nvSpPr>
          <p:cNvPr id="13" name="code-line-9">
            <a:extLst>
              <a:ext uri="{FF2B5EF4-FFF2-40B4-BE49-F238E27FC236}">
                <a16:creationId xmlns:a16="http://schemas.microsoft.com/office/drawing/2014/main" id="{18D50720-6312-4179-915E-732D9B161674}"/>
              </a:ext>
            </a:extLst>
          </p:cNvPr>
          <p:cNvSpPr>
            <a:spLocks noGrp="1"/>
          </p:cNvSpPr>
          <p:nvPr/>
        </p:nvSpPr>
        <p:spPr>
          <a:xfrm>
            <a:off x="790575" y="3863578"/>
            <a:ext cx="1344763"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a:solidFill>
                  <a:srgbClr val="D4D4D4"/>
                </a:solidFill>
                <a:latin typeface="Menlo"/>
                <a:ea typeface="Menlo"/>
                <a:cs typeface="Menlo"/>
              </a:rPr>
              <a:t>        </a:t>
            </a:r>
            <a:r>
              <a:rPr b="0">
                <a:solidFill>
                  <a:srgbClr val="6A9955"/>
                </a:solidFill>
                <a:latin typeface="Menlo"/>
                <a:ea typeface="Menlo"/>
                <a:cs typeface="Menlo"/>
              </a:rPr>
              <a:t># ...</a:t>
            </a:r>
          </a:p>
        </p:txBody>
      </p:sp>
      <p:sp>
        <p:nvSpPr>
          <p:cNvPr id="14" name="code-line-10">
            <a:extLst>
              <a:ext uri="{FF2B5EF4-FFF2-40B4-BE49-F238E27FC236}">
                <a16:creationId xmlns:a16="http://schemas.microsoft.com/office/drawing/2014/main" id="{4BBF20FD-AA36-47C9-B4F2-192A2B030123}"/>
              </a:ext>
            </a:extLst>
          </p:cNvPr>
          <p:cNvSpPr>
            <a:spLocks noGrp="1"/>
          </p:cNvSpPr>
          <p:nvPr/>
        </p:nvSpPr>
        <p:spPr>
          <a:xfrm>
            <a:off x="790575" y="4088606"/>
            <a:ext cx="540663"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a:solidFill>
                  <a:srgbClr val="D4D4D4"/>
                </a:solidFill>
                <a:latin typeface="Menlo"/>
                <a:ea typeface="Menlo"/>
                <a:cs typeface="Menlo"/>
              </a:rPr>
              <a:t>    )</a:t>
            </a:r>
          </a:p>
        </p:txBody>
      </p:sp>
      <p:sp>
        <p:nvSpPr>
          <p:cNvPr id="15" name="code-line-11">
            <a:extLst>
              <a:ext uri="{FF2B5EF4-FFF2-40B4-BE49-F238E27FC236}">
                <a16:creationId xmlns:a16="http://schemas.microsoft.com/office/drawing/2014/main" id="{80CB94A6-5052-432F-8E74-FDCAB61F7392}"/>
              </a:ext>
            </a:extLst>
          </p:cNvPr>
          <p:cNvSpPr>
            <a:spLocks noGrp="1"/>
          </p:cNvSpPr>
          <p:nvPr/>
        </p:nvSpPr>
        <p:spPr>
          <a:xfrm>
            <a:off x="790575" y="4313634"/>
            <a:ext cx="1947839"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dirty="0">
                <a:solidFill>
                  <a:srgbClr val="D4D4D4"/>
                </a:solidFill>
                <a:latin typeface="Menlo"/>
                <a:ea typeface="Menlo"/>
                <a:cs typeface="Menlo"/>
              </a:rPr>
              <a:t>    </a:t>
            </a:r>
            <a:r>
              <a:rPr b="0" dirty="0">
                <a:solidFill>
                  <a:srgbClr val="C586C0"/>
                </a:solidFill>
                <a:latin typeface="Menlo"/>
                <a:ea typeface="Menlo"/>
                <a:cs typeface="Menlo"/>
              </a:rPr>
              <a:t>with</a:t>
            </a:r>
            <a:r>
              <a:rPr b="0" dirty="0">
                <a:solidFill>
                  <a:srgbClr val="D4D4D4"/>
                </a:solidFill>
                <a:latin typeface="Menlo"/>
                <a:ea typeface="Menlo"/>
                <a:cs typeface="Menlo"/>
              </a:rPr>
              <a:t> </a:t>
            </a:r>
            <a:r>
              <a:rPr b="0" dirty="0">
                <a:solidFill>
                  <a:srgbClr val="9CDCFE"/>
                </a:solidFill>
                <a:latin typeface="Menlo"/>
                <a:ea typeface="Menlo"/>
                <a:cs typeface="Menlo"/>
              </a:rPr>
              <a:t>container</a:t>
            </a:r>
            <a:r>
              <a:rPr b="0" dirty="0">
                <a:solidFill>
                  <a:srgbClr val="D4D4D4"/>
                </a:solidFill>
                <a:latin typeface="Menlo"/>
                <a:ea typeface="Menlo"/>
                <a:cs typeface="Menlo"/>
              </a:rPr>
              <a:t>:</a:t>
            </a:r>
          </a:p>
        </p:txBody>
      </p:sp>
      <p:sp>
        <p:nvSpPr>
          <p:cNvPr id="16" name="code-line-12">
            <a:extLst>
              <a:ext uri="{FF2B5EF4-FFF2-40B4-BE49-F238E27FC236}">
                <a16:creationId xmlns:a16="http://schemas.microsoft.com/office/drawing/2014/main" id="{C557410E-6112-49A5-854C-FE36B1CCC98D}"/>
              </a:ext>
            </a:extLst>
          </p:cNvPr>
          <p:cNvSpPr>
            <a:spLocks noGrp="1"/>
          </p:cNvSpPr>
          <p:nvPr/>
        </p:nvSpPr>
        <p:spPr>
          <a:xfrm>
            <a:off x="790575" y="4538663"/>
            <a:ext cx="2349889"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dirty="0">
                <a:solidFill>
                  <a:srgbClr val="D4D4D4"/>
                </a:solidFill>
                <a:latin typeface="Menlo"/>
                <a:ea typeface="Menlo"/>
                <a:cs typeface="Menlo"/>
              </a:rPr>
              <a:t>        </a:t>
            </a:r>
            <a:r>
              <a:rPr b="0" dirty="0">
                <a:solidFill>
                  <a:srgbClr val="C586C0"/>
                </a:solidFill>
                <a:latin typeface="Menlo"/>
                <a:ea typeface="Menlo"/>
                <a:cs typeface="Menlo"/>
              </a:rPr>
              <a:t>yield</a:t>
            </a:r>
            <a:r>
              <a:rPr b="0" dirty="0">
                <a:solidFill>
                  <a:srgbClr val="D4D4D4"/>
                </a:solidFill>
                <a:latin typeface="Menlo"/>
                <a:ea typeface="Menlo"/>
                <a:cs typeface="Menlo"/>
              </a:rPr>
              <a:t> </a:t>
            </a:r>
            <a:r>
              <a:rPr b="0" dirty="0">
                <a:solidFill>
                  <a:srgbClr val="9CDCFE"/>
                </a:solidFill>
                <a:latin typeface="Menlo"/>
                <a:ea typeface="Menlo"/>
                <a:cs typeface="Menlo"/>
              </a:rPr>
              <a:t>container</a:t>
            </a:r>
          </a:p>
        </p:txBody>
      </p:sp>
      <p:pic>
        <p:nvPicPr>
          <p:cNvPr id="17" name="Picture 16">
            <a:extLst>
              <a:ext uri="{FF2B5EF4-FFF2-40B4-BE49-F238E27FC236}">
                <a16:creationId xmlns:a16="http://schemas.microsoft.com/office/drawing/2014/main" id="{6CB99636-1B17-41B6-BBD1-243BEB8F7AEF}"/>
              </a:ext>
            </a:extLst>
          </p:cNvPr>
          <p:cNvPicPr>
            <a:picLocks noChangeAspect="1"/>
          </p:cNvPicPr>
          <p:nvPr/>
        </p:nvPicPr>
        <p:blipFill>
          <a:blip r:embed="rId3"/>
          <a:stretch/>
        </p:blipFill>
        <p:spPr>
          <a:xfrm>
            <a:off x="6807899" y="1019175"/>
            <a:ext cx="1450591" cy="428625"/>
          </a:xfrm>
          <a:prstGeom prst="rect">
            <a:avLst/>
          </a:prstGeom>
        </p:spPr>
      </p:pic>
      <p:sp>
        <p:nvSpPr>
          <p:cNvPr id="18" name="cue-14-1-focus">
            <a:extLst>
              <a:ext uri="{FF2B5EF4-FFF2-40B4-BE49-F238E27FC236}">
                <a16:creationId xmlns:a16="http://schemas.microsoft.com/office/drawing/2014/main" id="{CB1B0BAF-579C-4191-8D67-0EE824C8E5EE}"/>
              </a:ext>
            </a:extLst>
          </p:cNvPr>
          <p:cNvSpPr>
            <a:spLocks noGrp="1"/>
          </p:cNvSpPr>
          <p:nvPr/>
        </p:nvSpPr>
        <p:spPr>
          <a:xfrm>
            <a:off x="1154525" y="4304109"/>
            <a:ext cx="1985939" cy="459581"/>
          </a:xfrm>
          <a:prstGeom prst="rect">
            <a:avLst/>
          </a:prstGeom>
          <a:noFill/>
          <a:ln w="20955">
            <a:solidFill>
              <a:srgbClr val="FF5874"/>
            </a:solidFill>
          </a:ln>
        </p:spPr>
        <p:txBody>
          <a:bodyPr/>
          <a:lstStyle/>
          <a:p>
            <a:endParaRPr lang="en-US"/>
          </a:p>
        </p:txBody>
      </p:sp>
      <p:cxnSp>
        <p:nvCxnSpPr>
          <p:cNvPr id="19" name="cue-14-1-leader-0">
            <a:extLst>
              <a:ext uri="{FF2B5EF4-FFF2-40B4-BE49-F238E27FC236}">
                <a16:creationId xmlns:a16="http://schemas.microsoft.com/office/drawing/2014/main" id="{3906C539-9B0C-4BE4-9E82-0ACDF3918131}"/>
              </a:ext>
            </a:extLst>
          </p:cNvPr>
          <p:cNvCxnSpPr/>
          <p:nvPr/>
        </p:nvCxnSpPr>
        <p:spPr>
          <a:xfrm>
            <a:off x="3178564" y="4524375"/>
            <a:ext cx="1250561" cy="0"/>
          </a:xfrm>
          <a:prstGeom prst="straightConnector1">
            <a:avLst/>
          </a:prstGeom>
          <a:ln w="20955">
            <a:solidFill>
              <a:srgbClr val="FF5874"/>
            </a:solidFill>
            <a:headEnd type="triangle" w="sm" len="sm"/>
          </a:ln>
        </p:spPr>
      </p:cxnSp>
      <p:sp>
        <p:nvSpPr>
          <p:cNvPr id="20" name="cue-14-1-label">
            <a:extLst>
              <a:ext uri="{FF2B5EF4-FFF2-40B4-BE49-F238E27FC236}">
                <a16:creationId xmlns:a16="http://schemas.microsoft.com/office/drawing/2014/main" id="{37E10B1D-C10D-40B6-90D6-9C5FFBC3E94C}"/>
              </a:ext>
            </a:extLst>
          </p:cNvPr>
          <p:cNvSpPr>
            <a:spLocks noGrp="1"/>
          </p:cNvSpPr>
          <p:nvPr/>
        </p:nvSpPr>
        <p:spPr>
          <a:xfrm>
            <a:off x="4572000" y="4229100"/>
            <a:ext cx="2812324" cy="590550"/>
          </a:xfrm>
          <a:prstGeom prst="rect">
            <a:avLst/>
          </a:prstGeom>
          <a:solidFill>
            <a:srgbClr val="255DA8"/>
          </a:solidFill>
          <a:ln w="0">
            <a:noFill/>
          </a:ln>
        </p:spPr>
        <p:txBody>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b="0" dirty="0" err="1">
                <a:latin typeface="Ubuntu Light"/>
                <a:ea typeface="Ubuntu Light"/>
                <a:cs typeface="Ubuntu Light"/>
              </a:rPr>
              <a:t>Testcontainers</a:t>
            </a:r>
            <a:r>
              <a:rPr b="0" dirty="0">
                <a:latin typeface="Ubuntu Light"/>
                <a:ea typeface="Ubuntu Light"/>
                <a:cs typeface="Ubuntu Light"/>
              </a:rPr>
              <a:t> manages</a:t>
            </a:r>
          </a:p>
          <a:p>
            <a:pPr algn="ctr">
              <a:defRPr sz="1350" b="0">
                <a:solidFill>
                  <a:srgbClr val="FFFFFF"/>
                </a:solidFill>
                <a:latin typeface="Ubuntu Light"/>
                <a:ea typeface="Ubuntu Light"/>
                <a:cs typeface="Ubuntu Light"/>
              </a:defRPr>
            </a:pPr>
            <a:r>
              <a:rPr b="0" dirty="0">
                <a:latin typeface="Ubuntu Light"/>
                <a:ea typeface="Ubuntu Light"/>
                <a:cs typeface="Ubuntu Light"/>
              </a:rPr>
              <a:t>Floci startup and teardown</a:t>
            </a:r>
          </a:p>
        </p:txBody>
      </p:sp>
    </p:spTree>
    <p:extLst>
      <p:ext uri="{BB962C8B-B14F-4D97-AF65-F5344CB8AC3E}">
        <p14:creationId xmlns:p14="http://schemas.microsoft.com/office/powerpoint/2010/main" val="127060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lide-title">
            <a:extLst>
              <a:ext uri="{FF2B5EF4-FFF2-40B4-BE49-F238E27FC236}">
                <a16:creationId xmlns:a16="http://schemas.microsoft.com/office/drawing/2014/main" id="{D456ACCE-0315-45E2-8A0C-64630E1E6F91}"/>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b="0">
                <a:latin typeface="Ubuntu Light"/>
                <a:ea typeface="Ubuntu Light"/>
                <a:cs typeface="Ubuntu Light"/>
              </a:rPr>
              <a:t>Get Floci’s URL from its container</a:t>
            </a:r>
          </a:p>
        </p:txBody>
      </p:sp>
      <p:sp>
        <p:nvSpPr>
          <p:cNvPr id="2" name="dependency-order">
            <a:extLst>
              <a:ext uri="{FF2B5EF4-FFF2-40B4-BE49-F238E27FC236}">
                <a16:creationId xmlns:a16="http://schemas.microsoft.com/office/drawing/2014/main" id="{539EA5A3-928C-47C0-8B4B-1E164ECF58BA}"/>
              </a:ext>
            </a:extLst>
          </p:cNvPr>
          <p:cNvSpPr>
            <a:spLocks noGrp="1"/>
          </p:cNvSpPr>
          <p:nvPr/>
        </p:nvSpPr>
        <p:spPr>
          <a:xfrm>
            <a:off x="619125" y="1381125"/>
            <a:ext cx="7905750" cy="285750"/>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b="0">
                <a:latin typeface="Ubuntu Light"/>
                <a:ea typeface="Ubuntu Light"/>
                <a:cs typeface="Ubuntu Light"/>
              </a:rPr>
              <a:t>The Lambda needs Floci’s address on the Docker network.</a:t>
            </a:r>
          </a:p>
        </p:txBody>
      </p:sp>
      <p:sp>
        <p:nvSpPr>
          <p:cNvPr id="3" name="source-label">
            <a:extLst>
              <a:ext uri="{FF2B5EF4-FFF2-40B4-BE49-F238E27FC236}">
                <a16:creationId xmlns:a16="http://schemas.microsoft.com/office/drawing/2014/main" id="{F6787856-2ED6-40CC-A925-751849390F61}"/>
              </a:ext>
            </a:extLst>
          </p:cNvPr>
          <p:cNvSpPr>
            <a:spLocks noGrp="1"/>
          </p:cNvSpPr>
          <p:nvPr/>
        </p:nvSpPr>
        <p:spPr>
          <a:xfrm>
            <a:off x="619125" y="1809750"/>
            <a:ext cx="1666875" cy="219075"/>
          </a:xfrm>
          <a:prstGeom prst="rect">
            <a:avLst/>
          </a:prstGeom>
          <a:noFill/>
          <a:ln w="0">
            <a:noFill/>
          </a:ln>
        </p:spPr>
        <p:txBody>
          <a:bodyPr wrap="none" lIns="0" tIns="0" rIns="0" bIns="0" anchor="t">
            <a:noAutofit/>
          </a:bodyPr>
          <a:lstStyle>
            <a:defPPr algn="l">
              <a:defRPr sz="1200" b="0">
                <a:solidFill>
                  <a:srgbClr val="475569"/>
                </a:solidFill>
                <a:latin typeface="Ubuntu Light"/>
                <a:ea typeface="Ubuntu Light"/>
                <a:cs typeface="Ubuntu Light"/>
              </a:defRPr>
            </a:defPPr>
            <a:lvl1pPr algn="l">
              <a:defRPr sz="1200" b="0">
                <a:solidFill>
                  <a:srgbClr val="475569"/>
                </a:solidFill>
                <a:latin typeface="Ubuntu Light"/>
                <a:ea typeface="Ubuntu Light"/>
                <a:cs typeface="Ubuntu Light"/>
              </a:defRPr>
            </a:lvl1pPr>
            <a:lvl2pPr algn="l">
              <a:defRPr sz="1200" b="0">
                <a:solidFill>
                  <a:srgbClr val="475569"/>
                </a:solidFill>
                <a:latin typeface="Ubuntu Light"/>
                <a:ea typeface="Ubuntu Light"/>
                <a:cs typeface="Ubuntu Light"/>
              </a:defRPr>
            </a:lvl2pPr>
            <a:lvl3pPr algn="l">
              <a:defRPr sz="1200" b="0">
                <a:solidFill>
                  <a:srgbClr val="475569"/>
                </a:solidFill>
                <a:latin typeface="Ubuntu Light"/>
                <a:ea typeface="Ubuntu Light"/>
                <a:cs typeface="Ubuntu Light"/>
              </a:defRPr>
            </a:lvl3pPr>
            <a:lvl4pPr algn="l">
              <a:defRPr sz="1200" b="0">
                <a:solidFill>
                  <a:srgbClr val="475569"/>
                </a:solidFill>
                <a:latin typeface="Ubuntu Light"/>
                <a:ea typeface="Ubuntu Light"/>
                <a:cs typeface="Ubuntu Light"/>
              </a:defRPr>
            </a:lvl4pPr>
            <a:lvl5pPr algn="l">
              <a:defRPr sz="1200" b="0">
                <a:solidFill>
                  <a:srgbClr val="475569"/>
                </a:solidFill>
                <a:latin typeface="Ubuntu Light"/>
                <a:ea typeface="Ubuntu Light"/>
                <a:cs typeface="Ubuntu Light"/>
              </a:defRPr>
            </a:lvl5pPr>
            <a:lvl6pPr algn="l">
              <a:defRPr sz="1200" b="0">
                <a:solidFill>
                  <a:srgbClr val="475569"/>
                </a:solidFill>
                <a:latin typeface="Ubuntu Light"/>
                <a:ea typeface="Ubuntu Light"/>
                <a:cs typeface="Ubuntu Light"/>
              </a:defRPr>
            </a:lvl6pPr>
            <a:lvl7pPr algn="l">
              <a:defRPr sz="1200" b="0">
                <a:solidFill>
                  <a:srgbClr val="475569"/>
                </a:solidFill>
                <a:latin typeface="Ubuntu Light"/>
                <a:ea typeface="Ubuntu Light"/>
                <a:cs typeface="Ubuntu Light"/>
              </a:defRPr>
            </a:lvl7pPr>
            <a:lvl8pPr algn="l">
              <a:defRPr sz="1200" b="0">
                <a:solidFill>
                  <a:srgbClr val="475569"/>
                </a:solidFill>
                <a:latin typeface="Ubuntu Light"/>
                <a:ea typeface="Ubuntu Light"/>
                <a:cs typeface="Ubuntu Light"/>
              </a:defRPr>
            </a:lvl8pPr>
            <a:lvl9pPr algn="l">
              <a:defRPr sz="1200" b="0">
                <a:solidFill>
                  <a:srgbClr val="475569"/>
                </a:solidFill>
                <a:latin typeface="Ubuntu Light"/>
                <a:ea typeface="Ubuntu Light"/>
                <a:cs typeface="Ubuntu Light"/>
              </a:defRPr>
            </a:lvl9pPr>
          </a:lstStyle>
          <a:p>
            <a:pPr algn="l">
              <a:defRPr sz="1200" b="0">
                <a:solidFill>
                  <a:srgbClr val="475569"/>
                </a:solidFill>
                <a:latin typeface="Ubuntu Light"/>
                <a:ea typeface="Ubuntu Light"/>
                <a:cs typeface="Ubuntu Light"/>
              </a:defRPr>
            </a:pPr>
            <a:r>
              <a:rPr b="0">
                <a:latin typeface="Ubuntu Light"/>
                <a:ea typeface="Ubuntu Light"/>
                <a:cs typeface="Ubuntu Light"/>
              </a:rPr>
              <a:t>tests/fixtures/floci.py</a:t>
            </a:r>
          </a:p>
        </p:txBody>
      </p:sp>
      <p:sp>
        <p:nvSpPr>
          <p:cNvPr id="4" name="code-background">
            <a:extLst>
              <a:ext uri="{FF2B5EF4-FFF2-40B4-BE49-F238E27FC236}">
                <a16:creationId xmlns:a16="http://schemas.microsoft.com/office/drawing/2014/main" id="{8968A3B1-8AB1-458C-B978-11C08C282B6F}"/>
              </a:ext>
            </a:extLst>
          </p:cNvPr>
          <p:cNvSpPr>
            <a:spLocks noGrp="1"/>
          </p:cNvSpPr>
          <p:nvPr/>
        </p:nvSpPr>
        <p:spPr>
          <a:xfrm>
            <a:off x="619125" y="2190750"/>
            <a:ext cx="7143750" cy="1905476"/>
          </a:xfrm>
          <a:prstGeom prst="rect">
            <a:avLst/>
          </a:prstGeom>
          <a:solidFill>
            <a:srgbClr val="000000"/>
          </a:solidFill>
          <a:ln w="0">
            <a:noFill/>
          </a:ln>
        </p:spPr>
        <p:txBody>
          <a:bodyPr/>
          <a:lstStyle/>
          <a:p>
            <a:endParaRPr lang="en-US"/>
          </a:p>
        </p:txBody>
      </p:sp>
      <p:sp>
        <p:nvSpPr>
          <p:cNvPr id="5" name="code-line-0">
            <a:extLst>
              <a:ext uri="{FF2B5EF4-FFF2-40B4-BE49-F238E27FC236}">
                <a16:creationId xmlns:a16="http://schemas.microsoft.com/office/drawing/2014/main" id="{2DD073F2-D529-4D09-878C-957852D872F8}"/>
              </a:ext>
            </a:extLst>
          </p:cNvPr>
          <p:cNvSpPr>
            <a:spLocks noGrp="1"/>
          </p:cNvSpPr>
          <p:nvPr/>
        </p:nvSpPr>
        <p:spPr>
          <a:xfrm>
            <a:off x="790575" y="2305050"/>
            <a:ext cx="3438296"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a:solidFill>
                  <a:srgbClr val="DCDCAA"/>
                </a:solidFill>
                <a:latin typeface="Menlo"/>
                <a:ea typeface="Menlo"/>
                <a:cs typeface="Menlo"/>
              </a:rPr>
              <a:t>@</a:t>
            </a:r>
            <a:r>
              <a:rPr b="0">
                <a:solidFill>
                  <a:srgbClr val="4EC9B0"/>
                </a:solidFill>
                <a:latin typeface="Menlo"/>
                <a:ea typeface="Menlo"/>
                <a:cs typeface="Menlo"/>
              </a:rPr>
              <a:t>pytest</a:t>
            </a:r>
            <a:r>
              <a:rPr b="0">
                <a:solidFill>
                  <a:srgbClr val="DCDCAA"/>
                </a:solidFill>
                <a:latin typeface="Menlo"/>
                <a:ea typeface="Menlo"/>
                <a:cs typeface="Menlo"/>
              </a:rPr>
              <a:t>.fixture</a:t>
            </a:r>
            <a:r>
              <a:rPr b="0">
                <a:solidFill>
                  <a:srgbClr val="D4D4D4"/>
                </a:solidFill>
                <a:latin typeface="Menlo"/>
                <a:ea typeface="Menlo"/>
                <a:cs typeface="Menlo"/>
              </a:rPr>
              <a:t>(</a:t>
            </a:r>
            <a:r>
              <a:rPr b="0">
                <a:solidFill>
                  <a:srgbClr val="9CDCFE"/>
                </a:solidFill>
                <a:latin typeface="Menlo"/>
                <a:ea typeface="Menlo"/>
                <a:cs typeface="Menlo"/>
              </a:rPr>
              <a:t>scope</a:t>
            </a:r>
            <a:r>
              <a:rPr b="0">
                <a:solidFill>
                  <a:srgbClr val="D4D4D4"/>
                </a:solidFill>
                <a:latin typeface="Menlo"/>
                <a:ea typeface="Menlo"/>
                <a:cs typeface="Menlo"/>
              </a:rPr>
              <a:t>=</a:t>
            </a:r>
            <a:r>
              <a:rPr b="0">
                <a:solidFill>
                  <a:srgbClr val="CE9178"/>
                </a:solidFill>
                <a:latin typeface="Menlo"/>
                <a:ea typeface="Menlo"/>
                <a:cs typeface="Menlo"/>
              </a:rPr>
              <a:t>"session"</a:t>
            </a:r>
            <a:r>
              <a:rPr b="0">
                <a:solidFill>
                  <a:srgbClr val="D4D4D4"/>
                </a:solidFill>
                <a:latin typeface="Menlo"/>
                <a:ea typeface="Menlo"/>
                <a:cs typeface="Menlo"/>
              </a:rPr>
              <a:t>)</a:t>
            </a:r>
          </a:p>
        </p:txBody>
      </p:sp>
      <p:sp>
        <p:nvSpPr>
          <p:cNvPr id="6" name="code-line-1">
            <a:extLst>
              <a:ext uri="{FF2B5EF4-FFF2-40B4-BE49-F238E27FC236}">
                <a16:creationId xmlns:a16="http://schemas.microsoft.com/office/drawing/2014/main" id="{04BE5034-29A8-4916-9AF4-5F0139C4B69A}"/>
              </a:ext>
            </a:extLst>
          </p:cNvPr>
          <p:cNvSpPr>
            <a:spLocks noGrp="1"/>
          </p:cNvSpPr>
          <p:nvPr/>
        </p:nvSpPr>
        <p:spPr>
          <a:xfrm>
            <a:off x="790575" y="2578179"/>
            <a:ext cx="2481991"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569CD6"/>
                </a:solidFill>
                <a:latin typeface="Menlo"/>
                <a:ea typeface="Menlo"/>
                <a:cs typeface="Menlo"/>
              </a:rPr>
              <a:t>def</a:t>
            </a:r>
            <a:r>
              <a:rPr b="0" dirty="0">
                <a:solidFill>
                  <a:srgbClr val="D4D4D4"/>
                </a:solidFill>
                <a:latin typeface="Menlo"/>
                <a:ea typeface="Menlo"/>
                <a:cs typeface="Menlo"/>
              </a:rPr>
              <a:t> </a:t>
            </a:r>
            <a:r>
              <a:rPr b="0" dirty="0" err="1">
                <a:solidFill>
                  <a:srgbClr val="DCDCAA"/>
                </a:solidFill>
                <a:latin typeface="Menlo"/>
                <a:ea typeface="Menlo"/>
                <a:cs typeface="Menlo"/>
              </a:rPr>
              <a:t>floci_internal_url</a:t>
            </a:r>
            <a:r>
              <a:rPr b="0" dirty="0">
                <a:solidFill>
                  <a:srgbClr val="D4D4D4"/>
                </a:solidFill>
                <a:latin typeface="Menlo"/>
                <a:ea typeface="Menlo"/>
                <a:cs typeface="Menlo"/>
              </a:rPr>
              <a:t>(</a:t>
            </a:r>
          </a:p>
        </p:txBody>
      </p:sp>
      <p:sp>
        <p:nvSpPr>
          <p:cNvPr id="7" name="code-line-2">
            <a:extLst>
              <a:ext uri="{FF2B5EF4-FFF2-40B4-BE49-F238E27FC236}">
                <a16:creationId xmlns:a16="http://schemas.microsoft.com/office/drawing/2014/main" id="{25BACD2A-C628-454E-AA8E-84B09181F2AA}"/>
              </a:ext>
            </a:extLst>
          </p:cNvPr>
          <p:cNvSpPr>
            <a:spLocks noGrp="1"/>
          </p:cNvSpPr>
          <p:nvPr/>
        </p:nvSpPr>
        <p:spPr>
          <a:xfrm>
            <a:off x="790575" y="2851309"/>
            <a:ext cx="3969577"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D4D4D4"/>
                </a:solidFill>
                <a:latin typeface="Menlo"/>
                <a:ea typeface="Menlo"/>
                <a:cs typeface="Menlo"/>
              </a:rPr>
              <a:t>    </a:t>
            </a:r>
            <a:r>
              <a:rPr b="0" dirty="0" err="1">
                <a:solidFill>
                  <a:srgbClr val="9CDCFE"/>
                </a:solidFill>
                <a:latin typeface="Menlo"/>
                <a:ea typeface="Menlo"/>
                <a:cs typeface="Menlo"/>
              </a:rPr>
              <a:t>floci_container</a:t>
            </a:r>
            <a:r>
              <a:rPr b="0" dirty="0">
                <a:solidFill>
                  <a:srgbClr val="D4D4D4"/>
                </a:solidFill>
                <a:latin typeface="Menlo"/>
                <a:ea typeface="Menlo"/>
                <a:cs typeface="Menlo"/>
              </a:rPr>
              <a:t>: </a:t>
            </a:r>
            <a:r>
              <a:rPr b="0" dirty="0" err="1">
                <a:solidFill>
                  <a:srgbClr val="4EC9B0"/>
                </a:solidFill>
                <a:latin typeface="Menlo"/>
                <a:ea typeface="Menlo"/>
                <a:cs typeface="Menlo"/>
              </a:rPr>
              <a:t>DockerContainer</a:t>
            </a:r>
            <a:r>
              <a:rPr b="0" dirty="0">
                <a:solidFill>
                  <a:srgbClr val="D4D4D4"/>
                </a:solidFill>
                <a:latin typeface="Menlo"/>
                <a:ea typeface="Menlo"/>
                <a:cs typeface="Menlo"/>
              </a:rPr>
              <a:t>,</a:t>
            </a:r>
          </a:p>
        </p:txBody>
      </p:sp>
      <p:sp>
        <p:nvSpPr>
          <p:cNvPr id="8" name="code-line-3">
            <a:extLst>
              <a:ext uri="{FF2B5EF4-FFF2-40B4-BE49-F238E27FC236}">
                <a16:creationId xmlns:a16="http://schemas.microsoft.com/office/drawing/2014/main" id="{832E9A4A-6A4F-4AD0-B543-D088A72806BA}"/>
              </a:ext>
            </a:extLst>
          </p:cNvPr>
          <p:cNvSpPr>
            <a:spLocks noGrp="1"/>
          </p:cNvSpPr>
          <p:nvPr/>
        </p:nvSpPr>
        <p:spPr>
          <a:xfrm>
            <a:off x="790575" y="3124438"/>
            <a:ext cx="994405"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a:solidFill>
                  <a:srgbClr val="D4D4D4"/>
                </a:solidFill>
                <a:latin typeface="Menlo"/>
                <a:ea typeface="Menlo"/>
                <a:cs typeface="Menlo"/>
              </a:rPr>
              <a:t>) -&gt; </a:t>
            </a:r>
            <a:r>
              <a:rPr b="0">
                <a:solidFill>
                  <a:srgbClr val="4EC9B0"/>
                </a:solidFill>
                <a:latin typeface="Menlo"/>
                <a:ea typeface="Menlo"/>
                <a:cs typeface="Menlo"/>
              </a:rPr>
              <a:t>str</a:t>
            </a:r>
            <a:r>
              <a:rPr b="0">
                <a:solidFill>
                  <a:srgbClr val="D4D4D4"/>
                </a:solidFill>
                <a:latin typeface="Menlo"/>
                <a:ea typeface="Menlo"/>
                <a:cs typeface="Menlo"/>
              </a:rPr>
              <a:t>:</a:t>
            </a:r>
          </a:p>
        </p:txBody>
      </p:sp>
      <p:sp>
        <p:nvSpPr>
          <p:cNvPr id="9" name="code-line-4">
            <a:extLst>
              <a:ext uri="{FF2B5EF4-FFF2-40B4-BE49-F238E27FC236}">
                <a16:creationId xmlns:a16="http://schemas.microsoft.com/office/drawing/2014/main" id="{9D4B9034-B4ED-49AE-BB48-FE76A8D1F4AD}"/>
              </a:ext>
            </a:extLst>
          </p:cNvPr>
          <p:cNvSpPr>
            <a:spLocks noGrp="1"/>
          </p:cNvSpPr>
          <p:nvPr/>
        </p:nvSpPr>
        <p:spPr>
          <a:xfrm>
            <a:off x="790575" y="3397568"/>
            <a:ext cx="5882188"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a:solidFill>
                  <a:srgbClr val="D4D4D4"/>
                </a:solidFill>
                <a:latin typeface="Menlo"/>
                <a:ea typeface="Menlo"/>
                <a:cs typeface="Menlo"/>
              </a:rPr>
              <a:t>    </a:t>
            </a:r>
            <a:r>
              <a:rPr b="0">
                <a:solidFill>
                  <a:srgbClr val="9CDCFE"/>
                </a:solidFill>
                <a:latin typeface="Menlo"/>
                <a:ea typeface="Menlo"/>
                <a:cs typeface="Menlo"/>
              </a:rPr>
              <a:t>container</a:t>
            </a:r>
            <a:r>
              <a:rPr b="0">
                <a:solidFill>
                  <a:srgbClr val="D4D4D4"/>
                </a:solidFill>
                <a:latin typeface="Menlo"/>
                <a:ea typeface="Menlo"/>
                <a:cs typeface="Menlo"/>
              </a:rPr>
              <a:t> = </a:t>
            </a:r>
            <a:r>
              <a:rPr b="0">
                <a:solidFill>
                  <a:srgbClr val="9CDCFE"/>
                </a:solidFill>
                <a:latin typeface="Menlo"/>
                <a:ea typeface="Menlo"/>
                <a:cs typeface="Menlo"/>
              </a:rPr>
              <a:t>floci_container</a:t>
            </a:r>
            <a:r>
              <a:rPr b="0">
                <a:solidFill>
                  <a:srgbClr val="D4D4D4"/>
                </a:solidFill>
                <a:latin typeface="Menlo"/>
                <a:ea typeface="Menlo"/>
                <a:cs typeface="Menlo"/>
              </a:rPr>
              <a:t>.</a:t>
            </a:r>
            <a:r>
              <a:rPr b="0">
                <a:solidFill>
                  <a:srgbClr val="DCDCAA"/>
                </a:solidFill>
                <a:latin typeface="Menlo"/>
                <a:ea typeface="Menlo"/>
                <a:cs typeface="Menlo"/>
              </a:rPr>
              <a:t>get_wrapped_container</a:t>
            </a:r>
            <a:r>
              <a:rPr b="0">
                <a:solidFill>
                  <a:srgbClr val="D4D4D4"/>
                </a:solidFill>
                <a:latin typeface="Menlo"/>
                <a:ea typeface="Menlo"/>
                <a:cs typeface="Menlo"/>
              </a:rPr>
              <a:t>()</a:t>
            </a:r>
          </a:p>
        </p:txBody>
      </p:sp>
      <p:sp>
        <p:nvSpPr>
          <p:cNvPr id="10" name="code-line-5">
            <a:extLst>
              <a:ext uri="{FF2B5EF4-FFF2-40B4-BE49-F238E27FC236}">
                <a16:creationId xmlns:a16="http://schemas.microsoft.com/office/drawing/2014/main" id="{3AE3421D-D473-4059-B7A4-FC618C12A0D3}"/>
              </a:ext>
            </a:extLst>
          </p:cNvPr>
          <p:cNvSpPr>
            <a:spLocks noGrp="1"/>
          </p:cNvSpPr>
          <p:nvPr/>
        </p:nvSpPr>
        <p:spPr>
          <a:xfrm>
            <a:off x="790575" y="3670697"/>
            <a:ext cx="4500858"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D4D4D4"/>
                </a:solidFill>
                <a:latin typeface="Menlo"/>
                <a:ea typeface="Menlo"/>
                <a:cs typeface="Menlo"/>
              </a:rPr>
              <a:t>    </a:t>
            </a:r>
            <a:r>
              <a:rPr b="0" dirty="0">
                <a:solidFill>
                  <a:srgbClr val="C586C0"/>
                </a:solidFill>
                <a:latin typeface="Menlo"/>
                <a:ea typeface="Menlo"/>
                <a:cs typeface="Menlo"/>
              </a:rPr>
              <a:t>return</a:t>
            </a:r>
            <a:r>
              <a:rPr b="0" dirty="0">
                <a:solidFill>
                  <a:srgbClr val="D4D4D4"/>
                </a:solidFill>
                <a:latin typeface="Menlo"/>
                <a:ea typeface="Menlo"/>
                <a:cs typeface="Menlo"/>
              </a:rPr>
              <a:t> </a:t>
            </a:r>
            <a:r>
              <a:rPr b="0" dirty="0" err="1">
                <a:solidFill>
                  <a:srgbClr val="569CD6"/>
                </a:solidFill>
                <a:latin typeface="Menlo"/>
                <a:ea typeface="Menlo"/>
                <a:cs typeface="Menlo"/>
              </a:rPr>
              <a:t>f</a:t>
            </a:r>
            <a:r>
              <a:rPr b="0" dirty="0" err="1">
                <a:solidFill>
                  <a:srgbClr val="CE9178"/>
                </a:solidFill>
                <a:latin typeface="Menlo"/>
                <a:ea typeface="Menlo"/>
                <a:cs typeface="Menlo"/>
              </a:rPr>
              <a:t>"http</a:t>
            </a:r>
            <a:r>
              <a:rPr b="0" dirty="0">
                <a:solidFill>
                  <a:srgbClr val="CE9178"/>
                </a:solidFill>
                <a:latin typeface="Menlo"/>
                <a:ea typeface="Menlo"/>
                <a:cs typeface="Menlo"/>
              </a:rPr>
              <a:t>://</a:t>
            </a:r>
            <a:r>
              <a:rPr b="0" dirty="0">
                <a:solidFill>
                  <a:srgbClr val="569CD6"/>
                </a:solidFill>
                <a:latin typeface="Menlo"/>
                <a:ea typeface="Menlo"/>
                <a:cs typeface="Menlo"/>
              </a:rPr>
              <a:t>{</a:t>
            </a:r>
            <a:r>
              <a:rPr b="0" dirty="0" err="1">
                <a:solidFill>
                  <a:srgbClr val="9CDCFE"/>
                </a:solidFill>
                <a:latin typeface="Menlo"/>
                <a:ea typeface="Menlo"/>
                <a:cs typeface="Menlo"/>
              </a:rPr>
              <a:t>container</a:t>
            </a:r>
            <a:r>
              <a:rPr b="0" dirty="0" err="1">
                <a:solidFill>
                  <a:srgbClr val="D4D4D4"/>
                </a:solidFill>
                <a:latin typeface="Menlo"/>
                <a:ea typeface="Menlo"/>
                <a:cs typeface="Menlo"/>
              </a:rPr>
              <a:t>.</a:t>
            </a:r>
            <a:r>
              <a:rPr b="0" dirty="0" err="1">
                <a:solidFill>
                  <a:srgbClr val="9CDCFE"/>
                </a:solidFill>
                <a:latin typeface="Menlo"/>
                <a:ea typeface="Menlo"/>
                <a:cs typeface="Menlo"/>
              </a:rPr>
              <a:t>name</a:t>
            </a:r>
            <a:r>
              <a:rPr b="0" dirty="0">
                <a:solidFill>
                  <a:srgbClr val="569CD6"/>
                </a:solidFill>
                <a:latin typeface="Menlo"/>
                <a:ea typeface="Menlo"/>
                <a:cs typeface="Menlo"/>
              </a:rPr>
              <a:t>}</a:t>
            </a:r>
            <a:r>
              <a:rPr b="0" dirty="0">
                <a:solidFill>
                  <a:srgbClr val="CE9178"/>
                </a:solidFill>
                <a:latin typeface="Menlo"/>
                <a:ea typeface="Menlo"/>
                <a:cs typeface="Menlo"/>
              </a:rPr>
              <a:t>:4566"</a:t>
            </a:r>
          </a:p>
        </p:txBody>
      </p:sp>
      <p:sp>
        <p:nvSpPr>
          <p:cNvPr id="11" name="cue-15-1-focus">
            <a:extLst>
              <a:ext uri="{FF2B5EF4-FFF2-40B4-BE49-F238E27FC236}">
                <a16:creationId xmlns:a16="http://schemas.microsoft.com/office/drawing/2014/main" id="{EBE1CED3-F148-4C97-A12F-1AF7E39EDFD4}"/>
              </a:ext>
            </a:extLst>
          </p:cNvPr>
          <p:cNvSpPr>
            <a:spLocks noGrp="1"/>
          </p:cNvSpPr>
          <p:nvPr/>
        </p:nvSpPr>
        <p:spPr>
          <a:xfrm>
            <a:off x="1177500" y="2841784"/>
            <a:ext cx="3582653" cy="282654"/>
          </a:xfrm>
          <a:prstGeom prst="rect">
            <a:avLst/>
          </a:prstGeom>
          <a:noFill/>
          <a:ln w="20955">
            <a:solidFill>
              <a:srgbClr val="FF5874"/>
            </a:solidFill>
          </a:ln>
        </p:spPr>
        <p:txBody>
          <a:bodyPr/>
          <a:lstStyle/>
          <a:p>
            <a:endParaRPr lang="en-US"/>
          </a:p>
        </p:txBody>
      </p:sp>
      <p:cxnSp>
        <p:nvCxnSpPr>
          <p:cNvPr id="12" name="cue-15-1-leader-0">
            <a:extLst>
              <a:ext uri="{FF2B5EF4-FFF2-40B4-BE49-F238E27FC236}">
                <a16:creationId xmlns:a16="http://schemas.microsoft.com/office/drawing/2014/main" id="{CF9C1DA3-8D1C-44A1-AF29-85D919E3B3BE}"/>
              </a:ext>
            </a:extLst>
          </p:cNvPr>
          <p:cNvCxnSpPr/>
          <p:nvPr/>
        </p:nvCxnSpPr>
        <p:spPr>
          <a:xfrm>
            <a:off x="4788727" y="2983111"/>
            <a:ext cx="354773" cy="0"/>
          </a:xfrm>
          <a:prstGeom prst="straightConnector1">
            <a:avLst/>
          </a:prstGeom>
          <a:ln w="20955">
            <a:solidFill>
              <a:srgbClr val="FF5874"/>
            </a:solidFill>
            <a:headEnd type="triangle" w="sm" len="sm"/>
          </a:ln>
        </p:spPr>
      </p:cxnSp>
      <p:sp>
        <p:nvSpPr>
          <p:cNvPr id="13" name="cue-15-1-label">
            <a:extLst>
              <a:ext uri="{FF2B5EF4-FFF2-40B4-BE49-F238E27FC236}">
                <a16:creationId xmlns:a16="http://schemas.microsoft.com/office/drawing/2014/main" id="{53D55061-7F7B-4C9C-B072-9BBAECFAC3FC}"/>
              </a:ext>
            </a:extLst>
          </p:cNvPr>
          <p:cNvSpPr>
            <a:spLocks noGrp="1"/>
          </p:cNvSpPr>
          <p:nvPr/>
        </p:nvSpPr>
        <p:spPr>
          <a:xfrm>
            <a:off x="5170256" y="2744986"/>
            <a:ext cx="1799167" cy="476250"/>
          </a:xfrm>
          <a:prstGeom prst="rect">
            <a:avLst/>
          </a:prstGeom>
          <a:solidFill>
            <a:srgbClr val="255DA8"/>
          </a:solidFill>
          <a:ln w="0">
            <a:noFill/>
          </a:ln>
        </p:spPr>
        <p:txBody>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b="0">
                <a:latin typeface="Ubuntu Light"/>
                <a:ea typeface="Ubuntu Light"/>
                <a:cs typeface="Ubuntu Light"/>
              </a:rPr>
              <a:t>Use this running</a:t>
            </a:r>
          </a:p>
          <a:p>
            <a:pPr algn="ctr">
              <a:defRPr sz="1350" b="0">
                <a:solidFill>
                  <a:srgbClr val="FFFFFF"/>
                </a:solidFill>
                <a:latin typeface="Ubuntu Light"/>
                <a:ea typeface="Ubuntu Light"/>
                <a:cs typeface="Ubuntu Light"/>
              </a:defRPr>
            </a:pPr>
            <a:r>
              <a:rPr b="0">
                <a:latin typeface="Ubuntu Light"/>
                <a:ea typeface="Ubuntu Light"/>
                <a:cs typeface="Ubuntu Light"/>
              </a:rPr>
              <a:t>Floci container</a:t>
            </a:r>
          </a:p>
        </p:txBody>
      </p:sp>
      <p:sp>
        <p:nvSpPr>
          <p:cNvPr id="14" name="cue-15-2-focus">
            <a:extLst>
              <a:ext uri="{FF2B5EF4-FFF2-40B4-BE49-F238E27FC236}">
                <a16:creationId xmlns:a16="http://schemas.microsoft.com/office/drawing/2014/main" id="{35FCA4AF-7F0C-4C32-936F-8380B5B42353}"/>
              </a:ext>
            </a:extLst>
          </p:cNvPr>
          <p:cNvSpPr>
            <a:spLocks noGrp="1"/>
          </p:cNvSpPr>
          <p:nvPr/>
        </p:nvSpPr>
        <p:spPr>
          <a:xfrm>
            <a:off x="2983854" y="3661172"/>
            <a:ext cx="1563786" cy="282654"/>
          </a:xfrm>
          <a:prstGeom prst="rect">
            <a:avLst/>
          </a:prstGeom>
          <a:noFill/>
          <a:ln w="20955">
            <a:solidFill>
              <a:srgbClr val="FF5874"/>
            </a:solidFill>
          </a:ln>
        </p:spPr>
        <p:txBody>
          <a:bodyPr/>
          <a:lstStyle/>
          <a:p>
            <a:endParaRPr lang="en-US"/>
          </a:p>
        </p:txBody>
      </p:sp>
      <p:cxnSp>
        <p:nvCxnSpPr>
          <p:cNvPr id="15" name="cue-15-2-leader-0">
            <a:extLst>
              <a:ext uri="{FF2B5EF4-FFF2-40B4-BE49-F238E27FC236}">
                <a16:creationId xmlns:a16="http://schemas.microsoft.com/office/drawing/2014/main" id="{6063B563-7ABD-4D59-B843-AEEE79D2E7DF}"/>
              </a:ext>
            </a:extLst>
          </p:cNvPr>
          <p:cNvCxnSpPr/>
          <p:nvPr/>
        </p:nvCxnSpPr>
        <p:spPr>
          <a:xfrm>
            <a:off x="3765747" y="3981926"/>
            <a:ext cx="0" cy="390049"/>
          </a:xfrm>
          <a:prstGeom prst="straightConnector1">
            <a:avLst/>
          </a:prstGeom>
          <a:ln w="20955">
            <a:solidFill>
              <a:srgbClr val="FF5874"/>
            </a:solidFill>
            <a:headEnd type="triangle" w="sm" len="sm"/>
          </a:ln>
        </p:spPr>
      </p:cxnSp>
      <p:sp>
        <p:nvSpPr>
          <p:cNvPr id="16" name="cue-15-2-label">
            <a:extLst>
              <a:ext uri="{FF2B5EF4-FFF2-40B4-BE49-F238E27FC236}">
                <a16:creationId xmlns:a16="http://schemas.microsoft.com/office/drawing/2014/main" id="{B8B69588-934C-4665-821D-454199C3138F}"/>
              </a:ext>
            </a:extLst>
          </p:cNvPr>
          <p:cNvSpPr>
            <a:spLocks noGrp="1"/>
          </p:cNvSpPr>
          <p:nvPr/>
        </p:nvSpPr>
        <p:spPr>
          <a:xfrm>
            <a:off x="2575122" y="4400550"/>
            <a:ext cx="2381250" cy="266700"/>
          </a:xfrm>
          <a:prstGeom prst="rect">
            <a:avLst/>
          </a:prstGeom>
          <a:solidFill>
            <a:srgbClr val="255DA8"/>
          </a:solidFill>
          <a:ln w="0">
            <a:noFill/>
          </a:ln>
        </p:spPr>
        <p:txBody>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b="0">
                <a:latin typeface="Ubuntu Light"/>
                <a:ea typeface="Ubuntu Light"/>
                <a:cs typeface="Ubuntu Light"/>
              </a:rPr>
              <a:t>Put its name in the URL</a:t>
            </a:r>
          </a:p>
        </p:txBody>
      </p:sp>
    </p:spTree>
    <p:extLst>
      <p:ext uri="{BB962C8B-B14F-4D97-AF65-F5344CB8AC3E}">
        <p14:creationId xmlns:p14="http://schemas.microsoft.com/office/powerpoint/2010/main" val="127060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title">
            <a:extLst>
              <a:ext uri="{FF2B5EF4-FFF2-40B4-BE49-F238E27FC236}">
                <a16:creationId xmlns:a16="http://schemas.microsoft.com/office/drawing/2014/main" id="{FDAE9224-7F12-488B-90C1-00F692D771E3}"/>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b="0">
                <a:latin typeface="Ubuntu Light"/>
                <a:ea typeface="Ubuntu Light"/>
                <a:cs typeface="Ubuntu Light"/>
              </a:rPr>
              <a:t>Connect Lambda to Floci through OpenResty</a:t>
            </a:r>
          </a:p>
        </p:txBody>
      </p:sp>
      <p:sp>
        <p:nvSpPr>
          <p:cNvPr id="2" name="source-label">
            <a:extLst>
              <a:ext uri="{FF2B5EF4-FFF2-40B4-BE49-F238E27FC236}">
                <a16:creationId xmlns:a16="http://schemas.microsoft.com/office/drawing/2014/main" id="{F33E293B-A076-4E38-A274-9CF758F584A0}"/>
              </a:ext>
            </a:extLst>
          </p:cNvPr>
          <p:cNvSpPr>
            <a:spLocks noGrp="1"/>
          </p:cNvSpPr>
          <p:nvPr/>
        </p:nvSpPr>
        <p:spPr>
          <a:xfrm>
            <a:off x="619125" y="1371600"/>
            <a:ext cx="1781175" cy="219075"/>
          </a:xfrm>
          <a:prstGeom prst="rect">
            <a:avLst/>
          </a:prstGeom>
          <a:noFill/>
          <a:ln w="0">
            <a:noFill/>
          </a:ln>
        </p:spPr>
        <p:txBody>
          <a:bodyPr wrap="none" lIns="0" tIns="0" rIns="0" bIns="0" anchor="t">
            <a:noAutofit/>
          </a:bodyPr>
          <a:lstStyle>
            <a:defPPr algn="l">
              <a:defRPr sz="1200" b="0">
                <a:solidFill>
                  <a:srgbClr val="475569"/>
                </a:solidFill>
                <a:latin typeface="Ubuntu Light"/>
                <a:ea typeface="Ubuntu Light"/>
                <a:cs typeface="Ubuntu Light"/>
              </a:defRPr>
            </a:defPPr>
            <a:lvl1pPr algn="l">
              <a:defRPr sz="1200" b="0">
                <a:solidFill>
                  <a:srgbClr val="475569"/>
                </a:solidFill>
                <a:latin typeface="Ubuntu Light"/>
                <a:ea typeface="Ubuntu Light"/>
                <a:cs typeface="Ubuntu Light"/>
              </a:defRPr>
            </a:lvl1pPr>
            <a:lvl2pPr algn="l">
              <a:defRPr sz="1200" b="0">
                <a:solidFill>
                  <a:srgbClr val="475569"/>
                </a:solidFill>
                <a:latin typeface="Ubuntu Light"/>
                <a:ea typeface="Ubuntu Light"/>
                <a:cs typeface="Ubuntu Light"/>
              </a:defRPr>
            </a:lvl2pPr>
            <a:lvl3pPr algn="l">
              <a:defRPr sz="1200" b="0">
                <a:solidFill>
                  <a:srgbClr val="475569"/>
                </a:solidFill>
                <a:latin typeface="Ubuntu Light"/>
                <a:ea typeface="Ubuntu Light"/>
                <a:cs typeface="Ubuntu Light"/>
              </a:defRPr>
            </a:lvl3pPr>
            <a:lvl4pPr algn="l">
              <a:defRPr sz="1200" b="0">
                <a:solidFill>
                  <a:srgbClr val="475569"/>
                </a:solidFill>
                <a:latin typeface="Ubuntu Light"/>
                <a:ea typeface="Ubuntu Light"/>
                <a:cs typeface="Ubuntu Light"/>
              </a:defRPr>
            </a:lvl4pPr>
            <a:lvl5pPr algn="l">
              <a:defRPr sz="1200" b="0">
                <a:solidFill>
                  <a:srgbClr val="475569"/>
                </a:solidFill>
                <a:latin typeface="Ubuntu Light"/>
                <a:ea typeface="Ubuntu Light"/>
                <a:cs typeface="Ubuntu Light"/>
              </a:defRPr>
            </a:lvl5pPr>
            <a:lvl6pPr algn="l">
              <a:defRPr sz="1200" b="0">
                <a:solidFill>
                  <a:srgbClr val="475569"/>
                </a:solidFill>
                <a:latin typeface="Ubuntu Light"/>
                <a:ea typeface="Ubuntu Light"/>
                <a:cs typeface="Ubuntu Light"/>
              </a:defRPr>
            </a:lvl6pPr>
            <a:lvl7pPr algn="l">
              <a:defRPr sz="1200" b="0">
                <a:solidFill>
                  <a:srgbClr val="475569"/>
                </a:solidFill>
                <a:latin typeface="Ubuntu Light"/>
                <a:ea typeface="Ubuntu Light"/>
                <a:cs typeface="Ubuntu Light"/>
              </a:defRPr>
            </a:lvl7pPr>
            <a:lvl8pPr algn="l">
              <a:defRPr sz="1200" b="0">
                <a:solidFill>
                  <a:srgbClr val="475569"/>
                </a:solidFill>
                <a:latin typeface="Ubuntu Light"/>
                <a:ea typeface="Ubuntu Light"/>
                <a:cs typeface="Ubuntu Light"/>
              </a:defRPr>
            </a:lvl8pPr>
            <a:lvl9pPr algn="l">
              <a:defRPr sz="1200" b="0">
                <a:solidFill>
                  <a:srgbClr val="475569"/>
                </a:solidFill>
                <a:latin typeface="Ubuntu Light"/>
                <a:ea typeface="Ubuntu Light"/>
                <a:cs typeface="Ubuntu Light"/>
              </a:defRPr>
            </a:lvl9pPr>
          </a:lstStyle>
          <a:p>
            <a:pPr algn="l">
              <a:defRPr sz="1200" b="0">
                <a:solidFill>
                  <a:srgbClr val="475569"/>
                </a:solidFill>
                <a:latin typeface="Ubuntu Light"/>
                <a:ea typeface="Ubuntu Light"/>
                <a:cs typeface="Ubuntu Light"/>
              </a:defRPr>
            </a:pPr>
            <a:r>
              <a:rPr b="0">
                <a:latin typeface="Ubuntu Light"/>
                <a:ea typeface="Ubuntu Light"/>
                <a:cs typeface="Ubuntu Light"/>
              </a:rPr>
              <a:t>tests/fixtures/lambdas.py</a:t>
            </a:r>
          </a:p>
        </p:txBody>
      </p:sp>
      <p:sp>
        <p:nvSpPr>
          <p:cNvPr id="3" name="code-background">
            <a:extLst>
              <a:ext uri="{FF2B5EF4-FFF2-40B4-BE49-F238E27FC236}">
                <a16:creationId xmlns:a16="http://schemas.microsoft.com/office/drawing/2014/main" id="{BB772682-FF10-4727-8B21-98BD7803844E}"/>
              </a:ext>
            </a:extLst>
          </p:cNvPr>
          <p:cNvSpPr>
            <a:spLocks noGrp="1"/>
          </p:cNvSpPr>
          <p:nvPr/>
        </p:nvSpPr>
        <p:spPr>
          <a:xfrm>
            <a:off x="619125" y="1790700"/>
            <a:ext cx="7143750" cy="2724864"/>
          </a:xfrm>
          <a:prstGeom prst="rect">
            <a:avLst/>
          </a:prstGeom>
          <a:solidFill>
            <a:srgbClr val="000000"/>
          </a:solidFill>
          <a:ln w="0">
            <a:noFill/>
          </a:ln>
        </p:spPr>
        <p:txBody>
          <a:bodyPr/>
          <a:lstStyle/>
          <a:p>
            <a:endParaRPr lang="en-US"/>
          </a:p>
        </p:txBody>
      </p:sp>
      <p:sp>
        <p:nvSpPr>
          <p:cNvPr id="4" name="code-line-0">
            <a:extLst>
              <a:ext uri="{FF2B5EF4-FFF2-40B4-BE49-F238E27FC236}">
                <a16:creationId xmlns:a16="http://schemas.microsoft.com/office/drawing/2014/main" id="{2672A3C7-1064-4492-AD7E-860CBD4A6931}"/>
              </a:ext>
            </a:extLst>
          </p:cNvPr>
          <p:cNvSpPr>
            <a:spLocks noGrp="1"/>
          </p:cNvSpPr>
          <p:nvPr/>
        </p:nvSpPr>
        <p:spPr>
          <a:xfrm>
            <a:off x="790575" y="1905000"/>
            <a:ext cx="3225784"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err="1">
                <a:solidFill>
                  <a:srgbClr val="9CDCFE"/>
                </a:solidFill>
                <a:latin typeface="Menlo"/>
                <a:ea typeface="Menlo"/>
                <a:cs typeface="Menlo"/>
              </a:rPr>
              <a:t>lambda_client</a:t>
            </a:r>
            <a:r>
              <a:rPr b="0" dirty="0" err="1">
                <a:solidFill>
                  <a:srgbClr val="D4D4D4"/>
                </a:solidFill>
                <a:latin typeface="Menlo"/>
                <a:ea typeface="Menlo"/>
                <a:cs typeface="Menlo"/>
              </a:rPr>
              <a:t>.</a:t>
            </a:r>
            <a:r>
              <a:rPr b="0" dirty="0" err="1">
                <a:solidFill>
                  <a:srgbClr val="DCDCAA"/>
                </a:solidFill>
                <a:latin typeface="Menlo"/>
                <a:ea typeface="Menlo"/>
                <a:cs typeface="Menlo"/>
              </a:rPr>
              <a:t>create_function</a:t>
            </a:r>
            <a:r>
              <a:rPr b="0" dirty="0">
                <a:solidFill>
                  <a:srgbClr val="D4D4D4"/>
                </a:solidFill>
                <a:latin typeface="Menlo"/>
                <a:ea typeface="Menlo"/>
                <a:cs typeface="Menlo"/>
              </a:rPr>
              <a:t>(</a:t>
            </a:r>
          </a:p>
        </p:txBody>
      </p:sp>
      <p:sp>
        <p:nvSpPr>
          <p:cNvPr id="5" name="code-line-1">
            <a:extLst>
              <a:ext uri="{FF2B5EF4-FFF2-40B4-BE49-F238E27FC236}">
                <a16:creationId xmlns:a16="http://schemas.microsoft.com/office/drawing/2014/main" id="{A81EC807-8D51-4411-A35B-FDE5CAFDACBF}"/>
              </a:ext>
            </a:extLst>
          </p:cNvPr>
          <p:cNvSpPr>
            <a:spLocks noGrp="1"/>
          </p:cNvSpPr>
          <p:nvPr/>
        </p:nvSpPr>
        <p:spPr>
          <a:xfrm>
            <a:off x="790575" y="2178129"/>
            <a:ext cx="994405"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a:solidFill>
                  <a:srgbClr val="D4D4D4"/>
                </a:solidFill>
                <a:latin typeface="Menlo"/>
                <a:ea typeface="Menlo"/>
                <a:cs typeface="Menlo"/>
              </a:rPr>
              <a:t>    </a:t>
            </a:r>
            <a:r>
              <a:rPr b="0">
                <a:solidFill>
                  <a:srgbClr val="6A9955"/>
                </a:solidFill>
                <a:latin typeface="Menlo"/>
                <a:ea typeface="Menlo"/>
                <a:cs typeface="Menlo"/>
              </a:rPr>
              <a:t># ...</a:t>
            </a:r>
          </a:p>
        </p:txBody>
      </p:sp>
      <p:sp>
        <p:nvSpPr>
          <p:cNvPr id="6" name="code-line-2">
            <a:extLst>
              <a:ext uri="{FF2B5EF4-FFF2-40B4-BE49-F238E27FC236}">
                <a16:creationId xmlns:a16="http://schemas.microsoft.com/office/drawing/2014/main" id="{44DD3BB8-90A9-4389-92B7-A55CF971D9B5}"/>
              </a:ext>
            </a:extLst>
          </p:cNvPr>
          <p:cNvSpPr>
            <a:spLocks noGrp="1"/>
          </p:cNvSpPr>
          <p:nvPr/>
        </p:nvSpPr>
        <p:spPr>
          <a:xfrm>
            <a:off x="790575" y="2451259"/>
            <a:ext cx="3332040"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D4D4D4"/>
                </a:solidFill>
                <a:latin typeface="Menlo"/>
                <a:ea typeface="Menlo"/>
                <a:cs typeface="Menlo"/>
              </a:rPr>
              <a:t>    </a:t>
            </a:r>
            <a:r>
              <a:rPr b="0" dirty="0">
                <a:solidFill>
                  <a:srgbClr val="9CDCFE"/>
                </a:solidFill>
                <a:latin typeface="Menlo"/>
                <a:ea typeface="Menlo"/>
                <a:cs typeface="Menlo"/>
              </a:rPr>
              <a:t>Environment</a:t>
            </a:r>
            <a:r>
              <a:rPr b="0" dirty="0">
                <a:solidFill>
                  <a:srgbClr val="D4D4D4"/>
                </a:solidFill>
                <a:latin typeface="Menlo"/>
                <a:ea typeface="Menlo"/>
                <a:cs typeface="Menlo"/>
              </a:rPr>
              <a:t>={</a:t>
            </a:r>
            <a:r>
              <a:rPr b="0" dirty="0">
                <a:solidFill>
                  <a:srgbClr val="CE9178"/>
                </a:solidFill>
                <a:latin typeface="Menlo"/>
                <a:ea typeface="Menlo"/>
                <a:cs typeface="Menlo"/>
              </a:rPr>
              <a:t>"Variables"</a:t>
            </a:r>
            <a:r>
              <a:rPr b="0" dirty="0">
                <a:solidFill>
                  <a:srgbClr val="D4D4D4"/>
                </a:solidFill>
                <a:latin typeface="Menlo"/>
                <a:ea typeface="Menlo"/>
                <a:cs typeface="Menlo"/>
              </a:rPr>
              <a:t>: {</a:t>
            </a:r>
          </a:p>
        </p:txBody>
      </p:sp>
      <p:sp>
        <p:nvSpPr>
          <p:cNvPr id="7" name="code-line-3">
            <a:extLst>
              <a:ext uri="{FF2B5EF4-FFF2-40B4-BE49-F238E27FC236}">
                <a16:creationId xmlns:a16="http://schemas.microsoft.com/office/drawing/2014/main" id="{2F33583C-D692-4120-ACAC-EE479E28D22B}"/>
              </a:ext>
            </a:extLst>
          </p:cNvPr>
          <p:cNvSpPr>
            <a:spLocks noGrp="1"/>
          </p:cNvSpPr>
          <p:nvPr/>
        </p:nvSpPr>
        <p:spPr>
          <a:xfrm>
            <a:off x="790575" y="2724388"/>
            <a:ext cx="5032138"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D4D4D4"/>
                </a:solidFill>
                <a:latin typeface="Menlo"/>
                <a:ea typeface="Menlo"/>
                <a:cs typeface="Menlo"/>
              </a:rPr>
              <a:t>        </a:t>
            </a:r>
            <a:r>
              <a:rPr b="0" dirty="0">
                <a:solidFill>
                  <a:srgbClr val="CE9178"/>
                </a:solidFill>
                <a:latin typeface="Menlo"/>
                <a:ea typeface="Menlo"/>
                <a:cs typeface="Menlo"/>
              </a:rPr>
              <a:t>"AWS_ENDPOINT_URL"</a:t>
            </a:r>
            <a:r>
              <a:rPr b="0" dirty="0">
                <a:solidFill>
                  <a:srgbClr val="D4D4D4"/>
                </a:solidFill>
                <a:latin typeface="Menlo"/>
                <a:ea typeface="Menlo"/>
                <a:cs typeface="Menlo"/>
              </a:rPr>
              <a:t>: </a:t>
            </a:r>
            <a:r>
              <a:rPr b="0" dirty="0" err="1">
                <a:solidFill>
                  <a:srgbClr val="9CDCFE"/>
                </a:solidFill>
                <a:latin typeface="Menlo"/>
                <a:ea typeface="Menlo"/>
                <a:cs typeface="Menlo"/>
              </a:rPr>
              <a:t>floci_internal_url</a:t>
            </a:r>
            <a:r>
              <a:rPr b="0" dirty="0">
                <a:solidFill>
                  <a:srgbClr val="D4D4D4"/>
                </a:solidFill>
                <a:latin typeface="Menlo"/>
                <a:ea typeface="Menlo"/>
                <a:cs typeface="Menlo"/>
              </a:rPr>
              <a:t>,</a:t>
            </a:r>
          </a:p>
        </p:txBody>
      </p:sp>
      <p:sp>
        <p:nvSpPr>
          <p:cNvPr id="8" name="code-line-4">
            <a:extLst>
              <a:ext uri="{FF2B5EF4-FFF2-40B4-BE49-F238E27FC236}">
                <a16:creationId xmlns:a16="http://schemas.microsoft.com/office/drawing/2014/main" id="{48630666-EE30-457F-8E3C-0D39E493E35B}"/>
              </a:ext>
            </a:extLst>
          </p:cNvPr>
          <p:cNvSpPr>
            <a:spLocks noGrp="1"/>
          </p:cNvSpPr>
          <p:nvPr/>
        </p:nvSpPr>
        <p:spPr>
          <a:xfrm>
            <a:off x="790575" y="2997518"/>
            <a:ext cx="5032138"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D4D4D4"/>
                </a:solidFill>
                <a:latin typeface="Menlo"/>
                <a:ea typeface="Menlo"/>
                <a:cs typeface="Menlo"/>
              </a:rPr>
              <a:t>        </a:t>
            </a:r>
            <a:r>
              <a:rPr b="0" dirty="0">
                <a:solidFill>
                  <a:srgbClr val="CE9178"/>
                </a:solidFill>
                <a:latin typeface="Menlo"/>
                <a:ea typeface="Menlo"/>
                <a:cs typeface="Menlo"/>
              </a:rPr>
              <a:t>"HTTP_PROXY"</a:t>
            </a:r>
            <a:r>
              <a:rPr b="0" dirty="0">
                <a:solidFill>
                  <a:srgbClr val="D4D4D4"/>
                </a:solidFill>
                <a:latin typeface="Menlo"/>
                <a:ea typeface="Menlo"/>
                <a:cs typeface="Menlo"/>
              </a:rPr>
              <a:t>: </a:t>
            </a:r>
            <a:r>
              <a:rPr b="0" dirty="0" err="1">
                <a:solidFill>
                  <a:srgbClr val="9CDCFE"/>
                </a:solidFill>
                <a:latin typeface="Menlo"/>
                <a:ea typeface="Menlo"/>
                <a:cs typeface="Menlo"/>
              </a:rPr>
              <a:t>fault_proxy_internal_url</a:t>
            </a:r>
            <a:r>
              <a:rPr b="0" dirty="0">
                <a:solidFill>
                  <a:srgbClr val="D4D4D4"/>
                </a:solidFill>
                <a:latin typeface="Menlo"/>
                <a:ea typeface="Menlo"/>
                <a:cs typeface="Menlo"/>
              </a:rPr>
              <a:t>,</a:t>
            </a:r>
          </a:p>
        </p:txBody>
      </p:sp>
      <p:sp>
        <p:nvSpPr>
          <p:cNvPr id="9" name="code-line-5">
            <a:extLst>
              <a:ext uri="{FF2B5EF4-FFF2-40B4-BE49-F238E27FC236}">
                <a16:creationId xmlns:a16="http://schemas.microsoft.com/office/drawing/2014/main" id="{2B95648D-D48C-4F0B-8DA6-FAA631BD4443}"/>
              </a:ext>
            </a:extLst>
          </p:cNvPr>
          <p:cNvSpPr>
            <a:spLocks noGrp="1"/>
          </p:cNvSpPr>
          <p:nvPr/>
        </p:nvSpPr>
        <p:spPr>
          <a:xfrm>
            <a:off x="790575" y="3270647"/>
            <a:ext cx="3438296"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a:solidFill>
                  <a:srgbClr val="D4D4D4"/>
                </a:solidFill>
                <a:latin typeface="Menlo"/>
                <a:ea typeface="Menlo"/>
                <a:cs typeface="Menlo"/>
              </a:rPr>
              <a:t>        </a:t>
            </a:r>
            <a:r>
              <a:rPr b="0">
                <a:solidFill>
                  <a:srgbClr val="CE9178"/>
                </a:solidFill>
                <a:latin typeface="Menlo"/>
                <a:ea typeface="Menlo"/>
                <a:cs typeface="Menlo"/>
              </a:rPr>
              <a:t>"AWS_MAX_ATTEMPTS"</a:t>
            </a:r>
            <a:r>
              <a:rPr b="0">
                <a:solidFill>
                  <a:srgbClr val="D4D4D4"/>
                </a:solidFill>
                <a:latin typeface="Menlo"/>
                <a:ea typeface="Menlo"/>
                <a:cs typeface="Menlo"/>
              </a:rPr>
              <a:t>: </a:t>
            </a:r>
            <a:r>
              <a:rPr b="0">
                <a:solidFill>
                  <a:srgbClr val="CE9178"/>
                </a:solidFill>
                <a:latin typeface="Menlo"/>
                <a:ea typeface="Menlo"/>
                <a:cs typeface="Menlo"/>
              </a:rPr>
              <a:t>"1"</a:t>
            </a:r>
            <a:r>
              <a:rPr b="0">
                <a:solidFill>
                  <a:srgbClr val="D4D4D4"/>
                </a:solidFill>
                <a:latin typeface="Menlo"/>
                <a:ea typeface="Menlo"/>
                <a:cs typeface="Menlo"/>
              </a:rPr>
              <a:t>,</a:t>
            </a:r>
          </a:p>
        </p:txBody>
      </p:sp>
      <p:sp>
        <p:nvSpPr>
          <p:cNvPr id="10" name="code-line-6">
            <a:extLst>
              <a:ext uri="{FF2B5EF4-FFF2-40B4-BE49-F238E27FC236}">
                <a16:creationId xmlns:a16="http://schemas.microsoft.com/office/drawing/2014/main" id="{6FFD5B99-47F7-474B-898C-6D5ACFFF8D75}"/>
              </a:ext>
            </a:extLst>
          </p:cNvPr>
          <p:cNvSpPr>
            <a:spLocks noGrp="1"/>
          </p:cNvSpPr>
          <p:nvPr/>
        </p:nvSpPr>
        <p:spPr>
          <a:xfrm>
            <a:off x="790575" y="3543776"/>
            <a:ext cx="1419430"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a:solidFill>
                  <a:srgbClr val="D4D4D4"/>
                </a:solidFill>
                <a:latin typeface="Menlo"/>
                <a:ea typeface="Menlo"/>
                <a:cs typeface="Menlo"/>
              </a:rPr>
              <a:t>        </a:t>
            </a:r>
            <a:r>
              <a:rPr b="0">
                <a:solidFill>
                  <a:srgbClr val="6A9955"/>
                </a:solidFill>
                <a:latin typeface="Menlo"/>
                <a:ea typeface="Menlo"/>
                <a:cs typeface="Menlo"/>
              </a:rPr>
              <a:t># ...</a:t>
            </a:r>
          </a:p>
        </p:txBody>
      </p:sp>
      <p:sp>
        <p:nvSpPr>
          <p:cNvPr id="11" name="code-line-7">
            <a:extLst>
              <a:ext uri="{FF2B5EF4-FFF2-40B4-BE49-F238E27FC236}">
                <a16:creationId xmlns:a16="http://schemas.microsoft.com/office/drawing/2014/main" id="{BA22773C-38F7-4B25-BF65-9BEA335FC58C}"/>
              </a:ext>
            </a:extLst>
          </p:cNvPr>
          <p:cNvSpPr>
            <a:spLocks noGrp="1"/>
          </p:cNvSpPr>
          <p:nvPr/>
        </p:nvSpPr>
        <p:spPr>
          <a:xfrm>
            <a:off x="790575" y="3816906"/>
            <a:ext cx="781893"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a:solidFill>
                  <a:srgbClr val="D4D4D4"/>
                </a:solidFill>
                <a:latin typeface="Menlo"/>
                <a:ea typeface="Menlo"/>
                <a:cs typeface="Menlo"/>
              </a:rPr>
              <a:t>    }},</a:t>
            </a:r>
          </a:p>
        </p:txBody>
      </p:sp>
      <p:sp>
        <p:nvSpPr>
          <p:cNvPr id="12" name="code-line-8">
            <a:extLst>
              <a:ext uri="{FF2B5EF4-FFF2-40B4-BE49-F238E27FC236}">
                <a16:creationId xmlns:a16="http://schemas.microsoft.com/office/drawing/2014/main" id="{ABDF0C98-D525-43D6-BC9F-3965A4252854}"/>
              </a:ext>
            </a:extLst>
          </p:cNvPr>
          <p:cNvSpPr>
            <a:spLocks noGrp="1"/>
          </p:cNvSpPr>
          <p:nvPr/>
        </p:nvSpPr>
        <p:spPr>
          <a:xfrm>
            <a:off x="790575" y="4090035"/>
            <a:ext cx="176213"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a:solidFill>
                  <a:srgbClr val="D4D4D4"/>
                </a:solidFill>
                <a:latin typeface="Menlo"/>
                <a:ea typeface="Menlo"/>
                <a:cs typeface="Menlo"/>
              </a:rPr>
              <a:t>)</a:t>
            </a:r>
          </a:p>
        </p:txBody>
      </p:sp>
      <p:sp>
        <p:nvSpPr>
          <p:cNvPr id="13" name="cue-16-1-focus">
            <a:extLst>
              <a:ext uri="{FF2B5EF4-FFF2-40B4-BE49-F238E27FC236}">
                <a16:creationId xmlns:a16="http://schemas.microsoft.com/office/drawing/2014/main" id="{23B39128-61C0-464E-9112-38EF2AAC0132}"/>
              </a:ext>
            </a:extLst>
          </p:cNvPr>
          <p:cNvSpPr>
            <a:spLocks noGrp="1"/>
          </p:cNvSpPr>
          <p:nvPr/>
        </p:nvSpPr>
        <p:spPr>
          <a:xfrm>
            <a:off x="3744397" y="2676525"/>
            <a:ext cx="1988810" cy="269445"/>
          </a:xfrm>
          <a:prstGeom prst="rect">
            <a:avLst/>
          </a:prstGeom>
          <a:noFill/>
          <a:ln w="20955">
            <a:solidFill>
              <a:srgbClr val="FF5874"/>
            </a:solidFill>
          </a:ln>
        </p:spPr>
        <p:txBody>
          <a:bodyPr/>
          <a:lstStyle/>
          <a:p>
            <a:endParaRPr lang="en-US"/>
          </a:p>
        </p:txBody>
      </p:sp>
      <p:cxnSp>
        <p:nvCxnSpPr>
          <p:cNvPr id="14" name="cue-16-1-leader-0">
            <a:extLst>
              <a:ext uri="{FF2B5EF4-FFF2-40B4-BE49-F238E27FC236}">
                <a16:creationId xmlns:a16="http://schemas.microsoft.com/office/drawing/2014/main" id="{83B3C958-3245-4EBF-BA1C-191C3C4A531D}"/>
              </a:ext>
            </a:extLst>
          </p:cNvPr>
          <p:cNvCxnSpPr/>
          <p:nvPr/>
        </p:nvCxnSpPr>
        <p:spPr>
          <a:xfrm>
            <a:off x="5517576" y="2495550"/>
            <a:ext cx="0" cy="181213"/>
          </a:xfrm>
          <a:prstGeom prst="straightConnector1">
            <a:avLst/>
          </a:prstGeom>
          <a:ln w="20955">
            <a:solidFill>
              <a:srgbClr val="FF5874"/>
            </a:solidFill>
            <a:tailEnd type="triangle" w="sm" len="sm"/>
          </a:ln>
        </p:spPr>
      </p:cxnSp>
      <p:sp>
        <p:nvSpPr>
          <p:cNvPr id="15" name="cue-16-1-label">
            <a:extLst>
              <a:ext uri="{FF2B5EF4-FFF2-40B4-BE49-F238E27FC236}">
                <a16:creationId xmlns:a16="http://schemas.microsoft.com/office/drawing/2014/main" id="{92D9CA92-42B5-4DCA-B25A-5028D84B1CA9}"/>
              </a:ext>
            </a:extLst>
          </p:cNvPr>
          <p:cNvSpPr>
            <a:spLocks noGrp="1"/>
          </p:cNvSpPr>
          <p:nvPr/>
        </p:nvSpPr>
        <p:spPr>
          <a:xfrm>
            <a:off x="4184076" y="2200275"/>
            <a:ext cx="2667000" cy="266700"/>
          </a:xfrm>
          <a:prstGeom prst="rect">
            <a:avLst/>
          </a:prstGeom>
          <a:solidFill>
            <a:srgbClr val="255DA8"/>
          </a:solidFill>
          <a:ln w="0">
            <a:noFill/>
          </a:ln>
        </p:spPr>
        <p:txBody>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b="0">
                <a:latin typeface="Menlo"/>
                <a:ea typeface="Menlo"/>
                <a:cs typeface="Menlo"/>
              </a:rPr>
              <a:t>boto3</a:t>
            </a:r>
            <a:r>
              <a:rPr b="0">
                <a:latin typeface="Ubuntu Light"/>
                <a:ea typeface="Ubuntu Light"/>
                <a:cs typeface="Ubuntu Light"/>
              </a:rPr>
              <a:t> sends requests to Floci</a:t>
            </a:r>
          </a:p>
        </p:txBody>
      </p:sp>
      <p:sp>
        <p:nvSpPr>
          <p:cNvPr id="16" name="cue-16-2-focus">
            <a:extLst>
              <a:ext uri="{FF2B5EF4-FFF2-40B4-BE49-F238E27FC236}">
                <a16:creationId xmlns:a16="http://schemas.microsoft.com/office/drawing/2014/main" id="{3AAD78E1-4C54-46EB-BE8D-CE30D227C960}"/>
              </a:ext>
            </a:extLst>
          </p:cNvPr>
          <p:cNvSpPr>
            <a:spLocks noGrp="1"/>
          </p:cNvSpPr>
          <p:nvPr/>
        </p:nvSpPr>
        <p:spPr>
          <a:xfrm>
            <a:off x="3090110" y="2987993"/>
            <a:ext cx="2732603" cy="282654"/>
          </a:xfrm>
          <a:prstGeom prst="rect">
            <a:avLst/>
          </a:prstGeom>
          <a:noFill/>
          <a:ln w="20955">
            <a:solidFill>
              <a:srgbClr val="FF5874"/>
            </a:solidFill>
          </a:ln>
        </p:spPr>
        <p:txBody>
          <a:bodyPr/>
          <a:lstStyle/>
          <a:p>
            <a:endParaRPr lang="en-US"/>
          </a:p>
        </p:txBody>
      </p:sp>
      <p:cxnSp>
        <p:nvCxnSpPr>
          <p:cNvPr id="17" name="cue-16-2-leader-0">
            <a:extLst>
              <a:ext uri="{FF2B5EF4-FFF2-40B4-BE49-F238E27FC236}">
                <a16:creationId xmlns:a16="http://schemas.microsoft.com/office/drawing/2014/main" id="{73D5ECB1-087D-48FA-8A0F-317EF5326632}"/>
              </a:ext>
            </a:extLst>
          </p:cNvPr>
          <p:cNvCxnSpPr>
            <a:cxnSpLocks/>
            <a:endCxn id="18" idx="1"/>
          </p:cNvCxnSpPr>
          <p:nvPr/>
        </p:nvCxnSpPr>
        <p:spPr>
          <a:xfrm>
            <a:off x="5851288" y="3129320"/>
            <a:ext cx="539987" cy="327183"/>
          </a:xfrm>
          <a:prstGeom prst="straightConnector1">
            <a:avLst/>
          </a:prstGeom>
          <a:ln w="20955">
            <a:solidFill>
              <a:srgbClr val="FF5874"/>
            </a:solidFill>
            <a:headEnd type="triangle" w="sm" len="sm"/>
          </a:ln>
        </p:spPr>
      </p:cxnSp>
      <p:sp>
        <p:nvSpPr>
          <p:cNvPr id="18" name="cue-16-2-label">
            <a:extLst>
              <a:ext uri="{FF2B5EF4-FFF2-40B4-BE49-F238E27FC236}">
                <a16:creationId xmlns:a16="http://schemas.microsoft.com/office/drawing/2014/main" id="{C3D54E9B-D04D-4CEC-A27A-B07EBCCA1A62}"/>
              </a:ext>
            </a:extLst>
          </p:cNvPr>
          <p:cNvSpPr>
            <a:spLocks noGrp="1"/>
          </p:cNvSpPr>
          <p:nvPr/>
        </p:nvSpPr>
        <p:spPr>
          <a:xfrm>
            <a:off x="6391275" y="3218378"/>
            <a:ext cx="2000250" cy="476250"/>
          </a:xfrm>
          <a:prstGeom prst="rect">
            <a:avLst/>
          </a:prstGeom>
          <a:solidFill>
            <a:srgbClr val="255DA8"/>
          </a:solidFill>
          <a:ln w="0">
            <a:noFill/>
          </a:ln>
        </p:spPr>
        <p:txBody>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b="0" dirty="0" err="1">
                <a:latin typeface="Ubuntu Light"/>
                <a:ea typeface="Ubuntu Light"/>
                <a:cs typeface="Ubuntu Light"/>
              </a:rPr>
              <a:t>OpenResty</a:t>
            </a:r>
            <a:r>
              <a:rPr b="0" dirty="0">
                <a:latin typeface="Ubuntu Light"/>
                <a:ea typeface="Ubuntu Light"/>
                <a:cs typeface="Ubuntu Light"/>
              </a:rPr>
              <a:t> can</a:t>
            </a:r>
          </a:p>
          <a:p>
            <a:pPr algn="ctr">
              <a:defRPr sz="1350" b="0">
                <a:solidFill>
                  <a:srgbClr val="FFFFFF"/>
                </a:solidFill>
                <a:latin typeface="Ubuntu Light"/>
                <a:ea typeface="Ubuntu Light"/>
                <a:cs typeface="Ubuntu Light"/>
              </a:defRPr>
            </a:pPr>
            <a:r>
              <a:rPr b="0" dirty="0">
                <a:latin typeface="Ubuntu Light"/>
                <a:ea typeface="Ubuntu Light"/>
                <a:cs typeface="Ubuntu Light"/>
              </a:rPr>
              <a:t>inject failures</a:t>
            </a:r>
          </a:p>
        </p:txBody>
      </p:sp>
    </p:spTree>
    <p:extLst>
      <p:ext uri="{BB962C8B-B14F-4D97-AF65-F5344CB8AC3E}">
        <p14:creationId xmlns:p14="http://schemas.microsoft.com/office/powerpoint/2010/main" val="127060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emo-title">
            <a:extLst>
              <a:ext uri="{FF2B5EF4-FFF2-40B4-BE49-F238E27FC236}">
                <a16:creationId xmlns:a16="http://schemas.microsoft.com/office/drawing/2014/main" id="{605F6283-E3C1-4C72-904B-BFF753BD03E7}"/>
              </a:ext>
            </a:extLst>
          </p:cNvPr>
          <p:cNvSpPr>
            <a:spLocks noGrp="1"/>
          </p:cNvSpPr>
          <p:nvPr/>
        </p:nvSpPr>
        <p:spPr>
          <a:xfrm>
            <a:off x="619125" y="952500"/>
            <a:ext cx="7905750" cy="1571625"/>
          </a:xfrm>
          <a:prstGeom prst="rect">
            <a:avLst/>
          </a:prstGeom>
          <a:noFill/>
          <a:ln w="0">
            <a:noFill/>
          </a:ln>
        </p:spPr>
        <p:txBody>
          <a:bodyPr wrap="none" lIns="0" tIns="0" rIns="0" bIns="0" anchor="ctr">
            <a:noAutofit/>
          </a:bodyPr>
          <a:lstStyle>
            <a:defPPr algn="ctr">
              <a:defRPr sz="5100" b="0">
                <a:solidFill>
                  <a:srgbClr val="202D3E"/>
                </a:solidFill>
                <a:latin typeface="Ubuntu Light"/>
                <a:ea typeface="Ubuntu Light"/>
                <a:cs typeface="Ubuntu Light"/>
              </a:defRPr>
            </a:defPPr>
            <a:lvl1pPr algn="ctr">
              <a:buNone/>
              <a:defRPr sz="5100" b="0">
                <a:solidFill>
                  <a:srgbClr val="202D3E"/>
                </a:solidFill>
                <a:latin typeface="Ubuntu Light"/>
                <a:ea typeface="Ubuntu Light"/>
                <a:cs typeface="Ubuntu Light"/>
              </a:defRPr>
            </a:lvl1pPr>
            <a:lvl2pPr algn="ctr">
              <a:buNone/>
              <a:defRPr sz="5100" b="0">
                <a:solidFill>
                  <a:srgbClr val="202D3E"/>
                </a:solidFill>
                <a:latin typeface="Ubuntu Light"/>
                <a:ea typeface="Ubuntu Light"/>
                <a:cs typeface="Ubuntu Light"/>
              </a:defRPr>
            </a:lvl2pPr>
            <a:lvl3pPr algn="ctr">
              <a:buNone/>
              <a:defRPr sz="5100" b="0">
                <a:solidFill>
                  <a:srgbClr val="202D3E"/>
                </a:solidFill>
                <a:latin typeface="Ubuntu Light"/>
                <a:ea typeface="Ubuntu Light"/>
                <a:cs typeface="Ubuntu Light"/>
              </a:defRPr>
            </a:lvl3pPr>
            <a:lvl4pPr algn="ctr">
              <a:buNone/>
              <a:defRPr sz="5100" b="0">
                <a:solidFill>
                  <a:srgbClr val="202D3E"/>
                </a:solidFill>
                <a:latin typeface="Ubuntu Light"/>
                <a:ea typeface="Ubuntu Light"/>
                <a:cs typeface="Ubuntu Light"/>
              </a:defRPr>
            </a:lvl4pPr>
            <a:lvl5pPr algn="ctr">
              <a:buNone/>
              <a:defRPr sz="5100" b="0">
                <a:solidFill>
                  <a:srgbClr val="202D3E"/>
                </a:solidFill>
                <a:latin typeface="Ubuntu Light"/>
                <a:ea typeface="Ubuntu Light"/>
                <a:cs typeface="Ubuntu Light"/>
              </a:defRPr>
            </a:lvl5pPr>
            <a:lvl6pPr algn="ctr">
              <a:buNone/>
              <a:defRPr sz="5100" b="0">
                <a:solidFill>
                  <a:srgbClr val="202D3E"/>
                </a:solidFill>
                <a:latin typeface="Ubuntu Light"/>
                <a:ea typeface="Ubuntu Light"/>
                <a:cs typeface="Ubuntu Light"/>
              </a:defRPr>
            </a:lvl6pPr>
            <a:lvl7pPr algn="ctr">
              <a:buNone/>
              <a:defRPr sz="5100" b="0">
                <a:solidFill>
                  <a:srgbClr val="202D3E"/>
                </a:solidFill>
                <a:latin typeface="Ubuntu Light"/>
                <a:ea typeface="Ubuntu Light"/>
                <a:cs typeface="Ubuntu Light"/>
              </a:defRPr>
            </a:lvl7pPr>
            <a:lvl8pPr algn="ctr">
              <a:buNone/>
              <a:defRPr sz="5100" b="0">
                <a:solidFill>
                  <a:srgbClr val="202D3E"/>
                </a:solidFill>
                <a:latin typeface="Ubuntu Light"/>
                <a:ea typeface="Ubuntu Light"/>
                <a:cs typeface="Ubuntu Light"/>
              </a:defRPr>
            </a:lvl8pPr>
            <a:lvl9pPr algn="ctr">
              <a:buNone/>
              <a:defRPr sz="5100" b="0">
                <a:solidFill>
                  <a:srgbClr val="202D3E"/>
                </a:solidFill>
                <a:latin typeface="Ubuntu Light"/>
                <a:ea typeface="Ubuntu Light"/>
                <a:cs typeface="Ubuntu Light"/>
              </a:defRPr>
            </a:lvl9pPr>
          </a:lstStyle>
          <a:p>
            <a:pPr algn="ctr">
              <a:buNone/>
              <a:defRPr sz="5100" b="0">
                <a:solidFill>
                  <a:srgbClr val="202D3E"/>
                </a:solidFill>
                <a:latin typeface="Ubuntu Light"/>
                <a:ea typeface="Ubuntu Light"/>
                <a:cs typeface="Ubuntu Light"/>
              </a:defRPr>
            </a:pPr>
            <a:r>
              <a:rPr b="0">
                <a:latin typeface="Ubuntu Light"/>
                <a:ea typeface="Ubuntu Light"/>
                <a:cs typeface="Ubuntu Light"/>
              </a:rPr>
              <a:t>Demo</a:t>
            </a:r>
          </a:p>
        </p:txBody>
      </p:sp>
      <p:sp>
        <p:nvSpPr>
          <p:cNvPr id="2" name="demo-topic">
            <a:extLst>
              <a:ext uri="{FF2B5EF4-FFF2-40B4-BE49-F238E27FC236}">
                <a16:creationId xmlns:a16="http://schemas.microsoft.com/office/drawing/2014/main" id="{9FD877AC-D9E5-4AD8-B85A-03807C73402A}"/>
              </a:ext>
            </a:extLst>
          </p:cNvPr>
          <p:cNvSpPr>
            <a:spLocks noGrp="1"/>
          </p:cNvSpPr>
          <p:nvPr/>
        </p:nvSpPr>
        <p:spPr>
          <a:xfrm>
            <a:off x="619125" y="2619375"/>
            <a:ext cx="7905750" cy="428625"/>
          </a:xfrm>
          <a:prstGeom prst="rect">
            <a:avLst/>
          </a:prstGeom>
          <a:noFill/>
          <a:ln w="0">
            <a:noFill/>
          </a:ln>
        </p:spPr>
        <p:txBody>
          <a:bodyPr wrap="none" lIns="0" tIns="0" rIns="0" bIns="0" anchor="t">
            <a:noAutofit/>
          </a:bodyPr>
          <a:lstStyle>
            <a:defPPr algn="ctr">
              <a:defRPr sz="1950" b="0">
                <a:solidFill>
                  <a:srgbClr val="475569"/>
                </a:solidFill>
                <a:latin typeface="Ubuntu Light"/>
                <a:ea typeface="Ubuntu Light"/>
                <a:cs typeface="Ubuntu Light"/>
              </a:defRPr>
            </a:defPPr>
            <a:lvl1pPr algn="ctr">
              <a:buNone/>
              <a:defRPr sz="1950" b="0">
                <a:solidFill>
                  <a:srgbClr val="475569"/>
                </a:solidFill>
                <a:latin typeface="Ubuntu Light"/>
                <a:ea typeface="Ubuntu Light"/>
                <a:cs typeface="Ubuntu Light"/>
              </a:defRPr>
            </a:lvl1pPr>
            <a:lvl2pPr algn="ctr">
              <a:buNone/>
              <a:defRPr sz="1950" b="0">
                <a:solidFill>
                  <a:srgbClr val="475569"/>
                </a:solidFill>
                <a:latin typeface="Ubuntu Light"/>
                <a:ea typeface="Ubuntu Light"/>
                <a:cs typeface="Ubuntu Light"/>
              </a:defRPr>
            </a:lvl2pPr>
            <a:lvl3pPr algn="ctr">
              <a:buNone/>
              <a:defRPr sz="1950" b="0">
                <a:solidFill>
                  <a:srgbClr val="475569"/>
                </a:solidFill>
                <a:latin typeface="Ubuntu Light"/>
                <a:ea typeface="Ubuntu Light"/>
                <a:cs typeface="Ubuntu Light"/>
              </a:defRPr>
            </a:lvl3pPr>
            <a:lvl4pPr algn="ctr">
              <a:buNone/>
              <a:defRPr sz="1950" b="0">
                <a:solidFill>
                  <a:srgbClr val="475569"/>
                </a:solidFill>
                <a:latin typeface="Ubuntu Light"/>
                <a:ea typeface="Ubuntu Light"/>
                <a:cs typeface="Ubuntu Light"/>
              </a:defRPr>
            </a:lvl4pPr>
            <a:lvl5pPr algn="ctr">
              <a:buNone/>
              <a:defRPr sz="1950" b="0">
                <a:solidFill>
                  <a:srgbClr val="475569"/>
                </a:solidFill>
                <a:latin typeface="Ubuntu Light"/>
                <a:ea typeface="Ubuntu Light"/>
                <a:cs typeface="Ubuntu Light"/>
              </a:defRPr>
            </a:lvl5pPr>
            <a:lvl6pPr algn="ctr">
              <a:buNone/>
              <a:defRPr sz="1950" b="0">
                <a:solidFill>
                  <a:srgbClr val="475569"/>
                </a:solidFill>
                <a:latin typeface="Ubuntu Light"/>
                <a:ea typeface="Ubuntu Light"/>
                <a:cs typeface="Ubuntu Light"/>
              </a:defRPr>
            </a:lvl6pPr>
            <a:lvl7pPr algn="ctr">
              <a:buNone/>
              <a:defRPr sz="1950" b="0">
                <a:solidFill>
                  <a:srgbClr val="475569"/>
                </a:solidFill>
                <a:latin typeface="Ubuntu Light"/>
                <a:ea typeface="Ubuntu Light"/>
                <a:cs typeface="Ubuntu Light"/>
              </a:defRPr>
            </a:lvl7pPr>
            <a:lvl8pPr algn="ctr">
              <a:buNone/>
              <a:defRPr sz="1950" b="0">
                <a:solidFill>
                  <a:srgbClr val="475569"/>
                </a:solidFill>
                <a:latin typeface="Ubuntu Light"/>
                <a:ea typeface="Ubuntu Light"/>
                <a:cs typeface="Ubuntu Light"/>
              </a:defRPr>
            </a:lvl8pPr>
            <a:lvl9pPr algn="ctr">
              <a:buNone/>
              <a:defRPr sz="1950" b="0">
                <a:solidFill>
                  <a:srgbClr val="475569"/>
                </a:solidFill>
                <a:latin typeface="Ubuntu Light"/>
                <a:ea typeface="Ubuntu Light"/>
                <a:cs typeface="Ubuntu Light"/>
              </a:defRPr>
            </a:lvl9pPr>
          </a:lstStyle>
          <a:p>
            <a:pPr algn="ctr">
              <a:buNone/>
              <a:defRPr sz="1950" b="0">
                <a:solidFill>
                  <a:srgbClr val="475569"/>
                </a:solidFill>
                <a:latin typeface="Ubuntu Light"/>
                <a:ea typeface="Ubuntu Light"/>
                <a:cs typeface="Ubuntu Light"/>
              </a:defRPr>
            </a:pPr>
            <a:r>
              <a:rPr b="0" dirty="0">
                <a:latin typeface="Ubuntu Light"/>
                <a:ea typeface="Ubuntu Light"/>
                <a:cs typeface="Ubuntu Light"/>
              </a:rPr>
              <a:t>Floci fixtures and Lambda environment variables</a:t>
            </a:r>
          </a:p>
        </p:txBody>
      </p:sp>
      <p:sp>
        <p:nvSpPr>
          <p:cNvPr id="5" name="demo-command">
            <a:extLst>
              <a:ext uri="{FF2B5EF4-FFF2-40B4-BE49-F238E27FC236}">
                <a16:creationId xmlns:a16="http://schemas.microsoft.com/office/drawing/2014/main" id="{55C97D19-C87F-421E-ACCA-49E180888BF2}"/>
              </a:ext>
            </a:extLst>
          </p:cNvPr>
          <p:cNvSpPr>
            <a:spLocks noGrp="1"/>
          </p:cNvSpPr>
          <p:nvPr/>
        </p:nvSpPr>
        <p:spPr>
          <a:xfrm>
            <a:off x="857250" y="3262842"/>
            <a:ext cx="7429500" cy="1066800"/>
          </a:xfrm>
          <a:prstGeom prst="rect">
            <a:avLst/>
          </a:prstGeom>
          <a:solidFill>
            <a:srgbClr val="000000"/>
          </a:solidFill>
          <a:ln w="0">
            <a:noFill/>
          </a:ln>
        </p:spPr>
        <p:txBody>
          <a:bodyPr wrap="none" lIns="171450" tIns="133350" rIns="171450" bIns="114300">
            <a:noAutofit/>
          </a:bodyPr>
          <a:lstStyle>
            <a:defPPr>
              <a:defRPr sz="1350" b="0">
                <a:solidFill>
                  <a:srgbClr val="D4D4D4"/>
                </a:solidFill>
                <a:latin typeface="Menlo"/>
                <a:ea typeface="Menlo"/>
                <a:cs typeface="Menlo"/>
              </a:defRPr>
            </a:defPPr>
            <a:lvl1pPr>
              <a:defRPr sz="1350" b="0">
                <a:solidFill>
                  <a:srgbClr val="D4D4D4"/>
                </a:solidFill>
                <a:latin typeface="Menlo"/>
                <a:ea typeface="Menlo"/>
                <a:cs typeface="Menlo"/>
              </a:defRPr>
            </a:lvl1pPr>
            <a:lvl2pPr>
              <a:defRPr sz="1350" b="0">
                <a:solidFill>
                  <a:srgbClr val="D4D4D4"/>
                </a:solidFill>
                <a:latin typeface="Menlo"/>
                <a:ea typeface="Menlo"/>
                <a:cs typeface="Menlo"/>
              </a:defRPr>
            </a:lvl2pPr>
            <a:lvl3pPr>
              <a:defRPr sz="1350" b="0">
                <a:solidFill>
                  <a:srgbClr val="D4D4D4"/>
                </a:solidFill>
                <a:latin typeface="Menlo"/>
                <a:ea typeface="Menlo"/>
                <a:cs typeface="Menlo"/>
              </a:defRPr>
            </a:lvl3pPr>
            <a:lvl4pPr>
              <a:defRPr sz="1350" b="0">
                <a:solidFill>
                  <a:srgbClr val="D4D4D4"/>
                </a:solidFill>
                <a:latin typeface="Menlo"/>
                <a:ea typeface="Menlo"/>
                <a:cs typeface="Menlo"/>
              </a:defRPr>
            </a:lvl4pPr>
            <a:lvl5pPr>
              <a:defRPr sz="1350" b="0">
                <a:solidFill>
                  <a:srgbClr val="D4D4D4"/>
                </a:solidFill>
                <a:latin typeface="Menlo"/>
                <a:ea typeface="Menlo"/>
                <a:cs typeface="Menlo"/>
              </a:defRPr>
            </a:lvl5pPr>
            <a:lvl6pPr>
              <a:defRPr sz="1350" b="0">
                <a:solidFill>
                  <a:srgbClr val="D4D4D4"/>
                </a:solidFill>
                <a:latin typeface="Menlo"/>
                <a:ea typeface="Menlo"/>
                <a:cs typeface="Menlo"/>
              </a:defRPr>
            </a:lvl6pPr>
            <a:lvl7pPr>
              <a:defRPr sz="1350" b="0">
                <a:solidFill>
                  <a:srgbClr val="D4D4D4"/>
                </a:solidFill>
                <a:latin typeface="Menlo"/>
                <a:ea typeface="Menlo"/>
                <a:cs typeface="Menlo"/>
              </a:defRPr>
            </a:lvl7pPr>
            <a:lvl8pPr>
              <a:defRPr sz="1350" b="0">
                <a:solidFill>
                  <a:srgbClr val="D4D4D4"/>
                </a:solidFill>
                <a:latin typeface="Menlo"/>
                <a:ea typeface="Menlo"/>
                <a:cs typeface="Menlo"/>
              </a:defRPr>
            </a:lvl8pPr>
            <a:lvl9pPr>
              <a:defRPr sz="1350" b="0">
                <a:solidFill>
                  <a:srgbClr val="D4D4D4"/>
                </a:solidFill>
                <a:latin typeface="Menlo"/>
                <a:ea typeface="Menlo"/>
                <a:cs typeface="Menlo"/>
              </a:defRPr>
            </a:lvl9pPr>
          </a:lstStyle>
          <a:p>
            <a:pPr>
              <a:lnSpc>
                <a:spcPct val="145000"/>
              </a:lnSpc>
              <a:buNone/>
              <a:defRPr sz="1350" b="0">
                <a:solidFill>
                  <a:srgbClr val="D4D4D4"/>
                </a:solidFill>
                <a:latin typeface="Menlo"/>
                <a:ea typeface="Menlo"/>
                <a:cs typeface="Menlo"/>
              </a:defRPr>
            </a:pPr>
            <a:r>
              <a:rPr sz="1350" b="0" dirty="0">
                <a:solidFill>
                  <a:srgbClr val="D4D4D4"/>
                </a:solidFill>
                <a:latin typeface="Menlo"/>
                <a:ea typeface="Menlo"/>
                <a:cs typeface="Menlo"/>
              </a:rPr>
              <a:t>open -a Zed \</a:t>
            </a:r>
          </a:p>
          <a:p>
            <a:pPr>
              <a:lnSpc>
                <a:spcPct val="145000"/>
              </a:lnSpc>
              <a:buNone/>
              <a:defRPr sz="1350" b="0">
                <a:solidFill>
                  <a:srgbClr val="D4D4D4"/>
                </a:solidFill>
                <a:latin typeface="Menlo"/>
                <a:ea typeface="Menlo"/>
                <a:cs typeface="Menlo"/>
              </a:defRPr>
            </a:pPr>
            <a:r>
              <a:rPr sz="1350" b="0" dirty="0">
                <a:solidFill>
                  <a:srgbClr val="D4D4D4"/>
                </a:solidFill>
                <a:latin typeface="Menlo"/>
                <a:ea typeface="Menlo"/>
                <a:cs typeface="Menlo"/>
              </a:rPr>
              <a:t>  tests/fixtures/</a:t>
            </a:r>
            <a:r>
              <a:rPr sz="1350" b="0" dirty="0" err="1">
                <a:solidFill>
                  <a:srgbClr val="D4D4D4"/>
                </a:solidFill>
                <a:latin typeface="Menlo"/>
                <a:ea typeface="Menlo"/>
                <a:cs typeface="Menlo"/>
              </a:rPr>
              <a:t>floci.py</a:t>
            </a:r>
            <a:r>
              <a:rPr sz="1350" b="0" dirty="0">
                <a:solidFill>
                  <a:srgbClr val="D4D4D4"/>
                </a:solidFill>
                <a:latin typeface="Menlo"/>
                <a:ea typeface="Menlo"/>
                <a:cs typeface="Menlo"/>
              </a:rPr>
              <a:t> \</a:t>
            </a:r>
            <a:endParaRPr lang="en-HK" sz="1350" b="0" dirty="0">
              <a:solidFill>
                <a:srgbClr val="D4D4D4"/>
              </a:solidFill>
              <a:latin typeface="Menlo"/>
              <a:ea typeface="Menlo"/>
              <a:cs typeface="Menlo"/>
            </a:endParaRPr>
          </a:p>
          <a:p>
            <a:pPr>
              <a:lnSpc>
                <a:spcPct val="145000"/>
              </a:lnSpc>
              <a:buNone/>
              <a:defRPr sz="1350" b="0">
                <a:solidFill>
                  <a:srgbClr val="D4D4D4"/>
                </a:solidFill>
                <a:latin typeface="Menlo"/>
                <a:ea typeface="Menlo"/>
                <a:cs typeface="Menlo"/>
              </a:defRPr>
            </a:pPr>
            <a:r>
              <a:rPr lang="en-HK" sz="1350" b="0" dirty="0">
                <a:solidFill>
                  <a:srgbClr val="D4D4D4"/>
                </a:solidFill>
                <a:latin typeface="Menlo"/>
                <a:ea typeface="Menlo"/>
                <a:cs typeface="Menlo"/>
              </a:rPr>
              <a:t>  tests/fixtures/</a:t>
            </a:r>
            <a:r>
              <a:rPr lang="en-HK" sz="1350" b="0" dirty="0" err="1">
                <a:solidFill>
                  <a:srgbClr val="D4D4D4"/>
                </a:solidFill>
                <a:latin typeface="Menlo"/>
                <a:ea typeface="Menlo"/>
                <a:cs typeface="Menlo"/>
              </a:rPr>
              <a:t>lambdas.py</a:t>
            </a:r>
            <a:endParaRPr lang="en-HK" sz="1350" b="0" dirty="0">
              <a:solidFill>
                <a:srgbClr val="D4D4D4"/>
              </a:solidFill>
              <a:latin typeface="Menlo"/>
              <a:ea typeface="Menlo"/>
              <a:cs typeface="Menlo"/>
            </a:endParaRPr>
          </a:p>
        </p:txBody>
      </p:sp>
    </p:spTree>
    <p:extLst>
      <p:ext uri="{BB962C8B-B14F-4D97-AF65-F5344CB8AC3E}">
        <p14:creationId xmlns:p14="http://schemas.microsoft.com/office/powerpoint/2010/main" val="12706008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lide-title">
            <a:extLst>
              <a:ext uri="{FF2B5EF4-FFF2-40B4-BE49-F238E27FC236}">
                <a16:creationId xmlns:a16="http://schemas.microsoft.com/office/drawing/2014/main" id="{43E74CFF-E708-4B57-B0BE-F75CCE88E6E6}"/>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lang="en-US" b="0" dirty="0">
                <a:latin typeface="Ubuntu Light"/>
                <a:ea typeface="Ubuntu Light"/>
                <a:cs typeface="Ubuntu Light"/>
              </a:rPr>
              <a:t>Not a simple command…</a:t>
            </a:r>
            <a:endParaRPr b="0" dirty="0">
              <a:latin typeface="Ubuntu Light"/>
              <a:ea typeface="Ubuntu Light"/>
              <a:cs typeface="Ubuntu Light"/>
            </a:endParaRPr>
          </a:p>
        </p:txBody>
      </p:sp>
      <p:sp>
        <p:nvSpPr>
          <p:cNvPr id="2" name="process-boundary">
            <a:extLst>
              <a:ext uri="{FF2B5EF4-FFF2-40B4-BE49-F238E27FC236}">
                <a16:creationId xmlns:a16="http://schemas.microsoft.com/office/drawing/2014/main" id="{B81B96B1-9D74-4815-A65A-55939EB45429}"/>
              </a:ext>
            </a:extLst>
          </p:cNvPr>
          <p:cNvSpPr>
            <a:spLocks noGrp="1"/>
          </p:cNvSpPr>
          <p:nvPr/>
        </p:nvSpPr>
        <p:spPr>
          <a:xfrm>
            <a:off x="619125" y="1342705"/>
            <a:ext cx="7905750" cy="285750"/>
          </a:xfrm>
          <a:prstGeom prst="rect">
            <a:avLst/>
          </a:prstGeom>
          <a:noFill/>
          <a:ln w="0">
            <a:noFill/>
          </a:ln>
        </p:spPr>
        <p:txBody>
          <a:bodyPr wrap="none" lIns="0" tIns="0" rIns="0" bIns="0" anchor="t">
            <a:noAutofit/>
          </a:bodyPr>
          <a:lstStyle>
            <a:defPPr algn="l">
              <a:defRPr sz="1500" b="0">
                <a:solidFill>
                  <a:srgbClr val="202D3E"/>
                </a:solidFill>
                <a:latin typeface="Ubuntu Light"/>
                <a:ea typeface="Ubuntu Light"/>
                <a:cs typeface="Ubuntu Light"/>
              </a:defRPr>
            </a:defPPr>
            <a:lvl1pPr algn="l">
              <a:defRPr sz="1500" b="0">
                <a:solidFill>
                  <a:srgbClr val="202D3E"/>
                </a:solidFill>
                <a:latin typeface="Ubuntu Light"/>
                <a:ea typeface="Ubuntu Light"/>
                <a:cs typeface="Ubuntu Light"/>
              </a:defRPr>
            </a:lvl1pPr>
            <a:lvl2pPr algn="l">
              <a:defRPr sz="1500" b="0">
                <a:solidFill>
                  <a:srgbClr val="202D3E"/>
                </a:solidFill>
                <a:latin typeface="Ubuntu Light"/>
                <a:ea typeface="Ubuntu Light"/>
                <a:cs typeface="Ubuntu Light"/>
              </a:defRPr>
            </a:lvl2pPr>
            <a:lvl3pPr algn="l">
              <a:defRPr sz="1500" b="0">
                <a:solidFill>
                  <a:srgbClr val="202D3E"/>
                </a:solidFill>
                <a:latin typeface="Ubuntu Light"/>
                <a:ea typeface="Ubuntu Light"/>
                <a:cs typeface="Ubuntu Light"/>
              </a:defRPr>
            </a:lvl3pPr>
            <a:lvl4pPr algn="l">
              <a:defRPr sz="1500" b="0">
                <a:solidFill>
                  <a:srgbClr val="202D3E"/>
                </a:solidFill>
                <a:latin typeface="Ubuntu Light"/>
                <a:ea typeface="Ubuntu Light"/>
                <a:cs typeface="Ubuntu Light"/>
              </a:defRPr>
            </a:lvl4pPr>
            <a:lvl5pPr algn="l">
              <a:defRPr sz="1500" b="0">
                <a:solidFill>
                  <a:srgbClr val="202D3E"/>
                </a:solidFill>
                <a:latin typeface="Ubuntu Light"/>
                <a:ea typeface="Ubuntu Light"/>
                <a:cs typeface="Ubuntu Light"/>
              </a:defRPr>
            </a:lvl5pPr>
            <a:lvl6pPr algn="l">
              <a:defRPr sz="1500" b="0">
                <a:solidFill>
                  <a:srgbClr val="202D3E"/>
                </a:solidFill>
                <a:latin typeface="Ubuntu Light"/>
                <a:ea typeface="Ubuntu Light"/>
                <a:cs typeface="Ubuntu Light"/>
              </a:defRPr>
            </a:lvl6pPr>
            <a:lvl7pPr algn="l">
              <a:defRPr sz="1500" b="0">
                <a:solidFill>
                  <a:srgbClr val="202D3E"/>
                </a:solidFill>
                <a:latin typeface="Ubuntu Light"/>
                <a:ea typeface="Ubuntu Light"/>
                <a:cs typeface="Ubuntu Light"/>
              </a:defRPr>
            </a:lvl7pPr>
            <a:lvl8pPr algn="l">
              <a:defRPr sz="1500" b="0">
                <a:solidFill>
                  <a:srgbClr val="202D3E"/>
                </a:solidFill>
                <a:latin typeface="Ubuntu Light"/>
                <a:ea typeface="Ubuntu Light"/>
                <a:cs typeface="Ubuntu Light"/>
              </a:defRPr>
            </a:lvl8pPr>
            <a:lvl9pPr algn="l">
              <a:defRPr sz="1500" b="0">
                <a:solidFill>
                  <a:srgbClr val="202D3E"/>
                </a:solidFill>
                <a:latin typeface="Ubuntu Light"/>
                <a:ea typeface="Ubuntu Light"/>
                <a:cs typeface="Ubuntu Light"/>
              </a:defRPr>
            </a:lvl9pPr>
          </a:lstStyle>
          <a:p>
            <a:pPr algn="l">
              <a:defRPr sz="1500" b="0">
                <a:solidFill>
                  <a:srgbClr val="202D3E"/>
                </a:solidFill>
                <a:latin typeface="Ubuntu Light"/>
                <a:ea typeface="Ubuntu Light"/>
                <a:cs typeface="Ubuntu Light"/>
              </a:defRPr>
            </a:pPr>
            <a:r>
              <a:rPr lang="en-HK" sz="1800" b="1" dirty="0">
                <a:solidFill>
                  <a:srgbClr val="C00000"/>
                </a:solidFill>
                <a:latin typeface="Ubuntu Light"/>
                <a:ea typeface="Ubuntu Light"/>
                <a:cs typeface="Ubuntu Light"/>
              </a:rPr>
              <a:t>Coverage</a:t>
            </a:r>
            <a:r>
              <a:rPr lang="en-HK" sz="1800" b="1" dirty="0">
                <a:solidFill>
                  <a:srgbClr val="C00000"/>
                </a:solidFill>
              </a:rPr>
              <a:t> via </a:t>
            </a:r>
            <a:r>
              <a:rPr lang="en-HK" sz="1800" b="1" dirty="0" err="1">
                <a:solidFill>
                  <a:srgbClr val="C00000"/>
                </a:solidFill>
              </a:rPr>
              <a:t>pytest</a:t>
            </a:r>
            <a:r>
              <a:rPr lang="en-HK" sz="1800" b="1" dirty="0">
                <a:solidFill>
                  <a:srgbClr val="C00000"/>
                </a:solidFill>
              </a:rPr>
              <a:t> </a:t>
            </a:r>
            <a:r>
              <a:rPr sz="1800" b="1" dirty="0">
                <a:solidFill>
                  <a:srgbClr val="C00000"/>
                </a:solidFill>
                <a:latin typeface="Ubuntu Light"/>
                <a:ea typeface="Ubuntu Light"/>
                <a:cs typeface="Ubuntu Light"/>
              </a:rPr>
              <a:t>cannot trace the Lambda Python </a:t>
            </a:r>
            <a:r>
              <a:rPr lang="en-US" sz="1800" b="1" dirty="0">
                <a:solidFill>
                  <a:srgbClr val="C00000"/>
                </a:solidFill>
                <a:latin typeface="Ubuntu Light"/>
                <a:ea typeface="Ubuntu Light"/>
                <a:cs typeface="Ubuntu Light"/>
              </a:rPr>
              <a:t>in Floci</a:t>
            </a:r>
            <a:r>
              <a:rPr sz="1800" b="0" dirty="0">
                <a:solidFill>
                  <a:srgbClr val="C00000"/>
                </a:solidFill>
                <a:latin typeface="Ubuntu Light"/>
                <a:ea typeface="Ubuntu Light"/>
                <a:cs typeface="Ubuntu Light"/>
              </a:rPr>
              <a:t>.</a:t>
            </a:r>
          </a:p>
        </p:txBody>
      </p:sp>
      <p:sp>
        <p:nvSpPr>
          <p:cNvPr id="3" name="runtime-lambda-boundary">
            <a:extLst>
              <a:ext uri="{FF2B5EF4-FFF2-40B4-BE49-F238E27FC236}">
                <a16:creationId xmlns:a16="http://schemas.microsoft.com/office/drawing/2014/main" id="{2B5F7C5C-A27E-4B91-9EFF-0EF0E75E418A}"/>
              </a:ext>
            </a:extLst>
          </p:cNvPr>
          <p:cNvSpPr>
            <a:spLocks noGrp="1"/>
          </p:cNvSpPr>
          <p:nvPr/>
        </p:nvSpPr>
        <p:spPr>
          <a:xfrm>
            <a:off x="4129708" y="1828800"/>
            <a:ext cx="4395167" cy="3183255"/>
          </a:xfrm>
          <a:prstGeom prst="rect">
            <a:avLst/>
          </a:prstGeom>
          <a:solidFill>
            <a:srgbClr val="F5F7FB"/>
          </a:solidFill>
          <a:ln w="9525">
            <a:solidFill>
              <a:srgbClr val="AAB9C9"/>
            </a:solidFill>
          </a:ln>
        </p:spPr>
        <p:txBody>
          <a:bodyPr/>
          <a:lstStyle/>
          <a:p>
            <a:endParaRPr lang="en-US"/>
          </a:p>
        </p:txBody>
      </p:sp>
      <p:sp>
        <p:nvSpPr>
          <p:cNvPr id="4" name="runtime-lambda-process">
            <a:extLst>
              <a:ext uri="{FF2B5EF4-FFF2-40B4-BE49-F238E27FC236}">
                <a16:creationId xmlns:a16="http://schemas.microsoft.com/office/drawing/2014/main" id="{0CBA9272-C3F6-4FCD-8F83-A3EBA6826FF5}"/>
              </a:ext>
            </a:extLst>
          </p:cNvPr>
          <p:cNvSpPr>
            <a:spLocks noGrp="1"/>
          </p:cNvSpPr>
          <p:nvPr/>
        </p:nvSpPr>
        <p:spPr>
          <a:xfrm>
            <a:off x="4429125" y="1924050"/>
            <a:ext cx="3857625" cy="257175"/>
          </a:xfrm>
          <a:prstGeom prst="rect">
            <a:avLst/>
          </a:prstGeom>
          <a:noFill/>
          <a:ln w="0">
            <a:noFill/>
          </a:ln>
        </p:spPr>
        <p:txBody>
          <a:bodyPr wrap="none" lIns="0" tIns="0" rIns="0" bIns="0" anchor="t">
            <a:noAutofit/>
          </a:bodyPr>
          <a:lstStyle>
            <a:defPPr algn="ctr">
              <a:defRPr sz="1500" b="0">
                <a:solidFill>
                  <a:srgbClr val="202D3E"/>
                </a:solidFill>
                <a:latin typeface="Ubuntu Light"/>
                <a:ea typeface="Ubuntu Light"/>
                <a:cs typeface="Ubuntu Light"/>
              </a:defRPr>
            </a:defPPr>
            <a:lvl1pPr algn="ctr">
              <a:defRPr sz="1500" b="0">
                <a:solidFill>
                  <a:srgbClr val="202D3E"/>
                </a:solidFill>
                <a:latin typeface="Ubuntu Light"/>
                <a:ea typeface="Ubuntu Light"/>
                <a:cs typeface="Ubuntu Light"/>
              </a:defRPr>
            </a:lvl1pPr>
            <a:lvl2pPr algn="ctr">
              <a:defRPr sz="1500" b="0">
                <a:solidFill>
                  <a:srgbClr val="202D3E"/>
                </a:solidFill>
                <a:latin typeface="Ubuntu Light"/>
                <a:ea typeface="Ubuntu Light"/>
                <a:cs typeface="Ubuntu Light"/>
              </a:defRPr>
            </a:lvl2pPr>
            <a:lvl3pPr algn="ctr">
              <a:defRPr sz="1500" b="0">
                <a:solidFill>
                  <a:srgbClr val="202D3E"/>
                </a:solidFill>
                <a:latin typeface="Ubuntu Light"/>
                <a:ea typeface="Ubuntu Light"/>
                <a:cs typeface="Ubuntu Light"/>
              </a:defRPr>
            </a:lvl3pPr>
            <a:lvl4pPr algn="ctr">
              <a:defRPr sz="1500" b="0">
                <a:solidFill>
                  <a:srgbClr val="202D3E"/>
                </a:solidFill>
                <a:latin typeface="Ubuntu Light"/>
                <a:ea typeface="Ubuntu Light"/>
                <a:cs typeface="Ubuntu Light"/>
              </a:defRPr>
            </a:lvl4pPr>
            <a:lvl5pPr algn="ctr">
              <a:defRPr sz="1500" b="0">
                <a:solidFill>
                  <a:srgbClr val="202D3E"/>
                </a:solidFill>
                <a:latin typeface="Ubuntu Light"/>
                <a:ea typeface="Ubuntu Light"/>
                <a:cs typeface="Ubuntu Light"/>
              </a:defRPr>
            </a:lvl5pPr>
            <a:lvl6pPr algn="ctr">
              <a:defRPr sz="1500" b="0">
                <a:solidFill>
                  <a:srgbClr val="202D3E"/>
                </a:solidFill>
                <a:latin typeface="Ubuntu Light"/>
                <a:ea typeface="Ubuntu Light"/>
                <a:cs typeface="Ubuntu Light"/>
              </a:defRPr>
            </a:lvl6pPr>
            <a:lvl7pPr algn="ctr">
              <a:defRPr sz="1500" b="0">
                <a:solidFill>
                  <a:srgbClr val="202D3E"/>
                </a:solidFill>
                <a:latin typeface="Ubuntu Light"/>
                <a:ea typeface="Ubuntu Light"/>
                <a:cs typeface="Ubuntu Light"/>
              </a:defRPr>
            </a:lvl7pPr>
            <a:lvl8pPr algn="ctr">
              <a:defRPr sz="1500" b="0">
                <a:solidFill>
                  <a:srgbClr val="202D3E"/>
                </a:solidFill>
                <a:latin typeface="Ubuntu Light"/>
                <a:ea typeface="Ubuntu Light"/>
                <a:cs typeface="Ubuntu Light"/>
              </a:defRPr>
            </a:lvl8pPr>
            <a:lvl9pPr algn="ctr">
              <a:defRPr sz="1500" b="0">
                <a:solidFill>
                  <a:srgbClr val="202D3E"/>
                </a:solidFill>
                <a:latin typeface="Ubuntu Light"/>
                <a:ea typeface="Ubuntu Light"/>
                <a:cs typeface="Ubuntu Light"/>
              </a:defRPr>
            </a:lvl9pPr>
          </a:lstStyle>
          <a:p>
            <a:pPr algn="ctr">
              <a:defRPr sz="1500" b="0">
                <a:solidFill>
                  <a:srgbClr val="202D3E"/>
                </a:solidFill>
                <a:latin typeface="Ubuntu Light"/>
                <a:ea typeface="Ubuntu Light"/>
                <a:cs typeface="Ubuntu Light"/>
              </a:defRPr>
            </a:pPr>
            <a:r>
              <a:rPr b="0" dirty="0">
                <a:latin typeface="Ubuntu Light"/>
                <a:ea typeface="Ubuntu Light"/>
                <a:cs typeface="Ubuntu Light"/>
              </a:rPr>
              <a:t>Lambda Python process</a:t>
            </a:r>
          </a:p>
        </p:txBody>
      </p:sp>
      <p:sp>
        <p:nvSpPr>
          <p:cNvPr id="5" name="runtime-api-owner">
            <a:extLst>
              <a:ext uri="{FF2B5EF4-FFF2-40B4-BE49-F238E27FC236}">
                <a16:creationId xmlns:a16="http://schemas.microsoft.com/office/drawing/2014/main" id="{9B7864BF-CDB0-4B93-8B8B-B4E723073639}"/>
              </a:ext>
            </a:extLst>
          </p:cNvPr>
          <p:cNvSpPr>
            <a:spLocks noGrp="1"/>
          </p:cNvSpPr>
          <p:nvPr/>
        </p:nvSpPr>
        <p:spPr>
          <a:xfrm>
            <a:off x="952500" y="2124075"/>
            <a:ext cx="1714500" cy="219075"/>
          </a:xfrm>
          <a:prstGeom prst="rect">
            <a:avLst/>
          </a:prstGeom>
          <a:noFill/>
          <a:ln w="0">
            <a:noFill/>
          </a:ln>
        </p:spPr>
        <p:txBody>
          <a:bodyPr wrap="none" lIns="0" tIns="0" rIns="0" bIns="0" anchor="t">
            <a:noAutofit/>
          </a:bodyPr>
          <a:lstStyle>
            <a:defPPr algn="ctr">
              <a:defRPr sz="1275" b="0">
                <a:solidFill>
                  <a:srgbClr val="475569"/>
                </a:solidFill>
                <a:latin typeface="Ubuntu Light"/>
                <a:ea typeface="Ubuntu Light"/>
                <a:cs typeface="Ubuntu Light"/>
              </a:defRPr>
            </a:defPPr>
            <a:lvl1pPr algn="ctr">
              <a:defRPr sz="1275" b="0">
                <a:solidFill>
                  <a:srgbClr val="475569"/>
                </a:solidFill>
                <a:latin typeface="Ubuntu Light"/>
                <a:ea typeface="Ubuntu Light"/>
                <a:cs typeface="Ubuntu Light"/>
              </a:defRPr>
            </a:lvl1pPr>
            <a:lvl2pPr algn="ctr">
              <a:defRPr sz="1275" b="0">
                <a:solidFill>
                  <a:srgbClr val="475569"/>
                </a:solidFill>
                <a:latin typeface="Ubuntu Light"/>
                <a:ea typeface="Ubuntu Light"/>
                <a:cs typeface="Ubuntu Light"/>
              </a:defRPr>
            </a:lvl2pPr>
            <a:lvl3pPr algn="ctr">
              <a:defRPr sz="1275" b="0">
                <a:solidFill>
                  <a:srgbClr val="475569"/>
                </a:solidFill>
                <a:latin typeface="Ubuntu Light"/>
                <a:ea typeface="Ubuntu Light"/>
                <a:cs typeface="Ubuntu Light"/>
              </a:defRPr>
            </a:lvl3pPr>
            <a:lvl4pPr algn="ctr">
              <a:defRPr sz="1275" b="0">
                <a:solidFill>
                  <a:srgbClr val="475569"/>
                </a:solidFill>
                <a:latin typeface="Ubuntu Light"/>
                <a:ea typeface="Ubuntu Light"/>
                <a:cs typeface="Ubuntu Light"/>
              </a:defRPr>
            </a:lvl4pPr>
            <a:lvl5pPr algn="ctr">
              <a:defRPr sz="1275" b="0">
                <a:solidFill>
                  <a:srgbClr val="475569"/>
                </a:solidFill>
                <a:latin typeface="Ubuntu Light"/>
                <a:ea typeface="Ubuntu Light"/>
                <a:cs typeface="Ubuntu Light"/>
              </a:defRPr>
            </a:lvl5pPr>
            <a:lvl6pPr algn="ctr">
              <a:defRPr sz="1275" b="0">
                <a:solidFill>
                  <a:srgbClr val="475569"/>
                </a:solidFill>
                <a:latin typeface="Ubuntu Light"/>
                <a:ea typeface="Ubuntu Light"/>
                <a:cs typeface="Ubuntu Light"/>
              </a:defRPr>
            </a:lvl6pPr>
            <a:lvl7pPr algn="ctr">
              <a:defRPr sz="1275" b="0">
                <a:solidFill>
                  <a:srgbClr val="475569"/>
                </a:solidFill>
                <a:latin typeface="Ubuntu Light"/>
                <a:ea typeface="Ubuntu Light"/>
                <a:cs typeface="Ubuntu Light"/>
              </a:defRPr>
            </a:lvl7pPr>
            <a:lvl8pPr algn="ctr">
              <a:defRPr sz="1275" b="0">
                <a:solidFill>
                  <a:srgbClr val="475569"/>
                </a:solidFill>
                <a:latin typeface="Ubuntu Light"/>
                <a:ea typeface="Ubuntu Light"/>
                <a:cs typeface="Ubuntu Light"/>
              </a:defRPr>
            </a:lvl8pPr>
            <a:lvl9pPr algn="ctr">
              <a:defRPr sz="1275" b="0">
                <a:solidFill>
                  <a:srgbClr val="475569"/>
                </a:solidFill>
                <a:latin typeface="Ubuntu Light"/>
                <a:ea typeface="Ubuntu Light"/>
                <a:cs typeface="Ubuntu Light"/>
              </a:defRPr>
            </a:lvl9pPr>
          </a:lstStyle>
          <a:p>
            <a:pPr algn="ctr">
              <a:defRPr sz="1275" b="0">
                <a:solidFill>
                  <a:srgbClr val="475569"/>
                </a:solidFill>
                <a:latin typeface="Ubuntu Light"/>
                <a:ea typeface="Ubuntu Light"/>
                <a:cs typeface="Ubuntu Light"/>
              </a:defRPr>
            </a:pPr>
            <a:r>
              <a:rPr b="0">
                <a:latin typeface="Ubuntu Light"/>
                <a:ea typeface="Ubuntu Light"/>
                <a:cs typeface="Ubuntu Light"/>
              </a:rPr>
              <a:t>Floci</a:t>
            </a:r>
          </a:p>
        </p:txBody>
      </p:sp>
      <p:sp>
        <p:nvSpPr>
          <p:cNvPr id="6" name="runtime-api">
            <a:extLst>
              <a:ext uri="{FF2B5EF4-FFF2-40B4-BE49-F238E27FC236}">
                <a16:creationId xmlns:a16="http://schemas.microsoft.com/office/drawing/2014/main" id="{BE60F951-0010-42E6-A98B-713E67CCF100}"/>
              </a:ext>
            </a:extLst>
          </p:cNvPr>
          <p:cNvSpPr>
            <a:spLocks noGrp="1"/>
          </p:cNvSpPr>
          <p:nvPr/>
        </p:nvSpPr>
        <p:spPr>
          <a:xfrm>
            <a:off x="952500" y="2371725"/>
            <a:ext cx="1714500" cy="247650"/>
          </a:xfrm>
          <a:prstGeom prst="rect">
            <a:avLst/>
          </a:prstGeom>
          <a:noFill/>
          <a:ln w="0">
            <a:noFill/>
          </a:ln>
        </p:spPr>
        <p:txBody>
          <a:bodyPr wrap="none" lIns="0" tIns="0" rIns="0" bIns="0" anchor="t">
            <a:noAutofit/>
          </a:bodyPr>
          <a:lstStyle>
            <a:defPPr algn="ctr">
              <a:defRPr sz="1500" b="0">
                <a:solidFill>
                  <a:srgbClr val="202D3E"/>
                </a:solidFill>
                <a:latin typeface="Ubuntu Light"/>
                <a:ea typeface="Ubuntu Light"/>
                <a:cs typeface="Ubuntu Light"/>
              </a:defRPr>
            </a:defPPr>
            <a:lvl1pPr algn="ctr">
              <a:defRPr sz="1500" b="0">
                <a:solidFill>
                  <a:srgbClr val="202D3E"/>
                </a:solidFill>
                <a:latin typeface="Ubuntu Light"/>
                <a:ea typeface="Ubuntu Light"/>
                <a:cs typeface="Ubuntu Light"/>
              </a:defRPr>
            </a:lvl1pPr>
            <a:lvl2pPr algn="ctr">
              <a:defRPr sz="1500" b="0">
                <a:solidFill>
                  <a:srgbClr val="202D3E"/>
                </a:solidFill>
                <a:latin typeface="Ubuntu Light"/>
                <a:ea typeface="Ubuntu Light"/>
                <a:cs typeface="Ubuntu Light"/>
              </a:defRPr>
            </a:lvl2pPr>
            <a:lvl3pPr algn="ctr">
              <a:defRPr sz="1500" b="0">
                <a:solidFill>
                  <a:srgbClr val="202D3E"/>
                </a:solidFill>
                <a:latin typeface="Ubuntu Light"/>
                <a:ea typeface="Ubuntu Light"/>
                <a:cs typeface="Ubuntu Light"/>
              </a:defRPr>
            </a:lvl3pPr>
            <a:lvl4pPr algn="ctr">
              <a:defRPr sz="1500" b="0">
                <a:solidFill>
                  <a:srgbClr val="202D3E"/>
                </a:solidFill>
                <a:latin typeface="Ubuntu Light"/>
                <a:ea typeface="Ubuntu Light"/>
                <a:cs typeface="Ubuntu Light"/>
              </a:defRPr>
            </a:lvl4pPr>
            <a:lvl5pPr algn="ctr">
              <a:defRPr sz="1500" b="0">
                <a:solidFill>
                  <a:srgbClr val="202D3E"/>
                </a:solidFill>
                <a:latin typeface="Ubuntu Light"/>
                <a:ea typeface="Ubuntu Light"/>
                <a:cs typeface="Ubuntu Light"/>
              </a:defRPr>
            </a:lvl5pPr>
            <a:lvl6pPr algn="ctr">
              <a:defRPr sz="1500" b="0">
                <a:solidFill>
                  <a:srgbClr val="202D3E"/>
                </a:solidFill>
                <a:latin typeface="Ubuntu Light"/>
                <a:ea typeface="Ubuntu Light"/>
                <a:cs typeface="Ubuntu Light"/>
              </a:defRPr>
            </a:lvl6pPr>
            <a:lvl7pPr algn="ctr">
              <a:defRPr sz="1500" b="0">
                <a:solidFill>
                  <a:srgbClr val="202D3E"/>
                </a:solidFill>
                <a:latin typeface="Ubuntu Light"/>
                <a:ea typeface="Ubuntu Light"/>
                <a:cs typeface="Ubuntu Light"/>
              </a:defRPr>
            </a:lvl7pPr>
            <a:lvl8pPr algn="ctr">
              <a:defRPr sz="1500" b="0">
                <a:solidFill>
                  <a:srgbClr val="202D3E"/>
                </a:solidFill>
                <a:latin typeface="Ubuntu Light"/>
                <a:ea typeface="Ubuntu Light"/>
                <a:cs typeface="Ubuntu Light"/>
              </a:defRPr>
            </a:lvl8pPr>
            <a:lvl9pPr algn="ctr">
              <a:defRPr sz="1500" b="0">
                <a:solidFill>
                  <a:srgbClr val="202D3E"/>
                </a:solidFill>
                <a:latin typeface="Ubuntu Light"/>
                <a:ea typeface="Ubuntu Light"/>
                <a:cs typeface="Ubuntu Light"/>
              </a:defRPr>
            </a:lvl9pPr>
          </a:lstStyle>
          <a:p>
            <a:pPr algn="ctr">
              <a:defRPr sz="1500" b="0">
                <a:solidFill>
                  <a:srgbClr val="202D3E"/>
                </a:solidFill>
                <a:latin typeface="Ubuntu Light"/>
                <a:ea typeface="Ubuntu Light"/>
                <a:cs typeface="Ubuntu Light"/>
              </a:defRPr>
            </a:pPr>
            <a:r>
              <a:rPr b="0">
                <a:latin typeface="Ubuntu Light"/>
                <a:ea typeface="Ubuntu Light"/>
                <a:cs typeface="Ubuntu Light"/>
              </a:rPr>
              <a:t>Runtime API</a:t>
            </a:r>
          </a:p>
        </p:txBody>
      </p:sp>
      <p:sp>
        <p:nvSpPr>
          <p:cNvPr id="7" name="runtime-client">
            <a:extLst>
              <a:ext uri="{FF2B5EF4-FFF2-40B4-BE49-F238E27FC236}">
                <a16:creationId xmlns:a16="http://schemas.microsoft.com/office/drawing/2014/main" id="{B1152080-772E-4744-B056-88848BF6B677}"/>
              </a:ext>
            </a:extLst>
          </p:cNvPr>
          <p:cNvSpPr>
            <a:spLocks noGrp="1"/>
          </p:cNvSpPr>
          <p:nvPr/>
        </p:nvSpPr>
        <p:spPr>
          <a:xfrm>
            <a:off x="4229134" y="2268516"/>
            <a:ext cx="1828720" cy="238125"/>
          </a:xfrm>
          <a:prstGeom prst="rect">
            <a:avLst/>
          </a:prstGeom>
          <a:noFill/>
          <a:ln w="0">
            <a:noFill/>
          </a:ln>
        </p:spPr>
        <p:txBody>
          <a:bodyPr wrap="none" lIns="0" tIns="0" rIns="0" bIns="0" anchor="t">
            <a:noAutofit/>
          </a:bodyPr>
          <a:lstStyle>
            <a:defPPr algn="ctr">
              <a:defRPr sz="1350" b="0">
                <a:solidFill>
                  <a:srgbClr val="202D3E"/>
                </a:solidFill>
                <a:latin typeface="Ubuntu Light"/>
                <a:ea typeface="Ubuntu Light"/>
                <a:cs typeface="Ubuntu Light"/>
              </a:defRPr>
            </a:defPPr>
            <a:lvl1pPr algn="ctr">
              <a:defRPr sz="1350" b="0">
                <a:solidFill>
                  <a:srgbClr val="202D3E"/>
                </a:solidFill>
                <a:latin typeface="Ubuntu Light"/>
                <a:ea typeface="Ubuntu Light"/>
                <a:cs typeface="Ubuntu Light"/>
              </a:defRPr>
            </a:lvl1pPr>
            <a:lvl2pPr algn="ctr">
              <a:defRPr sz="1350" b="0">
                <a:solidFill>
                  <a:srgbClr val="202D3E"/>
                </a:solidFill>
                <a:latin typeface="Ubuntu Light"/>
                <a:ea typeface="Ubuntu Light"/>
                <a:cs typeface="Ubuntu Light"/>
              </a:defRPr>
            </a:lvl2pPr>
            <a:lvl3pPr algn="ctr">
              <a:defRPr sz="1350" b="0">
                <a:solidFill>
                  <a:srgbClr val="202D3E"/>
                </a:solidFill>
                <a:latin typeface="Ubuntu Light"/>
                <a:ea typeface="Ubuntu Light"/>
                <a:cs typeface="Ubuntu Light"/>
              </a:defRPr>
            </a:lvl3pPr>
            <a:lvl4pPr algn="ctr">
              <a:defRPr sz="1350" b="0">
                <a:solidFill>
                  <a:srgbClr val="202D3E"/>
                </a:solidFill>
                <a:latin typeface="Ubuntu Light"/>
                <a:ea typeface="Ubuntu Light"/>
                <a:cs typeface="Ubuntu Light"/>
              </a:defRPr>
            </a:lvl4pPr>
            <a:lvl5pPr algn="ctr">
              <a:defRPr sz="1350" b="0">
                <a:solidFill>
                  <a:srgbClr val="202D3E"/>
                </a:solidFill>
                <a:latin typeface="Ubuntu Light"/>
                <a:ea typeface="Ubuntu Light"/>
                <a:cs typeface="Ubuntu Light"/>
              </a:defRPr>
            </a:lvl5pPr>
            <a:lvl6pPr algn="ctr">
              <a:defRPr sz="1350" b="0">
                <a:solidFill>
                  <a:srgbClr val="202D3E"/>
                </a:solidFill>
                <a:latin typeface="Ubuntu Light"/>
                <a:ea typeface="Ubuntu Light"/>
                <a:cs typeface="Ubuntu Light"/>
              </a:defRPr>
            </a:lvl6pPr>
            <a:lvl7pPr algn="ctr">
              <a:defRPr sz="1350" b="0">
                <a:solidFill>
                  <a:srgbClr val="202D3E"/>
                </a:solidFill>
                <a:latin typeface="Ubuntu Light"/>
                <a:ea typeface="Ubuntu Light"/>
                <a:cs typeface="Ubuntu Light"/>
              </a:defRPr>
            </a:lvl7pPr>
            <a:lvl8pPr algn="ctr">
              <a:defRPr sz="1350" b="0">
                <a:solidFill>
                  <a:srgbClr val="202D3E"/>
                </a:solidFill>
                <a:latin typeface="Ubuntu Light"/>
                <a:ea typeface="Ubuntu Light"/>
                <a:cs typeface="Ubuntu Light"/>
              </a:defRPr>
            </a:lvl8pPr>
            <a:lvl9pPr algn="ctr">
              <a:defRPr sz="1350" b="0">
                <a:solidFill>
                  <a:srgbClr val="202D3E"/>
                </a:solidFill>
                <a:latin typeface="Ubuntu Light"/>
                <a:ea typeface="Ubuntu Light"/>
                <a:cs typeface="Ubuntu Light"/>
              </a:defRPr>
            </a:lvl9pPr>
          </a:lstStyle>
          <a:p>
            <a:pPr algn="ctr">
              <a:defRPr sz="1350" b="0">
                <a:solidFill>
                  <a:srgbClr val="202D3E"/>
                </a:solidFill>
                <a:latin typeface="Ubuntu Light"/>
                <a:ea typeface="Ubuntu Light"/>
                <a:cs typeface="Ubuntu Light"/>
              </a:defRPr>
            </a:pPr>
            <a:r>
              <a:rPr b="0" dirty="0">
                <a:latin typeface="Ubuntu Light"/>
                <a:ea typeface="Ubuntu Light"/>
                <a:cs typeface="Ubuntu Light"/>
              </a:rPr>
              <a:t>Runtime client</a:t>
            </a:r>
            <a:r>
              <a:rPr lang="en-US" b="0" dirty="0">
                <a:latin typeface="Ubuntu Light"/>
                <a:ea typeface="Ubuntu Light"/>
                <a:cs typeface="Ubuntu Light"/>
              </a:rPr>
              <a:t> package</a:t>
            </a:r>
            <a:endParaRPr b="0" dirty="0">
              <a:latin typeface="Ubuntu Light"/>
              <a:ea typeface="Ubuntu Light"/>
              <a:cs typeface="Ubuntu Light"/>
            </a:endParaRPr>
          </a:p>
        </p:txBody>
      </p:sp>
      <p:sp>
        <p:nvSpPr>
          <p:cNvPr id="8" name="runtime-client-module">
            <a:extLst>
              <a:ext uri="{FF2B5EF4-FFF2-40B4-BE49-F238E27FC236}">
                <a16:creationId xmlns:a16="http://schemas.microsoft.com/office/drawing/2014/main" id="{4A08EC30-8594-4171-9654-D70A0FE4A80B}"/>
              </a:ext>
            </a:extLst>
          </p:cNvPr>
          <p:cNvSpPr>
            <a:spLocks noGrp="1"/>
          </p:cNvSpPr>
          <p:nvPr/>
        </p:nvSpPr>
        <p:spPr>
          <a:xfrm>
            <a:off x="4333875" y="2514600"/>
            <a:ext cx="1619250" cy="209550"/>
          </a:xfrm>
          <a:prstGeom prst="rect">
            <a:avLst/>
          </a:prstGeom>
          <a:noFill/>
          <a:ln w="0">
            <a:noFill/>
          </a:ln>
        </p:spPr>
        <p:txBody>
          <a:bodyPr wrap="none" lIns="0" tIns="0" rIns="0" bIns="0" anchor="t">
            <a:noAutofit/>
          </a:bodyPr>
          <a:lstStyle>
            <a:defPPr algn="ctr">
              <a:defRPr sz="1200" b="0">
                <a:solidFill>
                  <a:srgbClr val="202D3E"/>
                </a:solidFill>
                <a:latin typeface="Ubuntu Light"/>
                <a:ea typeface="Ubuntu Light"/>
                <a:cs typeface="Ubuntu Light"/>
              </a:defRPr>
            </a:defPPr>
            <a:lvl1pPr algn="ctr">
              <a:defRPr sz="1200" b="0">
                <a:solidFill>
                  <a:srgbClr val="202D3E"/>
                </a:solidFill>
                <a:latin typeface="Ubuntu Light"/>
                <a:ea typeface="Ubuntu Light"/>
                <a:cs typeface="Ubuntu Light"/>
              </a:defRPr>
            </a:lvl1pPr>
            <a:lvl2pPr algn="ctr">
              <a:defRPr sz="1200" b="0">
                <a:solidFill>
                  <a:srgbClr val="202D3E"/>
                </a:solidFill>
                <a:latin typeface="Ubuntu Light"/>
                <a:ea typeface="Ubuntu Light"/>
                <a:cs typeface="Ubuntu Light"/>
              </a:defRPr>
            </a:lvl2pPr>
            <a:lvl3pPr algn="ctr">
              <a:defRPr sz="1200" b="0">
                <a:solidFill>
                  <a:srgbClr val="202D3E"/>
                </a:solidFill>
                <a:latin typeface="Ubuntu Light"/>
                <a:ea typeface="Ubuntu Light"/>
                <a:cs typeface="Ubuntu Light"/>
              </a:defRPr>
            </a:lvl3pPr>
            <a:lvl4pPr algn="ctr">
              <a:defRPr sz="1200" b="0">
                <a:solidFill>
                  <a:srgbClr val="202D3E"/>
                </a:solidFill>
                <a:latin typeface="Ubuntu Light"/>
                <a:ea typeface="Ubuntu Light"/>
                <a:cs typeface="Ubuntu Light"/>
              </a:defRPr>
            </a:lvl4pPr>
            <a:lvl5pPr algn="ctr">
              <a:defRPr sz="1200" b="0">
                <a:solidFill>
                  <a:srgbClr val="202D3E"/>
                </a:solidFill>
                <a:latin typeface="Ubuntu Light"/>
                <a:ea typeface="Ubuntu Light"/>
                <a:cs typeface="Ubuntu Light"/>
              </a:defRPr>
            </a:lvl5pPr>
            <a:lvl6pPr algn="ctr">
              <a:defRPr sz="1200" b="0">
                <a:solidFill>
                  <a:srgbClr val="202D3E"/>
                </a:solidFill>
                <a:latin typeface="Ubuntu Light"/>
                <a:ea typeface="Ubuntu Light"/>
                <a:cs typeface="Ubuntu Light"/>
              </a:defRPr>
            </a:lvl6pPr>
            <a:lvl7pPr algn="ctr">
              <a:defRPr sz="1200" b="0">
                <a:solidFill>
                  <a:srgbClr val="202D3E"/>
                </a:solidFill>
                <a:latin typeface="Ubuntu Light"/>
                <a:ea typeface="Ubuntu Light"/>
                <a:cs typeface="Ubuntu Light"/>
              </a:defRPr>
            </a:lvl7pPr>
            <a:lvl8pPr algn="ctr">
              <a:defRPr sz="1200" b="0">
                <a:solidFill>
                  <a:srgbClr val="202D3E"/>
                </a:solidFill>
                <a:latin typeface="Ubuntu Light"/>
                <a:ea typeface="Ubuntu Light"/>
                <a:cs typeface="Ubuntu Light"/>
              </a:defRPr>
            </a:lvl8pPr>
            <a:lvl9pPr algn="ctr">
              <a:defRPr sz="1200" b="0">
                <a:solidFill>
                  <a:srgbClr val="202D3E"/>
                </a:solidFill>
                <a:latin typeface="Ubuntu Light"/>
                <a:ea typeface="Ubuntu Light"/>
                <a:cs typeface="Ubuntu Light"/>
              </a:defRPr>
            </a:lvl9pPr>
          </a:lstStyle>
          <a:p>
            <a:pPr algn="ctr">
              <a:defRPr sz="1200" b="0">
                <a:solidFill>
                  <a:srgbClr val="202D3E"/>
                </a:solidFill>
                <a:latin typeface="Ubuntu Light"/>
                <a:ea typeface="Ubuntu Light"/>
                <a:cs typeface="Ubuntu Light"/>
              </a:defRPr>
            </a:pPr>
            <a:r>
              <a:rPr b="0" dirty="0" err="1">
                <a:latin typeface="Menlo"/>
                <a:ea typeface="Menlo"/>
                <a:cs typeface="Menlo"/>
              </a:rPr>
              <a:t>awslambdaric</a:t>
            </a:r>
            <a:endParaRPr b="0" dirty="0">
              <a:latin typeface="Menlo"/>
              <a:ea typeface="Menlo"/>
              <a:cs typeface="Menlo"/>
            </a:endParaRPr>
          </a:p>
        </p:txBody>
      </p:sp>
      <p:sp>
        <p:nvSpPr>
          <p:cNvPr id="9" name="runtime-handler">
            <a:extLst>
              <a:ext uri="{FF2B5EF4-FFF2-40B4-BE49-F238E27FC236}">
                <a16:creationId xmlns:a16="http://schemas.microsoft.com/office/drawing/2014/main" id="{F7D591A6-49A5-4581-8782-67FE383CB9B4}"/>
              </a:ext>
            </a:extLst>
          </p:cNvPr>
          <p:cNvSpPr>
            <a:spLocks noGrp="1"/>
          </p:cNvSpPr>
          <p:nvPr/>
        </p:nvSpPr>
        <p:spPr>
          <a:xfrm>
            <a:off x="6905625" y="2390775"/>
            <a:ext cx="1238250" cy="247650"/>
          </a:xfrm>
          <a:prstGeom prst="rect">
            <a:avLst/>
          </a:prstGeom>
          <a:noFill/>
          <a:ln w="0">
            <a:noFill/>
          </a:ln>
        </p:spPr>
        <p:txBody>
          <a:bodyPr wrap="none" lIns="0" tIns="0" rIns="0" bIns="0" anchor="t">
            <a:noAutofit/>
          </a:bodyPr>
          <a:lstStyle>
            <a:defPPr algn="ctr">
              <a:defRPr sz="1500" b="0">
                <a:solidFill>
                  <a:srgbClr val="202D3E"/>
                </a:solidFill>
                <a:latin typeface="Ubuntu Light"/>
                <a:ea typeface="Ubuntu Light"/>
                <a:cs typeface="Ubuntu Light"/>
              </a:defRPr>
            </a:defPPr>
            <a:lvl1pPr algn="ctr">
              <a:defRPr sz="1500" b="0">
                <a:solidFill>
                  <a:srgbClr val="202D3E"/>
                </a:solidFill>
                <a:latin typeface="Ubuntu Light"/>
                <a:ea typeface="Ubuntu Light"/>
                <a:cs typeface="Ubuntu Light"/>
              </a:defRPr>
            </a:lvl1pPr>
            <a:lvl2pPr algn="ctr">
              <a:defRPr sz="1500" b="0">
                <a:solidFill>
                  <a:srgbClr val="202D3E"/>
                </a:solidFill>
                <a:latin typeface="Ubuntu Light"/>
                <a:ea typeface="Ubuntu Light"/>
                <a:cs typeface="Ubuntu Light"/>
              </a:defRPr>
            </a:lvl2pPr>
            <a:lvl3pPr algn="ctr">
              <a:defRPr sz="1500" b="0">
                <a:solidFill>
                  <a:srgbClr val="202D3E"/>
                </a:solidFill>
                <a:latin typeface="Ubuntu Light"/>
                <a:ea typeface="Ubuntu Light"/>
                <a:cs typeface="Ubuntu Light"/>
              </a:defRPr>
            </a:lvl3pPr>
            <a:lvl4pPr algn="ctr">
              <a:defRPr sz="1500" b="0">
                <a:solidFill>
                  <a:srgbClr val="202D3E"/>
                </a:solidFill>
                <a:latin typeface="Ubuntu Light"/>
                <a:ea typeface="Ubuntu Light"/>
                <a:cs typeface="Ubuntu Light"/>
              </a:defRPr>
            </a:lvl4pPr>
            <a:lvl5pPr algn="ctr">
              <a:defRPr sz="1500" b="0">
                <a:solidFill>
                  <a:srgbClr val="202D3E"/>
                </a:solidFill>
                <a:latin typeface="Ubuntu Light"/>
                <a:ea typeface="Ubuntu Light"/>
                <a:cs typeface="Ubuntu Light"/>
              </a:defRPr>
            </a:lvl5pPr>
            <a:lvl6pPr algn="ctr">
              <a:defRPr sz="1500" b="0">
                <a:solidFill>
                  <a:srgbClr val="202D3E"/>
                </a:solidFill>
                <a:latin typeface="Ubuntu Light"/>
                <a:ea typeface="Ubuntu Light"/>
                <a:cs typeface="Ubuntu Light"/>
              </a:defRPr>
            </a:lvl6pPr>
            <a:lvl7pPr algn="ctr">
              <a:defRPr sz="1500" b="0">
                <a:solidFill>
                  <a:srgbClr val="202D3E"/>
                </a:solidFill>
                <a:latin typeface="Ubuntu Light"/>
                <a:ea typeface="Ubuntu Light"/>
                <a:cs typeface="Ubuntu Light"/>
              </a:defRPr>
            </a:lvl7pPr>
            <a:lvl8pPr algn="ctr">
              <a:defRPr sz="1500" b="0">
                <a:solidFill>
                  <a:srgbClr val="202D3E"/>
                </a:solidFill>
                <a:latin typeface="Ubuntu Light"/>
                <a:ea typeface="Ubuntu Light"/>
                <a:cs typeface="Ubuntu Light"/>
              </a:defRPr>
            </a:lvl8pPr>
            <a:lvl9pPr algn="ctr">
              <a:defRPr sz="1500" b="0">
                <a:solidFill>
                  <a:srgbClr val="202D3E"/>
                </a:solidFill>
                <a:latin typeface="Ubuntu Light"/>
                <a:ea typeface="Ubuntu Light"/>
                <a:cs typeface="Ubuntu Light"/>
              </a:defRPr>
            </a:lvl9pPr>
          </a:lstStyle>
          <a:p>
            <a:pPr algn="ctr">
              <a:defRPr sz="1500" b="0">
                <a:solidFill>
                  <a:srgbClr val="202D3E"/>
                </a:solidFill>
                <a:latin typeface="Ubuntu Light"/>
                <a:ea typeface="Ubuntu Light"/>
                <a:cs typeface="Ubuntu Light"/>
              </a:defRPr>
            </a:pPr>
            <a:r>
              <a:rPr b="0">
                <a:latin typeface="Ubuntu Light"/>
                <a:ea typeface="Ubuntu Light"/>
                <a:cs typeface="Ubuntu Light"/>
              </a:rPr>
              <a:t>Handler</a:t>
            </a:r>
          </a:p>
        </p:txBody>
      </p:sp>
      <p:cxnSp>
        <p:nvCxnSpPr>
          <p:cNvPr id="10" name="runtime-api-lifeline">
            <a:extLst>
              <a:ext uri="{FF2B5EF4-FFF2-40B4-BE49-F238E27FC236}">
                <a16:creationId xmlns:a16="http://schemas.microsoft.com/office/drawing/2014/main" id="{AB2A9AD3-AFF5-45D9-BC7F-B0F144157AC3}"/>
              </a:ext>
            </a:extLst>
          </p:cNvPr>
          <p:cNvCxnSpPr>
            <a:cxnSpLocks/>
          </p:cNvCxnSpPr>
          <p:nvPr/>
        </p:nvCxnSpPr>
        <p:spPr>
          <a:xfrm>
            <a:off x="1809750" y="2752725"/>
            <a:ext cx="0" cy="2230755"/>
          </a:xfrm>
          <a:prstGeom prst="straightConnector1">
            <a:avLst/>
          </a:prstGeom>
          <a:ln w="9525">
            <a:solidFill>
              <a:srgbClr val="B8C4D1"/>
            </a:solidFill>
          </a:ln>
        </p:spPr>
      </p:cxnSp>
      <p:cxnSp>
        <p:nvCxnSpPr>
          <p:cNvPr id="11" name="runtime-client-lifeline">
            <a:extLst>
              <a:ext uri="{FF2B5EF4-FFF2-40B4-BE49-F238E27FC236}">
                <a16:creationId xmlns:a16="http://schemas.microsoft.com/office/drawing/2014/main" id="{A37553F8-7F59-467C-9CDC-70ECF0571FA1}"/>
              </a:ext>
            </a:extLst>
          </p:cNvPr>
          <p:cNvCxnSpPr>
            <a:cxnSpLocks/>
          </p:cNvCxnSpPr>
          <p:nvPr/>
        </p:nvCxnSpPr>
        <p:spPr>
          <a:xfrm>
            <a:off x="5143500" y="2752725"/>
            <a:ext cx="0" cy="2230755"/>
          </a:xfrm>
          <a:prstGeom prst="straightConnector1">
            <a:avLst/>
          </a:prstGeom>
          <a:ln w="9525">
            <a:solidFill>
              <a:srgbClr val="B8C4D1"/>
            </a:solidFill>
          </a:ln>
        </p:spPr>
      </p:cxnSp>
      <p:cxnSp>
        <p:nvCxnSpPr>
          <p:cNvPr id="12" name="runtime-handler-lifeline">
            <a:extLst>
              <a:ext uri="{FF2B5EF4-FFF2-40B4-BE49-F238E27FC236}">
                <a16:creationId xmlns:a16="http://schemas.microsoft.com/office/drawing/2014/main" id="{ABF380AA-F33E-45C3-8BB8-2CC5B328A021}"/>
              </a:ext>
            </a:extLst>
          </p:cNvPr>
          <p:cNvCxnSpPr>
            <a:cxnSpLocks/>
          </p:cNvCxnSpPr>
          <p:nvPr/>
        </p:nvCxnSpPr>
        <p:spPr>
          <a:xfrm>
            <a:off x="7524750" y="2752725"/>
            <a:ext cx="0" cy="2171700"/>
          </a:xfrm>
          <a:prstGeom prst="straightConnector1">
            <a:avLst/>
          </a:prstGeom>
          <a:ln w="9525">
            <a:solidFill>
              <a:srgbClr val="B8C4D1"/>
            </a:solidFill>
          </a:ln>
        </p:spPr>
      </p:cxnSp>
      <p:sp>
        <p:nvSpPr>
          <p:cNvPr id="13" name="runtime-handler-active">
            <a:extLst>
              <a:ext uri="{FF2B5EF4-FFF2-40B4-BE49-F238E27FC236}">
                <a16:creationId xmlns:a16="http://schemas.microsoft.com/office/drawing/2014/main" id="{AFFA9B42-3DB9-44F3-8BF3-47EC86F0F3F6}"/>
              </a:ext>
            </a:extLst>
          </p:cNvPr>
          <p:cNvSpPr>
            <a:spLocks noGrp="1"/>
          </p:cNvSpPr>
          <p:nvPr/>
        </p:nvSpPr>
        <p:spPr>
          <a:xfrm>
            <a:off x="7467600" y="3619500"/>
            <a:ext cx="114300" cy="381000"/>
          </a:xfrm>
          <a:prstGeom prst="rect">
            <a:avLst/>
          </a:prstGeom>
          <a:solidFill>
            <a:srgbClr val="DDE6EF"/>
          </a:solidFill>
          <a:ln w="9525">
            <a:solidFill>
              <a:srgbClr val="8299B0"/>
            </a:solidFill>
          </a:ln>
        </p:spPr>
        <p:txBody>
          <a:bodyPr/>
          <a:lstStyle/>
          <a:p>
            <a:endParaRPr lang="en-US"/>
          </a:p>
        </p:txBody>
      </p:sp>
      <p:cxnSp>
        <p:nvCxnSpPr>
          <p:cNvPr id="14" name="runtime-poll">
            <a:extLst>
              <a:ext uri="{FF2B5EF4-FFF2-40B4-BE49-F238E27FC236}">
                <a16:creationId xmlns:a16="http://schemas.microsoft.com/office/drawing/2014/main" id="{92A95C4E-24E2-4A1A-81B3-8D0FDD7245C0}"/>
              </a:ext>
            </a:extLst>
          </p:cNvPr>
          <p:cNvCxnSpPr>
            <a:cxnSpLocks/>
          </p:cNvCxnSpPr>
          <p:nvPr/>
        </p:nvCxnSpPr>
        <p:spPr>
          <a:xfrm>
            <a:off x="1910985" y="2931242"/>
            <a:ext cx="3175365" cy="0"/>
          </a:xfrm>
          <a:prstGeom prst="straightConnector1">
            <a:avLst/>
          </a:prstGeom>
          <a:ln w="16193">
            <a:solidFill>
              <a:srgbClr val="202D3E"/>
            </a:solidFill>
            <a:headEnd type="triangle" w="sm" len="sm"/>
          </a:ln>
        </p:spPr>
      </p:cxnSp>
      <p:sp>
        <p:nvSpPr>
          <p:cNvPr id="15" name="runtime-poll-label">
            <a:extLst>
              <a:ext uri="{FF2B5EF4-FFF2-40B4-BE49-F238E27FC236}">
                <a16:creationId xmlns:a16="http://schemas.microsoft.com/office/drawing/2014/main" id="{9C5AED01-FBC2-4773-BB60-F0093B747B11}"/>
              </a:ext>
            </a:extLst>
          </p:cNvPr>
          <p:cNvSpPr>
            <a:spLocks noGrp="1"/>
          </p:cNvSpPr>
          <p:nvPr/>
        </p:nvSpPr>
        <p:spPr>
          <a:xfrm>
            <a:off x="2055557" y="2693117"/>
            <a:ext cx="2095500" cy="209550"/>
          </a:xfrm>
          <a:prstGeom prst="rect">
            <a:avLst/>
          </a:prstGeom>
          <a:noFill/>
          <a:ln w="0">
            <a:noFill/>
          </a:ln>
        </p:spPr>
        <p:txBody>
          <a:bodyPr wrap="none" lIns="0" tIns="0" rIns="0" bIns="0" anchor="t">
            <a:noAutofit/>
          </a:bodyPr>
          <a:lstStyle>
            <a:defPPr algn="ctr">
              <a:defRPr sz="1275" b="0">
                <a:solidFill>
                  <a:srgbClr val="202D3E"/>
                </a:solidFill>
                <a:latin typeface="Ubuntu Light"/>
                <a:ea typeface="Ubuntu Light"/>
                <a:cs typeface="Ubuntu Light"/>
              </a:defRPr>
            </a:defPPr>
            <a:lvl1pPr algn="ctr">
              <a:defRPr sz="1275" b="0">
                <a:solidFill>
                  <a:srgbClr val="202D3E"/>
                </a:solidFill>
                <a:latin typeface="Ubuntu Light"/>
                <a:ea typeface="Ubuntu Light"/>
                <a:cs typeface="Ubuntu Light"/>
              </a:defRPr>
            </a:lvl1pPr>
            <a:lvl2pPr algn="ctr">
              <a:defRPr sz="1275" b="0">
                <a:solidFill>
                  <a:srgbClr val="202D3E"/>
                </a:solidFill>
                <a:latin typeface="Ubuntu Light"/>
                <a:ea typeface="Ubuntu Light"/>
                <a:cs typeface="Ubuntu Light"/>
              </a:defRPr>
            </a:lvl2pPr>
            <a:lvl3pPr algn="ctr">
              <a:defRPr sz="1275" b="0">
                <a:solidFill>
                  <a:srgbClr val="202D3E"/>
                </a:solidFill>
                <a:latin typeface="Ubuntu Light"/>
                <a:ea typeface="Ubuntu Light"/>
                <a:cs typeface="Ubuntu Light"/>
              </a:defRPr>
            </a:lvl3pPr>
            <a:lvl4pPr algn="ctr">
              <a:defRPr sz="1275" b="0">
                <a:solidFill>
                  <a:srgbClr val="202D3E"/>
                </a:solidFill>
                <a:latin typeface="Ubuntu Light"/>
                <a:ea typeface="Ubuntu Light"/>
                <a:cs typeface="Ubuntu Light"/>
              </a:defRPr>
            </a:lvl4pPr>
            <a:lvl5pPr algn="ctr">
              <a:defRPr sz="1275" b="0">
                <a:solidFill>
                  <a:srgbClr val="202D3E"/>
                </a:solidFill>
                <a:latin typeface="Ubuntu Light"/>
                <a:ea typeface="Ubuntu Light"/>
                <a:cs typeface="Ubuntu Light"/>
              </a:defRPr>
            </a:lvl5pPr>
            <a:lvl6pPr algn="ctr">
              <a:defRPr sz="1275" b="0">
                <a:solidFill>
                  <a:srgbClr val="202D3E"/>
                </a:solidFill>
                <a:latin typeface="Ubuntu Light"/>
                <a:ea typeface="Ubuntu Light"/>
                <a:cs typeface="Ubuntu Light"/>
              </a:defRPr>
            </a:lvl6pPr>
            <a:lvl7pPr algn="ctr">
              <a:defRPr sz="1275" b="0">
                <a:solidFill>
                  <a:srgbClr val="202D3E"/>
                </a:solidFill>
                <a:latin typeface="Ubuntu Light"/>
                <a:ea typeface="Ubuntu Light"/>
                <a:cs typeface="Ubuntu Light"/>
              </a:defRPr>
            </a:lvl7pPr>
            <a:lvl8pPr algn="ctr">
              <a:defRPr sz="1275" b="0">
                <a:solidFill>
                  <a:srgbClr val="202D3E"/>
                </a:solidFill>
                <a:latin typeface="Ubuntu Light"/>
                <a:ea typeface="Ubuntu Light"/>
                <a:cs typeface="Ubuntu Light"/>
              </a:defRPr>
            </a:lvl8pPr>
            <a:lvl9pPr algn="ctr">
              <a:defRPr sz="1275" b="0">
                <a:solidFill>
                  <a:srgbClr val="202D3E"/>
                </a:solidFill>
                <a:latin typeface="Ubuntu Light"/>
                <a:ea typeface="Ubuntu Light"/>
                <a:cs typeface="Ubuntu Light"/>
              </a:defRPr>
            </a:lvl9pPr>
          </a:lstStyle>
          <a:p>
            <a:pPr algn="ctr">
              <a:defRPr sz="1275" b="0">
                <a:solidFill>
                  <a:srgbClr val="202D3E"/>
                </a:solidFill>
                <a:latin typeface="Ubuntu Light"/>
                <a:ea typeface="Ubuntu Light"/>
                <a:cs typeface="Ubuntu Light"/>
              </a:defRPr>
            </a:pPr>
            <a:r>
              <a:rPr b="0" dirty="0">
                <a:latin typeface="Ubuntu Light"/>
                <a:ea typeface="Ubuntu Light"/>
                <a:cs typeface="Ubuntu Light"/>
              </a:rPr>
              <a:t>1  Poll for event</a:t>
            </a:r>
          </a:p>
        </p:txBody>
      </p:sp>
      <p:cxnSp>
        <p:nvCxnSpPr>
          <p:cNvPr id="16" name="runtime-event">
            <a:extLst>
              <a:ext uri="{FF2B5EF4-FFF2-40B4-BE49-F238E27FC236}">
                <a16:creationId xmlns:a16="http://schemas.microsoft.com/office/drawing/2014/main" id="{05FDF8A3-0C0E-4F62-A3E7-C575B3A8786A}"/>
              </a:ext>
            </a:extLst>
          </p:cNvPr>
          <p:cNvCxnSpPr>
            <a:cxnSpLocks/>
          </p:cNvCxnSpPr>
          <p:nvPr/>
        </p:nvCxnSpPr>
        <p:spPr>
          <a:xfrm>
            <a:off x="1871042" y="3238500"/>
            <a:ext cx="3215308" cy="0"/>
          </a:xfrm>
          <a:prstGeom prst="straightConnector1">
            <a:avLst/>
          </a:prstGeom>
          <a:ln w="16193">
            <a:solidFill>
              <a:srgbClr val="202D3E"/>
            </a:solidFill>
            <a:tailEnd type="triangle" w="sm" len="sm"/>
          </a:ln>
        </p:spPr>
      </p:cxnSp>
      <p:sp>
        <p:nvSpPr>
          <p:cNvPr id="17" name="runtime-event-label">
            <a:extLst>
              <a:ext uri="{FF2B5EF4-FFF2-40B4-BE49-F238E27FC236}">
                <a16:creationId xmlns:a16="http://schemas.microsoft.com/office/drawing/2014/main" id="{FE77BD05-F9D0-4452-BD2B-0694302F9989}"/>
              </a:ext>
            </a:extLst>
          </p:cNvPr>
          <p:cNvSpPr>
            <a:spLocks noGrp="1"/>
          </p:cNvSpPr>
          <p:nvPr/>
        </p:nvSpPr>
        <p:spPr>
          <a:xfrm>
            <a:off x="1952625" y="3019425"/>
            <a:ext cx="2095500" cy="209550"/>
          </a:xfrm>
          <a:prstGeom prst="rect">
            <a:avLst/>
          </a:prstGeom>
          <a:noFill/>
          <a:ln w="0">
            <a:noFill/>
          </a:ln>
        </p:spPr>
        <p:txBody>
          <a:bodyPr wrap="none" lIns="0" tIns="0" rIns="0" bIns="0" anchor="t">
            <a:noAutofit/>
          </a:bodyPr>
          <a:lstStyle>
            <a:defPPr algn="ctr">
              <a:defRPr sz="1275" b="0">
                <a:solidFill>
                  <a:srgbClr val="202D3E"/>
                </a:solidFill>
                <a:latin typeface="Ubuntu Light"/>
                <a:ea typeface="Ubuntu Light"/>
                <a:cs typeface="Ubuntu Light"/>
              </a:defRPr>
            </a:defPPr>
            <a:lvl1pPr algn="ctr">
              <a:defRPr sz="1275" b="0">
                <a:solidFill>
                  <a:srgbClr val="202D3E"/>
                </a:solidFill>
                <a:latin typeface="Ubuntu Light"/>
                <a:ea typeface="Ubuntu Light"/>
                <a:cs typeface="Ubuntu Light"/>
              </a:defRPr>
            </a:lvl1pPr>
            <a:lvl2pPr algn="ctr">
              <a:defRPr sz="1275" b="0">
                <a:solidFill>
                  <a:srgbClr val="202D3E"/>
                </a:solidFill>
                <a:latin typeface="Ubuntu Light"/>
                <a:ea typeface="Ubuntu Light"/>
                <a:cs typeface="Ubuntu Light"/>
              </a:defRPr>
            </a:lvl2pPr>
            <a:lvl3pPr algn="ctr">
              <a:defRPr sz="1275" b="0">
                <a:solidFill>
                  <a:srgbClr val="202D3E"/>
                </a:solidFill>
                <a:latin typeface="Ubuntu Light"/>
                <a:ea typeface="Ubuntu Light"/>
                <a:cs typeface="Ubuntu Light"/>
              </a:defRPr>
            </a:lvl3pPr>
            <a:lvl4pPr algn="ctr">
              <a:defRPr sz="1275" b="0">
                <a:solidFill>
                  <a:srgbClr val="202D3E"/>
                </a:solidFill>
                <a:latin typeface="Ubuntu Light"/>
                <a:ea typeface="Ubuntu Light"/>
                <a:cs typeface="Ubuntu Light"/>
              </a:defRPr>
            </a:lvl4pPr>
            <a:lvl5pPr algn="ctr">
              <a:defRPr sz="1275" b="0">
                <a:solidFill>
                  <a:srgbClr val="202D3E"/>
                </a:solidFill>
                <a:latin typeface="Ubuntu Light"/>
                <a:ea typeface="Ubuntu Light"/>
                <a:cs typeface="Ubuntu Light"/>
              </a:defRPr>
            </a:lvl5pPr>
            <a:lvl6pPr algn="ctr">
              <a:defRPr sz="1275" b="0">
                <a:solidFill>
                  <a:srgbClr val="202D3E"/>
                </a:solidFill>
                <a:latin typeface="Ubuntu Light"/>
                <a:ea typeface="Ubuntu Light"/>
                <a:cs typeface="Ubuntu Light"/>
              </a:defRPr>
            </a:lvl6pPr>
            <a:lvl7pPr algn="ctr">
              <a:defRPr sz="1275" b="0">
                <a:solidFill>
                  <a:srgbClr val="202D3E"/>
                </a:solidFill>
                <a:latin typeface="Ubuntu Light"/>
                <a:ea typeface="Ubuntu Light"/>
                <a:cs typeface="Ubuntu Light"/>
              </a:defRPr>
            </a:lvl7pPr>
            <a:lvl8pPr algn="ctr">
              <a:defRPr sz="1275" b="0">
                <a:solidFill>
                  <a:srgbClr val="202D3E"/>
                </a:solidFill>
                <a:latin typeface="Ubuntu Light"/>
                <a:ea typeface="Ubuntu Light"/>
                <a:cs typeface="Ubuntu Light"/>
              </a:defRPr>
            </a:lvl8pPr>
            <a:lvl9pPr algn="ctr">
              <a:defRPr sz="1275" b="0">
                <a:solidFill>
                  <a:srgbClr val="202D3E"/>
                </a:solidFill>
                <a:latin typeface="Ubuntu Light"/>
                <a:ea typeface="Ubuntu Light"/>
                <a:cs typeface="Ubuntu Light"/>
              </a:defRPr>
            </a:lvl9pPr>
          </a:lstStyle>
          <a:p>
            <a:pPr algn="ctr">
              <a:defRPr sz="1275" b="0">
                <a:solidFill>
                  <a:srgbClr val="202D3E"/>
                </a:solidFill>
                <a:latin typeface="Ubuntu Light"/>
                <a:ea typeface="Ubuntu Light"/>
                <a:cs typeface="Ubuntu Light"/>
              </a:defRPr>
            </a:pPr>
            <a:r>
              <a:rPr b="0">
                <a:latin typeface="Ubuntu Light"/>
                <a:ea typeface="Ubuntu Light"/>
                <a:cs typeface="Ubuntu Light"/>
              </a:rPr>
              <a:t>2  Event</a:t>
            </a:r>
          </a:p>
        </p:txBody>
      </p:sp>
      <p:cxnSp>
        <p:nvCxnSpPr>
          <p:cNvPr id="18" name="runtime-call">
            <a:extLst>
              <a:ext uri="{FF2B5EF4-FFF2-40B4-BE49-F238E27FC236}">
                <a16:creationId xmlns:a16="http://schemas.microsoft.com/office/drawing/2014/main" id="{68E13B50-7040-4717-A889-D1C12BEE40B6}"/>
              </a:ext>
            </a:extLst>
          </p:cNvPr>
          <p:cNvCxnSpPr>
            <a:cxnSpLocks/>
          </p:cNvCxnSpPr>
          <p:nvPr/>
        </p:nvCxnSpPr>
        <p:spPr>
          <a:xfrm>
            <a:off x="5200638" y="3619500"/>
            <a:ext cx="2266962" cy="0"/>
          </a:xfrm>
          <a:prstGeom prst="straightConnector1">
            <a:avLst/>
          </a:prstGeom>
          <a:ln w="16193">
            <a:solidFill>
              <a:srgbClr val="202D3E"/>
            </a:solidFill>
            <a:tailEnd type="triangle" w="sm" len="sm"/>
          </a:ln>
        </p:spPr>
      </p:cxnSp>
      <p:sp>
        <p:nvSpPr>
          <p:cNvPr id="19" name="runtime-call-label">
            <a:extLst>
              <a:ext uri="{FF2B5EF4-FFF2-40B4-BE49-F238E27FC236}">
                <a16:creationId xmlns:a16="http://schemas.microsoft.com/office/drawing/2014/main" id="{1632E23B-6C90-4D15-B752-FD3DA9AE6C41}"/>
              </a:ext>
            </a:extLst>
          </p:cNvPr>
          <p:cNvSpPr>
            <a:spLocks noGrp="1"/>
          </p:cNvSpPr>
          <p:nvPr/>
        </p:nvSpPr>
        <p:spPr>
          <a:xfrm>
            <a:off x="5334000" y="3400425"/>
            <a:ext cx="1952625" cy="209550"/>
          </a:xfrm>
          <a:prstGeom prst="rect">
            <a:avLst/>
          </a:prstGeom>
          <a:noFill/>
          <a:ln w="0">
            <a:noFill/>
          </a:ln>
        </p:spPr>
        <p:txBody>
          <a:bodyPr wrap="none" lIns="0" tIns="0" rIns="0" bIns="0" anchor="t">
            <a:noAutofit/>
          </a:bodyPr>
          <a:lstStyle>
            <a:defPPr algn="ctr">
              <a:defRPr sz="1275" b="0">
                <a:solidFill>
                  <a:srgbClr val="202D3E"/>
                </a:solidFill>
                <a:latin typeface="Ubuntu Light"/>
                <a:ea typeface="Ubuntu Light"/>
                <a:cs typeface="Ubuntu Light"/>
              </a:defRPr>
            </a:defPPr>
            <a:lvl1pPr algn="ctr">
              <a:defRPr sz="1275" b="0">
                <a:solidFill>
                  <a:srgbClr val="202D3E"/>
                </a:solidFill>
                <a:latin typeface="Ubuntu Light"/>
                <a:ea typeface="Ubuntu Light"/>
                <a:cs typeface="Ubuntu Light"/>
              </a:defRPr>
            </a:lvl1pPr>
            <a:lvl2pPr algn="ctr">
              <a:defRPr sz="1275" b="0">
                <a:solidFill>
                  <a:srgbClr val="202D3E"/>
                </a:solidFill>
                <a:latin typeface="Ubuntu Light"/>
                <a:ea typeface="Ubuntu Light"/>
                <a:cs typeface="Ubuntu Light"/>
              </a:defRPr>
            </a:lvl2pPr>
            <a:lvl3pPr algn="ctr">
              <a:defRPr sz="1275" b="0">
                <a:solidFill>
                  <a:srgbClr val="202D3E"/>
                </a:solidFill>
                <a:latin typeface="Ubuntu Light"/>
                <a:ea typeface="Ubuntu Light"/>
                <a:cs typeface="Ubuntu Light"/>
              </a:defRPr>
            </a:lvl3pPr>
            <a:lvl4pPr algn="ctr">
              <a:defRPr sz="1275" b="0">
                <a:solidFill>
                  <a:srgbClr val="202D3E"/>
                </a:solidFill>
                <a:latin typeface="Ubuntu Light"/>
                <a:ea typeface="Ubuntu Light"/>
                <a:cs typeface="Ubuntu Light"/>
              </a:defRPr>
            </a:lvl4pPr>
            <a:lvl5pPr algn="ctr">
              <a:defRPr sz="1275" b="0">
                <a:solidFill>
                  <a:srgbClr val="202D3E"/>
                </a:solidFill>
                <a:latin typeface="Ubuntu Light"/>
                <a:ea typeface="Ubuntu Light"/>
                <a:cs typeface="Ubuntu Light"/>
              </a:defRPr>
            </a:lvl5pPr>
            <a:lvl6pPr algn="ctr">
              <a:defRPr sz="1275" b="0">
                <a:solidFill>
                  <a:srgbClr val="202D3E"/>
                </a:solidFill>
                <a:latin typeface="Ubuntu Light"/>
                <a:ea typeface="Ubuntu Light"/>
                <a:cs typeface="Ubuntu Light"/>
              </a:defRPr>
            </a:lvl6pPr>
            <a:lvl7pPr algn="ctr">
              <a:defRPr sz="1275" b="0">
                <a:solidFill>
                  <a:srgbClr val="202D3E"/>
                </a:solidFill>
                <a:latin typeface="Ubuntu Light"/>
                <a:ea typeface="Ubuntu Light"/>
                <a:cs typeface="Ubuntu Light"/>
              </a:defRPr>
            </a:lvl7pPr>
            <a:lvl8pPr algn="ctr">
              <a:defRPr sz="1275" b="0">
                <a:solidFill>
                  <a:srgbClr val="202D3E"/>
                </a:solidFill>
                <a:latin typeface="Ubuntu Light"/>
                <a:ea typeface="Ubuntu Light"/>
                <a:cs typeface="Ubuntu Light"/>
              </a:defRPr>
            </a:lvl8pPr>
            <a:lvl9pPr algn="ctr">
              <a:defRPr sz="1275" b="0">
                <a:solidFill>
                  <a:srgbClr val="202D3E"/>
                </a:solidFill>
                <a:latin typeface="Ubuntu Light"/>
                <a:ea typeface="Ubuntu Light"/>
                <a:cs typeface="Ubuntu Light"/>
              </a:defRPr>
            </a:lvl9pPr>
          </a:lstStyle>
          <a:p>
            <a:pPr algn="ctr">
              <a:defRPr sz="1275" b="0">
                <a:solidFill>
                  <a:srgbClr val="202D3E"/>
                </a:solidFill>
                <a:latin typeface="Ubuntu Light"/>
                <a:ea typeface="Ubuntu Light"/>
                <a:cs typeface="Ubuntu Light"/>
              </a:defRPr>
            </a:pPr>
            <a:r>
              <a:rPr b="0">
                <a:latin typeface="Ubuntu Light"/>
                <a:ea typeface="Ubuntu Light"/>
                <a:cs typeface="Ubuntu Light"/>
              </a:rPr>
              <a:t>3  Call handler</a:t>
            </a:r>
          </a:p>
        </p:txBody>
      </p:sp>
      <p:cxnSp>
        <p:nvCxnSpPr>
          <p:cNvPr id="20" name="runtime-return">
            <a:extLst>
              <a:ext uri="{FF2B5EF4-FFF2-40B4-BE49-F238E27FC236}">
                <a16:creationId xmlns:a16="http://schemas.microsoft.com/office/drawing/2014/main" id="{CAF48ABA-317F-4185-9750-4111A43441C0}"/>
              </a:ext>
            </a:extLst>
          </p:cNvPr>
          <p:cNvCxnSpPr>
            <a:cxnSpLocks/>
          </p:cNvCxnSpPr>
          <p:nvPr/>
        </p:nvCxnSpPr>
        <p:spPr>
          <a:xfrm>
            <a:off x="5200638" y="4000500"/>
            <a:ext cx="2266962" cy="0"/>
          </a:xfrm>
          <a:prstGeom prst="straightConnector1">
            <a:avLst/>
          </a:prstGeom>
          <a:ln w="16193">
            <a:solidFill>
              <a:srgbClr val="202D3E"/>
            </a:solidFill>
            <a:headEnd type="triangle" w="sm" len="sm"/>
          </a:ln>
        </p:spPr>
      </p:cxnSp>
      <p:sp>
        <p:nvSpPr>
          <p:cNvPr id="21" name="runtime-return-label">
            <a:extLst>
              <a:ext uri="{FF2B5EF4-FFF2-40B4-BE49-F238E27FC236}">
                <a16:creationId xmlns:a16="http://schemas.microsoft.com/office/drawing/2014/main" id="{FC027E96-021F-46CA-95BA-0CC28D71C86F}"/>
              </a:ext>
            </a:extLst>
          </p:cNvPr>
          <p:cNvSpPr>
            <a:spLocks noGrp="1"/>
          </p:cNvSpPr>
          <p:nvPr/>
        </p:nvSpPr>
        <p:spPr>
          <a:xfrm>
            <a:off x="5334000" y="3781425"/>
            <a:ext cx="1952625" cy="209550"/>
          </a:xfrm>
          <a:prstGeom prst="rect">
            <a:avLst/>
          </a:prstGeom>
          <a:noFill/>
          <a:ln w="0">
            <a:noFill/>
          </a:ln>
        </p:spPr>
        <p:txBody>
          <a:bodyPr wrap="none" lIns="0" tIns="0" rIns="0" bIns="0" anchor="t">
            <a:noAutofit/>
          </a:bodyPr>
          <a:lstStyle>
            <a:defPPr algn="ctr">
              <a:defRPr sz="1275" b="0">
                <a:solidFill>
                  <a:srgbClr val="202D3E"/>
                </a:solidFill>
                <a:latin typeface="Ubuntu Light"/>
                <a:ea typeface="Ubuntu Light"/>
                <a:cs typeface="Ubuntu Light"/>
              </a:defRPr>
            </a:defPPr>
            <a:lvl1pPr algn="ctr">
              <a:defRPr sz="1275" b="0">
                <a:solidFill>
                  <a:srgbClr val="202D3E"/>
                </a:solidFill>
                <a:latin typeface="Ubuntu Light"/>
                <a:ea typeface="Ubuntu Light"/>
                <a:cs typeface="Ubuntu Light"/>
              </a:defRPr>
            </a:lvl1pPr>
            <a:lvl2pPr algn="ctr">
              <a:defRPr sz="1275" b="0">
                <a:solidFill>
                  <a:srgbClr val="202D3E"/>
                </a:solidFill>
                <a:latin typeface="Ubuntu Light"/>
                <a:ea typeface="Ubuntu Light"/>
                <a:cs typeface="Ubuntu Light"/>
              </a:defRPr>
            </a:lvl2pPr>
            <a:lvl3pPr algn="ctr">
              <a:defRPr sz="1275" b="0">
                <a:solidFill>
                  <a:srgbClr val="202D3E"/>
                </a:solidFill>
                <a:latin typeface="Ubuntu Light"/>
                <a:ea typeface="Ubuntu Light"/>
                <a:cs typeface="Ubuntu Light"/>
              </a:defRPr>
            </a:lvl3pPr>
            <a:lvl4pPr algn="ctr">
              <a:defRPr sz="1275" b="0">
                <a:solidFill>
                  <a:srgbClr val="202D3E"/>
                </a:solidFill>
                <a:latin typeface="Ubuntu Light"/>
                <a:ea typeface="Ubuntu Light"/>
                <a:cs typeface="Ubuntu Light"/>
              </a:defRPr>
            </a:lvl4pPr>
            <a:lvl5pPr algn="ctr">
              <a:defRPr sz="1275" b="0">
                <a:solidFill>
                  <a:srgbClr val="202D3E"/>
                </a:solidFill>
                <a:latin typeface="Ubuntu Light"/>
                <a:ea typeface="Ubuntu Light"/>
                <a:cs typeface="Ubuntu Light"/>
              </a:defRPr>
            </a:lvl5pPr>
            <a:lvl6pPr algn="ctr">
              <a:defRPr sz="1275" b="0">
                <a:solidFill>
                  <a:srgbClr val="202D3E"/>
                </a:solidFill>
                <a:latin typeface="Ubuntu Light"/>
                <a:ea typeface="Ubuntu Light"/>
                <a:cs typeface="Ubuntu Light"/>
              </a:defRPr>
            </a:lvl6pPr>
            <a:lvl7pPr algn="ctr">
              <a:defRPr sz="1275" b="0">
                <a:solidFill>
                  <a:srgbClr val="202D3E"/>
                </a:solidFill>
                <a:latin typeface="Ubuntu Light"/>
                <a:ea typeface="Ubuntu Light"/>
                <a:cs typeface="Ubuntu Light"/>
              </a:defRPr>
            </a:lvl7pPr>
            <a:lvl8pPr algn="ctr">
              <a:defRPr sz="1275" b="0">
                <a:solidFill>
                  <a:srgbClr val="202D3E"/>
                </a:solidFill>
                <a:latin typeface="Ubuntu Light"/>
                <a:ea typeface="Ubuntu Light"/>
                <a:cs typeface="Ubuntu Light"/>
              </a:defRPr>
            </a:lvl8pPr>
            <a:lvl9pPr algn="ctr">
              <a:defRPr sz="1275" b="0">
                <a:solidFill>
                  <a:srgbClr val="202D3E"/>
                </a:solidFill>
                <a:latin typeface="Ubuntu Light"/>
                <a:ea typeface="Ubuntu Light"/>
                <a:cs typeface="Ubuntu Light"/>
              </a:defRPr>
            </a:lvl9pPr>
          </a:lstStyle>
          <a:p>
            <a:pPr algn="ctr">
              <a:defRPr sz="1275" b="0">
                <a:solidFill>
                  <a:srgbClr val="202D3E"/>
                </a:solidFill>
                <a:latin typeface="Ubuntu Light"/>
                <a:ea typeface="Ubuntu Light"/>
                <a:cs typeface="Ubuntu Light"/>
              </a:defRPr>
            </a:pPr>
            <a:r>
              <a:rPr b="0">
                <a:latin typeface="Ubuntu Light"/>
                <a:ea typeface="Ubuntu Light"/>
                <a:cs typeface="Ubuntu Light"/>
              </a:rPr>
              <a:t>4  Return / raise</a:t>
            </a:r>
          </a:p>
        </p:txBody>
      </p:sp>
      <p:cxnSp>
        <p:nvCxnSpPr>
          <p:cNvPr id="22" name="runtime-result">
            <a:extLst>
              <a:ext uri="{FF2B5EF4-FFF2-40B4-BE49-F238E27FC236}">
                <a16:creationId xmlns:a16="http://schemas.microsoft.com/office/drawing/2014/main" id="{A6954B9A-E835-451F-805D-269F2CF2C447}"/>
              </a:ext>
            </a:extLst>
          </p:cNvPr>
          <p:cNvCxnSpPr>
            <a:cxnSpLocks/>
          </p:cNvCxnSpPr>
          <p:nvPr/>
        </p:nvCxnSpPr>
        <p:spPr>
          <a:xfrm>
            <a:off x="1871042" y="4381500"/>
            <a:ext cx="3215308" cy="0"/>
          </a:xfrm>
          <a:prstGeom prst="straightConnector1">
            <a:avLst/>
          </a:prstGeom>
          <a:ln w="16193">
            <a:solidFill>
              <a:srgbClr val="202D3E"/>
            </a:solidFill>
            <a:headEnd type="triangle" w="sm" len="sm"/>
          </a:ln>
        </p:spPr>
      </p:cxnSp>
      <p:sp>
        <p:nvSpPr>
          <p:cNvPr id="23" name="runtime-result-label">
            <a:extLst>
              <a:ext uri="{FF2B5EF4-FFF2-40B4-BE49-F238E27FC236}">
                <a16:creationId xmlns:a16="http://schemas.microsoft.com/office/drawing/2014/main" id="{12C5A4CB-0D1C-4FE2-8464-2812C311DEA6}"/>
              </a:ext>
            </a:extLst>
          </p:cNvPr>
          <p:cNvSpPr>
            <a:spLocks noGrp="1"/>
          </p:cNvSpPr>
          <p:nvPr/>
        </p:nvSpPr>
        <p:spPr>
          <a:xfrm>
            <a:off x="1952625" y="4162425"/>
            <a:ext cx="2095500" cy="209550"/>
          </a:xfrm>
          <a:prstGeom prst="rect">
            <a:avLst/>
          </a:prstGeom>
          <a:noFill/>
          <a:ln w="0">
            <a:noFill/>
          </a:ln>
        </p:spPr>
        <p:txBody>
          <a:bodyPr wrap="none" lIns="0" tIns="0" rIns="0" bIns="0" anchor="t">
            <a:noAutofit/>
          </a:bodyPr>
          <a:lstStyle>
            <a:defPPr algn="ctr">
              <a:defRPr sz="1275" b="0">
                <a:solidFill>
                  <a:srgbClr val="202D3E"/>
                </a:solidFill>
                <a:latin typeface="Ubuntu Light"/>
                <a:ea typeface="Ubuntu Light"/>
                <a:cs typeface="Ubuntu Light"/>
              </a:defRPr>
            </a:defPPr>
            <a:lvl1pPr algn="ctr">
              <a:defRPr sz="1275" b="0">
                <a:solidFill>
                  <a:srgbClr val="202D3E"/>
                </a:solidFill>
                <a:latin typeface="Ubuntu Light"/>
                <a:ea typeface="Ubuntu Light"/>
                <a:cs typeface="Ubuntu Light"/>
              </a:defRPr>
            </a:lvl1pPr>
            <a:lvl2pPr algn="ctr">
              <a:defRPr sz="1275" b="0">
                <a:solidFill>
                  <a:srgbClr val="202D3E"/>
                </a:solidFill>
                <a:latin typeface="Ubuntu Light"/>
                <a:ea typeface="Ubuntu Light"/>
                <a:cs typeface="Ubuntu Light"/>
              </a:defRPr>
            </a:lvl2pPr>
            <a:lvl3pPr algn="ctr">
              <a:defRPr sz="1275" b="0">
                <a:solidFill>
                  <a:srgbClr val="202D3E"/>
                </a:solidFill>
                <a:latin typeface="Ubuntu Light"/>
                <a:ea typeface="Ubuntu Light"/>
                <a:cs typeface="Ubuntu Light"/>
              </a:defRPr>
            </a:lvl3pPr>
            <a:lvl4pPr algn="ctr">
              <a:defRPr sz="1275" b="0">
                <a:solidFill>
                  <a:srgbClr val="202D3E"/>
                </a:solidFill>
                <a:latin typeface="Ubuntu Light"/>
                <a:ea typeface="Ubuntu Light"/>
                <a:cs typeface="Ubuntu Light"/>
              </a:defRPr>
            </a:lvl4pPr>
            <a:lvl5pPr algn="ctr">
              <a:defRPr sz="1275" b="0">
                <a:solidFill>
                  <a:srgbClr val="202D3E"/>
                </a:solidFill>
                <a:latin typeface="Ubuntu Light"/>
                <a:ea typeface="Ubuntu Light"/>
                <a:cs typeface="Ubuntu Light"/>
              </a:defRPr>
            </a:lvl5pPr>
            <a:lvl6pPr algn="ctr">
              <a:defRPr sz="1275" b="0">
                <a:solidFill>
                  <a:srgbClr val="202D3E"/>
                </a:solidFill>
                <a:latin typeface="Ubuntu Light"/>
                <a:ea typeface="Ubuntu Light"/>
                <a:cs typeface="Ubuntu Light"/>
              </a:defRPr>
            </a:lvl6pPr>
            <a:lvl7pPr algn="ctr">
              <a:defRPr sz="1275" b="0">
                <a:solidFill>
                  <a:srgbClr val="202D3E"/>
                </a:solidFill>
                <a:latin typeface="Ubuntu Light"/>
                <a:ea typeface="Ubuntu Light"/>
                <a:cs typeface="Ubuntu Light"/>
              </a:defRPr>
            </a:lvl7pPr>
            <a:lvl8pPr algn="ctr">
              <a:defRPr sz="1275" b="0">
                <a:solidFill>
                  <a:srgbClr val="202D3E"/>
                </a:solidFill>
                <a:latin typeface="Ubuntu Light"/>
                <a:ea typeface="Ubuntu Light"/>
                <a:cs typeface="Ubuntu Light"/>
              </a:defRPr>
            </a:lvl8pPr>
            <a:lvl9pPr algn="ctr">
              <a:defRPr sz="1275" b="0">
                <a:solidFill>
                  <a:srgbClr val="202D3E"/>
                </a:solidFill>
                <a:latin typeface="Ubuntu Light"/>
                <a:ea typeface="Ubuntu Light"/>
                <a:cs typeface="Ubuntu Light"/>
              </a:defRPr>
            </a:lvl9pPr>
          </a:lstStyle>
          <a:p>
            <a:pPr algn="ctr">
              <a:defRPr sz="1275" b="0">
                <a:solidFill>
                  <a:srgbClr val="202D3E"/>
                </a:solidFill>
                <a:latin typeface="Ubuntu Light"/>
                <a:ea typeface="Ubuntu Light"/>
                <a:cs typeface="Ubuntu Light"/>
              </a:defRPr>
            </a:pPr>
            <a:r>
              <a:rPr b="0">
                <a:latin typeface="Ubuntu Light"/>
                <a:ea typeface="Ubuntu Light"/>
                <a:cs typeface="Ubuntu Light"/>
              </a:rPr>
              <a:t>5  Post result / error</a:t>
            </a:r>
          </a:p>
        </p:txBody>
      </p:sp>
      <p:cxnSp>
        <p:nvCxnSpPr>
          <p:cNvPr id="24" name="runtime-poll-again">
            <a:extLst>
              <a:ext uri="{FF2B5EF4-FFF2-40B4-BE49-F238E27FC236}">
                <a16:creationId xmlns:a16="http://schemas.microsoft.com/office/drawing/2014/main" id="{FDF206BB-9A9E-4798-AAAE-ABD086F14163}"/>
              </a:ext>
            </a:extLst>
          </p:cNvPr>
          <p:cNvCxnSpPr>
            <a:cxnSpLocks/>
          </p:cNvCxnSpPr>
          <p:nvPr/>
        </p:nvCxnSpPr>
        <p:spPr>
          <a:xfrm flipV="1">
            <a:off x="1910985" y="4752975"/>
            <a:ext cx="3175365" cy="9522"/>
          </a:xfrm>
          <a:prstGeom prst="straightConnector1">
            <a:avLst/>
          </a:prstGeom>
          <a:ln w="16193">
            <a:solidFill>
              <a:srgbClr val="255DA8"/>
            </a:solidFill>
            <a:headEnd type="triangle" w="sm" len="sm"/>
          </a:ln>
        </p:spPr>
      </p:cxnSp>
      <p:sp>
        <p:nvSpPr>
          <p:cNvPr id="25" name="runtime-poll-again-label">
            <a:extLst>
              <a:ext uri="{FF2B5EF4-FFF2-40B4-BE49-F238E27FC236}">
                <a16:creationId xmlns:a16="http://schemas.microsoft.com/office/drawing/2014/main" id="{CC8C2642-1F42-4516-BFAF-2824FCE7A612}"/>
              </a:ext>
            </a:extLst>
          </p:cNvPr>
          <p:cNvSpPr>
            <a:spLocks noGrp="1"/>
          </p:cNvSpPr>
          <p:nvPr/>
        </p:nvSpPr>
        <p:spPr>
          <a:xfrm>
            <a:off x="1952625" y="4543425"/>
            <a:ext cx="2095500" cy="209550"/>
          </a:xfrm>
          <a:prstGeom prst="rect">
            <a:avLst/>
          </a:prstGeom>
          <a:noFill/>
          <a:ln w="0">
            <a:noFill/>
          </a:ln>
        </p:spPr>
        <p:txBody>
          <a:bodyPr wrap="none" lIns="0" tIns="0" rIns="0" bIns="0" anchor="t">
            <a:noAutofit/>
          </a:bodyPr>
          <a:lstStyle>
            <a:defPPr algn="ctr">
              <a:defRPr sz="1275" b="0">
                <a:solidFill>
                  <a:srgbClr val="255DA8"/>
                </a:solidFill>
                <a:latin typeface="Ubuntu Light"/>
                <a:ea typeface="Ubuntu Light"/>
                <a:cs typeface="Ubuntu Light"/>
              </a:defRPr>
            </a:defPPr>
            <a:lvl1pPr algn="ctr">
              <a:defRPr sz="1275" b="0">
                <a:solidFill>
                  <a:srgbClr val="255DA8"/>
                </a:solidFill>
                <a:latin typeface="Ubuntu Light"/>
                <a:ea typeface="Ubuntu Light"/>
                <a:cs typeface="Ubuntu Light"/>
              </a:defRPr>
            </a:lvl1pPr>
            <a:lvl2pPr algn="ctr">
              <a:defRPr sz="1275" b="0">
                <a:solidFill>
                  <a:srgbClr val="255DA8"/>
                </a:solidFill>
                <a:latin typeface="Ubuntu Light"/>
                <a:ea typeface="Ubuntu Light"/>
                <a:cs typeface="Ubuntu Light"/>
              </a:defRPr>
            </a:lvl2pPr>
            <a:lvl3pPr algn="ctr">
              <a:defRPr sz="1275" b="0">
                <a:solidFill>
                  <a:srgbClr val="255DA8"/>
                </a:solidFill>
                <a:latin typeface="Ubuntu Light"/>
                <a:ea typeface="Ubuntu Light"/>
                <a:cs typeface="Ubuntu Light"/>
              </a:defRPr>
            </a:lvl3pPr>
            <a:lvl4pPr algn="ctr">
              <a:defRPr sz="1275" b="0">
                <a:solidFill>
                  <a:srgbClr val="255DA8"/>
                </a:solidFill>
                <a:latin typeface="Ubuntu Light"/>
                <a:ea typeface="Ubuntu Light"/>
                <a:cs typeface="Ubuntu Light"/>
              </a:defRPr>
            </a:lvl4pPr>
            <a:lvl5pPr algn="ctr">
              <a:defRPr sz="1275" b="0">
                <a:solidFill>
                  <a:srgbClr val="255DA8"/>
                </a:solidFill>
                <a:latin typeface="Ubuntu Light"/>
                <a:ea typeface="Ubuntu Light"/>
                <a:cs typeface="Ubuntu Light"/>
              </a:defRPr>
            </a:lvl5pPr>
            <a:lvl6pPr algn="ctr">
              <a:defRPr sz="1275" b="0">
                <a:solidFill>
                  <a:srgbClr val="255DA8"/>
                </a:solidFill>
                <a:latin typeface="Ubuntu Light"/>
                <a:ea typeface="Ubuntu Light"/>
                <a:cs typeface="Ubuntu Light"/>
              </a:defRPr>
            </a:lvl6pPr>
            <a:lvl7pPr algn="ctr">
              <a:defRPr sz="1275" b="0">
                <a:solidFill>
                  <a:srgbClr val="255DA8"/>
                </a:solidFill>
                <a:latin typeface="Ubuntu Light"/>
                <a:ea typeface="Ubuntu Light"/>
                <a:cs typeface="Ubuntu Light"/>
              </a:defRPr>
            </a:lvl7pPr>
            <a:lvl8pPr algn="ctr">
              <a:defRPr sz="1275" b="0">
                <a:solidFill>
                  <a:srgbClr val="255DA8"/>
                </a:solidFill>
                <a:latin typeface="Ubuntu Light"/>
                <a:ea typeface="Ubuntu Light"/>
                <a:cs typeface="Ubuntu Light"/>
              </a:defRPr>
            </a:lvl8pPr>
            <a:lvl9pPr algn="ctr">
              <a:defRPr sz="1275" b="0">
                <a:solidFill>
                  <a:srgbClr val="255DA8"/>
                </a:solidFill>
                <a:latin typeface="Ubuntu Light"/>
                <a:ea typeface="Ubuntu Light"/>
                <a:cs typeface="Ubuntu Light"/>
              </a:defRPr>
            </a:lvl9pPr>
          </a:lstStyle>
          <a:p>
            <a:pPr algn="ctr">
              <a:defRPr sz="1275" b="0">
                <a:solidFill>
                  <a:srgbClr val="255DA8"/>
                </a:solidFill>
                <a:latin typeface="Ubuntu Light"/>
                <a:ea typeface="Ubuntu Light"/>
                <a:cs typeface="Ubuntu Light"/>
              </a:defRPr>
            </a:pPr>
            <a:r>
              <a:rPr b="0">
                <a:latin typeface="Ubuntu Light"/>
                <a:ea typeface="Ubuntu Light"/>
                <a:cs typeface="Ubuntu Light"/>
              </a:rPr>
              <a:t>6  Poll again</a:t>
            </a:r>
          </a:p>
        </p:txBody>
      </p:sp>
      <p:sp>
        <p:nvSpPr>
          <p:cNvPr id="26" name="runtime-waiting">
            <a:extLst>
              <a:ext uri="{FF2B5EF4-FFF2-40B4-BE49-F238E27FC236}">
                <a16:creationId xmlns:a16="http://schemas.microsoft.com/office/drawing/2014/main" id="{3CC91384-8ACF-4064-87FE-3EEC05664E79}"/>
              </a:ext>
            </a:extLst>
          </p:cNvPr>
          <p:cNvSpPr>
            <a:spLocks noGrp="1"/>
          </p:cNvSpPr>
          <p:nvPr/>
        </p:nvSpPr>
        <p:spPr>
          <a:xfrm>
            <a:off x="5381625" y="4581525"/>
            <a:ext cx="2905125" cy="238125"/>
          </a:xfrm>
          <a:prstGeom prst="rect">
            <a:avLst/>
          </a:prstGeom>
          <a:noFill/>
          <a:ln w="0">
            <a:noFill/>
          </a:ln>
        </p:spPr>
        <p:txBody>
          <a:bodyPr wrap="none" lIns="0" tIns="0" rIns="0" bIns="0" anchor="t">
            <a:noAutofit/>
          </a:bodyPr>
          <a:lstStyle>
            <a:defPPr algn="l">
              <a:defRPr sz="1313" b="0">
                <a:solidFill>
                  <a:srgbClr val="255DA8"/>
                </a:solidFill>
                <a:latin typeface="Ubuntu Light"/>
                <a:ea typeface="Ubuntu Light"/>
                <a:cs typeface="Ubuntu Light"/>
              </a:defRPr>
            </a:defPPr>
            <a:lvl1pPr algn="l">
              <a:defRPr sz="1313" b="0">
                <a:solidFill>
                  <a:srgbClr val="255DA8"/>
                </a:solidFill>
                <a:latin typeface="Ubuntu Light"/>
                <a:ea typeface="Ubuntu Light"/>
                <a:cs typeface="Ubuntu Light"/>
              </a:defRPr>
            </a:lvl1pPr>
            <a:lvl2pPr algn="l">
              <a:defRPr sz="1313" b="0">
                <a:solidFill>
                  <a:srgbClr val="255DA8"/>
                </a:solidFill>
                <a:latin typeface="Ubuntu Light"/>
                <a:ea typeface="Ubuntu Light"/>
                <a:cs typeface="Ubuntu Light"/>
              </a:defRPr>
            </a:lvl2pPr>
            <a:lvl3pPr algn="l">
              <a:defRPr sz="1313" b="0">
                <a:solidFill>
                  <a:srgbClr val="255DA8"/>
                </a:solidFill>
                <a:latin typeface="Ubuntu Light"/>
                <a:ea typeface="Ubuntu Light"/>
                <a:cs typeface="Ubuntu Light"/>
              </a:defRPr>
            </a:lvl3pPr>
            <a:lvl4pPr algn="l">
              <a:defRPr sz="1313" b="0">
                <a:solidFill>
                  <a:srgbClr val="255DA8"/>
                </a:solidFill>
                <a:latin typeface="Ubuntu Light"/>
                <a:ea typeface="Ubuntu Light"/>
                <a:cs typeface="Ubuntu Light"/>
              </a:defRPr>
            </a:lvl4pPr>
            <a:lvl5pPr algn="l">
              <a:defRPr sz="1313" b="0">
                <a:solidFill>
                  <a:srgbClr val="255DA8"/>
                </a:solidFill>
                <a:latin typeface="Ubuntu Light"/>
                <a:ea typeface="Ubuntu Light"/>
                <a:cs typeface="Ubuntu Light"/>
              </a:defRPr>
            </a:lvl5pPr>
            <a:lvl6pPr algn="l">
              <a:defRPr sz="1313" b="0">
                <a:solidFill>
                  <a:srgbClr val="255DA8"/>
                </a:solidFill>
                <a:latin typeface="Ubuntu Light"/>
                <a:ea typeface="Ubuntu Light"/>
                <a:cs typeface="Ubuntu Light"/>
              </a:defRPr>
            </a:lvl6pPr>
            <a:lvl7pPr algn="l">
              <a:defRPr sz="1313" b="0">
                <a:solidFill>
                  <a:srgbClr val="255DA8"/>
                </a:solidFill>
                <a:latin typeface="Ubuntu Light"/>
                <a:ea typeface="Ubuntu Light"/>
                <a:cs typeface="Ubuntu Light"/>
              </a:defRPr>
            </a:lvl7pPr>
            <a:lvl8pPr algn="l">
              <a:defRPr sz="1313" b="0">
                <a:solidFill>
                  <a:srgbClr val="255DA8"/>
                </a:solidFill>
                <a:latin typeface="Ubuntu Light"/>
                <a:ea typeface="Ubuntu Light"/>
                <a:cs typeface="Ubuntu Light"/>
              </a:defRPr>
            </a:lvl8pPr>
            <a:lvl9pPr algn="l">
              <a:defRPr sz="1313" b="0">
                <a:solidFill>
                  <a:srgbClr val="255DA8"/>
                </a:solidFill>
                <a:latin typeface="Ubuntu Light"/>
                <a:ea typeface="Ubuntu Light"/>
                <a:cs typeface="Ubuntu Light"/>
              </a:defRPr>
            </a:lvl9pPr>
          </a:lstStyle>
          <a:p>
            <a:pPr algn="l">
              <a:defRPr sz="1313" b="0">
                <a:solidFill>
                  <a:srgbClr val="255DA8"/>
                </a:solidFill>
                <a:latin typeface="Ubuntu Light"/>
                <a:ea typeface="Ubuntu Light"/>
                <a:cs typeface="Ubuntu Light"/>
              </a:defRPr>
            </a:pPr>
            <a:r>
              <a:rPr b="0">
                <a:latin typeface="Ubuntu Light"/>
                <a:ea typeface="Ubuntu Light"/>
                <a:cs typeface="Ubuntu Light"/>
              </a:rPr>
              <a:t>Waiting for the next event</a:t>
            </a:r>
          </a:p>
        </p:txBody>
      </p:sp>
      <p:sp>
        <p:nvSpPr>
          <p:cNvPr id="29" name="runtime-handler-active">
            <a:extLst>
              <a:ext uri="{FF2B5EF4-FFF2-40B4-BE49-F238E27FC236}">
                <a16:creationId xmlns:a16="http://schemas.microsoft.com/office/drawing/2014/main" id="{2378A79D-98B4-F1B5-F08F-95B50EB872BB}"/>
              </a:ext>
            </a:extLst>
          </p:cNvPr>
          <p:cNvSpPr>
            <a:spLocks noGrp="1"/>
          </p:cNvSpPr>
          <p:nvPr/>
        </p:nvSpPr>
        <p:spPr>
          <a:xfrm>
            <a:off x="5086350" y="2808632"/>
            <a:ext cx="114288" cy="2047827"/>
          </a:xfrm>
          <a:prstGeom prst="rect">
            <a:avLst/>
          </a:prstGeom>
          <a:solidFill>
            <a:srgbClr val="DDE6EF"/>
          </a:solidFill>
          <a:ln w="9525">
            <a:solidFill>
              <a:srgbClr val="8299B0"/>
            </a:solidFill>
          </a:ln>
        </p:spPr>
        <p:txBody>
          <a:bodyPr/>
          <a:lstStyle/>
          <a:p>
            <a:endParaRPr lang="en-US"/>
          </a:p>
        </p:txBody>
      </p:sp>
      <p:sp>
        <p:nvSpPr>
          <p:cNvPr id="39" name="runtime-handler-active">
            <a:extLst>
              <a:ext uri="{FF2B5EF4-FFF2-40B4-BE49-F238E27FC236}">
                <a16:creationId xmlns:a16="http://schemas.microsoft.com/office/drawing/2014/main" id="{13AEAC2E-C62E-BDE5-E7B0-A0BABC6510CA}"/>
              </a:ext>
            </a:extLst>
          </p:cNvPr>
          <p:cNvSpPr>
            <a:spLocks noGrp="1"/>
          </p:cNvSpPr>
          <p:nvPr/>
        </p:nvSpPr>
        <p:spPr>
          <a:xfrm>
            <a:off x="1756749" y="2931242"/>
            <a:ext cx="114293" cy="1831256"/>
          </a:xfrm>
          <a:prstGeom prst="rect">
            <a:avLst/>
          </a:prstGeom>
          <a:solidFill>
            <a:srgbClr val="DDE6EF"/>
          </a:solidFill>
          <a:ln w="9525">
            <a:solidFill>
              <a:srgbClr val="8299B0"/>
            </a:solidFill>
          </a:ln>
        </p:spPr>
        <p:txBody>
          <a:bodyPr/>
          <a:lstStyle/>
          <a:p>
            <a:endParaRPr lang="en-US"/>
          </a:p>
        </p:txBody>
      </p:sp>
    </p:spTree>
    <p:extLst>
      <p:ext uri="{BB962C8B-B14F-4D97-AF65-F5344CB8AC3E}">
        <p14:creationId xmlns:p14="http://schemas.microsoft.com/office/powerpoint/2010/main" val="12706008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lide-title">
            <a:extLst>
              <a:ext uri="{FF2B5EF4-FFF2-40B4-BE49-F238E27FC236}">
                <a16:creationId xmlns:a16="http://schemas.microsoft.com/office/drawing/2014/main" id="{68181152-FFC9-4F6F-8711-59DDEEEBD814}"/>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b="0">
                <a:latin typeface="Ubuntu Light"/>
                <a:ea typeface="Ubuntu Light"/>
                <a:cs typeface="Ubuntu Light"/>
              </a:rPr>
              <a:t>Run the Lambda runtime client under coverage.py</a:t>
            </a:r>
          </a:p>
        </p:txBody>
      </p:sp>
      <p:sp>
        <p:nvSpPr>
          <p:cNvPr id="2" name="base-image">
            <a:extLst>
              <a:ext uri="{FF2B5EF4-FFF2-40B4-BE49-F238E27FC236}">
                <a16:creationId xmlns:a16="http://schemas.microsoft.com/office/drawing/2014/main" id="{E38A6D11-0DF4-4AC5-AD43-B4BF9C2832EF}"/>
              </a:ext>
            </a:extLst>
          </p:cNvPr>
          <p:cNvSpPr>
            <a:spLocks noGrp="1"/>
          </p:cNvSpPr>
          <p:nvPr/>
        </p:nvSpPr>
        <p:spPr>
          <a:xfrm>
            <a:off x="619125" y="1381125"/>
            <a:ext cx="7905750" cy="285750"/>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lang="en-US" b="0" dirty="0">
                <a:latin typeface="Ubuntu Light"/>
                <a:ea typeface="Ubuntu Light"/>
                <a:cs typeface="Ubuntu Light"/>
              </a:rPr>
              <a:t>Modify </a:t>
            </a:r>
            <a:r>
              <a:rPr b="0" dirty="0">
                <a:latin typeface="Ubuntu Light"/>
                <a:ea typeface="Ubuntu Light"/>
                <a:cs typeface="Ubuntu Light"/>
              </a:rPr>
              <a:t>AWS Python </a:t>
            </a:r>
            <a:r>
              <a:rPr lang="en-US" b="0" dirty="0">
                <a:latin typeface="Ubuntu Light"/>
                <a:ea typeface="Ubuntu Light"/>
                <a:cs typeface="Ubuntu Light"/>
              </a:rPr>
              <a:t>Lambda</a:t>
            </a:r>
            <a:r>
              <a:rPr b="0" dirty="0">
                <a:latin typeface="Ubuntu Light"/>
                <a:ea typeface="Ubuntu Light"/>
                <a:cs typeface="Ubuntu Light"/>
              </a:rPr>
              <a:t> image from public ECR</a:t>
            </a:r>
          </a:p>
        </p:txBody>
      </p:sp>
      <p:sp>
        <p:nvSpPr>
          <p:cNvPr id="3" name="source-label">
            <a:extLst>
              <a:ext uri="{FF2B5EF4-FFF2-40B4-BE49-F238E27FC236}">
                <a16:creationId xmlns:a16="http://schemas.microsoft.com/office/drawing/2014/main" id="{F0284AB4-BD0D-4522-83AB-AEB388A83B25}"/>
              </a:ext>
            </a:extLst>
          </p:cNvPr>
          <p:cNvSpPr>
            <a:spLocks noGrp="1"/>
          </p:cNvSpPr>
          <p:nvPr/>
        </p:nvSpPr>
        <p:spPr>
          <a:xfrm>
            <a:off x="619125" y="1790700"/>
            <a:ext cx="1781175" cy="219075"/>
          </a:xfrm>
          <a:prstGeom prst="rect">
            <a:avLst/>
          </a:prstGeom>
          <a:noFill/>
          <a:ln w="0">
            <a:noFill/>
          </a:ln>
        </p:spPr>
        <p:txBody>
          <a:bodyPr wrap="none" lIns="0" tIns="0" rIns="0" bIns="0" anchor="t">
            <a:noAutofit/>
          </a:bodyPr>
          <a:lstStyle>
            <a:defPPr algn="l">
              <a:defRPr sz="1200" b="0">
                <a:solidFill>
                  <a:srgbClr val="475569"/>
                </a:solidFill>
                <a:latin typeface="Ubuntu Light"/>
                <a:ea typeface="Ubuntu Light"/>
                <a:cs typeface="Ubuntu Light"/>
              </a:defRPr>
            </a:defPPr>
            <a:lvl1pPr algn="l">
              <a:defRPr sz="1200" b="0">
                <a:solidFill>
                  <a:srgbClr val="475569"/>
                </a:solidFill>
                <a:latin typeface="Ubuntu Light"/>
                <a:ea typeface="Ubuntu Light"/>
                <a:cs typeface="Ubuntu Light"/>
              </a:defRPr>
            </a:lvl1pPr>
            <a:lvl2pPr algn="l">
              <a:defRPr sz="1200" b="0">
                <a:solidFill>
                  <a:srgbClr val="475569"/>
                </a:solidFill>
                <a:latin typeface="Ubuntu Light"/>
                <a:ea typeface="Ubuntu Light"/>
                <a:cs typeface="Ubuntu Light"/>
              </a:defRPr>
            </a:lvl2pPr>
            <a:lvl3pPr algn="l">
              <a:defRPr sz="1200" b="0">
                <a:solidFill>
                  <a:srgbClr val="475569"/>
                </a:solidFill>
                <a:latin typeface="Ubuntu Light"/>
                <a:ea typeface="Ubuntu Light"/>
                <a:cs typeface="Ubuntu Light"/>
              </a:defRPr>
            </a:lvl3pPr>
            <a:lvl4pPr algn="l">
              <a:defRPr sz="1200" b="0">
                <a:solidFill>
                  <a:srgbClr val="475569"/>
                </a:solidFill>
                <a:latin typeface="Ubuntu Light"/>
                <a:ea typeface="Ubuntu Light"/>
                <a:cs typeface="Ubuntu Light"/>
              </a:defRPr>
            </a:lvl4pPr>
            <a:lvl5pPr algn="l">
              <a:defRPr sz="1200" b="0">
                <a:solidFill>
                  <a:srgbClr val="475569"/>
                </a:solidFill>
                <a:latin typeface="Ubuntu Light"/>
                <a:ea typeface="Ubuntu Light"/>
                <a:cs typeface="Ubuntu Light"/>
              </a:defRPr>
            </a:lvl5pPr>
            <a:lvl6pPr algn="l">
              <a:defRPr sz="1200" b="0">
                <a:solidFill>
                  <a:srgbClr val="475569"/>
                </a:solidFill>
                <a:latin typeface="Ubuntu Light"/>
                <a:ea typeface="Ubuntu Light"/>
                <a:cs typeface="Ubuntu Light"/>
              </a:defRPr>
            </a:lvl6pPr>
            <a:lvl7pPr algn="l">
              <a:defRPr sz="1200" b="0">
                <a:solidFill>
                  <a:srgbClr val="475569"/>
                </a:solidFill>
                <a:latin typeface="Ubuntu Light"/>
                <a:ea typeface="Ubuntu Light"/>
                <a:cs typeface="Ubuntu Light"/>
              </a:defRPr>
            </a:lvl7pPr>
            <a:lvl8pPr algn="l">
              <a:defRPr sz="1200" b="0">
                <a:solidFill>
                  <a:srgbClr val="475569"/>
                </a:solidFill>
                <a:latin typeface="Ubuntu Light"/>
                <a:ea typeface="Ubuntu Light"/>
                <a:cs typeface="Ubuntu Light"/>
              </a:defRPr>
            </a:lvl8pPr>
            <a:lvl9pPr algn="l">
              <a:defRPr sz="1200" b="0">
                <a:solidFill>
                  <a:srgbClr val="475569"/>
                </a:solidFill>
                <a:latin typeface="Ubuntu Light"/>
                <a:ea typeface="Ubuntu Light"/>
                <a:cs typeface="Ubuntu Light"/>
              </a:defRPr>
            </a:lvl9pPr>
          </a:lstStyle>
          <a:p>
            <a:pPr algn="l">
              <a:defRPr sz="1200" b="0">
                <a:solidFill>
                  <a:srgbClr val="475569"/>
                </a:solidFill>
                <a:latin typeface="Ubuntu Light"/>
                <a:ea typeface="Ubuntu Light"/>
                <a:cs typeface="Ubuntu Light"/>
              </a:defRPr>
            </a:pPr>
            <a:r>
              <a:rPr b="0" dirty="0">
                <a:latin typeface="Ubuntu Light"/>
                <a:ea typeface="Ubuntu Light"/>
                <a:cs typeface="Ubuntu Light"/>
              </a:rPr>
              <a:t>tests/fixtures/</a:t>
            </a:r>
            <a:r>
              <a:rPr b="0" dirty="0" err="1">
                <a:latin typeface="Ubuntu Light"/>
                <a:ea typeface="Ubuntu Light"/>
                <a:cs typeface="Ubuntu Light"/>
              </a:rPr>
              <a:t>lambdas.py</a:t>
            </a:r>
            <a:endParaRPr b="0" dirty="0">
              <a:latin typeface="Ubuntu Light"/>
              <a:ea typeface="Ubuntu Light"/>
              <a:cs typeface="Ubuntu Light"/>
            </a:endParaRPr>
          </a:p>
        </p:txBody>
      </p:sp>
      <p:sp>
        <p:nvSpPr>
          <p:cNvPr id="4" name="code-background">
            <a:extLst>
              <a:ext uri="{FF2B5EF4-FFF2-40B4-BE49-F238E27FC236}">
                <a16:creationId xmlns:a16="http://schemas.microsoft.com/office/drawing/2014/main" id="{7C7BE2B3-3774-42AE-B620-76A6C71F3739}"/>
              </a:ext>
            </a:extLst>
          </p:cNvPr>
          <p:cNvSpPr>
            <a:spLocks noGrp="1"/>
          </p:cNvSpPr>
          <p:nvPr/>
        </p:nvSpPr>
        <p:spPr>
          <a:xfrm>
            <a:off x="619125" y="2104064"/>
            <a:ext cx="7143750" cy="1153724"/>
          </a:xfrm>
          <a:prstGeom prst="rect">
            <a:avLst/>
          </a:prstGeom>
          <a:solidFill>
            <a:srgbClr val="000000"/>
          </a:solidFill>
          <a:ln w="0">
            <a:noFill/>
          </a:ln>
        </p:spPr>
        <p:txBody>
          <a:bodyPr/>
          <a:lstStyle/>
          <a:p>
            <a:endParaRPr lang="en-US"/>
          </a:p>
        </p:txBody>
      </p:sp>
      <p:sp>
        <p:nvSpPr>
          <p:cNvPr id="5" name="code-line-0">
            <a:extLst>
              <a:ext uri="{FF2B5EF4-FFF2-40B4-BE49-F238E27FC236}">
                <a16:creationId xmlns:a16="http://schemas.microsoft.com/office/drawing/2014/main" id="{B89BA317-8362-4052-AF2C-94AE9F4AC2D8}"/>
              </a:ext>
            </a:extLst>
          </p:cNvPr>
          <p:cNvSpPr>
            <a:spLocks noGrp="1"/>
          </p:cNvSpPr>
          <p:nvPr/>
        </p:nvSpPr>
        <p:spPr>
          <a:xfrm>
            <a:off x="790575" y="2286000"/>
            <a:ext cx="6625981"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569CD6"/>
                </a:solidFill>
                <a:latin typeface="Menlo"/>
                <a:ea typeface="Menlo"/>
                <a:cs typeface="Menlo"/>
              </a:rPr>
              <a:t>ENTRYPOINT</a:t>
            </a:r>
            <a:r>
              <a:rPr b="0" dirty="0">
                <a:solidFill>
                  <a:srgbClr val="D4D4D4"/>
                </a:solidFill>
                <a:latin typeface="Menlo"/>
                <a:ea typeface="Menlo"/>
                <a:cs typeface="Menlo"/>
              </a:rPr>
              <a:t> [</a:t>
            </a:r>
            <a:r>
              <a:rPr b="0" dirty="0">
                <a:solidFill>
                  <a:srgbClr val="CE9178"/>
                </a:solidFill>
                <a:latin typeface="Menlo"/>
                <a:ea typeface="Menlo"/>
                <a:cs typeface="Menlo"/>
              </a:rPr>
              <a:t>"/var/lang/bin/python3"</a:t>
            </a:r>
            <a:r>
              <a:rPr b="0" dirty="0">
                <a:solidFill>
                  <a:srgbClr val="D4D4D4"/>
                </a:solidFill>
                <a:latin typeface="Menlo"/>
                <a:ea typeface="Menlo"/>
                <a:cs typeface="Menlo"/>
              </a:rPr>
              <a:t>, </a:t>
            </a:r>
            <a:r>
              <a:rPr b="0" dirty="0">
                <a:solidFill>
                  <a:srgbClr val="CE9178"/>
                </a:solidFill>
                <a:latin typeface="Menlo"/>
                <a:ea typeface="Menlo"/>
                <a:cs typeface="Menlo"/>
              </a:rPr>
              <a:t>"-m"</a:t>
            </a:r>
            <a:r>
              <a:rPr b="0" dirty="0">
                <a:solidFill>
                  <a:srgbClr val="D4D4D4"/>
                </a:solidFill>
                <a:latin typeface="Menlo"/>
                <a:ea typeface="Menlo"/>
                <a:cs typeface="Menlo"/>
              </a:rPr>
              <a:t>, </a:t>
            </a:r>
            <a:r>
              <a:rPr b="0" dirty="0">
                <a:solidFill>
                  <a:srgbClr val="CE9178"/>
                </a:solidFill>
                <a:latin typeface="Menlo"/>
                <a:ea typeface="Menlo"/>
                <a:cs typeface="Menlo"/>
              </a:rPr>
              <a:t>"coverage"</a:t>
            </a:r>
            <a:r>
              <a:rPr b="0" dirty="0">
                <a:solidFill>
                  <a:srgbClr val="D4D4D4"/>
                </a:solidFill>
                <a:latin typeface="Menlo"/>
                <a:ea typeface="Menlo"/>
                <a:cs typeface="Menlo"/>
              </a:rPr>
              <a:t>, </a:t>
            </a:r>
            <a:r>
              <a:rPr b="0" dirty="0">
                <a:solidFill>
                  <a:srgbClr val="CE9178"/>
                </a:solidFill>
                <a:latin typeface="Menlo"/>
                <a:ea typeface="Menlo"/>
                <a:cs typeface="Menlo"/>
              </a:rPr>
              <a:t>"run"</a:t>
            </a:r>
            <a:r>
              <a:rPr b="0" dirty="0">
                <a:solidFill>
                  <a:srgbClr val="D4D4D4"/>
                </a:solidFill>
                <a:latin typeface="Menlo"/>
                <a:ea typeface="Menlo"/>
                <a:cs typeface="Menlo"/>
              </a:rPr>
              <a:t>, </a:t>
            </a:r>
          </a:p>
        </p:txBody>
      </p:sp>
      <p:sp>
        <p:nvSpPr>
          <p:cNvPr id="6" name="code-line-1">
            <a:extLst>
              <a:ext uri="{FF2B5EF4-FFF2-40B4-BE49-F238E27FC236}">
                <a16:creationId xmlns:a16="http://schemas.microsoft.com/office/drawing/2014/main" id="{C167F6DE-244B-4491-90E8-36654C775D9A}"/>
              </a:ext>
            </a:extLst>
          </p:cNvPr>
          <p:cNvSpPr>
            <a:spLocks noGrp="1"/>
          </p:cNvSpPr>
          <p:nvPr/>
        </p:nvSpPr>
        <p:spPr>
          <a:xfrm>
            <a:off x="790575" y="2559129"/>
            <a:ext cx="6625981"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CE9178"/>
                </a:solidFill>
                <a:latin typeface="Menlo"/>
                <a:ea typeface="Menlo"/>
                <a:cs typeface="Menlo"/>
              </a:rPr>
              <a:t>"--</a:t>
            </a:r>
            <a:r>
              <a:rPr b="0" dirty="0" err="1">
                <a:solidFill>
                  <a:srgbClr val="CE9178"/>
                </a:solidFill>
                <a:latin typeface="Menlo"/>
                <a:ea typeface="Menlo"/>
                <a:cs typeface="Menlo"/>
              </a:rPr>
              <a:t>rcfile</a:t>
            </a:r>
            <a:r>
              <a:rPr b="0" dirty="0">
                <a:solidFill>
                  <a:srgbClr val="CE9178"/>
                </a:solidFill>
                <a:latin typeface="Menlo"/>
                <a:ea typeface="Menlo"/>
                <a:cs typeface="Menlo"/>
              </a:rPr>
              <a:t>=/build/</a:t>
            </a:r>
            <a:r>
              <a:rPr b="0" dirty="0" err="1">
                <a:solidFill>
                  <a:srgbClr val="CE9178"/>
                </a:solidFill>
                <a:latin typeface="Menlo"/>
                <a:ea typeface="Menlo"/>
                <a:cs typeface="Menlo"/>
              </a:rPr>
              <a:t>pyproject.toml</a:t>
            </a:r>
            <a:r>
              <a:rPr b="0" dirty="0">
                <a:solidFill>
                  <a:srgbClr val="CE9178"/>
                </a:solidFill>
                <a:latin typeface="Menlo"/>
                <a:ea typeface="Menlo"/>
                <a:cs typeface="Menlo"/>
              </a:rPr>
              <a:t>"</a:t>
            </a:r>
            <a:r>
              <a:rPr b="0" dirty="0">
                <a:solidFill>
                  <a:srgbClr val="D4D4D4"/>
                </a:solidFill>
                <a:latin typeface="Menlo"/>
                <a:ea typeface="Menlo"/>
                <a:cs typeface="Menlo"/>
              </a:rPr>
              <a:t>, </a:t>
            </a:r>
            <a:r>
              <a:rPr b="0" dirty="0">
                <a:solidFill>
                  <a:srgbClr val="CE9178"/>
                </a:solidFill>
                <a:latin typeface="Menlo"/>
                <a:ea typeface="Menlo"/>
                <a:cs typeface="Menlo"/>
              </a:rPr>
              <a:t>"--save-signal=USR1"</a:t>
            </a:r>
            <a:r>
              <a:rPr b="0" dirty="0">
                <a:solidFill>
                  <a:srgbClr val="D4D4D4"/>
                </a:solidFill>
                <a:latin typeface="Menlo"/>
                <a:ea typeface="Menlo"/>
                <a:cs typeface="Menlo"/>
              </a:rPr>
              <a:t>, </a:t>
            </a:r>
            <a:r>
              <a:rPr b="0" dirty="0">
                <a:solidFill>
                  <a:srgbClr val="CE9178"/>
                </a:solidFill>
                <a:latin typeface="Menlo"/>
                <a:ea typeface="Menlo"/>
                <a:cs typeface="Menlo"/>
              </a:rPr>
              <a:t>"-m"</a:t>
            </a:r>
            <a:r>
              <a:rPr b="0" dirty="0">
                <a:solidFill>
                  <a:srgbClr val="D4D4D4"/>
                </a:solidFill>
                <a:latin typeface="Menlo"/>
                <a:ea typeface="Menlo"/>
                <a:cs typeface="Menlo"/>
              </a:rPr>
              <a:t>, </a:t>
            </a:r>
          </a:p>
        </p:txBody>
      </p:sp>
      <p:sp>
        <p:nvSpPr>
          <p:cNvPr id="7" name="code-line-2">
            <a:extLst>
              <a:ext uri="{FF2B5EF4-FFF2-40B4-BE49-F238E27FC236}">
                <a16:creationId xmlns:a16="http://schemas.microsoft.com/office/drawing/2014/main" id="{90BB8E8F-17BC-4D54-87F6-C8842EF45C0A}"/>
              </a:ext>
            </a:extLst>
          </p:cNvPr>
          <p:cNvSpPr>
            <a:spLocks noGrp="1"/>
          </p:cNvSpPr>
          <p:nvPr/>
        </p:nvSpPr>
        <p:spPr>
          <a:xfrm>
            <a:off x="790575" y="2832259"/>
            <a:ext cx="1631942"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CE9178"/>
                </a:solidFill>
                <a:latin typeface="Menlo"/>
                <a:ea typeface="Menlo"/>
                <a:cs typeface="Menlo"/>
              </a:rPr>
              <a:t>"</a:t>
            </a:r>
            <a:r>
              <a:rPr b="0" dirty="0" err="1">
                <a:solidFill>
                  <a:srgbClr val="CE9178"/>
                </a:solidFill>
                <a:latin typeface="Menlo"/>
                <a:ea typeface="Menlo"/>
                <a:cs typeface="Menlo"/>
              </a:rPr>
              <a:t>awslambdaric</a:t>
            </a:r>
            <a:r>
              <a:rPr b="0" dirty="0">
                <a:solidFill>
                  <a:srgbClr val="CE9178"/>
                </a:solidFill>
                <a:latin typeface="Menlo"/>
                <a:ea typeface="Menlo"/>
                <a:cs typeface="Menlo"/>
              </a:rPr>
              <a:t>"</a:t>
            </a:r>
            <a:r>
              <a:rPr b="0" dirty="0">
                <a:solidFill>
                  <a:srgbClr val="D4D4D4"/>
                </a:solidFill>
                <a:latin typeface="Menlo"/>
                <a:ea typeface="Menlo"/>
                <a:cs typeface="Menlo"/>
              </a:rPr>
              <a:t>]</a:t>
            </a:r>
          </a:p>
        </p:txBody>
      </p:sp>
      <p:sp>
        <p:nvSpPr>
          <p:cNvPr id="8" name="code-background">
            <a:extLst>
              <a:ext uri="{FF2B5EF4-FFF2-40B4-BE49-F238E27FC236}">
                <a16:creationId xmlns:a16="http://schemas.microsoft.com/office/drawing/2014/main" id="{928A6515-297F-4900-8BAD-C654D1105436}"/>
              </a:ext>
            </a:extLst>
          </p:cNvPr>
          <p:cNvSpPr>
            <a:spLocks noGrp="1"/>
          </p:cNvSpPr>
          <p:nvPr/>
        </p:nvSpPr>
        <p:spPr>
          <a:xfrm>
            <a:off x="619125" y="4171950"/>
            <a:ext cx="5429250" cy="539829"/>
          </a:xfrm>
          <a:prstGeom prst="rect">
            <a:avLst/>
          </a:prstGeom>
          <a:solidFill>
            <a:srgbClr val="000000"/>
          </a:solidFill>
          <a:ln w="0">
            <a:noFill/>
          </a:ln>
        </p:spPr>
        <p:txBody>
          <a:bodyPr/>
          <a:lstStyle/>
          <a:p>
            <a:endParaRPr lang="en-US"/>
          </a:p>
        </p:txBody>
      </p:sp>
      <p:sp>
        <p:nvSpPr>
          <p:cNvPr id="9" name="code-line-0">
            <a:extLst>
              <a:ext uri="{FF2B5EF4-FFF2-40B4-BE49-F238E27FC236}">
                <a16:creationId xmlns:a16="http://schemas.microsoft.com/office/drawing/2014/main" id="{87BE0C8D-C195-4263-9379-A52FE1D080E2}"/>
              </a:ext>
            </a:extLst>
          </p:cNvPr>
          <p:cNvSpPr>
            <a:spLocks noGrp="1"/>
          </p:cNvSpPr>
          <p:nvPr/>
        </p:nvSpPr>
        <p:spPr>
          <a:xfrm>
            <a:off x="790575" y="4286250"/>
            <a:ext cx="4394602"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569CD6"/>
                </a:solidFill>
                <a:latin typeface="Menlo"/>
                <a:ea typeface="Menlo"/>
                <a:cs typeface="Menlo"/>
              </a:rPr>
              <a:t>CMD</a:t>
            </a:r>
            <a:r>
              <a:rPr b="0" dirty="0">
                <a:solidFill>
                  <a:srgbClr val="D4D4D4"/>
                </a:solidFill>
                <a:latin typeface="Menlo"/>
                <a:ea typeface="Menlo"/>
                <a:cs typeface="Menlo"/>
              </a:rPr>
              <a:t> [</a:t>
            </a:r>
            <a:r>
              <a:rPr b="0" dirty="0">
                <a:solidFill>
                  <a:srgbClr val="CE9178"/>
                </a:solidFill>
                <a:latin typeface="Menlo"/>
                <a:ea typeface="Menlo"/>
                <a:cs typeface="Menlo"/>
              </a:rPr>
              <a:t>"</a:t>
            </a:r>
            <a:r>
              <a:rPr b="0" dirty="0" err="1">
                <a:solidFill>
                  <a:srgbClr val="CE9178"/>
                </a:solidFill>
                <a:latin typeface="Menlo"/>
                <a:ea typeface="Menlo"/>
                <a:cs typeface="Menlo"/>
              </a:rPr>
              <a:t>src.lambdas.orders.handler.handle</a:t>
            </a:r>
            <a:r>
              <a:rPr b="0" dirty="0">
                <a:solidFill>
                  <a:srgbClr val="CE9178"/>
                </a:solidFill>
                <a:latin typeface="Menlo"/>
                <a:ea typeface="Menlo"/>
                <a:cs typeface="Menlo"/>
              </a:rPr>
              <a:t>"</a:t>
            </a:r>
            <a:r>
              <a:rPr b="0" dirty="0">
                <a:solidFill>
                  <a:srgbClr val="D4D4D4"/>
                </a:solidFill>
                <a:latin typeface="Menlo"/>
                <a:ea typeface="Menlo"/>
                <a:cs typeface="Menlo"/>
              </a:rPr>
              <a:t>]</a:t>
            </a:r>
          </a:p>
        </p:txBody>
      </p:sp>
      <p:sp>
        <p:nvSpPr>
          <p:cNvPr id="10" name="cue-20-1-focus">
            <a:extLst>
              <a:ext uri="{FF2B5EF4-FFF2-40B4-BE49-F238E27FC236}">
                <a16:creationId xmlns:a16="http://schemas.microsoft.com/office/drawing/2014/main" id="{9AB64961-4785-4975-825C-1084596DE142}"/>
              </a:ext>
            </a:extLst>
          </p:cNvPr>
          <p:cNvSpPr>
            <a:spLocks noGrp="1"/>
          </p:cNvSpPr>
          <p:nvPr/>
        </p:nvSpPr>
        <p:spPr>
          <a:xfrm>
            <a:off x="4471440" y="2549604"/>
            <a:ext cx="1988810" cy="282654"/>
          </a:xfrm>
          <a:prstGeom prst="rect">
            <a:avLst/>
          </a:prstGeom>
          <a:noFill/>
          <a:ln w="20955">
            <a:solidFill>
              <a:srgbClr val="FF5874"/>
            </a:solidFill>
          </a:ln>
        </p:spPr>
        <p:txBody>
          <a:bodyPr/>
          <a:lstStyle/>
          <a:p>
            <a:endParaRPr lang="en-US"/>
          </a:p>
        </p:txBody>
      </p:sp>
      <p:cxnSp>
        <p:nvCxnSpPr>
          <p:cNvPr id="11" name="cue-20-1-leader-0">
            <a:extLst>
              <a:ext uri="{FF2B5EF4-FFF2-40B4-BE49-F238E27FC236}">
                <a16:creationId xmlns:a16="http://schemas.microsoft.com/office/drawing/2014/main" id="{5521842F-49C7-4CB9-B2E0-703A0E77ABFD}"/>
              </a:ext>
            </a:extLst>
          </p:cNvPr>
          <p:cNvCxnSpPr/>
          <p:nvPr/>
        </p:nvCxnSpPr>
        <p:spPr>
          <a:xfrm>
            <a:off x="5465845" y="2870359"/>
            <a:ext cx="0" cy="482441"/>
          </a:xfrm>
          <a:prstGeom prst="straightConnector1">
            <a:avLst/>
          </a:prstGeom>
          <a:ln w="20955">
            <a:solidFill>
              <a:srgbClr val="FF5874"/>
            </a:solidFill>
            <a:headEnd type="triangle" w="sm" len="sm"/>
          </a:ln>
        </p:spPr>
      </p:cxnSp>
      <p:sp>
        <p:nvSpPr>
          <p:cNvPr id="12" name="cue-20-1-label">
            <a:extLst>
              <a:ext uri="{FF2B5EF4-FFF2-40B4-BE49-F238E27FC236}">
                <a16:creationId xmlns:a16="http://schemas.microsoft.com/office/drawing/2014/main" id="{FEADA26C-D7FE-4E03-ADA6-C59B0FCBCCAA}"/>
              </a:ext>
            </a:extLst>
          </p:cNvPr>
          <p:cNvSpPr>
            <a:spLocks noGrp="1"/>
          </p:cNvSpPr>
          <p:nvPr/>
        </p:nvSpPr>
        <p:spPr>
          <a:xfrm>
            <a:off x="4060908" y="3381375"/>
            <a:ext cx="2809875" cy="266700"/>
          </a:xfrm>
          <a:prstGeom prst="rect">
            <a:avLst/>
          </a:prstGeom>
          <a:solidFill>
            <a:srgbClr val="255DA8"/>
          </a:solidFill>
          <a:ln w="0">
            <a:noFill/>
          </a:ln>
        </p:spPr>
        <p:txBody>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b="0" dirty="0">
                <a:latin typeface="Ubuntu Light"/>
                <a:ea typeface="Ubuntu Light"/>
                <a:cs typeface="Ubuntu Light"/>
              </a:rPr>
              <a:t>Save coverage without exiting</a:t>
            </a:r>
          </a:p>
        </p:txBody>
      </p:sp>
      <p:sp>
        <p:nvSpPr>
          <p:cNvPr id="13" name="cue-20-2-focus">
            <a:extLst>
              <a:ext uri="{FF2B5EF4-FFF2-40B4-BE49-F238E27FC236}">
                <a16:creationId xmlns:a16="http://schemas.microsoft.com/office/drawing/2014/main" id="{D92B8CC7-9646-42E3-919D-0AED91FB33F7}"/>
              </a:ext>
            </a:extLst>
          </p:cNvPr>
          <p:cNvSpPr>
            <a:spLocks noGrp="1"/>
          </p:cNvSpPr>
          <p:nvPr/>
        </p:nvSpPr>
        <p:spPr>
          <a:xfrm>
            <a:off x="1390012" y="4276725"/>
            <a:ext cx="3582653" cy="282654"/>
          </a:xfrm>
          <a:prstGeom prst="rect">
            <a:avLst/>
          </a:prstGeom>
          <a:noFill/>
          <a:ln w="20955">
            <a:solidFill>
              <a:srgbClr val="FF5874"/>
            </a:solidFill>
          </a:ln>
        </p:spPr>
        <p:txBody>
          <a:bodyPr/>
          <a:lstStyle/>
          <a:p>
            <a:endParaRPr lang="en-US"/>
          </a:p>
        </p:txBody>
      </p:sp>
      <p:cxnSp>
        <p:nvCxnSpPr>
          <p:cNvPr id="14" name="cue-20-2-leader-0">
            <a:extLst>
              <a:ext uri="{FF2B5EF4-FFF2-40B4-BE49-F238E27FC236}">
                <a16:creationId xmlns:a16="http://schemas.microsoft.com/office/drawing/2014/main" id="{3B248884-1CE1-4EE5-A421-890A2C08E8F2}"/>
              </a:ext>
            </a:extLst>
          </p:cNvPr>
          <p:cNvCxnSpPr>
            <a:cxnSpLocks/>
          </p:cNvCxnSpPr>
          <p:nvPr/>
        </p:nvCxnSpPr>
        <p:spPr>
          <a:xfrm>
            <a:off x="3181338" y="4092558"/>
            <a:ext cx="0" cy="146067"/>
          </a:xfrm>
          <a:prstGeom prst="straightConnector1">
            <a:avLst/>
          </a:prstGeom>
          <a:ln w="20955">
            <a:solidFill>
              <a:srgbClr val="FF5874"/>
            </a:solidFill>
            <a:tailEnd type="triangle" w="sm" len="sm"/>
          </a:ln>
        </p:spPr>
      </p:cxnSp>
      <p:sp>
        <p:nvSpPr>
          <p:cNvPr id="15" name="cue-20-2-label">
            <a:extLst>
              <a:ext uri="{FF2B5EF4-FFF2-40B4-BE49-F238E27FC236}">
                <a16:creationId xmlns:a16="http://schemas.microsoft.com/office/drawing/2014/main" id="{EC29718B-4197-44E2-8CED-FFE67153386F}"/>
              </a:ext>
            </a:extLst>
          </p:cNvPr>
          <p:cNvSpPr>
            <a:spLocks noGrp="1"/>
          </p:cNvSpPr>
          <p:nvPr/>
        </p:nvSpPr>
        <p:spPr>
          <a:xfrm>
            <a:off x="1990713" y="3781663"/>
            <a:ext cx="2381250" cy="266700"/>
          </a:xfrm>
          <a:prstGeom prst="rect">
            <a:avLst/>
          </a:prstGeom>
          <a:solidFill>
            <a:srgbClr val="255DA8"/>
          </a:solidFill>
          <a:ln w="0">
            <a:noFill/>
          </a:ln>
        </p:spPr>
        <p:txBody>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b="0" dirty="0">
                <a:latin typeface="Ubuntu Light"/>
                <a:ea typeface="Ubuntu Light"/>
                <a:cs typeface="Ubuntu Light"/>
              </a:rPr>
              <a:t>Load this Lambda handler</a:t>
            </a:r>
          </a:p>
        </p:txBody>
      </p:sp>
      <p:sp>
        <p:nvSpPr>
          <p:cNvPr id="18" name="cue-20-1-focus">
            <a:extLst>
              <a:ext uri="{FF2B5EF4-FFF2-40B4-BE49-F238E27FC236}">
                <a16:creationId xmlns:a16="http://schemas.microsoft.com/office/drawing/2014/main" id="{A324E846-C2E3-543E-5E63-9DF92AEC66BB}"/>
              </a:ext>
            </a:extLst>
          </p:cNvPr>
          <p:cNvSpPr>
            <a:spLocks noGrp="1"/>
          </p:cNvSpPr>
          <p:nvPr/>
        </p:nvSpPr>
        <p:spPr>
          <a:xfrm>
            <a:off x="5427746" y="2257425"/>
            <a:ext cx="1895138" cy="263604"/>
          </a:xfrm>
          <a:prstGeom prst="rect">
            <a:avLst/>
          </a:prstGeom>
          <a:noFill/>
          <a:ln w="20955">
            <a:solidFill>
              <a:srgbClr val="FF5874"/>
            </a:solidFill>
          </a:ln>
        </p:spPr>
        <p:txBody>
          <a:bodyPr/>
          <a:lstStyle/>
          <a:p>
            <a:endParaRPr lang="en-US"/>
          </a:p>
        </p:txBody>
      </p:sp>
      <p:sp>
        <p:nvSpPr>
          <p:cNvPr id="19" name="cue-20-1-label">
            <a:extLst>
              <a:ext uri="{FF2B5EF4-FFF2-40B4-BE49-F238E27FC236}">
                <a16:creationId xmlns:a16="http://schemas.microsoft.com/office/drawing/2014/main" id="{7653AEB9-66EE-5C31-B925-C40821F72232}"/>
              </a:ext>
            </a:extLst>
          </p:cNvPr>
          <p:cNvSpPr>
            <a:spLocks noGrp="1"/>
          </p:cNvSpPr>
          <p:nvPr/>
        </p:nvSpPr>
        <p:spPr>
          <a:xfrm>
            <a:off x="5625953" y="1257538"/>
            <a:ext cx="2809875" cy="675076"/>
          </a:xfrm>
          <a:prstGeom prst="rect">
            <a:avLst/>
          </a:prstGeom>
          <a:solidFill>
            <a:srgbClr val="255DA8"/>
          </a:solidFill>
          <a:ln w="0">
            <a:noFill/>
          </a:ln>
        </p:spPr>
        <p:txBody xmlns:a="http://schemas.openxmlformats.org/drawingml/2006/main" xmlns:p="http://schemas.openxmlformats.org/presentationml/2006/main">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lang="en-US" b="0" dirty="0">
                <a:latin typeface="Ubuntu Light"/>
                <a:ea typeface="Ubuntu Light"/>
                <a:cs typeface="Ubuntu Light"/>
              </a:rPr>
              <a:t>Use coverage.py to start</a:t>
            </a:r>
          </a:p>
          <a:p>
            <a:pPr algn="ctr">
              <a:defRPr sz="1350" b="0">
                <a:solidFill>
                  <a:srgbClr val="FFFFFF"/>
                </a:solidFill>
                <a:latin typeface="Ubuntu Light"/>
                <a:ea typeface="Ubuntu Light"/>
                <a:cs typeface="Ubuntu Light"/>
              </a:defRPr>
            </a:pPr>
            <a:r>
              <a:rPr lang="en-US" b="0" dirty="0">
                <a:latin typeface="Ubuntu Light"/>
                <a:ea typeface="Ubuntu Light"/>
                <a:cs typeface="Ubuntu Light"/>
              </a:rPr>
              <a:t>awslambdaric and measure</a:t>
            </a:r>
          </a:p>
          <a:p>
            <a:pPr algn="ctr">
              <a:defRPr sz="1350" b="0">
                <a:solidFill>
                  <a:srgbClr val="FFFFFF"/>
                </a:solidFill>
                <a:latin typeface="Ubuntu Light"/>
                <a:ea typeface="Ubuntu Light"/>
                <a:cs typeface="Ubuntu Light"/>
              </a:defRPr>
            </a:pPr>
            <a:r>
              <a:rPr lang="en-US" b="0" dirty="0">
                <a:latin typeface="Ubuntu Light"/>
                <a:ea typeface="Ubuntu Light"/>
                <a:cs typeface="Ubuntu Light"/>
              </a:rPr>
              <a:t>the code it executes.</a:t>
            </a:r>
          </a:p>
        </p:txBody>
      </p:sp>
      <p:cxnSp>
        <p:nvCxnSpPr>
          <p:cNvPr id="20" name="cue-20-1-leader-0">
            <a:extLst>
              <a:ext uri="{FF2B5EF4-FFF2-40B4-BE49-F238E27FC236}">
                <a16:creationId xmlns:a16="http://schemas.microsoft.com/office/drawing/2014/main" id="{54F599B1-BBF2-37B1-5BF4-D312E4916E63}"/>
              </a:ext>
            </a:extLst>
          </p:cNvPr>
          <p:cNvCxnSpPr>
            <a:cxnSpLocks/>
          </p:cNvCxnSpPr>
          <p:nvPr/>
        </p:nvCxnSpPr>
        <p:spPr>
          <a:xfrm flipV="1">
            <a:off x="6375315" y="1980477"/>
            <a:ext cx="578735" cy="210511"/>
          </a:xfrm>
          <a:prstGeom prst="straightConnector1">
            <a:avLst/>
          </a:prstGeom>
          <a:ln w="20955">
            <a:solidFill>
              <a:srgbClr val="FF5874"/>
            </a:solidFill>
            <a:headEnd type="triangle" w="sm" len="sm"/>
          </a:ln>
        </p:spPr>
      </p:cxnSp>
    </p:spTree>
    <p:extLst>
      <p:ext uri="{BB962C8B-B14F-4D97-AF65-F5344CB8AC3E}">
        <p14:creationId xmlns:p14="http://schemas.microsoft.com/office/powerpoint/2010/main" val="127060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8" grpId="0" animBg="1"/>
      <p:bldP spid="19" grpId="0" animBg="1"/>
      <p:bldP spid="20"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lide-title">
            <a:extLst>
              <a:ext uri="{FF2B5EF4-FFF2-40B4-BE49-F238E27FC236}">
                <a16:creationId xmlns:a16="http://schemas.microsoft.com/office/drawing/2014/main" id="{FA86EBB8-DD00-4993-8F66-899B44D25AF3}"/>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b="0">
                <a:latin typeface="Ubuntu Light"/>
                <a:ea typeface="Ubuntu Light"/>
                <a:cs typeface="Ubuntu Light"/>
              </a:rPr>
              <a:t>Pytest saves coverage before deleting Lambda functions</a:t>
            </a:r>
          </a:p>
        </p:txBody>
      </p:sp>
      <p:sp>
        <p:nvSpPr>
          <p:cNvPr id="2" name="collection-lambda-label">
            <a:extLst>
              <a:ext uri="{FF2B5EF4-FFF2-40B4-BE49-F238E27FC236}">
                <a16:creationId xmlns:a16="http://schemas.microsoft.com/office/drawing/2014/main" id="{9ACD1496-1FA0-4DC3-9886-F17198A519CA}"/>
              </a:ext>
            </a:extLst>
          </p:cNvPr>
          <p:cNvSpPr>
            <a:spLocks noGrp="1"/>
          </p:cNvSpPr>
          <p:nvPr/>
        </p:nvSpPr>
        <p:spPr>
          <a:xfrm>
            <a:off x="619125" y="1381125"/>
            <a:ext cx="2857500" cy="285750"/>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b="0">
                <a:latin typeface="Ubuntu Light"/>
                <a:ea typeface="Ubuntu Light"/>
                <a:cs typeface="Ubuntu Light"/>
              </a:rPr>
              <a:t>Each Lambda container</a:t>
            </a:r>
          </a:p>
        </p:txBody>
      </p:sp>
      <p:sp>
        <p:nvSpPr>
          <p:cNvPr id="3" name="collection-host-label">
            <a:extLst>
              <a:ext uri="{FF2B5EF4-FFF2-40B4-BE49-F238E27FC236}">
                <a16:creationId xmlns:a16="http://schemas.microsoft.com/office/drawing/2014/main" id="{85C2D66D-4A34-4ADE-8492-5BC4CE617870}"/>
              </a:ext>
            </a:extLst>
          </p:cNvPr>
          <p:cNvSpPr>
            <a:spLocks noGrp="1"/>
          </p:cNvSpPr>
          <p:nvPr/>
        </p:nvSpPr>
        <p:spPr>
          <a:xfrm>
            <a:off x="6191250" y="1381125"/>
            <a:ext cx="2333625" cy="285750"/>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b="0">
                <a:latin typeface="Ubuntu Light"/>
                <a:ea typeface="Ubuntu Light"/>
                <a:cs typeface="Ubuntu Light"/>
              </a:rPr>
              <a:t>Host running pytest</a:t>
            </a:r>
          </a:p>
        </p:txBody>
      </p:sp>
      <p:sp>
        <p:nvSpPr>
          <p:cNvPr id="4" name="collection-lambda-boundary">
            <a:extLst>
              <a:ext uri="{FF2B5EF4-FFF2-40B4-BE49-F238E27FC236}">
                <a16:creationId xmlns:a16="http://schemas.microsoft.com/office/drawing/2014/main" id="{50BC893A-0394-40B9-87BF-30D0E1B4FA7B}"/>
              </a:ext>
            </a:extLst>
          </p:cNvPr>
          <p:cNvSpPr>
            <a:spLocks noGrp="1"/>
          </p:cNvSpPr>
          <p:nvPr/>
        </p:nvSpPr>
        <p:spPr>
          <a:xfrm>
            <a:off x="619125" y="1685925"/>
            <a:ext cx="2667000" cy="2533650"/>
          </a:xfrm>
          <a:prstGeom prst="rect">
            <a:avLst/>
          </a:prstGeom>
          <a:solidFill>
            <a:srgbClr val="F5F7FB"/>
          </a:solidFill>
          <a:ln w="9525">
            <a:solidFill>
              <a:srgbClr val="AAB9C9"/>
            </a:solidFill>
          </a:ln>
        </p:spPr>
        <p:txBody>
          <a:bodyPr/>
          <a:lstStyle/>
          <a:p>
            <a:endParaRPr lang="en-US"/>
          </a:p>
        </p:txBody>
      </p:sp>
      <p:pic>
        <p:nvPicPr>
          <p:cNvPr id="5" name="Picture 4">
            <a:extLst>
              <a:ext uri="{FF2B5EF4-FFF2-40B4-BE49-F238E27FC236}">
                <a16:creationId xmlns:a16="http://schemas.microsoft.com/office/drawing/2014/main" id="{C40393A2-A297-4DA8-9A3C-369A5E2FEDA6}"/>
              </a:ext>
            </a:extLst>
          </p:cNvPr>
          <p:cNvPicPr>
            <a:picLocks noChangeAspect="1"/>
          </p:cNvPicPr>
          <p:nvPr/>
        </p:nvPicPr>
        <p:blipFill>
          <a:blip r:embed="rId3"/>
          <a:stretch/>
        </p:blipFill>
        <p:spPr>
          <a:xfrm>
            <a:off x="1190625" y="1809750"/>
            <a:ext cx="609600" cy="609600"/>
          </a:xfrm>
          <a:prstGeom prst="rect">
            <a:avLst/>
          </a:prstGeom>
        </p:spPr>
      </p:pic>
      <p:pic>
        <p:nvPicPr>
          <p:cNvPr id="6" name="Picture 5">
            <a:extLst>
              <a:ext uri="{FF2B5EF4-FFF2-40B4-BE49-F238E27FC236}">
                <a16:creationId xmlns:a16="http://schemas.microsoft.com/office/drawing/2014/main" id="{DC64B967-D65C-4FCA-B29E-FFB27E82B823}"/>
              </a:ext>
            </a:extLst>
          </p:cNvPr>
          <p:cNvPicPr>
            <a:picLocks noChangeAspect="1"/>
          </p:cNvPicPr>
          <p:nvPr/>
        </p:nvPicPr>
        <p:blipFill>
          <a:blip r:embed="rId4"/>
          <a:stretch/>
        </p:blipFill>
        <p:spPr>
          <a:xfrm>
            <a:off x="6953250" y="1809750"/>
            <a:ext cx="685800" cy="685800"/>
          </a:xfrm>
          <a:prstGeom prst="rect">
            <a:avLst/>
          </a:prstGeom>
        </p:spPr>
      </p:pic>
      <p:pic>
        <p:nvPicPr>
          <p:cNvPr id="7" name="Picture 6">
            <a:extLst>
              <a:ext uri="{FF2B5EF4-FFF2-40B4-BE49-F238E27FC236}">
                <a16:creationId xmlns:a16="http://schemas.microsoft.com/office/drawing/2014/main" id="{26909C72-E43D-409A-A8F9-805E789FE07D}"/>
              </a:ext>
            </a:extLst>
          </p:cNvPr>
          <p:cNvPicPr>
            <a:picLocks noChangeAspect="1"/>
          </p:cNvPicPr>
          <p:nvPr/>
        </p:nvPicPr>
        <p:blipFill>
          <a:blip r:embed="rId5"/>
          <a:stretch/>
        </p:blipFill>
        <p:spPr>
          <a:xfrm>
            <a:off x="7153275" y="1914525"/>
            <a:ext cx="276225" cy="276225"/>
          </a:xfrm>
          <a:prstGeom prst="rect">
            <a:avLst/>
          </a:prstGeom>
        </p:spPr>
      </p:pic>
      <p:pic>
        <p:nvPicPr>
          <p:cNvPr id="8" name="Picture 7">
            <a:extLst>
              <a:ext uri="{FF2B5EF4-FFF2-40B4-BE49-F238E27FC236}">
                <a16:creationId xmlns:a16="http://schemas.microsoft.com/office/drawing/2014/main" id="{7DC12BCA-1D2B-4283-9E05-C16D265B79D2}"/>
              </a:ext>
            </a:extLst>
          </p:cNvPr>
          <p:cNvPicPr>
            <a:picLocks noChangeAspect="1"/>
          </p:cNvPicPr>
          <p:nvPr/>
        </p:nvPicPr>
        <p:blipFill>
          <a:blip r:embed="rId6"/>
          <a:stretch/>
        </p:blipFill>
        <p:spPr>
          <a:xfrm>
            <a:off x="6238875" y="1819275"/>
            <a:ext cx="342900" cy="342900"/>
          </a:xfrm>
          <a:prstGeom prst="rect">
            <a:avLst/>
          </a:prstGeom>
        </p:spPr>
      </p:pic>
      <p:cxnSp>
        <p:nvCxnSpPr>
          <p:cNvPr id="9" name="collection-signal-0">
            <a:extLst>
              <a:ext uri="{FF2B5EF4-FFF2-40B4-BE49-F238E27FC236}">
                <a16:creationId xmlns:a16="http://schemas.microsoft.com/office/drawing/2014/main" id="{DA416003-0DC0-47FA-A48C-7CD9781A94AE}"/>
              </a:ext>
            </a:extLst>
          </p:cNvPr>
          <p:cNvCxnSpPr/>
          <p:nvPr/>
        </p:nvCxnSpPr>
        <p:spPr>
          <a:xfrm>
            <a:off x="1952625" y="2219325"/>
            <a:ext cx="4810125" cy="0"/>
          </a:xfrm>
          <a:prstGeom prst="straightConnector1">
            <a:avLst/>
          </a:prstGeom>
          <a:ln w="19050">
            <a:solidFill>
              <a:srgbClr val="202D3E"/>
            </a:solidFill>
            <a:headEnd type="triangle" w="sm" len="sm"/>
          </a:ln>
        </p:spPr>
      </p:cxnSp>
      <p:sp>
        <p:nvSpPr>
          <p:cNvPr id="10" name="collection-signal-label">
            <a:extLst>
              <a:ext uri="{FF2B5EF4-FFF2-40B4-BE49-F238E27FC236}">
                <a16:creationId xmlns:a16="http://schemas.microsoft.com/office/drawing/2014/main" id="{067A4139-664A-4913-8989-ABAEA904EF6B}"/>
              </a:ext>
            </a:extLst>
          </p:cNvPr>
          <p:cNvSpPr>
            <a:spLocks noGrp="1"/>
          </p:cNvSpPr>
          <p:nvPr/>
        </p:nvSpPr>
        <p:spPr>
          <a:xfrm>
            <a:off x="3476625" y="1895475"/>
            <a:ext cx="2571750" cy="266700"/>
          </a:xfrm>
          <a:prstGeom prst="rect">
            <a:avLst/>
          </a:prstGeom>
          <a:noFill/>
          <a:ln w="0">
            <a:noFill/>
          </a:ln>
        </p:spPr>
        <p:txBody>
          <a:bodyPr wrap="none" lIns="0" tIns="0" rIns="0" bIns="0" anchor="t">
            <a:noAutofit/>
          </a:bodyPr>
          <a:lstStyle>
            <a:defPPr algn="ctr">
              <a:defRPr sz="1575" b="0">
                <a:solidFill>
                  <a:srgbClr val="255DA8"/>
                </a:solidFill>
                <a:latin typeface="Ubuntu Light"/>
                <a:ea typeface="Ubuntu Light"/>
                <a:cs typeface="Ubuntu Light"/>
              </a:defRPr>
            </a:defPPr>
            <a:lvl1pPr algn="ctr">
              <a:defRPr sz="1575" b="0">
                <a:solidFill>
                  <a:srgbClr val="255DA8"/>
                </a:solidFill>
                <a:latin typeface="Ubuntu Light"/>
                <a:ea typeface="Ubuntu Light"/>
                <a:cs typeface="Ubuntu Light"/>
              </a:defRPr>
            </a:lvl1pPr>
            <a:lvl2pPr algn="ctr">
              <a:defRPr sz="1575" b="0">
                <a:solidFill>
                  <a:srgbClr val="255DA8"/>
                </a:solidFill>
                <a:latin typeface="Ubuntu Light"/>
                <a:ea typeface="Ubuntu Light"/>
                <a:cs typeface="Ubuntu Light"/>
              </a:defRPr>
            </a:lvl2pPr>
            <a:lvl3pPr algn="ctr">
              <a:defRPr sz="1575" b="0">
                <a:solidFill>
                  <a:srgbClr val="255DA8"/>
                </a:solidFill>
                <a:latin typeface="Ubuntu Light"/>
                <a:ea typeface="Ubuntu Light"/>
                <a:cs typeface="Ubuntu Light"/>
              </a:defRPr>
            </a:lvl3pPr>
            <a:lvl4pPr algn="ctr">
              <a:defRPr sz="1575" b="0">
                <a:solidFill>
                  <a:srgbClr val="255DA8"/>
                </a:solidFill>
                <a:latin typeface="Ubuntu Light"/>
                <a:ea typeface="Ubuntu Light"/>
                <a:cs typeface="Ubuntu Light"/>
              </a:defRPr>
            </a:lvl4pPr>
            <a:lvl5pPr algn="ctr">
              <a:defRPr sz="1575" b="0">
                <a:solidFill>
                  <a:srgbClr val="255DA8"/>
                </a:solidFill>
                <a:latin typeface="Ubuntu Light"/>
                <a:ea typeface="Ubuntu Light"/>
                <a:cs typeface="Ubuntu Light"/>
              </a:defRPr>
            </a:lvl5pPr>
            <a:lvl6pPr algn="ctr">
              <a:defRPr sz="1575" b="0">
                <a:solidFill>
                  <a:srgbClr val="255DA8"/>
                </a:solidFill>
                <a:latin typeface="Ubuntu Light"/>
                <a:ea typeface="Ubuntu Light"/>
                <a:cs typeface="Ubuntu Light"/>
              </a:defRPr>
            </a:lvl6pPr>
            <a:lvl7pPr algn="ctr">
              <a:defRPr sz="1575" b="0">
                <a:solidFill>
                  <a:srgbClr val="255DA8"/>
                </a:solidFill>
                <a:latin typeface="Ubuntu Light"/>
                <a:ea typeface="Ubuntu Light"/>
                <a:cs typeface="Ubuntu Light"/>
              </a:defRPr>
            </a:lvl7pPr>
            <a:lvl8pPr algn="ctr">
              <a:defRPr sz="1575" b="0">
                <a:solidFill>
                  <a:srgbClr val="255DA8"/>
                </a:solidFill>
                <a:latin typeface="Ubuntu Light"/>
                <a:ea typeface="Ubuntu Light"/>
                <a:cs typeface="Ubuntu Light"/>
              </a:defRPr>
            </a:lvl8pPr>
            <a:lvl9pPr algn="ctr">
              <a:defRPr sz="1575" b="0">
                <a:solidFill>
                  <a:srgbClr val="255DA8"/>
                </a:solidFill>
                <a:latin typeface="Ubuntu Light"/>
                <a:ea typeface="Ubuntu Light"/>
                <a:cs typeface="Ubuntu Light"/>
              </a:defRPr>
            </a:lvl9pPr>
          </a:lstStyle>
          <a:p>
            <a:pPr algn="ctr">
              <a:defRPr sz="1575" b="0">
                <a:solidFill>
                  <a:srgbClr val="255DA8"/>
                </a:solidFill>
                <a:latin typeface="Ubuntu Light"/>
                <a:ea typeface="Ubuntu Light"/>
                <a:cs typeface="Ubuntu Light"/>
              </a:defRPr>
            </a:pPr>
            <a:r>
              <a:rPr b="0" dirty="0">
                <a:latin typeface="Ubuntu Light"/>
                <a:ea typeface="Ubuntu Light"/>
                <a:cs typeface="Ubuntu Light"/>
              </a:rPr>
              <a:t>1  Send </a:t>
            </a:r>
            <a:r>
              <a:rPr b="0" dirty="0">
                <a:latin typeface="Menlo"/>
                <a:ea typeface="Menlo"/>
                <a:cs typeface="Menlo"/>
              </a:rPr>
              <a:t>SIGUSR1</a:t>
            </a:r>
          </a:p>
        </p:txBody>
      </p:sp>
      <p:cxnSp>
        <p:nvCxnSpPr>
          <p:cNvPr id="11" name="collection-save-0">
            <a:extLst>
              <a:ext uri="{FF2B5EF4-FFF2-40B4-BE49-F238E27FC236}">
                <a16:creationId xmlns:a16="http://schemas.microsoft.com/office/drawing/2014/main" id="{16765690-9F6D-411E-AC9E-7B8E9D03A1BA}"/>
              </a:ext>
            </a:extLst>
          </p:cNvPr>
          <p:cNvCxnSpPr/>
          <p:nvPr/>
        </p:nvCxnSpPr>
        <p:spPr>
          <a:xfrm>
            <a:off x="1495425" y="2543175"/>
            <a:ext cx="0" cy="514350"/>
          </a:xfrm>
          <a:prstGeom prst="straightConnector1">
            <a:avLst/>
          </a:prstGeom>
          <a:ln w="19050">
            <a:solidFill>
              <a:srgbClr val="202D3E"/>
            </a:solidFill>
            <a:tailEnd type="triangle" w="sm" len="sm"/>
          </a:ln>
        </p:spPr>
      </p:cxnSp>
      <p:sp>
        <p:nvSpPr>
          <p:cNvPr id="12" name="collection-save">
            <a:extLst>
              <a:ext uri="{FF2B5EF4-FFF2-40B4-BE49-F238E27FC236}">
                <a16:creationId xmlns:a16="http://schemas.microsoft.com/office/drawing/2014/main" id="{5A93E129-9C40-4CD1-B7A5-16687949E92E}"/>
              </a:ext>
            </a:extLst>
          </p:cNvPr>
          <p:cNvSpPr>
            <a:spLocks noGrp="1"/>
          </p:cNvSpPr>
          <p:nvPr/>
        </p:nvSpPr>
        <p:spPr>
          <a:xfrm>
            <a:off x="1857375" y="2676525"/>
            <a:ext cx="1238250" cy="266700"/>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b="0">
                <a:latin typeface="Ubuntu Light"/>
                <a:ea typeface="Ubuntu Light"/>
                <a:cs typeface="Ubuntu Light"/>
              </a:rPr>
              <a:t>2  Save data</a:t>
            </a:r>
          </a:p>
        </p:txBody>
      </p:sp>
      <p:sp>
        <p:nvSpPr>
          <p:cNvPr id="13" name="collection-save-owner">
            <a:extLst>
              <a:ext uri="{FF2B5EF4-FFF2-40B4-BE49-F238E27FC236}">
                <a16:creationId xmlns:a16="http://schemas.microsoft.com/office/drawing/2014/main" id="{DD5203C7-AC77-4A36-8D6C-65CF796D61F8}"/>
              </a:ext>
            </a:extLst>
          </p:cNvPr>
          <p:cNvSpPr>
            <a:spLocks noGrp="1"/>
          </p:cNvSpPr>
          <p:nvPr/>
        </p:nvSpPr>
        <p:spPr>
          <a:xfrm>
            <a:off x="1857375" y="2962275"/>
            <a:ext cx="1381125" cy="238125"/>
          </a:xfrm>
          <a:prstGeom prst="rect">
            <a:avLst/>
          </a:prstGeom>
          <a:noFill/>
          <a:ln w="0">
            <a:noFill/>
          </a:ln>
        </p:spPr>
        <p:txBody>
          <a:bodyPr wrap="none" lIns="0" tIns="0" rIns="0" bIns="0" anchor="t">
            <a:noAutofit/>
          </a:bodyPr>
          <a:lstStyle>
            <a:defPPr algn="l">
              <a:defRPr sz="1238" b="0">
                <a:solidFill>
                  <a:srgbClr val="255DA8"/>
                </a:solidFill>
                <a:latin typeface="Ubuntu Light"/>
                <a:ea typeface="Ubuntu Light"/>
                <a:cs typeface="Ubuntu Light"/>
              </a:defRPr>
            </a:defPPr>
            <a:lvl1pPr algn="l">
              <a:defRPr sz="1238" b="0">
                <a:solidFill>
                  <a:srgbClr val="255DA8"/>
                </a:solidFill>
                <a:latin typeface="Ubuntu Light"/>
                <a:ea typeface="Ubuntu Light"/>
                <a:cs typeface="Ubuntu Light"/>
              </a:defRPr>
            </a:lvl1pPr>
            <a:lvl2pPr algn="l">
              <a:defRPr sz="1238" b="0">
                <a:solidFill>
                  <a:srgbClr val="255DA8"/>
                </a:solidFill>
                <a:latin typeface="Ubuntu Light"/>
                <a:ea typeface="Ubuntu Light"/>
                <a:cs typeface="Ubuntu Light"/>
              </a:defRPr>
            </a:lvl2pPr>
            <a:lvl3pPr algn="l">
              <a:defRPr sz="1238" b="0">
                <a:solidFill>
                  <a:srgbClr val="255DA8"/>
                </a:solidFill>
                <a:latin typeface="Ubuntu Light"/>
                <a:ea typeface="Ubuntu Light"/>
                <a:cs typeface="Ubuntu Light"/>
              </a:defRPr>
            </a:lvl3pPr>
            <a:lvl4pPr algn="l">
              <a:defRPr sz="1238" b="0">
                <a:solidFill>
                  <a:srgbClr val="255DA8"/>
                </a:solidFill>
                <a:latin typeface="Ubuntu Light"/>
                <a:ea typeface="Ubuntu Light"/>
                <a:cs typeface="Ubuntu Light"/>
              </a:defRPr>
            </a:lvl4pPr>
            <a:lvl5pPr algn="l">
              <a:defRPr sz="1238" b="0">
                <a:solidFill>
                  <a:srgbClr val="255DA8"/>
                </a:solidFill>
                <a:latin typeface="Ubuntu Light"/>
                <a:ea typeface="Ubuntu Light"/>
                <a:cs typeface="Ubuntu Light"/>
              </a:defRPr>
            </a:lvl5pPr>
            <a:lvl6pPr algn="l">
              <a:defRPr sz="1238" b="0">
                <a:solidFill>
                  <a:srgbClr val="255DA8"/>
                </a:solidFill>
                <a:latin typeface="Ubuntu Light"/>
                <a:ea typeface="Ubuntu Light"/>
                <a:cs typeface="Ubuntu Light"/>
              </a:defRPr>
            </a:lvl6pPr>
            <a:lvl7pPr algn="l">
              <a:defRPr sz="1238" b="0">
                <a:solidFill>
                  <a:srgbClr val="255DA8"/>
                </a:solidFill>
                <a:latin typeface="Ubuntu Light"/>
                <a:ea typeface="Ubuntu Light"/>
                <a:cs typeface="Ubuntu Light"/>
              </a:defRPr>
            </a:lvl7pPr>
            <a:lvl8pPr algn="l">
              <a:defRPr sz="1238" b="0">
                <a:solidFill>
                  <a:srgbClr val="255DA8"/>
                </a:solidFill>
                <a:latin typeface="Ubuntu Light"/>
                <a:ea typeface="Ubuntu Light"/>
                <a:cs typeface="Ubuntu Light"/>
              </a:defRPr>
            </a:lvl8pPr>
            <a:lvl9pPr algn="l">
              <a:defRPr sz="1238" b="0">
                <a:solidFill>
                  <a:srgbClr val="255DA8"/>
                </a:solidFill>
                <a:latin typeface="Ubuntu Light"/>
                <a:ea typeface="Ubuntu Light"/>
                <a:cs typeface="Ubuntu Light"/>
              </a:defRPr>
            </a:lvl9pPr>
          </a:lstStyle>
          <a:p>
            <a:pPr algn="l">
              <a:defRPr sz="1238" b="0">
                <a:solidFill>
                  <a:srgbClr val="255DA8"/>
                </a:solidFill>
                <a:latin typeface="Ubuntu Light"/>
                <a:ea typeface="Ubuntu Light"/>
                <a:cs typeface="Ubuntu Light"/>
              </a:defRPr>
            </a:pPr>
            <a:r>
              <a:rPr b="0">
                <a:latin typeface="Menlo"/>
                <a:ea typeface="Menlo"/>
                <a:cs typeface="Menlo"/>
              </a:rPr>
              <a:t>coverage.py</a:t>
            </a:r>
          </a:p>
        </p:txBody>
      </p:sp>
      <p:sp>
        <p:nvSpPr>
          <p:cNvPr id="14" name="collection-save-no-exit">
            <a:extLst>
              <a:ext uri="{FF2B5EF4-FFF2-40B4-BE49-F238E27FC236}">
                <a16:creationId xmlns:a16="http://schemas.microsoft.com/office/drawing/2014/main" id="{DD7C1D67-F675-4FC7-8913-264A92BFA80F}"/>
              </a:ext>
            </a:extLst>
          </p:cNvPr>
          <p:cNvSpPr>
            <a:spLocks noGrp="1"/>
          </p:cNvSpPr>
          <p:nvPr/>
        </p:nvSpPr>
        <p:spPr>
          <a:xfrm>
            <a:off x="1857375" y="3238500"/>
            <a:ext cx="1333500" cy="200025"/>
          </a:xfrm>
          <a:prstGeom prst="rect">
            <a:avLst/>
          </a:prstGeom>
          <a:noFill/>
          <a:ln w="0">
            <a:noFill/>
          </a:ln>
        </p:spPr>
        <p:txBody>
          <a:bodyPr wrap="none" lIns="0" tIns="0" rIns="0" bIns="0" anchor="t">
            <a:noAutofit/>
          </a:bodyPr>
          <a:lstStyle>
            <a:defPPr algn="l">
              <a:defRPr sz="1163" b="0">
                <a:solidFill>
                  <a:srgbClr val="475569"/>
                </a:solidFill>
                <a:latin typeface="Ubuntu Light"/>
                <a:ea typeface="Ubuntu Light"/>
                <a:cs typeface="Ubuntu Light"/>
              </a:defRPr>
            </a:defPPr>
            <a:lvl1pPr algn="l">
              <a:defRPr sz="1163" b="0">
                <a:solidFill>
                  <a:srgbClr val="475569"/>
                </a:solidFill>
                <a:latin typeface="Ubuntu Light"/>
                <a:ea typeface="Ubuntu Light"/>
                <a:cs typeface="Ubuntu Light"/>
              </a:defRPr>
            </a:lvl1pPr>
            <a:lvl2pPr algn="l">
              <a:defRPr sz="1163" b="0">
                <a:solidFill>
                  <a:srgbClr val="475569"/>
                </a:solidFill>
                <a:latin typeface="Ubuntu Light"/>
                <a:ea typeface="Ubuntu Light"/>
                <a:cs typeface="Ubuntu Light"/>
              </a:defRPr>
            </a:lvl2pPr>
            <a:lvl3pPr algn="l">
              <a:defRPr sz="1163" b="0">
                <a:solidFill>
                  <a:srgbClr val="475569"/>
                </a:solidFill>
                <a:latin typeface="Ubuntu Light"/>
                <a:ea typeface="Ubuntu Light"/>
                <a:cs typeface="Ubuntu Light"/>
              </a:defRPr>
            </a:lvl3pPr>
            <a:lvl4pPr algn="l">
              <a:defRPr sz="1163" b="0">
                <a:solidFill>
                  <a:srgbClr val="475569"/>
                </a:solidFill>
                <a:latin typeface="Ubuntu Light"/>
                <a:ea typeface="Ubuntu Light"/>
                <a:cs typeface="Ubuntu Light"/>
              </a:defRPr>
            </a:lvl4pPr>
            <a:lvl5pPr algn="l">
              <a:defRPr sz="1163" b="0">
                <a:solidFill>
                  <a:srgbClr val="475569"/>
                </a:solidFill>
                <a:latin typeface="Ubuntu Light"/>
                <a:ea typeface="Ubuntu Light"/>
                <a:cs typeface="Ubuntu Light"/>
              </a:defRPr>
            </a:lvl5pPr>
            <a:lvl6pPr algn="l">
              <a:defRPr sz="1163" b="0">
                <a:solidFill>
                  <a:srgbClr val="475569"/>
                </a:solidFill>
                <a:latin typeface="Ubuntu Light"/>
                <a:ea typeface="Ubuntu Light"/>
                <a:cs typeface="Ubuntu Light"/>
              </a:defRPr>
            </a:lvl6pPr>
            <a:lvl7pPr algn="l">
              <a:defRPr sz="1163" b="0">
                <a:solidFill>
                  <a:srgbClr val="475569"/>
                </a:solidFill>
                <a:latin typeface="Ubuntu Light"/>
                <a:ea typeface="Ubuntu Light"/>
                <a:cs typeface="Ubuntu Light"/>
              </a:defRPr>
            </a:lvl7pPr>
            <a:lvl8pPr algn="l">
              <a:defRPr sz="1163" b="0">
                <a:solidFill>
                  <a:srgbClr val="475569"/>
                </a:solidFill>
                <a:latin typeface="Ubuntu Light"/>
                <a:ea typeface="Ubuntu Light"/>
                <a:cs typeface="Ubuntu Light"/>
              </a:defRPr>
            </a:lvl8pPr>
            <a:lvl9pPr algn="l">
              <a:defRPr sz="1163" b="0">
                <a:solidFill>
                  <a:srgbClr val="475569"/>
                </a:solidFill>
                <a:latin typeface="Ubuntu Light"/>
                <a:ea typeface="Ubuntu Light"/>
                <a:cs typeface="Ubuntu Light"/>
              </a:defRPr>
            </a:lvl9pPr>
          </a:lstStyle>
          <a:p>
            <a:pPr algn="l">
              <a:defRPr sz="1163" b="0">
                <a:solidFill>
                  <a:srgbClr val="475569"/>
                </a:solidFill>
                <a:latin typeface="Ubuntu Light"/>
                <a:ea typeface="Ubuntu Light"/>
                <a:cs typeface="Ubuntu Light"/>
              </a:defRPr>
            </a:pPr>
            <a:r>
              <a:rPr b="1" dirty="0">
                <a:latin typeface="Ubuntu Light"/>
                <a:ea typeface="Ubuntu Light"/>
                <a:cs typeface="Ubuntu Light"/>
              </a:rPr>
              <a:t>without exiting</a:t>
            </a:r>
          </a:p>
        </p:txBody>
      </p:sp>
      <p:pic>
        <p:nvPicPr>
          <p:cNvPr id="15" name="Picture 14">
            <a:extLst>
              <a:ext uri="{FF2B5EF4-FFF2-40B4-BE49-F238E27FC236}">
                <a16:creationId xmlns:a16="http://schemas.microsoft.com/office/drawing/2014/main" id="{D4E20DF4-090C-4956-A688-970A989C3D42}"/>
              </a:ext>
            </a:extLst>
          </p:cNvPr>
          <p:cNvPicPr>
            <a:picLocks noChangeAspect="1"/>
          </p:cNvPicPr>
          <p:nvPr/>
        </p:nvPicPr>
        <p:blipFill>
          <a:blip r:embed="rId7"/>
          <a:stretch/>
        </p:blipFill>
        <p:spPr>
          <a:xfrm>
            <a:off x="1190625" y="3209925"/>
            <a:ext cx="609600" cy="609600"/>
          </a:xfrm>
          <a:prstGeom prst="rect">
            <a:avLst/>
          </a:prstGeom>
        </p:spPr>
      </p:pic>
      <p:sp>
        <p:nvSpPr>
          <p:cNvPr id="16" name="collection-saved-file">
            <a:extLst>
              <a:ext uri="{FF2B5EF4-FFF2-40B4-BE49-F238E27FC236}">
                <a16:creationId xmlns:a16="http://schemas.microsoft.com/office/drawing/2014/main" id="{3E6100B6-CEE4-49A1-965D-C2029E5C0344}"/>
              </a:ext>
            </a:extLst>
          </p:cNvPr>
          <p:cNvSpPr>
            <a:spLocks noGrp="1"/>
          </p:cNvSpPr>
          <p:nvPr/>
        </p:nvSpPr>
        <p:spPr>
          <a:xfrm>
            <a:off x="857250" y="3886200"/>
            <a:ext cx="2143125" cy="247650"/>
          </a:xfrm>
          <a:prstGeom prst="rect">
            <a:avLst/>
          </a:prstGeom>
          <a:noFill/>
          <a:ln w="0">
            <a:noFill/>
          </a:ln>
        </p:spPr>
        <p:txBody>
          <a:bodyPr wrap="none" lIns="0" tIns="0" rIns="0" bIns="0" anchor="t">
            <a:noAutofit/>
          </a:bodyPr>
          <a:lstStyle>
            <a:defPPr algn="ctr">
              <a:defRPr sz="1350" b="0">
                <a:solidFill>
                  <a:srgbClr val="255DA8"/>
                </a:solidFill>
                <a:latin typeface="Ubuntu Light"/>
                <a:ea typeface="Ubuntu Light"/>
                <a:cs typeface="Ubuntu Light"/>
              </a:defRPr>
            </a:defPPr>
            <a:lvl1pPr algn="ctr">
              <a:defRPr sz="1350" b="0">
                <a:solidFill>
                  <a:srgbClr val="255DA8"/>
                </a:solidFill>
                <a:latin typeface="Ubuntu Light"/>
                <a:ea typeface="Ubuntu Light"/>
                <a:cs typeface="Ubuntu Light"/>
              </a:defRPr>
            </a:lvl1pPr>
            <a:lvl2pPr algn="ctr">
              <a:defRPr sz="1350" b="0">
                <a:solidFill>
                  <a:srgbClr val="255DA8"/>
                </a:solidFill>
                <a:latin typeface="Ubuntu Light"/>
                <a:ea typeface="Ubuntu Light"/>
                <a:cs typeface="Ubuntu Light"/>
              </a:defRPr>
            </a:lvl2pPr>
            <a:lvl3pPr algn="ctr">
              <a:defRPr sz="1350" b="0">
                <a:solidFill>
                  <a:srgbClr val="255DA8"/>
                </a:solidFill>
                <a:latin typeface="Ubuntu Light"/>
                <a:ea typeface="Ubuntu Light"/>
                <a:cs typeface="Ubuntu Light"/>
              </a:defRPr>
            </a:lvl3pPr>
            <a:lvl4pPr algn="ctr">
              <a:defRPr sz="1350" b="0">
                <a:solidFill>
                  <a:srgbClr val="255DA8"/>
                </a:solidFill>
                <a:latin typeface="Ubuntu Light"/>
                <a:ea typeface="Ubuntu Light"/>
                <a:cs typeface="Ubuntu Light"/>
              </a:defRPr>
            </a:lvl4pPr>
            <a:lvl5pPr algn="ctr">
              <a:defRPr sz="1350" b="0">
                <a:solidFill>
                  <a:srgbClr val="255DA8"/>
                </a:solidFill>
                <a:latin typeface="Ubuntu Light"/>
                <a:ea typeface="Ubuntu Light"/>
                <a:cs typeface="Ubuntu Light"/>
              </a:defRPr>
            </a:lvl5pPr>
            <a:lvl6pPr algn="ctr">
              <a:defRPr sz="1350" b="0">
                <a:solidFill>
                  <a:srgbClr val="255DA8"/>
                </a:solidFill>
                <a:latin typeface="Ubuntu Light"/>
                <a:ea typeface="Ubuntu Light"/>
                <a:cs typeface="Ubuntu Light"/>
              </a:defRPr>
            </a:lvl6pPr>
            <a:lvl7pPr algn="ctr">
              <a:defRPr sz="1350" b="0">
                <a:solidFill>
                  <a:srgbClr val="255DA8"/>
                </a:solidFill>
                <a:latin typeface="Ubuntu Light"/>
                <a:ea typeface="Ubuntu Light"/>
                <a:cs typeface="Ubuntu Light"/>
              </a:defRPr>
            </a:lvl7pPr>
            <a:lvl8pPr algn="ctr">
              <a:defRPr sz="1350" b="0">
                <a:solidFill>
                  <a:srgbClr val="255DA8"/>
                </a:solidFill>
                <a:latin typeface="Ubuntu Light"/>
                <a:ea typeface="Ubuntu Light"/>
                <a:cs typeface="Ubuntu Light"/>
              </a:defRPr>
            </a:lvl8pPr>
            <a:lvl9pPr algn="ctr">
              <a:defRPr sz="1350" b="0">
                <a:solidFill>
                  <a:srgbClr val="255DA8"/>
                </a:solidFill>
                <a:latin typeface="Ubuntu Light"/>
                <a:ea typeface="Ubuntu Light"/>
                <a:cs typeface="Ubuntu Light"/>
              </a:defRPr>
            </a:lvl9pPr>
          </a:lstStyle>
          <a:p>
            <a:pPr algn="ctr">
              <a:defRPr sz="1350" b="0">
                <a:solidFill>
                  <a:srgbClr val="255DA8"/>
                </a:solidFill>
                <a:latin typeface="Ubuntu Light"/>
                <a:ea typeface="Ubuntu Light"/>
                <a:cs typeface="Ubuntu Light"/>
              </a:defRPr>
            </a:pPr>
            <a:r>
              <a:rPr b="0">
                <a:latin typeface="Menlo"/>
                <a:ea typeface="Menlo"/>
                <a:cs typeface="Menlo"/>
              </a:rPr>
              <a:t>.coverage.…</a:t>
            </a:r>
          </a:p>
        </p:txBody>
      </p:sp>
      <p:cxnSp>
        <p:nvCxnSpPr>
          <p:cNvPr id="17" name="collection-copy-first-leg">
            <a:extLst>
              <a:ext uri="{FF2B5EF4-FFF2-40B4-BE49-F238E27FC236}">
                <a16:creationId xmlns:a16="http://schemas.microsoft.com/office/drawing/2014/main" id="{10DB71E3-9AF1-4847-A452-F46C4995CF22}"/>
              </a:ext>
            </a:extLst>
          </p:cNvPr>
          <p:cNvCxnSpPr/>
          <p:nvPr/>
        </p:nvCxnSpPr>
        <p:spPr>
          <a:xfrm>
            <a:off x="1952625" y="3514725"/>
            <a:ext cx="2362200" cy="0"/>
          </a:xfrm>
          <a:prstGeom prst="straightConnector1">
            <a:avLst/>
          </a:prstGeom>
          <a:ln w="19050">
            <a:solidFill>
              <a:srgbClr val="202D3E"/>
            </a:solidFill>
          </a:ln>
        </p:spPr>
      </p:cxnSp>
      <p:pic>
        <p:nvPicPr>
          <p:cNvPr id="18" name="Picture 17">
            <a:extLst>
              <a:ext uri="{FF2B5EF4-FFF2-40B4-BE49-F238E27FC236}">
                <a16:creationId xmlns:a16="http://schemas.microsoft.com/office/drawing/2014/main" id="{136AD770-B336-4E86-8F33-7BD86E0AF5BB}"/>
              </a:ext>
            </a:extLst>
          </p:cNvPr>
          <p:cNvPicPr>
            <a:picLocks noChangeAspect="1"/>
          </p:cNvPicPr>
          <p:nvPr/>
        </p:nvPicPr>
        <p:blipFill>
          <a:blip r:embed="rId7"/>
          <a:stretch/>
        </p:blipFill>
        <p:spPr>
          <a:xfrm>
            <a:off x="4429125" y="3305175"/>
            <a:ext cx="419100" cy="419100"/>
          </a:xfrm>
          <a:prstGeom prst="rect">
            <a:avLst/>
          </a:prstGeom>
        </p:spPr>
      </p:pic>
      <p:cxnSp>
        <p:nvCxnSpPr>
          <p:cNvPr id="19" name="collection-copy-last-leg-0">
            <a:extLst>
              <a:ext uri="{FF2B5EF4-FFF2-40B4-BE49-F238E27FC236}">
                <a16:creationId xmlns:a16="http://schemas.microsoft.com/office/drawing/2014/main" id="{1AE50324-EFA5-46AB-8412-51FDB70539B0}"/>
              </a:ext>
            </a:extLst>
          </p:cNvPr>
          <p:cNvCxnSpPr/>
          <p:nvPr/>
        </p:nvCxnSpPr>
        <p:spPr>
          <a:xfrm>
            <a:off x="4962525" y="3514725"/>
            <a:ext cx="1790700" cy="0"/>
          </a:xfrm>
          <a:prstGeom prst="straightConnector1">
            <a:avLst/>
          </a:prstGeom>
          <a:ln w="19050">
            <a:solidFill>
              <a:srgbClr val="202D3E"/>
            </a:solidFill>
            <a:tailEnd type="triangle" w="sm" len="sm"/>
          </a:ln>
        </p:spPr>
      </p:cxnSp>
      <p:sp>
        <p:nvSpPr>
          <p:cNvPr id="20" name="collection-copy-label">
            <a:extLst>
              <a:ext uri="{FF2B5EF4-FFF2-40B4-BE49-F238E27FC236}">
                <a16:creationId xmlns:a16="http://schemas.microsoft.com/office/drawing/2014/main" id="{D175217D-F476-4D14-90BC-1ED51154A482}"/>
              </a:ext>
            </a:extLst>
          </p:cNvPr>
          <p:cNvSpPr>
            <a:spLocks noGrp="1"/>
          </p:cNvSpPr>
          <p:nvPr/>
        </p:nvSpPr>
        <p:spPr>
          <a:xfrm>
            <a:off x="3476625" y="3019425"/>
            <a:ext cx="2857500" cy="266700"/>
          </a:xfrm>
          <a:prstGeom prst="rect">
            <a:avLst/>
          </a:prstGeom>
          <a:noFill/>
          <a:ln w="0">
            <a:noFill/>
          </a:ln>
        </p:spPr>
        <p:txBody>
          <a:bodyPr wrap="none" lIns="0" tIns="0" rIns="0" bIns="0" anchor="t">
            <a:noAutofit/>
          </a:bodyPr>
          <a:lstStyle>
            <a:defPPr algn="ctr">
              <a:defRPr sz="1575" b="0">
                <a:solidFill>
                  <a:srgbClr val="202D3E"/>
                </a:solidFill>
                <a:latin typeface="Ubuntu Light"/>
                <a:ea typeface="Ubuntu Light"/>
                <a:cs typeface="Ubuntu Light"/>
              </a:defRPr>
            </a:defPPr>
            <a:lvl1pPr algn="ctr">
              <a:defRPr sz="1575" b="0">
                <a:solidFill>
                  <a:srgbClr val="202D3E"/>
                </a:solidFill>
                <a:latin typeface="Ubuntu Light"/>
                <a:ea typeface="Ubuntu Light"/>
                <a:cs typeface="Ubuntu Light"/>
              </a:defRPr>
            </a:lvl1pPr>
            <a:lvl2pPr algn="ctr">
              <a:defRPr sz="1575" b="0">
                <a:solidFill>
                  <a:srgbClr val="202D3E"/>
                </a:solidFill>
                <a:latin typeface="Ubuntu Light"/>
                <a:ea typeface="Ubuntu Light"/>
                <a:cs typeface="Ubuntu Light"/>
              </a:defRPr>
            </a:lvl2pPr>
            <a:lvl3pPr algn="ctr">
              <a:defRPr sz="1575" b="0">
                <a:solidFill>
                  <a:srgbClr val="202D3E"/>
                </a:solidFill>
                <a:latin typeface="Ubuntu Light"/>
                <a:ea typeface="Ubuntu Light"/>
                <a:cs typeface="Ubuntu Light"/>
              </a:defRPr>
            </a:lvl3pPr>
            <a:lvl4pPr algn="ctr">
              <a:defRPr sz="1575" b="0">
                <a:solidFill>
                  <a:srgbClr val="202D3E"/>
                </a:solidFill>
                <a:latin typeface="Ubuntu Light"/>
                <a:ea typeface="Ubuntu Light"/>
                <a:cs typeface="Ubuntu Light"/>
              </a:defRPr>
            </a:lvl4pPr>
            <a:lvl5pPr algn="ctr">
              <a:defRPr sz="1575" b="0">
                <a:solidFill>
                  <a:srgbClr val="202D3E"/>
                </a:solidFill>
                <a:latin typeface="Ubuntu Light"/>
                <a:ea typeface="Ubuntu Light"/>
                <a:cs typeface="Ubuntu Light"/>
              </a:defRPr>
            </a:lvl5pPr>
            <a:lvl6pPr algn="ctr">
              <a:defRPr sz="1575" b="0">
                <a:solidFill>
                  <a:srgbClr val="202D3E"/>
                </a:solidFill>
                <a:latin typeface="Ubuntu Light"/>
                <a:ea typeface="Ubuntu Light"/>
                <a:cs typeface="Ubuntu Light"/>
              </a:defRPr>
            </a:lvl6pPr>
            <a:lvl7pPr algn="ctr">
              <a:defRPr sz="1575" b="0">
                <a:solidFill>
                  <a:srgbClr val="202D3E"/>
                </a:solidFill>
                <a:latin typeface="Ubuntu Light"/>
                <a:ea typeface="Ubuntu Light"/>
                <a:cs typeface="Ubuntu Light"/>
              </a:defRPr>
            </a:lvl7pPr>
            <a:lvl8pPr algn="ctr">
              <a:defRPr sz="1575" b="0">
                <a:solidFill>
                  <a:srgbClr val="202D3E"/>
                </a:solidFill>
                <a:latin typeface="Ubuntu Light"/>
                <a:ea typeface="Ubuntu Light"/>
                <a:cs typeface="Ubuntu Light"/>
              </a:defRPr>
            </a:lvl8pPr>
            <a:lvl9pPr algn="ctr">
              <a:defRPr sz="1575" b="0">
                <a:solidFill>
                  <a:srgbClr val="202D3E"/>
                </a:solidFill>
                <a:latin typeface="Ubuntu Light"/>
                <a:ea typeface="Ubuntu Light"/>
                <a:cs typeface="Ubuntu Light"/>
              </a:defRPr>
            </a:lvl9pPr>
          </a:lstStyle>
          <a:p>
            <a:pPr algn="ctr">
              <a:defRPr sz="1575" b="0">
                <a:solidFill>
                  <a:srgbClr val="202D3E"/>
                </a:solidFill>
                <a:latin typeface="Ubuntu Light"/>
                <a:ea typeface="Ubuntu Light"/>
                <a:cs typeface="Ubuntu Light"/>
              </a:defRPr>
            </a:pPr>
            <a:r>
              <a:rPr b="0">
                <a:latin typeface="Ubuntu Light"/>
                <a:ea typeface="Ubuntu Light"/>
                <a:cs typeface="Ubuntu Light"/>
              </a:rPr>
              <a:t>3  Copy with Docker</a:t>
            </a:r>
          </a:p>
        </p:txBody>
      </p:sp>
      <p:pic>
        <p:nvPicPr>
          <p:cNvPr id="21" name="Picture 20">
            <a:extLst>
              <a:ext uri="{FF2B5EF4-FFF2-40B4-BE49-F238E27FC236}">
                <a16:creationId xmlns:a16="http://schemas.microsoft.com/office/drawing/2014/main" id="{4F9EA660-AE15-42EC-BACE-02CB249B9E51}"/>
              </a:ext>
            </a:extLst>
          </p:cNvPr>
          <p:cNvPicPr>
            <a:picLocks noChangeAspect="1"/>
          </p:cNvPicPr>
          <p:nvPr/>
        </p:nvPicPr>
        <p:blipFill>
          <a:blip r:embed="rId8"/>
          <a:stretch/>
        </p:blipFill>
        <p:spPr>
          <a:xfrm>
            <a:off x="6991350" y="3209925"/>
            <a:ext cx="609600" cy="609600"/>
          </a:xfrm>
          <a:prstGeom prst="rect">
            <a:avLst/>
          </a:prstGeom>
        </p:spPr>
      </p:pic>
      <p:sp>
        <p:nvSpPr>
          <p:cNvPr id="22" name="collection-host-folder">
            <a:extLst>
              <a:ext uri="{FF2B5EF4-FFF2-40B4-BE49-F238E27FC236}">
                <a16:creationId xmlns:a16="http://schemas.microsoft.com/office/drawing/2014/main" id="{E76AF4B7-232F-493E-8FFC-C2E8B87B345E}"/>
              </a:ext>
            </a:extLst>
          </p:cNvPr>
          <p:cNvSpPr>
            <a:spLocks noGrp="1"/>
          </p:cNvSpPr>
          <p:nvPr/>
        </p:nvSpPr>
        <p:spPr>
          <a:xfrm>
            <a:off x="6191250" y="3886200"/>
            <a:ext cx="2333625" cy="247650"/>
          </a:xfrm>
          <a:prstGeom prst="rect">
            <a:avLst/>
          </a:prstGeom>
          <a:noFill/>
          <a:ln w="0">
            <a:noFill/>
          </a:ln>
        </p:spPr>
        <p:txBody>
          <a:bodyPr wrap="none" lIns="0" tIns="0" rIns="0" bIns="0" anchor="t">
            <a:noAutofit/>
          </a:bodyPr>
          <a:lstStyle>
            <a:defPPr algn="ctr">
              <a:defRPr sz="1313" b="0">
                <a:solidFill>
                  <a:srgbClr val="255DA8"/>
                </a:solidFill>
                <a:latin typeface="Ubuntu Light"/>
                <a:ea typeface="Ubuntu Light"/>
                <a:cs typeface="Ubuntu Light"/>
              </a:defRPr>
            </a:defPPr>
            <a:lvl1pPr algn="ctr">
              <a:defRPr sz="1313" b="0">
                <a:solidFill>
                  <a:srgbClr val="255DA8"/>
                </a:solidFill>
                <a:latin typeface="Ubuntu Light"/>
                <a:ea typeface="Ubuntu Light"/>
                <a:cs typeface="Ubuntu Light"/>
              </a:defRPr>
            </a:lvl1pPr>
            <a:lvl2pPr algn="ctr">
              <a:defRPr sz="1313" b="0">
                <a:solidFill>
                  <a:srgbClr val="255DA8"/>
                </a:solidFill>
                <a:latin typeface="Ubuntu Light"/>
                <a:ea typeface="Ubuntu Light"/>
                <a:cs typeface="Ubuntu Light"/>
              </a:defRPr>
            </a:lvl2pPr>
            <a:lvl3pPr algn="ctr">
              <a:defRPr sz="1313" b="0">
                <a:solidFill>
                  <a:srgbClr val="255DA8"/>
                </a:solidFill>
                <a:latin typeface="Ubuntu Light"/>
                <a:ea typeface="Ubuntu Light"/>
                <a:cs typeface="Ubuntu Light"/>
              </a:defRPr>
            </a:lvl3pPr>
            <a:lvl4pPr algn="ctr">
              <a:defRPr sz="1313" b="0">
                <a:solidFill>
                  <a:srgbClr val="255DA8"/>
                </a:solidFill>
                <a:latin typeface="Ubuntu Light"/>
                <a:ea typeface="Ubuntu Light"/>
                <a:cs typeface="Ubuntu Light"/>
              </a:defRPr>
            </a:lvl4pPr>
            <a:lvl5pPr algn="ctr">
              <a:defRPr sz="1313" b="0">
                <a:solidFill>
                  <a:srgbClr val="255DA8"/>
                </a:solidFill>
                <a:latin typeface="Ubuntu Light"/>
                <a:ea typeface="Ubuntu Light"/>
                <a:cs typeface="Ubuntu Light"/>
              </a:defRPr>
            </a:lvl5pPr>
            <a:lvl6pPr algn="ctr">
              <a:defRPr sz="1313" b="0">
                <a:solidFill>
                  <a:srgbClr val="255DA8"/>
                </a:solidFill>
                <a:latin typeface="Ubuntu Light"/>
                <a:ea typeface="Ubuntu Light"/>
                <a:cs typeface="Ubuntu Light"/>
              </a:defRPr>
            </a:lvl6pPr>
            <a:lvl7pPr algn="ctr">
              <a:defRPr sz="1313" b="0">
                <a:solidFill>
                  <a:srgbClr val="255DA8"/>
                </a:solidFill>
                <a:latin typeface="Ubuntu Light"/>
                <a:ea typeface="Ubuntu Light"/>
                <a:cs typeface="Ubuntu Light"/>
              </a:defRPr>
            </a:lvl7pPr>
            <a:lvl8pPr algn="ctr">
              <a:defRPr sz="1313" b="0">
                <a:solidFill>
                  <a:srgbClr val="255DA8"/>
                </a:solidFill>
                <a:latin typeface="Ubuntu Light"/>
                <a:ea typeface="Ubuntu Light"/>
                <a:cs typeface="Ubuntu Light"/>
              </a:defRPr>
            </a:lvl8pPr>
            <a:lvl9pPr algn="ctr">
              <a:defRPr sz="1313" b="0">
                <a:solidFill>
                  <a:srgbClr val="255DA8"/>
                </a:solidFill>
                <a:latin typeface="Ubuntu Light"/>
                <a:ea typeface="Ubuntu Light"/>
                <a:cs typeface="Ubuntu Light"/>
              </a:defRPr>
            </a:lvl9pPr>
          </a:lstStyle>
          <a:p>
            <a:pPr algn="ctr">
              <a:defRPr sz="1313" b="0">
                <a:solidFill>
                  <a:srgbClr val="255DA8"/>
                </a:solidFill>
                <a:latin typeface="Ubuntu Light"/>
                <a:ea typeface="Ubuntu Light"/>
                <a:cs typeface="Ubuntu Light"/>
              </a:defRPr>
            </a:pPr>
            <a:r>
              <a:rPr b="0" dirty="0">
                <a:latin typeface="Menlo"/>
                <a:ea typeface="Menlo"/>
                <a:cs typeface="Menlo"/>
              </a:rPr>
              <a:t>output/coverage/</a:t>
            </a:r>
          </a:p>
        </p:txBody>
      </p:sp>
      <p:cxnSp>
        <p:nvCxnSpPr>
          <p:cNvPr id="23" name="collection-delete-0">
            <a:extLst>
              <a:ext uri="{FF2B5EF4-FFF2-40B4-BE49-F238E27FC236}">
                <a16:creationId xmlns:a16="http://schemas.microsoft.com/office/drawing/2014/main" id="{1B677BF3-ACB8-48F3-BF09-B3BEA9CDCCC1}"/>
              </a:ext>
            </a:extLst>
          </p:cNvPr>
          <p:cNvCxnSpPr/>
          <p:nvPr/>
        </p:nvCxnSpPr>
        <p:spPr>
          <a:xfrm>
            <a:off x="7296150" y="4181475"/>
            <a:ext cx="0" cy="390525"/>
          </a:xfrm>
          <a:prstGeom prst="straightConnector1">
            <a:avLst/>
          </a:prstGeom>
          <a:ln w="19050">
            <a:solidFill>
              <a:srgbClr val="202D3E"/>
            </a:solidFill>
          </a:ln>
        </p:spPr>
      </p:cxnSp>
      <p:cxnSp>
        <p:nvCxnSpPr>
          <p:cNvPr id="24" name="collection-delete-1">
            <a:extLst>
              <a:ext uri="{FF2B5EF4-FFF2-40B4-BE49-F238E27FC236}">
                <a16:creationId xmlns:a16="http://schemas.microsoft.com/office/drawing/2014/main" id="{A33559E0-02A2-4D6F-8636-D6A0D003A2A2}"/>
              </a:ext>
            </a:extLst>
          </p:cNvPr>
          <p:cNvCxnSpPr/>
          <p:nvPr/>
        </p:nvCxnSpPr>
        <p:spPr>
          <a:xfrm>
            <a:off x="1952625" y="4572000"/>
            <a:ext cx="5343525" cy="0"/>
          </a:xfrm>
          <a:prstGeom prst="straightConnector1">
            <a:avLst/>
          </a:prstGeom>
          <a:ln w="19050">
            <a:solidFill>
              <a:srgbClr val="202D3E"/>
            </a:solidFill>
            <a:headEnd type="triangle" w="sm" len="sm"/>
          </a:ln>
        </p:spPr>
      </p:cxnSp>
      <p:sp>
        <p:nvSpPr>
          <p:cNvPr id="25" name="collection-delete-label">
            <a:extLst>
              <a:ext uri="{FF2B5EF4-FFF2-40B4-BE49-F238E27FC236}">
                <a16:creationId xmlns:a16="http://schemas.microsoft.com/office/drawing/2014/main" id="{E098E0DC-A2C5-420A-BD12-31BEC9F477C9}"/>
              </a:ext>
            </a:extLst>
          </p:cNvPr>
          <p:cNvSpPr>
            <a:spLocks noGrp="1"/>
          </p:cNvSpPr>
          <p:nvPr/>
        </p:nvSpPr>
        <p:spPr>
          <a:xfrm>
            <a:off x="3333750" y="4248150"/>
            <a:ext cx="3238500" cy="276225"/>
          </a:xfrm>
          <a:prstGeom prst="rect">
            <a:avLst/>
          </a:prstGeom>
          <a:noFill/>
          <a:ln w="0">
            <a:noFill/>
          </a:ln>
        </p:spPr>
        <p:txBody>
          <a:bodyPr wrap="none" lIns="0" tIns="0" rIns="0" bIns="0" anchor="t">
            <a:noAutofit/>
          </a:bodyPr>
          <a:lstStyle>
            <a:defPPr algn="ctr">
              <a:defRPr sz="1500" b="0">
                <a:solidFill>
                  <a:srgbClr val="202D3E"/>
                </a:solidFill>
                <a:latin typeface="Ubuntu Light"/>
                <a:ea typeface="Ubuntu Light"/>
                <a:cs typeface="Ubuntu Light"/>
              </a:defRPr>
            </a:defPPr>
            <a:lvl1pPr algn="ctr">
              <a:defRPr sz="1500" b="0">
                <a:solidFill>
                  <a:srgbClr val="202D3E"/>
                </a:solidFill>
                <a:latin typeface="Ubuntu Light"/>
                <a:ea typeface="Ubuntu Light"/>
                <a:cs typeface="Ubuntu Light"/>
              </a:defRPr>
            </a:lvl1pPr>
            <a:lvl2pPr algn="ctr">
              <a:defRPr sz="1500" b="0">
                <a:solidFill>
                  <a:srgbClr val="202D3E"/>
                </a:solidFill>
                <a:latin typeface="Ubuntu Light"/>
                <a:ea typeface="Ubuntu Light"/>
                <a:cs typeface="Ubuntu Light"/>
              </a:defRPr>
            </a:lvl2pPr>
            <a:lvl3pPr algn="ctr">
              <a:defRPr sz="1500" b="0">
                <a:solidFill>
                  <a:srgbClr val="202D3E"/>
                </a:solidFill>
                <a:latin typeface="Ubuntu Light"/>
                <a:ea typeface="Ubuntu Light"/>
                <a:cs typeface="Ubuntu Light"/>
              </a:defRPr>
            </a:lvl3pPr>
            <a:lvl4pPr algn="ctr">
              <a:defRPr sz="1500" b="0">
                <a:solidFill>
                  <a:srgbClr val="202D3E"/>
                </a:solidFill>
                <a:latin typeface="Ubuntu Light"/>
                <a:ea typeface="Ubuntu Light"/>
                <a:cs typeface="Ubuntu Light"/>
              </a:defRPr>
            </a:lvl4pPr>
            <a:lvl5pPr algn="ctr">
              <a:defRPr sz="1500" b="0">
                <a:solidFill>
                  <a:srgbClr val="202D3E"/>
                </a:solidFill>
                <a:latin typeface="Ubuntu Light"/>
                <a:ea typeface="Ubuntu Light"/>
                <a:cs typeface="Ubuntu Light"/>
              </a:defRPr>
            </a:lvl5pPr>
            <a:lvl6pPr algn="ctr">
              <a:defRPr sz="1500" b="0">
                <a:solidFill>
                  <a:srgbClr val="202D3E"/>
                </a:solidFill>
                <a:latin typeface="Ubuntu Light"/>
                <a:ea typeface="Ubuntu Light"/>
                <a:cs typeface="Ubuntu Light"/>
              </a:defRPr>
            </a:lvl6pPr>
            <a:lvl7pPr algn="ctr">
              <a:defRPr sz="1500" b="0">
                <a:solidFill>
                  <a:srgbClr val="202D3E"/>
                </a:solidFill>
                <a:latin typeface="Ubuntu Light"/>
                <a:ea typeface="Ubuntu Light"/>
                <a:cs typeface="Ubuntu Light"/>
              </a:defRPr>
            </a:lvl7pPr>
            <a:lvl8pPr algn="ctr">
              <a:defRPr sz="1500" b="0">
                <a:solidFill>
                  <a:srgbClr val="202D3E"/>
                </a:solidFill>
                <a:latin typeface="Ubuntu Light"/>
                <a:ea typeface="Ubuntu Light"/>
                <a:cs typeface="Ubuntu Light"/>
              </a:defRPr>
            </a:lvl8pPr>
            <a:lvl9pPr algn="ctr">
              <a:defRPr sz="1500" b="0">
                <a:solidFill>
                  <a:srgbClr val="202D3E"/>
                </a:solidFill>
                <a:latin typeface="Ubuntu Light"/>
                <a:ea typeface="Ubuntu Light"/>
                <a:cs typeface="Ubuntu Light"/>
              </a:defRPr>
            </a:lvl9pPr>
          </a:lstStyle>
          <a:p>
            <a:pPr algn="ctr">
              <a:defRPr sz="1500" b="0">
                <a:solidFill>
                  <a:srgbClr val="202D3E"/>
                </a:solidFill>
                <a:latin typeface="Ubuntu Light"/>
                <a:ea typeface="Ubuntu Light"/>
                <a:cs typeface="Ubuntu Light"/>
              </a:defRPr>
            </a:pPr>
            <a:r>
              <a:rPr b="0">
                <a:latin typeface="Ubuntu Light"/>
                <a:ea typeface="Ubuntu Light"/>
                <a:cs typeface="Ubuntu Light"/>
              </a:rPr>
              <a:t>4  Delete Lambda functions</a:t>
            </a:r>
          </a:p>
        </p:txBody>
      </p:sp>
      <p:pic>
        <p:nvPicPr>
          <p:cNvPr id="26" name="Picture 25">
            <a:extLst>
              <a:ext uri="{FF2B5EF4-FFF2-40B4-BE49-F238E27FC236}">
                <a16:creationId xmlns:a16="http://schemas.microsoft.com/office/drawing/2014/main" id="{8BA6972A-1D7A-4065-8A25-0AA58CE4C92A}"/>
              </a:ext>
            </a:extLst>
          </p:cNvPr>
          <p:cNvPicPr>
            <a:picLocks noChangeAspect="1"/>
          </p:cNvPicPr>
          <p:nvPr/>
        </p:nvPicPr>
        <p:blipFill>
          <a:blip r:embed="rId9"/>
          <a:stretch/>
        </p:blipFill>
        <p:spPr>
          <a:xfrm>
            <a:off x="1247775" y="4324350"/>
            <a:ext cx="495300" cy="495300"/>
          </a:xfrm>
          <a:prstGeom prst="rect">
            <a:avLst/>
          </a:prstGeom>
        </p:spPr>
      </p:pic>
      <p:sp>
        <p:nvSpPr>
          <p:cNvPr id="27" name="collection-suite-end">
            <a:extLst>
              <a:ext uri="{FF2B5EF4-FFF2-40B4-BE49-F238E27FC236}">
                <a16:creationId xmlns:a16="http://schemas.microsoft.com/office/drawing/2014/main" id="{C49E5219-7E26-4DA8-A507-065E9C036EC3}"/>
              </a:ext>
            </a:extLst>
          </p:cNvPr>
          <p:cNvSpPr>
            <a:spLocks noGrp="1"/>
          </p:cNvSpPr>
          <p:nvPr/>
        </p:nvSpPr>
        <p:spPr>
          <a:xfrm>
            <a:off x="619125" y="4867275"/>
            <a:ext cx="7905750" cy="228600"/>
          </a:xfrm>
          <a:prstGeom prst="rect">
            <a:avLst/>
          </a:prstGeom>
          <a:noFill/>
          <a:ln w="0">
            <a:noFill/>
          </a:ln>
        </p:spPr>
        <p:txBody>
          <a:bodyPr wrap="none" lIns="0" tIns="0" rIns="0" bIns="0" anchor="t">
            <a:noAutofit/>
          </a:bodyPr>
          <a:lstStyle>
            <a:defPPr algn="l">
              <a:defRPr sz="1313" b="0">
                <a:solidFill>
                  <a:srgbClr val="475569"/>
                </a:solidFill>
                <a:latin typeface="Ubuntu Light"/>
                <a:ea typeface="Ubuntu Light"/>
                <a:cs typeface="Ubuntu Light"/>
              </a:defRPr>
            </a:defPPr>
            <a:lvl1pPr algn="l">
              <a:defRPr sz="1313" b="0">
                <a:solidFill>
                  <a:srgbClr val="475569"/>
                </a:solidFill>
                <a:latin typeface="Ubuntu Light"/>
                <a:ea typeface="Ubuntu Light"/>
                <a:cs typeface="Ubuntu Light"/>
              </a:defRPr>
            </a:lvl1pPr>
            <a:lvl2pPr algn="l">
              <a:defRPr sz="1313" b="0">
                <a:solidFill>
                  <a:srgbClr val="475569"/>
                </a:solidFill>
                <a:latin typeface="Ubuntu Light"/>
                <a:ea typeface="Ubuntu Light"/>
                <a:cs typeface="Ubuntu Light"/>
              </a:defRPr>
            </a:lvl2pPr>
            <a:lvl3pPr algn="l">
              <a:defRPr sz="1313" b="0">
                <a:solidFill>
                  <a:srgbClr val="475569"/>
                </a:solidFill>
                <a:latin typeface="Ubuntu Light"/>
                <a:ea typeface="Ubuntu Light"/>
                <a:cs typeface="Ubuntu Light"/>
              </a:defRPr>
            </a:lvl3pPr>
            <a:lvl4pPr algn="l">
              <a:defRPr sz="1313" b="0">
                <a:solidFill>
                  <a:srgbClr val="475569"/>
                </a:solidFill>
                <a:latin typeface="Ubuntu Light"/>
                <a:ea typeface="Ubuntu Light"/>
                <a:cs typeface="Ubuntu Light"/>
              </a:defRPr>
            </a:lvl4pPr>
            <a:lvl5pPr algn="l">
              <a:defRPr sz="1313" b="0">
                <a:solidFill>
                  <a:srgbClr val="475569"/>
                </a:solidFill>
                <a:latin typeface="Ubuntu Light"/>
                <a:ea typeface="Ubuntu Light"/>
                <a:cs typeface="Ubuntu Light"/>
              </a:defRPr>
            </a:lvl5pPr>
            <a:lvl6pPr algn="l">
              <a:defRPr sz="1313" b="0">
                <a:solidFill>
                  <a:srgbClr val="475569"/>
                </a:solidFill>
                <a:latin typeface="Ubuntu Light"/>
                <a:ea typeface="Ubuntu Light"/>
                <a:cs typeface="Ubuntu Light"/>
              </a:defRPr>
            </a:lvl6pPr>
            <a:lvl7pPr algn="l">
              <a:defRPr sz="1313" b="0">
                <a:solidFill>
                  <a:srgbClr val="475569"/>
                </a:solidFill>
                <a:latin typeface="Ubuntu Light"/>
                <a:ea typeface="Ubuntu Light"/>
                <a:cs typeface="Ubuntu Light"/>
              </a:defRPr>
            </a:lvl7pPr>
            <a:lvl8pPr algn="l">
              <a:defRPr sz="1313" b="0">
                <a:solidFill>
                  <a:srgbClr val="475569"/>
                </a:solidFill>
                <a:latin typeface="Ubuntu Light"/>
                <a:ea typeface="Ubuntu Light"/>
                <a:cs typeface="Ubuntu Light"/>
              </a:defRPr>
            </a:lvl8pPr>
            <a:lvl9pPr algn="l">
              <a:defRPr sz="1313" b="0">
                <a:solidFill>
                  <a:srgbClr val="475569"/>
                </a:solidFill>
                <a:latin typeface="Ubuntu Light"/>
                <a:ea typeface="Ubuntu Light"/>
                <a:cs typeface="Ubuntu Light"/>
              </a:defRPr>
            </a:lvl9pPr>
          </a:lstStyle>
          <a:p>
            <a:pPr algn="l">
              <a:defRPr sz="1313" b="0">
                <a:solidFill>
                  <a:srgbClr val="475569"/>
                </a:solidFill>
                <a:latin typeface="Ubuntu Light"/>
                <a:ea typeface="Ubuntu Light"/>
                <a:cs typeface="Ubuntu Light"/>
              </a:defRPr>
            </a:pPr>
            <a:r>
              <a:rPr b="0" dirty="0">
                <a:latin typeface="Ubuntu Light"/>
                <a:ea typeface="Ubuntu Light"/>
                <a:cs typeface="Ubuntu Light"/>
              </a:rPr>
              <a:t>After all tests: </a:t>
            </a:r>
            <a:r>
              <a:rPr b="0" dirty="0">
                <a:latin typeface="Menlo"/>
                <a:ea typeface="Menlo"/>
                <a:cs typeface="Menlo"/>
              </a:rPr>
              <a:t>coverage combine</a:t>
            </a:r>
            <a:r>
              <a:rPr b="0" dirty="0">
                <a:latin typeface="Ubuntu Light"/>
                <a:ea typeface="Ubuntu Light"/>
                <a:cs typeface="Ubuntu Light"/>
              </a:rPr>
              <a:t>, then </a:t>
            </a:r>
            <a:r>
              <a:rPr lang="en-US" b="0" dirty="0">
                <a:latin typeface="Ubuntu Light"/>
                <a:ea typeface="Ubuntu Light"/>
                <a:cs typeface="Ubuntu Light"/>
              </a:rPr>
              <a:t>export </a:t>
            </a:r>
            <a:r>
              <a:rPr b="0" dirty="0">
                <a:latin typeface="Ubuntu Light"/>
                <a:ea typeface="Ubuntu Light"/>
                <a:cs typeface="Ubuntu Light"/>
              </a:rPr>
              <a:t>HTML report.</a:t>
            </a:r>
          </a:p>
        </p:txBody>
      </p:sp>
    </p:spTree>
    <p:extLst>
      <p:ext uri="{BB962C8B-B14F-4D97-AF65-F5344CB8AC3E}">
        <p14:creationId xmlns:p14="http://schemas.microsoft.com/office/powerpoint/2010/main" val="12706008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D49CCC-A643-085F-9004-BD962F6A4651}"/>
            </a:ext>
          </a:extLst>
        </p:cNvPr>
        <p:cNvGrpSpPr/>
        <p:nvPr/>
      </p:nvGrpSpPr>
      <p:grpSpPr>
        <a:xfrm>
          <a:off x="0" y="0"/>
          <a:ext cx="0" cy="0"/>
          <a:chOff x="0" y="0"/>
          <a:chExt cx="0" cy="0"/>
        </a:xfrm>
      </p:grpSpPr>
      <p:sp>
        <p:nvSpPr>
          <p:cNvPr id="2" name="source-label">
            <a:extLst>
              <a:ext uri="{FF2B5EF4-FFF2-40B4-BE49-F238E27FC236}">
                <a16:creationId xmlns:a16="http://schemas.microsoft.com/office/drawing/2014/main" id="{53148E8A-4CD7-9CE4-B61A-6012D2070FAE}"/>
              </a:ext>
            </a:extLst>
          </p:cNvPr>
          <p:cNvSpPr>
            <a:spLocks noGrp="1"/>
          </p:cNvSpPr>
          <p:nvPr/>
        </p:nvSpPr>
        <p:spPr>
          <a:xfrm>
            <a:off x="619125" y="1371600"/>
            <a:ext cx="1781175" cy="219075"/>
          </a:xfrm>
          <a:prstGeom prst="rect">
            <a:avLst/>
          </a:prstGeom>
          <a:noFill/>
          <a:ln w="0">
            <a:noFill/>
          </a:ln>
        </p:spPr>
        <p:txBody>
          <a:bodyPr wrap="none" lIns="0" tIns="0" rIns="0" bIns="0" anchor="t">
            <a:noAutofit/>
          </a:bodyPr>
          <a:lstStyle>
            <a:defPPr algn="l">
              <a:defRPr sz="1200" b="0">
                <a:solidFill>
                  <a:srgbClr val="475569"/>
                </a:solidFill>
                <a:latin typeface="Ubuntu Light"/>
                <a:ea typeface="Ubuntu Light"/>
                <a:cs typeface="Ubuntu Light"/>
              </a:defRPr>
            </a:defPPr>
            <a:lvl1pPr algn="l">
              <a:defRPr sz="1200" b="0">
                <a:solidFill>
                  <a:srgbClr val="475569"/>
                </a:solidFill>
                <a:latin typeface="Ubuntu Light"/>
                <a:ea typeface="Ubuntu Light"/>
                <a:cs typeface="Ubuntu Light"/>
              </a:defRPr>
            </a:lvl1pPr>
            <a:lvl2pPr algn="l">
              <a:defRPr sz="1200" b="0">
                <a:solidFill>
                  <a:srgbClr val="475569"/>
                </a:solidFill>
                <a:latin typeface="Ubuntu Light"/>
                <a:ea typeface="Ubuntu Light"/>
                <a:cs typeface="Ubuntu Light"/>
              </a:defRPr>
            </a:lvl2pPr>
            <a:lvl3pPr algn="l">
              <a:defRPr sz="1200" b="0">
                <a:solidFill>
                  <a:srgbClr val="475569"/>
                </a:solidFill>
                <a:latin typeface="Ubuntu Light"/>
                <a:ea typeface="Ubuntu Light"/>
                <a:cs typeface="Ubuntu Light"/>
              </a:defRPr>
            </a:lvl3pPr>
            <a:lvl4pPr algn="l">
              <a:defRPr sz="1200" b="0">
                <a:solidFill>
                  <a:srgbClr val="475569"/>
                </a:solidFill>
                <a:latin typeface="Ubuntu Light"/>
                <a:ea typeface="Ubuntu Light"/>
                <a:cs typeface="Ubuntu Light"/>
              </a:defRPr>
            </a:lvl4pPr>
            <a:lvl5pPr algn="l">
              <a:defRPr sz="1200" b="0">
                <a:solidFill>
                  <a:srgbClr val="475569"/>
                </a:solidFill>
                <a:latin typeface="Ubuntu Light"/>
                <a:ea typeface="Ubuntu Light"/>
                <a:cs typeface="Ubuntu Light"/>
              </a:defRPr>
            </a:lvl5pPr>
            <a:lvl6pPr algn="l">
              <a:defRPr sz="1200" b="0">
                <a:solidFill>
                  <a:srgbClr val="475569"/>
                </a:solidFill>
                <a:latin typeface="Ubuntu Light"/>
                <a:ea typeface="Ubuntu Light"/>
                <a:cs typeface="Ubuntu Light"/>
              </a:defRPr>
            </a:lvl6pPr>
            <a:lvl7pPr algn="l">
              <a:defRPr sz="1200" b="0">
                <a:solidFill>
                  <a:srgbClr val="475569"/>
                </a:solidFill>
                <a:latin typeface="Ubuntu Light"/>
                <a:ea typeface="Ubuntu Light"/>
                <a:cs typeface="Ubuntu Light"/>
              </a:defRPr>
            </a:lvl7pPr>
            <a:lvl8pPr algn="l">
              <a:defRPr sz="1200" b="0">
                <a:solidFill>
                  <a:srgbClr val="475569"/>
                </a:solidFill>
                <a:latin typeface="Ubuntu Light"/>
                <a:ea typeface="Ubuntu Light"/>
                <a:cs typeface="Ubuntu Light"/>
              </a:defRPr>
            </a:lvl8pPr>
            <a:lvl9pPr algn="l">
              <a:defRPr sz="1200" b="0">
                <a:solidFill>
                  <a:srgbClr val="475569"/>
                </a:solidFill>
                <a:latin typeface="Ubuntu Light"/>
                <a:ea typeface="Ubuntu Light"/>
                <a:cs typeface="Ubuntu Light"/>
              </a:defRPr>
            </a:lvl9pPr>
          </a:lstStyle>
          <a:p>
            <a:pPr algn="l">
              <a:defRPr sz="1200" b="0">
                <a:solidFill>
                  <a:srgbClr val="475569"/>
                </a:solidFill>
                <a:latin typeface="Ubuntu Light"/>
                <a:ea typeface="Ubuntu Light"/>
                <a:cs typeface="Ubuntu Light"/>
              </a:defRPr>
            </a:pPr>
            <a:r>
              <a:rPr b="0">
                <a:latin typeface="Ubuntu Light"/>
                <a:ea typeface="Ubuntu Light"/>
                <a:cs typeface="Ubuntu Light"/>
              </a:rPr>
              <a:t>tests/fixtures/lambdas.py</a:t>
            </a:r>
          </a:p>
        </p:txBody>
      </p:sp>
      <p:sp>
        <p:nvSpPr>
          <p:cNvPr id="3" name="code-background">
            <a:extLst>
              <a:ext uri="{FF2B5EF4-FFF2-40B4-BE49-F238E27FC236}">
                <a16:creationId xmlns:a16="http://schemas.microsoft.com/office/drawing/2014/main" id="{8ADDCDCE-BE42-3523-7F04-8E3311AE3AB5}"/>
              </a:ext>
            </a:extLst>
          </p:cNvPr>
          <p:cNvSpPr>
            <a:spLocks noGrp="1"/>
          </p:cNvSpPr>
          <p:nvPr/>
        </p:nvSpPr>
        <p:spPr>
          <a:xfrm>
            <a:off x="619125" y="1790700"/>
            <a:ext cx="7143750" cy="2724864"/>
          </a:xfrm>
          <a:prstGeom prst="rect">
            <a:avLst/>
          </a:prstGeom>
          <a:solidFill>
            <a:srgbClr val="000000"/>
          </a:solidFill>
          <a:ln w="0">
            <a:noFill/>
          </a:ln>
        </p:spPr>
        <p:txBody>
          <a:bodyPr/>
          <a:lstStyle/>
          <a:p>
            <a:endParaRPr lang="en-US"/>
          </a:p>
        </p:txBody>
      </p:sp>
      <p:sp>
        <p:nvSpPr>
          <p:cNvPr id="4" name="code-line-0">
            <a:extLst>
              <a:ext uri="{FF2B5EF4-FFF2-40B4-BE49-F238E27FC236}">
                <a16:creationId xmlns:a16="http://schemas.microsoft.com/office/drawing/2014/main" id="{74EC9D2B-F18F-454B-298C-7C7D0266FD2C}"/>
              </a:ext>
            </a:extLst>
          </p:cNvPr>
          <p:cNvSpPr>
            <a:spLocks noGrp="1"/>
          </p:cNvSpPr>
          <p:nvPr/>
        </p:nvSpPr>
        <p:spPr>
          <a:xfrm>
            <a:off x="790575" y="1905000"/>
            <a:ext cx="3225784"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err="1">
                <a:solidFill>
                  <a:srgbClr val="9CDCFE"/>
                </a:solidFill>
                <a:latin typeface="Menlo"/>
                <a:ea typeface="Menlo"/>
                <a:cs typeface="Menlo"/>
              </a:rPr>
              <a:t>lambda_client</a:t>
            </a:r>
            <a:r>
              <a:rPr b="0" dirty="0" err="1">
                <a:solidFill>
                  <a:srgbClr val="D4D4D4"/>
                </a:solidFill>
                <a:latin typeface="Menlo"/>
                <a:ea typeface="Menlo"/>
                <a:cs typeface="Menlo"/>
              </a:rPr>
              <a:t>.</a:t>
            </a:r>
            <a:r>
              <a:rPr b="0" dirty="0" err="1">
                <a:solidFill>
                  <a:srgbClr val="DCDCAA"/>
                </a:solidFill>
                <a:latin typeface="Menlo"/>
                <a:ea typeface="Menlo"/>
                <a:cs typeface="Menlo"/>
              </a:rPr>
              <a:t>create_function</a:t>
            </a:r>
            <a:r>
              <a:rPr b="0" dirty="0">
                <a:solidFill>
                  <a:srgbClr val="D4D4D4"/>
                </a:solidFill>
                <a:latin typeface="Menlo"/>
                <a:ea typeface="Menlo"/>
                <a:cs typeface="Menlo"/>
              </a:rPr>
              <a:t>(</a:t>
            </a:r>
          </a:p>
        </p:txBody>
      </p:sp>
      <p:sp>
        <p:nvSpPr>
          <p:cNvPr id="5" name="code-line-1">
            <a:extLst>
              <a:ext uri="{FF2B5EF4-FFF2-40B4-BE49-F238E27FC236}">
                <a16:creationId xmlns:a16="http://schemas.microsoft.com/office/drawing/2014/main" id="{20675DF6-BE0D-AB78-A0A0-A584392DFA40}"/>
              </a:ext>
            </a:extLst>
          </p:cNvPr>
          <p:cNvSpPr>
            <a:spLocks noGrp="1"/>
          </p:cNvSpPr>
          <p:nvPr/>
        </p:nvSpPr>
        <p:spPr>
          <a:xfrm>
            <a:off x="790575" y="2178129"/>
            <a:ext cx="994405"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a:solidFill>
                  <a:srgbClr val="D4D4D4"/>
                </a:solidFill>
                <a:latin typeface="Menlo"/>
                <a:ea typeface="Menlo"/>
                <a:cs typeface="Menlo"/>
              </a:rPr>
              <a:t>    </a:t>
            </a:r>
            <a:r>
              <a:rPr b="0">
                <a:solidFill>
                  <a:srgbClr val="6A9955"/>
                </a:solidFill>
                <a:latin typeface="Menlo"/>
                <a:ea typeface="Menlo"/>
                <a:cs typeface="Menlo"/>
              </a:rPr>
              <a:t># ...</a:t>
            </a:r>
          </a:p>
        </p:txBody>
      </p:sp>
      <p:sp>
        <p:nvSpPr>
          <p:cNvPr id="6" name="code-line-2">
            <a:extLst>
              <a:ext uri="{FF2B5EF4-FFF2-40B4-BE49-F238E27FC236}">
                <a16:creationId xmlns:a16="http://schemas.microsoft.com/office/drawing/2014/main" id="{BAB854B1-EA0C-30B9-FAF6-F4BC9B6ED14D}"/>
              </a:ext>
            </a:extLst>
          </p:cNvPr>
          <p:cNvSpPr>
            <a:spLocks noGrp="1"/>
          </p:cNvSpPr>
          <p:nvPr/>
        </p:nvSpPr>
        <p:spPr>
          <a:xfrm>
            <a:off x="790575" y="2451259"/>
            <a:ext cx="3332040"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D4D4D4"/>
                </a:solidFill>
                <a:latin typeface="Menlo"/>
                <a:ea typeface="Menlo"/>
                <a:cs typeface="Menlo"/>
              </a:rPr>
              <a:t>    </a:t>
            </a:r>
            <a:r>
              <a:rPr b="0" dirty="0">
                <a:solidFill>
                  <a:srgbClr val="9CDCFE"/>
                </a:solidFill>
                <a:latin typeface="Menlo"/>
                <a:ea typeface="Menlo"/>
                <a:cs typeface="Menlo"/>
              </a:rPr>
              <a:t>Environment</a:t>
            </a:r>
            <a:r>
              <a:rPr b="0" dirty="0">
                <a:solidFill>
                  <a:srgbClr val="D4D4D4"/>
                </a:solidFill>
                <a:latin typeface="Menlo"/>
                <a:ea typeface="Menlo"/>
                <a:cs typeface="Menlo"/>
              </a:rPr>
              <a:t>={</a:t>
            </a:r>
            <a:r>
              <a:rPr b="0" dirty="0">
                <a:solidFill>
                  <a:srgbClr val="CE9178"/>
                </a:solidFill>
                <a:latin typeface="Menlo"/>
                <a:ea typeface="Menlo"/>
                <a:cs typeface="Menlo"/>
              </a:rPr>
              <a:t>"Variables"</a:t>
            </a:r>
            <a:r>
              <a:rPr b="0" dirty="0">
                <a:solidFill>
                  <a:srgbClr val="D4D4D4"/>
                </a:solidFill>
                <a:latin typeface="Menlo"/>
                <a:ea typeface="Menlo"/>
                <a:cs typeface="Menlo"/>
              </a:rPr>
              <a:t>: {</a:t>
            </a:r>
          </a:p>
        </p:txBody>
      </p:sp>
      <p:sp>
        <p:nvSpPr>
          <p:cNvPr id="7" name="code-line-3">
            <a:extLst>
              <a:ext uri="{FF2B5EF4-FFF2-40B4-BE49-F238E27FC236}">
                <a16:creationId xmlns:a16="http://schemas.microsoft.com/office/drawing/2014/main" id="{07CAF8F3-BD14-DD22-AD32-2DE7D7ADC87D}"/>
              </a:ext>
            </a:extLst>
          </p:cNvPr>
          <p:cNvSpPr>
            <a:spLocks noGrp="1"/>
          </p:cNvSpPr>
          <p:nvPr/>
        </p:nvSpPr>
        <p:spPr>
          <a:xfrm>
            <a:off x="790575" y="2724388"/>
            <a:ext cx="5032138"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D4D4D4"/>
                </a:solidFill>
                <a:latin typeface="Menlo"/>
                <a:ea typeface="Menlo"/>
                <a:cs typeface="Menlo"/>
              </a:rPr>
              <a:t>        </a:t>
            </a:r>
          </a:p>
        </p:txBody>
      </p:sp>
      <p:sp>
        <p:nvSpPr>
          <p:cNvPr id="9" name="code-line-5">
            <a:extLst>
              <a:ext uri="{FF2B5EF4-FFF2-40B4-BE49-F238E27FC236}">
                <a16:creationId xmlns:a16="http://schemas.microsoft.com/office/drawing/2014/main" id="{735A268E-B5F5-0653-1A7C-A3957E1E52AB}"/>
              </a:ext>
            </a:extLst>
          </p:cNvPr>
          <p:cNvSpPr>
            <a:spLocks noGrp="1"/>
          </p:cNvSpPr>
          <p:nvPr/>
        </p:nvSpPr>
        <p:spPr>
          <a:xfrm>
            <a:off x="790575" y="2997517"/>
            <a:ext cx="3438296"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D4D4D4"/>
                </a:solidFill>
                <a:latin typeface="Menlo"/>
                <a:ea typeface="Menlo"/>
                <a:cs typeface="Menlo"/>
              </a:rPr>
              <a:t>        </a:t>
            </a:r>
            <a:r>
              <a:rPr b="0" dirty="0">
                <a:solidFill>
                  <a:srgbClr val="CE9178"/>
                </a:solidFill>
                <a:latin typeface="Menlo"/>
                <a:ea typeface="Menlo"/>
                <a:cs typeface="Menlo"/>
              </a:rPr>
              <a:t>"</a:t>
            </a:r>
            <a:r>
              <a:rPr lang="en-HK" dirty="0">
                <a:solidFill>
                  <a:srgbClr val="CE9178"/>
                </a:solidFill>
              </a:rPr>
              <a:t>COVERAGE_CONTEXT</a:t>
            </a:r>
            <a:r>
              <a:rPr b="0" dirty="0">
                <a:solidFill>
                  <a:srgbClr val="CE9178"/>
                </a:solidFill>
                <a:latin typeface="Menlo"/>
                <a:ea typeface="Menlo"/>
                <a:cs typeface="Menlo"/>
              </a:rPr>
              <a:t>"</a:t>
            </a:r>
            <a:r>
              <a:rPr b="0" dirty="0">
                <a:solidFill>
                  <a:srgbClr val="D4D4D4"/>
                </a:solidFill>
                <a:latin typeface="Menlo"/>
                <a:ea typeface="Menlo"/>
                <a:cs typeface="Menlo"/>
              </a:rPr>
              <a:t>: </a:t>
            </a:r>
            <a:r>
              <a:rPr lang="en-HK" dirty="0" err="1">
                <a:solidFill>
                  <a:srgbClr val="9CDCFE"/>
                </a:solidFill>
              </a:rPr>
              <a:t>test_function_name</a:t>
            </a:r>
            <a:r>
              <a:rPr b="0" dirty="0">
                <a:solidFill>
                  <a:srgbClr val="D4D4D4"/>
                </a:solidFill>
                <a:latin typeface="Menlo"/>
                <a:ea typeface="Menlo"/>
                <a:cs typeface="Menlo"/>
              </a:rPr>
              <a:t>,</a:t>
            </a:r>
          </a:p>
        </p:txBody>
      </p:sp>
      <p:sp>
        <p:nvSpPr>
          <p:cNvPr id="10" name="code-line-6">
            <a:extLst>
              <a:ext uri="{FF2B5EF4-FFF2-40B4-BE49-F238E27FC236}">
                <a16:creationId xmlns:a16="http://schemas.microsoft.com/office/drawing/2014/main" id="{231F611E-1B78-0796-9EB4-FFD4FBC21D4B}"/>
              </a:ext>
            </a:extLst>
          </p:cNvPr>
          <p:cNvSpPr>
            <a:spLocks noGrp="1"/>
          </p:cNvSpPr>
          <p:nvPr/>
        </p:nvSpPr>
        <p:spPr>
          <a:xfrm>
            <a:off x="790575" y="3242071"/>
            <a:ext cx="1419430"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D4D4D4"/>
                </a:solidFill>
                <a:latin typeface="Menlo"/>
                <a:ea typeface="Menlo"/>
                <a:cs typeface="Menlo"/>
              </a:rPr>
              <a:t>        </a:t>
            </a:r>
            <a:r>
              <a:rPr b="0" dirty="0">
                <a:solidFill>
                  <a:srgbClr val="6A9955"/>
                </a:solidFill>
                <a:latin typeface="Menlo"/>
                <a:ea typeface="Menlo"/>
                <a:cs typeface="Menlo"/>
              </a:rPr>
              <a:t># ...</a:t>
            </a:r>
          </a:p>
        </p:txBody>
      </p:sp>
      <p:sp>
        <p:nvSpPr>
          <p:cNvPr id="11" name="code-line-7">
            <a:extLst>
              <a:ext uri="{FF2B5EF4-FFF2-40B4-BE49-F238E27FC236}">
                <a16:creationId xmlns:a16="http://schemas.microsoft.com/office/drawing/2014/main" id="{5E253B25-269F-EE01-C4C1-2730D4B5D946}"/>
              </a:ext>
            </a:extLst>
          </p:cNvPr>
          <p:cNvSpPr>
            <a:spLocks noGrp="1"/>
          </p:cNvSpPr>
          <p:nvPr/>
        </p:nvSpPr>
        <p:spPr>
          <a:xfrm>
            <a:off x="790575" y="3537467"/>
            <a:ext cx="781893"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D4D4D4"/>
                </a:solidFill>
                <a:latin typeface="Menlo"/>
                <a:ea typeface="Menlo"/>
                <a:cs typeface="Menlo"/>
              </a:rPr>
              <a:t>    }},</a:t>
            </a:r>
          </a:p>
        </p:txBody>
      </p:sp>
      <p:sp>
        <p:nvSpPr>
          <p:cNvPr id="12" name="code-line-8">
            <a:extLst>
              <a:ext uri="{FF2B5EF4-FFF2-40B4-BE49-F238E27FC236}">
                <a16:creationId xmlns:a16="http://schemas.microsoft.com/office/drawing/2014/main" id="{244137F0-3669-297E-B7C2-4B486B63167C}"/>
              </a:ext>
            </a:extLst>
          </p:cNvPr>
          <p:cNvSpPr>
            <a:spLocks noGrp="1"/>
          </p:cNvSpPr>
          <p:nvPr/>
        </p:nvSpPr>
        <p:spPr>
          <a:xfrm>
            <a:off x="790575" y="3808928"/>
            <a:ext cx="176213"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D4D4D4"/>
                </a:solidFill>
                <a:latin typeface="Menlo"/>
                <a:ea typeface="Menlo"/>
                <a:cs typeface="Menlo"/>
              </a:rPr>
              <a:t>)</a:t>
            </a:r>
          </a:p>
        </p:txBody>
      </p:sp>
      <p:cxnSp>
        <p:nvCxnSpPr>
          <p:cNvPr id="14" name="cue-16-1-leader-0">
            <a:extLst>
              <a:ext uri="{FF2B5EF4-FFF2-40B4-BE49-F238E27FC236}">
                <a16:creationId xmlns:a16="http://schemas.microsoft.com/office/drawing/2014/main" id="{A985DEF9-04B4-2EC1-533A-57CCBDA7E81C}"/>
              </a:ext>
            </a:extLst>
          </p:cNvPr>
          <p:cNvCxnSpPr>
            <a:cxnSpLocks/>
          </p:cNvCxnSpPr>
          <p:nvPr/>
        </p:nvCxnSpPr>
        <p:spPr>
          <a:xfrm flipV="1">
            <a:off x="4657086" y="3294339"/>
            <a:ext cx="0" cy="177879"/>
          </a:xfrm>
          <a:prstGeom prst="straightConnector1">
            <a:avLst/>
          </a:prstGeom>
          <a:ln w="20955">
            <a:solidFill>
              <a:srgbClr val="FF5874"/>
            </a:solidFill>
            <a:tailEnd type="triangle" w="sm" len="sm"/>
          </a:ln>
        </p:spPr>
      </p:cxnSp>
      <p:sp>
        <p:nvSpPr>
          <p:cNvPr id="20" name="code-line-6">
            <a:extLst>
              <a:ext uri="{FF2B5EF4-FFF2-40B4-BE49-F238E27FC236}">
                <a16:creationId xmlns:a16="http://schemas.microsoft.com/office/drawing/2014/main" id="{88C139DD-03F3-A514-067A-61E8035F4CAE}"/>
              </a:ext>
            </a:extLst>
          </p:cNvPr>
          <p:cNvSpPr>
            <a:spLocks noGrp="1"/>
          </p:cNvSpPr>
          <p:nvPr/>
        </p:nvSpPr>
        <p:spPr>
          <a:xfrm>
            <a:off x="790575" y="2716411"/>
            <a:ext cx="1419430"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D4D4D4"/>
                </a:solidFill>
                <a:latin typeface="Menlo"/>
                <a:ea typeface="Menlo"/>
                <a:cs typeface="Menlo"/>
              </a:rPr>
              <a:t>        </a:t>
            </a:r>
            <a:r>
              <a:rPr b="0" dirty="0">
                <a:solidFill>
                  <a:srgbClr val="6A9955"/>
                </a:solidFill>
                <a:latin typeface="Menlo"/>
                <a:ea typeface="Menlo"/>
                <a:cs typeface="Menlo"/>
              </a:rPr>
              <a:t># ...</a:t>
            </a:r>
          </a:p>
        </p:txBody>
      </p:sp>
      <p:sp>
        <p:nvSpPr>
          <p:cNvPr id="21" name="slide-title">
            <a:extLst>
              <a:ext uri="{FF2B5EF4-FFF2-40B4-BE49-F238E27FC236}">
                <a16:creationId xmlns:a16="http://schemas.microsoft.com/office/drawing/2014/main" id="{C402C0B6-8D68-F742-6B38-882867288DFC}"/>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b="0" dirty="0">
                <a:latin typeface="Ubuntu Light"/>
                <a:ea typeface="Ubuntu Light"/>
                <a:cs typeface="Ubuntu Light"/>
              </a:rPr>
              <a:t>Show which test executed each line</a:t>
            </a:r>
            <a:r>
              <a:rPr lang="en-US" b="0" dirty="0">
                <a:latin typeface="Ubuntu Light"/>
                <a:ea typeface="Ubuntu Light"/>
                <a:cs typeface="Ubuntu Light"/>
              </a:rPr>
              <a:t> (1)</a:t>
            </a:r>
            <a:endParaRPr b="0" dirty="0">
              <a:latin typeface="Ubuntu Light"/>
              <a:ea typeface="Ubuntu Light"/>
              <a:cs typeface="Ubuntu Light"/>
            </a:endParaRPr>
          </a:p>
        </p:txBody>
      </p:sp>
      <p:sp>
        <p:nvSpPr>
          <p:cNvPr id="22" name="cue-23-1-focus">
            <a:extLst>
              <a:ext uri="{FF2B5EF4-FFF2-40B4-BE49-F238E27FC236}">
                <a16:creationId xmlns:a16="http://schemas.microsoft.com/office/drawing/2014/main" id="{87B9751B-58ED-9AB8-3EB4-23D347B23AC5}"/>
              </a:ext>
            </a:extLst>
          </p:cNvPr>
          <p:cNvSpPr>
            <a:spLocks noGrp="1"/>
          </p:cNvSpPr>
          <p:nvPr/>
        </p:nvSpPr>
        <p:spPr>
          <a:xfrm>
            <a:off x="3723203" y="2959417"/>
            <a:ext cx="1976139" cy="282654"/>
          </a:xfrm>
          <a:prstGeom prst="rect">
            <a:avLst/>
          </a:prstGeom>
          <a:noFill/>
          <a:ln w="20955">
            <a:solidFill>
              <a:srgbClr val="FF5874"/>
            </a:solidFill>
          </a:ln>
        </p:spPr>
        <p:txBody>
          <a:bodyPr/>
          <a:lstStyle/>
          <a:p>
            <a:endParaRPr lang="en-US"/>
          </a:p>
        </p:txBody>
      </p:sp>
      <p:sp>
        <p:nvSpPr>
          <p:cNvPr id="23" name="cue-23-1-label">
            <a:extLst>
              <a:ext uri="{FF2B5EF4-FFF2-40B4-BE49-F238E27FC236}">
                <a16:creationId xmlns:a16="http://schemas.microsoft.com/office/drawing/2014/main" id="{E72322E5-E93E-ECB2-FF78-2FB3D5C08333}"/>
              </a:ext>
            </a:extLst>
          </p:cNvPr>
          <p:cNvSpPr>
            <a:spLocks noGrp="1"/>
          </p:cNvSpPr>
          <p:nvPr/>
        </p:nvSpPr>
        <p:spPr>
          <a:xfrm>
            <a:off x="3572296" y="3499246"/>
            <a:ext cx="2190750" cy="460534"/>
          </a:xfrm>
          <a:prstGeom prst="rect">
            <a:avLst/>
          </a:prstGeom>
          <a:solidFill>
            <a:srgbClr val="255DA8"/>
          </a:solidFill>
          <a:ln w="0">
            <a:noFill/>
          </a:ln>
        </p:spPr>
        <p:txBody>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lang="en-US" b="0" dirty="0">
                <a:latin typeface="Ubuntu Light"/>
                <a:ea typeface="Ubuntu Light"/>
                <a:cs typeface="Ubuntu Light"/>
              </a:rPr>
              <a:t>Use test function name</a:t>
            </a:r>
          </a:p>
          <a:p>
            <a:pPr algn="ctr">
              <a:defRPr sz="1350" b="0">
                <a:solidFill>
                  <a:srgbClr val="FFFFFF"/>
                </a:solidFill>
                <a:latin typeface="Ubuntu Light"/>
                <a:ea typeface="Ubuntu Light"/>
                <a:cs typeface="Ubuntu Light"/>
              </a:defRPr>
            </a:pPr>
            <a:r>
              <a:rPr lang="en-US" dirty="0"/>
              <a:t>to correlate line hit</a:t>
            </a:r>
            <a:endParaRPr b="0" dirty="0">
              <a:latin typeface="Ubuntu Light"/>
              <a:ea typeface="Ubuntu Light"/>
              <a:cs typeface="Ubuntu Light"/>
            </a:endParaRPr>
          </a:p>
        </p:txBody>
      </p:sp>
    </p:spTree>
    <p:extLst>
      <p:ext uri="{BB962C8B-B14F-4D97-AF65-F5344CB8AC3E}">
        <p14:creationId xmlns:p14="http://schemas.microsoft.com/office/powerpoint/2010/main" val="26968695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22" grpId="0" animBg="1"/>
      <p:bldP spid="23"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slide-title">
            <a:extLst>
              <a:ext uri="{FF2B5EF4-FFF2-40B4-BE49-F238E27FC236}">
                <a16:creationId xmlns:a16="http://schemas.microsoft.com/office/drawing/2014/main" id="{D7F1E6F9-5FCD-4E13-B641-828ACE5CECA3}"/>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b="0" dirty="0">
                <a:latin typeface="Ubuntu Light"/>
                <a:ea typeface="Ubuntu Light"/>
                <a:cs typeface="Ubuntu Light"/>
              </a:rPr>
              <a:t>Show which test executed each line</a:t>
            </a:r>
            <a:r>
              <a:rPr lang="en-US" b="0" dirty="0">
                <a:latin typeface="Ubuntu Light"/>
                <a:ea typeface="Ubuntu Light"/>
                <a:cs typeface="Ubuntu Light"/>
              </a:rPr>
              <a:t> (2)</a:t>
            </a:r>
            <a:endParaRPr b="0" dirty="0">
              <a:latin typeface="Ubuntu Light"/>
              <a:ea typeface="Ubuntu Light"/>
              <a:cs typeface="Ubuntu Light"/>
            </a:endParaRPr>
          </a:p>
        </p:txBody>
      </p:sp>
      <p:sp>
        <p:nvSpPr>
          <p:cNvPr id="5" name="source-label">
            <a:extLst>
              <a:ext uri="{FF2B5EF4-FFF2-40B4-BE49-F238E27FC236}">
                <a16:creationId xmlns:a16="http://schemas.microsoft.com/office/drawing/2014/main" id="{959DFA46-AD61-4D17-8EB5-41964A64CBD9}"/>
              </a:ext>
            </a:extLst>
          </p:cNvPr>
          <p:cNvSpPr>
            <a:spLocks noGrp="1"/>
          </p:cNvSpPr>
          <p:nvPr/>
        </p:nvSpPr>
        <p:spPr>
          <a:xfrm>
            <a:off x="619125" y="1311079"/>
            <a:ext cx="1381125" cy="219075"/>
          </a:xfrm>
          <a:prstGeom prst="rect">
            <a:avLst/>
          </a:prstGeom>
          <a:noFill/>
          <a:ln w="0">
            <a:noFill/>
          </a:ln>
        </p:spPr>
        <p:txBody>
          <a:bodyPr wrap="none" lIns="0" tIns="0" rIns="0" bIns="0" anchor="t">
            <a:noAutofit/>
          </a:bodyPr>
          <a:lstStyle>
            <a:defPPr algn="l">
              <a:defRPr sz="1200" b="0">
                <a:solidFill>
                  <a:srgbClr val="475569"/>
                </a:solidFill>
                <a:latin typeface="Ubuntu Light"/>
                <a:ea typeface="Ubuntu Light"/>
                <a:cs typeface="Ubuntu Light"/>
              </a:defRPr>
            </a:defPPr>
            <a:lvl1pPr algn="l">
              <a:defRPr sz="1200" b="0">
                <a:solidFill>
                  <a:srgbClr val="475569"/>
                </a:solidFill>
                <a:latin typeface="Ubuntu Light"/>
                <a:ea typeface="Ubuntu Light"/>
                <a:cs typeface="Ubuntu Light"/>
              </a:defRPr>
            </a:lvl1pPr>
            <a:lvl2pPr algn="l">
              <a:defRPr sz="1200" b="0">
                <a:solidFill>
                  <a:srgbClr val="475569"/>
                </a:solidFill>
                <a:latin typeface="Ubuntu Light"/>
                <a:ea typeface="Ubuntu Light"/>
                <a:cs typeface="Ubuntu Light"/>
              </a:defRPr>
            </a:lvl2pPr>
            <a:lvl3pPr algn="l">
              <a:defRPr sz="1200" b="0">
                <a:solidFill>
                  <a:srgbClr val="475569"/>
                </a:solidFill>
                <a:latin typeface="Ubuntu Light"/>
                <a:ea typeface="Ubuntu Light"/>
                <a:cs typeface="Ubuntu Light"/>
              </a:defRPr>
            </a:lvl3pPr>
            <a:lvl4pPr algn="l">
              <a:defRPr sz="1200" b="0">
                <a:solidFill>
                  <a:srgbClr val="475569"/>
                </a:solidFill>
                <a:latin typeface="Ubuntu Light"/>
                <a:ea typeface="Ubuntu Light"/>
                <a:cs typeface="Ubuntu Light"/>
              </a:defRPr>
            </a:lvl4pPr>
            <a:lvl5pPr algn="l">
              <a:defRPr sz="1200" b="0">
                <a:solidFill>
                  <a:srgbClr val="475569"/>
                </a:solidFill>
                <a:latin typeface="Ubuntu Light"/>
                <a:ea typeface="Ubuntu Light"/>
                <a:cs typeface="Ubuntu Light"/>
              </a:defRPr>
            </a:lvl5pPr>
            <a:lvl6pPr algn="l">
              <a:defRPr sz="1200" b="0">
                <a:solidFill>
                  <a:srgbClr val="475569"/>
                </a:solidFill>
                <a:latin typeface="Ubuntu Light"/>
                <a:ea typeface="Ubuntu Light"/>
                <a:cs typeface="Ubuntu Light"/>
              </a:defRPr>
            </a:lvl6pPr>
            <a:lvl7pPr algn="l">
              <a:defRPr sz="1200" b="0">
                <a:solidFill>
                  <a:srgbClr val="475569"/>
                </a:solidFill>
                <a:latin typeface="Ubuntu Light"/>
                <a:ea typeface="Ubuntu Light"/>
                <a:cs typeface="Ubuntu Light"/>
              </a:defRPr>
            </a:lvl7pPr>
            <a:lvl8pPr algn="l">
              <a:defRPr sz="1200" b="0">
                <a:solidFill>
                  <a:srgbClr val="475569"/>
                </a:solidFill>
                <a:latin typeface="Ubuntu Light"/>
                <a:ea typeface="Ubuntu Light"/>
                <a:cs typeface="Ubuntu Light"/>
              </a:defRPr>
            </a:lvl8pPr>
            <a:lvl9pPr algn="l">
              <a:defRPr sz="1200" b="0">
                <a:solidFill>
                  <a:srgbClr val="475569"/>
                </a:solidFill>
                <a:latin typeface="Ubuntu Light"/>
                <a:ea typeface="Ubuntu Light"/>
                <a:cs typeface="Ubuntu Light"/>
              </a:defRPr>
            </a:lvl9pPr>
          </a:lstStyle>
          <a:p>
            <a:pPr algn="l">
              <a:defRPr sz="1200" b="0">
                <a:solidFill>
                  <a:srgbClr val="475569"/>
                </a:solidFill>
                <a:latin typeface="Ubuntu Light"/>
                <a:ea typeface="Ubuntu Light"/>
                <a:cs typeface="Ubuntu Light"/>
              </a:defRPr>
            </a:pPr>
            <a:r>
              <a:rPr b="0" dirty="0" err="1">
                <a:latin typeface="Ubuntu Light"/>
                <a:ea typeface="Ubuntu Light"/>
                <a:cs typeface="Ubuntu Light"/>
              </a:rPr>
              <a:t>pyproject.toml</a:t>
            </a:r>
            <a:endParaRPr b="0" dirty="0">
              <a:latin typeface="Ubuntu Light"/>
              <a:ea typeface="Ubuntu Light"/>
              <a:cs typeface="Ubuntu Light"/>
            </a:endParaRPr>
          </a:p>
        </p:txBody>
      </p:sp>
      <p:sp>
        <p:nvSpPr>
          <p:cNvPr id="6" name="code-background">
            <a:extLst>
              <a:ext uri="{FF2B5EF4-FFF2-40B4-BE49-F238E27FC236}">
                <a16:creationId xmlns:a16="http://schemas.microsoft.com/office/drawing/2014/main" id="{132664E2-711A-4E4B-AE9B-A23626BD4216}"/>
              </a:ext>
            </a:extLst>
          </p:cNvPr>
          <p:cNvSpPr>
            <a:spLocks noGrp="1"/>
          </p:cNvSpPr>
          <p:nvPr/>
        </p:nvSpPr>
        <p:spPr>
          <a:xfrm>
            <a:off x="619125" y="1644454"/>
            <a:ext cx="5334000" cy="812959"/>
          </a:xfrm>
          <a:prstGeom prst="rect">
            <a:avLst/>
          </a:prstGeom>
          <a:solidFill>
            <a:srgbClr val="000000"/>
          </a:solidFill>
          <a:ln w="0">
            <a:noFill/>
          </a:ln>
        </p:spPr>
        <p:txBody>
          <a:bodyPr/>
          <a:lstStyle/>
          <a:p>
            <a:endParaRPr lang="en-US"/>
          </a:p>
        </p:txBody>
      </p:sp>
      <p:sp>
        <p:nvSpPr>
          <p:cNvPr id="7" name="code-line-0">
            <a:extLst>
              <a:ext uri="{FF2B5EF4-FFF2-40B4-BE49-F238E27FC236}">
                <a16:creationId xmlns:a16="http://schemas.microsoft.com/office/drawing/2014/main" id="{8CE962D9-6A18-4CE4-9521-A00679BD2613}"/>
              </a:ext>
            </a:extLst>
          </p:cNvPr>
          <p:cNvSpPr>
            <a:spLocks noGrp="1"/>
          </p:cNvSpPr>
          <p:nvPr/>
        </p:nvSpPr>
        <p:spPr>
          <a:xfrm>
            <a:off x="790575" y="1758754"/>
            <a:ext cx="2056967"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a:solidFill>
                  <a:srgbClr val="D4D4D4"/>
                </a:solidFill>
                <a:latin typeface="Menlo"/>
                <a:ea typeface="Menlo"/>
                <a:cs typeface="Menlo"/>
              </a:rPr>
              <a:t>[tool.coverage.run]</a:t>
            </a:r>
          </a:p>
        </p:txBody>
      </p:sp>
      <p:sp>
        <p:nvSpPr>
          <p:cNvPr id="8" name="code-line-1">
            <a:extLst>
              <a:ext uri="{FF2B5EF4-FFF2-40B4-BE49-F238E27FC236}">
                <a16:creationId xmlns:a16="http://schemas.microsoft.com/office/drawing/2014/main" id="{9934B242-DCCF-4614-BFC2-3222119DB6C0}"/>
              </a:ext>
            </a:extLst>
          </p:cNvPr>
          <p:cNvSpPr>
            <a:spLocks noGrp="1"/>
          </p:cNvSpPr>
          <p:nvPr/>
        </p:nvSpPr>
        <p:spPr>
          <a:xfrm>
            <a:off x="790575" y="2031883"/>
            <a:ext cx="3438296"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9CDCFE"/>
                </a:solidFill>
                <a:latin typeface="Menlo"/>
                <a:ea typeface="Menlo"/>
                <a:cs typeface="Menlo"/>
              </a:rPr>
              <a:t>context</a:t>
            </a:r>
            <a:r>
              <a:rPr b="0" dirty="0">
                <a:solidFill>
                  <a:srgbClr val="D4D4D4"/>
                </a:solidFill>
                <a:latin typeface="Menlo"/>
                <a:ea typeface="Menlo"/>
                <a:cs typeface="Menlo"/>
              </a:rPr>
              <a:t> = </a:t>
            </a:r>
            <a:r>
              <a:rPr b="0" dirty="0">
                <a:solidFill>
                  <a:srgbClr val="CE9178"/>
                </a:solidFill>
                <a:latin typeface="Menlo"/>
                <a:ea typeface="Menlo"/>
                <a:cs typeface="Menlo"/>
              </a:rPr>
              <a:t>"${COVERAGE_CONTEXT-}"</a:t>
            </a:r>
          </a:p>
        </p:txBody>
      </p:sp>
      <p:sp>
        <p:nvSpPr>
          <p:cNvPr id="12" name="cue-23-2-focus">
            <a:extLst>
              <a:ext uri="{FF2B5EF4-FFF2-40B4-BE49-F238E27FC236}">
                <a16:creationId xmlns:a16="http://schemas.microsoft.com/office/drawing/2014/main" id="{6E475C40-33DE-4164-88D8-7F4470A7F765}"/>
              </a:ext>
            </a:extLst>
          </p:cNvPr>
          <p:cNvSpPr>
            <a:spLocks noGrp="1"/>
          </p:cNvSpPr>
          <p:nvPr/>
        </p:nvSpPr>
        <p:spPr>
          <a:xfrm>
            <a:off x="1921293" y="2022358"/>
            <a:ext cx="2201323" cy="282654"/>
          </a:xfrm>
          <a:prstGeom prst="rect">
            <a:avLst/>
          </a:prstGeom>
          <a:noFill/>
          <a:ln w="20955">
            <a:solidFill>
              <a:srgbClr val="FF5874"/>
            </a:solidFill>
          </a:ln>
        </p:spPr>
        <p:txBody>
          <a:bodyPr/>
          <a:lstStyle/>
          <a:p>
            <a:endParaRPr lang="en-US"/>
          </a:p>
        </p:txBody>
      </p:sp>
      <p:cxnSp>
        <p:nvCxnSpPr>
          <p:cNvPr id="13" name="cue-23-2-leader-0">
            <a:extLst>
              <a:ext uri="{FF2B5EF4-FFF2-40B4-BE49-F238E27FC236}">
                <a16:creationId xmlns:a16="http://schemas.microsoft.com/office/drawing/2014/main" id="{DDD5BD4B-0823-447B-A5B0-99FA33E87329}"/>
              </a:ext>
            </a:extLst>
          </p:cNvPr>
          <p:cNvCxnSpPr>
            <a:cxnSpLocks/>
            <a:stCxn id="8" idx="3"/>
          </p:cNvCxnSpPr>
          <p:nvPr/>
        </p:nvCxnSpPr>
        <p:spPr>
          <a:xfrm>
            <a:off x="4228871" y="2182735"/>
            <a:ext cx="686260" cy="0"/>
          </a:xfrm>
          <a:prstGeom prst="straightConnector1">
            <a:avLst/>
          </a:prstGeom>
          <a:ln w="20955">
            <a:solidFill>
              <a:srgbClr val="FF5874"/>
            </a:solidFill>
            <a:headEnd type="triangle" w="sm" len="sm"/>
          </a:ln>
        </p:spPr>
      </p:cxnSp>
      <p:sp>
        <p:nvSpPr>
          <p:cNvPr id="14" name="cue-23-2-label">
            <a:extLst>
              <a:ext uri="{FF2B5EF4-FFF2-40B4-BE49-F238E27FC236}">
                <a16:creationId xmlns:a16="http://schemas.microsoft.com/office/drawing/2014/main" id="{CAF291E5-1B82-42A5-AA3F-97763AA4CD76}"/>
              </a:ext>
            </a:extLst>
          </p:cNvPr>
          <p:cNvSpPr>
            <a:spLocks noGrp="1"/>
          </p:cNvSpPr>
          <p:nvPr/>
        </p:nvSpPr>
        <p:spPr>
          <a:xfrm>
            <a:off x="5021386" y="2038312"/>
            <a:ext cx="2762250" cy="266700"/>
          </a:xfrm>
          <a:prstGeom prst="rect">
            <a:avLst/>
          </a:prstGeom>
          <a:solidFill>
            <a:srgbClr val="255DA8"/>
          </a:solidFill>
          <a:ln w="0">
            <a:noFill/>
          </a:ln>
        </p:spPr>
        <p:txBody>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b="0" dirty="0">
                <a:latin typeface="Ubuntu Light"/>
                <a:ea typeface="Ubuntu Light"/>
                <a:cs typeface="Ubuntu Light"/>
              </a:rPr>
              <a:t>Tag lines with </a:t>
            </a:r>
            <a:r>
              <a:rPr lang="en-US" b="0" dirty="0">
                <a:latin typeface="Ubuntu Light"/>
                <a:ea typeface="Ubuntu Light"/>
                <a:cs typeface="Ubuntu Light"/>
              </a:rPr>
              <a:t>test function name</a:t>
            </a:r>
            <a:endParaRPr b="0" dirty="0">
              <a:latin typeface="Ubuntu Light"/>
              <a:ea typeface="Ubuntu Light"/>
              <a:cs typeface="Ubuntu Light"/>
            </a:endParaRPr>
          </a:p>
        </p:txBody>
      </p:sp>
      <p:sp>
        <p:nvSpPr>
          <p:cNvPr id="18" name="source-label">
            <a:extLst>
              <a:ext uri="{FF2B5EF4-FFF2-40B4-BE49-F238E27FC236}">
                <a16:creationId xmlns:a16="http://schemas.microsoft.com/office/drawing/2014/main" id="{424D870E-75BA-372E-13B9-8A25ED7C2B63}"/>
              </a:ext>
            </a:extLst>
          </p:cNvPr>
          <p:cNvSpPr>
            <a:spLocks noGrp="1"/>
          </p:cNvSpPr>
          <p:nvPr/>
        </p:nvSpPr>
        <p:spPr>
          <a:xfrm>
            <a:off x="619125" y="2820285"/>
            <a:ext cx="1781175" cy="219075"/>
          </a:xfrm>
          <a:prstGeom prst="rect">
            <a:avLst/>
          </a:prstGeom>
          <a:noFill/>
          <a:ln w="0">
            <a:noFill/>
          </a:ln>
        </p:spPr>
        <p:txBody>
          <a:bodyPr wrap="none" lIns="0" tIns="0" rIns="0" bIns="0" anchor="t">
            <a:noAutofit/>
          </a:bodyPr>
          <a:lstStyle>
            <a:defPPr algn="l">
              <a:defRPr sz="1200" b="0">
                <a:solidFill>
                  <a:srgbClr val="475569"/>
                </a:solidFill>
                <a:latin typeface="Ubuntu Light"/>
                <a:ea typeface="Ubuntu Light"/>
                <a:cs typeface="Ubuntu Light"/>
              </a:defRPr>
            </a:defPPr>
            <a:lvl1pPr algn="l">
              <a:defRPr sz="1200" b="0">
                <a:solidFill>
                  <a:srgbClr val="475569"/>
                </a:solidFill>
                <a:latin typeface="Ubuntu Light"/>
                <a:ea typeface="Ubuntu Light"/>
                <a:cs typeface="Ubuntu Light"/>
              </a:defRPr>
            </a:lvl1pPr>
            <a:lvl2pPr algn="l">
              <a:defRPr sz="1200" b="0">
                <a:solidFill>
                  <a:srgbClr val="475569"/>
                </a:solidFill>
                <a:latin typeface="Ubuntu Light"/>
                <a:ea typeface="Ubuntu Light"/>
                <a:cs typeface="Ubuntu Light"/>
              </a:defRPr>
            </a:lvl2pPr>
            <a:lvl3pPr algn="l">
              <a:defRPr sz="1200" b="0">
                <a:solidFill>
                  <a:srgbClr val="475569"/>
                </a:solidFill>
                <a:latin typeface="Ubuntu Light"/>
                <a:ea typeface="Ubuntu Light"/>
                <a:cs typeface="Ubuntu Light"/>
              </a:defRPr>
            </a:lvl3pPr>
            <a:lvl4pPr algn="l">
              <a:defRPr sz="1200" b="0">
                <a:solidFill>
                  <a:srgbClr val="475569"/>
                </a:solidFill>
                <a:latin typeface="Ubuntu Light"/>
                <a:ea typeface="Ubuntu Light"/>
                <a:cs typeface="Ubuntu Light"/>
              </a:defRPr>
            </a:lvl4pPr>
            <a:lvl5pPr algn="l">
              <a:defRPr sz="1200" b="0">
                <a:solidFill>
                  <a:srgbClr val="475569"/>
                </a:solidFill>
                <a:latin typeface="Ubuntu Light"/>
                <a:ea typeface="Ubuntu Light"/>
                <a:cs typeface="Ubuntu Light"/>
              </a:defRPr>
            </a:lvl5pPr>
            <a:lvl6pPr algn="l">
              <a:defRPr sz="1200" b="0">
                <a:solidFill>
                  <a:srgbClr val="475569"/>
                </a:solidFill>
                <a:latin typeface="Ubuntu Light"/>
                <a:ea typeface="Ubuntu Light"/>
                <a:cs typeface="Ubuntu Light"/>
              </a:defRPr>
            </a:lvl6pPr>
            <a:lvl7pPr algn="l">
              <a:defRPr sz="1200" b="0">
                <a:solidFill>
                  <a:srgbClr val="475569"/>
                </a:solidFill>
                <a:latin typeface="Ubuntu Light"/>
                <a:ea typeface="Ubuntu Light"/>
                <a:cs typeface="Ubuntu Light"/>
              </a:defRPr>
            </a:lvl7pPr>
            <a:lvl8pPr algn="l">
              <a:defRPr sz="1200" b="0">
                <a:solidFill>
                  <a:srgbClr val="475569"/>
                </a:solidFill>
                <a:latin typeface="Ubuntu Light"/>
                <a:ea typeface="Ubuntu Light"/>
                <a:cs typeface="Ubuntu Light"/>
              </a:defRPr>
            </a:lvl8pPr>
            <a:lvl9pPr algn="l">
              <a:defRPr sz="1200" b="0">
                <a:solidFill>
                  <a:srgbClr val="475569"/>
                </a:solidFill>
                <a:latin typeface="Ubuntu Light"/>
                <a:ea typeface="Ubuntu Light"/>
                <a:cs typeface="Ubuntu Light"/>
              </a:defRPr>
            </a:lvl9pPr>
          </a:lstStyle>
          <a:p>
            <a:pPr algn="l">
              <a:defRPr sz="1200" b="0">
                <a:solidFill>
                  <a:srgbClr val="475569"/>
                </a:solidFill>
                <a:latin typeface="Ubuntu Light"/>
                <a:ea typeface="Ubuntu Light"/>
                <a:cs typeface="Ubuntu Light"/>
              </a:defRPr>
            </a:pPr>
            <a:r>
              <a:rPr b="0" dirty="0">
                <a:latin typeface="Ubuntu Light"/>
                <a:ea typeface="Ubuntu Light"/>
                <a:cs typeface="Ubuntu Light"/>
              </a:rPr>
              <a:t>tests/fixtures/</a:t>
            </a:r>
            <a:r>
              <a:rPr b="0" dirty="0" err="1">
                <a:latin typeface="Ubuntu Light"/>
                <a:ea typeface="Ubuntu Light"/>
                <a:cs typeface="Ubuntu Light"/>
              </a:rPr>
              <a:t>lambdas.py</a:t>
            </a:r>
            <a:endParaRPr b="0" dirty="0">
              <a:latin typeface="Ubuntu Light"/>
              <a:ea typeface="Ubuntu Light"/>
              <a:cs typeface="Ubuntu Light"/>
            </a:endParaRPr>
          </a:p>
        </p:txBody>
      </p:sp>
      <p:sp>
        <p:nvSpPr>
          <p:cNvPr id="19" name="code-background">
            <a:extLst>
              <a:ext uri="{FF2B5EF4-FFF2-40B4-BE49-F238E27FC236}">
                <a16:creationId xmlns:a16="http://schemas.microsoft.com/office/drawing/2014/main" id="{D0517DFC-2F43-0D36-B1A9-F7AA593D2E6E}"/>
              </a:ext>
            </a:extLst>
          </p:cNvPr>
          <p:cNvSpPr>
            <a:spLocks noGrp="1"/>
          </p:cNvSpPr>
          <p:nvPr/>
        </p:nvSpPr>
        <p:spPr>
          <a:xfrm>
            <a:off x="619125" y="3133649"/>
            <a:ext cx="7143750" cy="1153724"/>
          </a:xfrm>
          <a:prstGeom prst="rect">
            <a:avLst/>
          </a:prstGeom>
          <a:solidFill>
            <a:srgbClr val="000000"/>
          </a:solidFill>
          <a:ln w="0">
            <a:noFill/>
          </a:ln>
        </p:spPr>
        <p:txBody>
          <a:bodyPr/>
          <a:lstStyle/>
          <a:p>
            <a:endParaRPr lang="en-US"/>
          </a:p>
        </p:txBody>
      </p:sp>
      <p:sp>
        <p:nvSpPr>
          <p:cNvPr id="20" name="code-line-0">
            <a:extLst>
              <a:ext uri="{FF2B5EF4-FFF2-40B4-BE49-F238E27FC236}">
                <a16:creationId xmlns:a16="http://schemas.microsoft.com/office/drawing/2014/main" id="{353710C3-CC1D-87FD-291A-A4DE7405A8AB}"/>
              </a:ext>
            </a:extLst>
          </p:cNvPr>
          <p:cNvSpPr>
            <a:spLocks noGrp="1"/>
          </p:cNvSpPr>
          <p:nvPr/>
        </p:nvSpPr>
        <p:spPr>
          <a:xfrm>
            <a:off x="790575" y="3315585"/>
            <a:ext cx="6625981"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569CD6"/>
                </a:solidFill>
                <a:latin typeface="Menlo"/>
                <a:ea typeface="Menlo"/>
                <a:cs typeface="Menlo"/>
              </a:rPr>
              <a:t>ENTRYPOINT</a:t>
            </a:r>
            <a:r>
              <a:rPr b="0" dirty="0">
                <a:solidFill>
                  <a:srgbClr val="D4D4D4"/>
                </a:solidFill>
                <a:latin typeface="Menlo"/>
                <a:ea typeface="Menlo"/>
                <a:cs typeface="Menlo"/>
              </a:rPr>
              <a:t> [</a:t>
            </a:r>
            <a:r>
              <a:rPr b="0" dirty="0">
                <a:solidFill>
                  <a:srgbClr val="CE9178"/>
                </a:solidFill>
                <a:latin typeface="Menlo"/>
                <a:ea typeface="Menlo"/>
                <a:cs typeface="Menlo"/>
              </a:rPr>
              <a:t>"/var/lang/bin/python3"</a:t>
            </a:r>
            <a:r>
              <a:rPr b="0" dirty="0">
                <a:solidFill>
                  <a:srgbClr val="D4D4D4"/>
                </a:solidFill>
                <a:latin typeface="Menlo"/>
                <a:ea typeface="Menlo"/>
                <a:cs typeface="Menlo"/>
              </a:rPr>
              <a:t>, </a:t>
            </a:r>
            <a:r>
              <a:rPr b="0" dirty="0">
                <a:solidFill>
                  <a:srgbClr val="CE9178"/>
                </a:solidFill>
                <a:latin typeface="Menlo"/>
                <a:ea typeface="Menlo"/>
                <a:cs typeface="Menlo"/>
              </a:rPr>
              <a:t>"-m"</a:t>
            </a:r>
            <a:r>
              <a:rPr b="0" dirty="0">
                <a:solidFill>
                  <a:srgbClr val="D4D4D4"/>
                </a:solidFill>
                <a:latin typeface="Menlo"/>
                <a:ea typeface="Menlo"/>
                <a:cs typeface="Menlo"/>
              </a:rPr>
              <a:t>, </a:t>
            </a:r>
            <a:r>
              <a:rPr b="0" dirty="0">
                <a:solidFill>
                  <a:srgbClr val="CE9178"/>
                </a:solidFill>
                <a:latin typeface="Menlo"/>
                <a:ea typeface="Menlo"/>
                <a:cs typeface="Menlo"/>
              </a:rPr>
              <a:t>"coverage"</a:t>
            </a:r>
            <a:r>
              <a:rPr b="0" dirty="0">
                <a:solidFill>
                  <a:srgbClr val="D4D4D4"/>
                </a:solidFill>
                <a:latin typeface="Menlo"/>
                <a:ea typeface="Menlo"/>
                <a:cs typeface="Menlo"/>
              </a:rPr>
              <a:t>, </a:t>
            </a:r>
            <a:r>
              <a:rPr b="0" dirty="0">
                <a:solidFill>
                  <a:srgbClr val="CE9178"/>
                </a:solidFill>
                <a:latin typeface="Menlo"/>
                <a:ea typeface="Menlo"/>
                <a:cs typeface="Menlo"/>
              </a:rPr>
              <a:t>"run"</a:t>
            </a:r>
            <a:r>
              <a:rPr b="0" dirty="0">
                <a:solidFill>
                  <a:srgbClr val="D4D4D4"/>
                </a:solidFill>
                <a:latin typeface="Menlo"/>
                <a:ea typeface="Menlo"/>
                <a:cs typeface="Menlo"/>
              </a:rPr>
              <a:t>, </a:t>
            </a:r>
          </a:p>
        </p:txBody>
      </p:sp>
      <p:sp>
        <p:nvSpPr>
          <p:cNvPr id="21" name="code-line-1">
            <a:extLst>
              <a:ext uri="{FF2B5EF4-FFF2-40B4-BE49-F238E27FC236}">
                <a16:creationId xmlns:a16="http://schemas.microsoft.com/office/drawing/2014/main" id="{0336E702-4098-5B86-2589-533E995A594D}"/>
              </a:ext>
            </a:extLst>
          </p:cNvPr>
          <p:cNvSpPr>
            <a:spLocks noGrp="1"/>
          </p:cNvSpPr>
          <p:nvPr/>
        </p:nvSpPr>
        <p:spPr>
          <a:xfrm>
            <a:off x="790575" y="3588714"/>
            <a:ext cx="6625981"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CE9178"/>
                </a:solidFill>
                <a:latin typeface="Menlo"/>
                <a:ea typeface="Menlo"/>
                <a:cs typeface="Menlo"/>
              </a:rPr>
              <a:t>"--</a:t>
            </a:r>
            <a:r>
              <a:rPr b="0" dirty="0" err="1">
                <a:solidFill>
                  <a:srgbClr val="CE9178"/>
                </a:solidFill>
                <a:latin typeface="Menlo"/>
                <a:ea typeface="Menlo"/>
                <a:cs typeface="Menlo"/>
              </a:rPr>
              <a:t>rcfile</a:t>
            </a:r>
            <a:r>
              <a:rPr b="0" dirty="0">
                <a:solidFill>
                  <a:srgbClr val="CE9178"/>
                </a:solidFill>
                <a:latin typeface="Menlo"/>
                <a:ea typeface="Menlo"/>
                <a:cs typeface="Menlo"/>
              </a:rPr>
              <a:t>=/build/</a:t>
            </a:r>
            <a:r>
              <a:rPr b="0" dirty="0" err="1">
                <a:solidFill>
                  <a:srgbClr val="CE9178"/>
                </a:solidFill>
                <a:latin typeface="Menlo"/>
                <a:ea typeface="Menlo"/>
                <a:cs typeface="Menlo"/>
              </a:rPr>
              <a:t>pyproject.toml</a:t>
            </a:r>
            <a:r>
              <a:rPr b="0" dirty="0">
                <a:solidFill>
                  <a:srgbClr val="CE9178"/>
                </a:solidFill>
                <a:latin typeface="Menlo"/>
                <a:ea typeface="Menlo"/>
                <a:cs typeface="Menlo"/>
              </a:rPr>
              <a:t>"</a:t>
            </a:r>
            <a:r>
              <a:rPr b="0" dirty="0">
                <a:solidFill>
                  <a:srgbClr val="D4D4D4"/>
                </a:solidFill>
                <a:latin typeface="Menlo"/>
                <a:ea typeface="Menlo"/>
                <a:cs typeface="Menlo"/>
              </a:rPr>
              <a:t>, </a:t>
            </a:r>
            <a:r>
              <a:rPr b="0" dirty="0">
                <a:solidFill>
                  <a:srgbClr val="CE9178"/>
                </a:solidFill>
                <a:latin typeface="Menlo"/>
                <a:ea typeface="Menlo"/>
                <a:cs typeface="Menlo"/>
              </a:rPr>
              <a:t>"--save-signal=USR1"</a:t>
            </a:r>
            <a:r>
              <a:rPr b="0" dirty="0">
                <a:solidFill>
                  <a:srgbClr val="D4D4D4"/>
                </a:solidFill>
                <a:latin typeface="Menlo"/>
                <a:ea typeface="Menlo"/>
                <a:cs typeface="Menlo"/>
              </a:rPr>
              <a:t>, </a:t>
            </a:r>
            <a:r>
              <a:rPr b="0" dirty="0">
                <a:solidFill>
                  <a:srgbClr val="CE9178"/>
                </a:solidFill>
                <a:latin typeface="Menlo"/>
                <a:ea typeface="Menlo"/>
                <a:cs typeface="Menlo"/>
              </a:rPr>
              <a:t>"-m"</a:t>
            </a:r>
            <a:r>
              <a:rPr b="0" dirty="0">
                <a:solidFill>
                  <a:srgbClr val="D4D4D4"/>
                </a:solidFill>
                <a:latin typeface="Menlo"/>
                <a:ea typeface="Menlo"/>
                <a:cs typeface="Menlo"/>
              </a:rPr>
              <a:t>, </a:t>
            </a:r>
          </a:p>
        </p:txBody>
      </p:sp>
      <p:sp>
        <p:nvSpPr>
          <p:cNvPr id="22" name="code-line-2">
            <a:extLst>
              <a:ext uri="{FF2B5EF4-FFF2-40B4-BE49-F238E27FC236}">
                <a16:creationId xmlns:a16="http://schemas.microsoft.com/office/drawing/2014/main" id="{EA889733-2947-A658-E80D-674D6C85030A}"/>
              </a:ext>
            </a:extLst>
          </p:cNvPr>
          <p:cNvSpPr>
            <a:spLocks noGrp="1"/>
          </p:cNvSpPr>
          <p:nvPr/>
        </p:nvSpPr>
        <p:spPr>
          <a:xfrm>
            <a:off x="790575" y="3861844"/>
            <a:ext cx="1631942"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CE9178"/>
                </a:solidFill>
                <a:latin typeface="Menlo"/>
                <a:ea typeface="Menlo"/>
                <a:cs typeface="Menlo"/>
              </a:rPr>
              <a:t>"</a:t>
            </a:r>
            <a:r>
              <a:rPr b="0" dirty="0" err="1">
                <a:solidFill>
                  <a:srgbClr val="CE9178"/>
                </a:solidFill>
                <a:latin typeface="Menlo"/>
                <a:ea typeface="Menlo"/>
                <a:cs typeface="Menlo"/>
              </a:rPr>
              <a:t>awslambdaric</a:t>
            </a:r>
            <a:r>
              <a:rPr b="0" dirty="0">
                <a:solidFill>
                  <a:srgbClr val="CE9178"/>
                </a:solidFill>
                <a:latin typeface="Menlo"/>
                <a:ea typeface="Menlo"/>
                <a:cs typeface="Menlo"/>
              </a:rPr>
              <a:t>"</a:t>
            </a:r>
            <a:r>
              <a:rPr b="0" dirty="0">
                <a:solidFill>
                  <a:srgbClr val="D4D4D4"/>
                </a:solidFill>
                <a:latin typeface="Menlo"/>
                <a:ea typeface="Menlo"/>
                <a:cs typeface="Menlo"/>
              </a:rPr>
              <a:t>]</a:t>
            </a:r>
          </a:p>
        </p:txBody>
      </p:sp>
      <p:sp>
        <p:nvSpPr>
          <p:cNvPr id="23" name="cue-20-1-focus">
            <a:extLst>
              <a:ext uri="{FF2B5EF4-FFF2-40B4-BE49-F238E27FC236}">
                <a16:creationId xmlns:a16="http://schemas.microsoft.com/office/drawing/2014/main" id="{840D69AD-BF7A-8420-F5FC-7A7C6BD213FC}"/>
              </a:ext>
            </a:extLst>
          </p:cNvPr>
          <p:cNvSpPr>
            <a:spLocks noGrp="1"/>
          </p:cNvSpPr>
          <p:nvPr/>
        </p:nvSpPr>
        <p:spPr>
          <a:xfrm>
            <a:off x="733039" y="3569664"/>
            <a:ext cx="3495832" cy="292180"/>
          </a:xfrm>
          <a:prstGeom prst="rect">
            <a:avLst/>
          </a:prstGeom>
          <a:noFill/>
          <a:ln w="20955">
            <a:solidFill>
              <a:srgbClr val="FF5874"/>
            </a:solidFill>
          </a:ln>
        </p:spPr>
        <p:txBody>
          <a:bodyPr/>
          <a:lstStyle/>
          <a:p>
            <a:endParaRPr lang="en-US"/>
          </a:p>
        </p:txBody>
      </p:sp>
      <p:cxnSp>
        <p:nvCxnSpPr>
          <p:cNvPr id="24" name="cue-20-1-leader-0">
            <a:extLst>
              <a:ext uri="{FF2B5EF4-FFF2-40B4-BE49-F238E27FC236}">
                <a16:creationId xmlns:a16="http://schemas.microsoft.com/office/drawing/2014/main" id="{F5860167-A955-F289-4BD6-647A3A1E23F4}"/>
              </a:ext>
            </a:extLst>
          </p:cNvPr>
          <p:cNvCxnSpPr>
            <a:cxnSpLocks/>
          </p:cNvCxnSpPr>
          <p:nvPr/>
        </p:nvCxnSpPr>
        <p:spPr>
          <a:xfrm>
            <a:off x="2527442" y="3934382"/>
            <a:ext cx="133049" cy="401181"/>
          </a:xfrm>
          <a:prstGeom prst="straightConnector1">
            <a:avLst/>
          </a:prstGeom>
          <a:ln w="20955">
            <a:solidFill>
              <a:srgbClr val="FF5874"/>
            </a:solidFill>
            <a:headEnd type="triangle" w="sm" len="sm"/>
          </a:ln>
        </p:spPr>
      </p:cxnSp>
      <p:sp>
        <p:nvSpPr>
          <p:cNvPr id="31" name="cue-23-2-label">
            <a:extLst>
              <a:ext uri="{FF2B5EF4-FFF2-40B4-BE49-F238E27FC236}">
                <a16:creationId xmlns:a16="http://schemas.microsoft.com/office/drawing/2014/main" id="{1B7D4C04-8274-A69F-1970-8DE6D585F703}"/>
              </a:ext>
            </a:extLst>
          </p:cNvPr>
          <p:cNvSpPr>
            <a:spLocks noGrp="1"/>
          </p:cNvSpPr>
          <p:nvPr/>
        </p:nvSpPr>
        <p:spPr>
          <a:xfrm>
            <a:off x="1384406" y="4379527"/>
            <a:ext cx="2719159" cy="494871"/>
          </a:xfrm>
          <a:prstGeom prst="rect">
            <a:avLst/>
          </a:prstGeom>
          <a:solidFill>
            <a:srgbClr val="255DA8"/>
          </a:solidFill>
          <a:ln w="0">
            <a:noFill/>
          </a:ln>
        </p:spPr>
        <p:txBody xmlns:a="http://schemas.openxmlformats.org/drawingml/2006/main" xmlns:p="http://schemas.openxmlformats.org/presentationml/2006/main">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lang="en-US" b="0" dirty="0">
                <a:latin typeface="Ubuntu Light"/>
                <a:ea typeface="Ubuntu Light"/>
                <a:cs typeface="Ubuntu Light"/>
              </a:rPr>
              <a:t>Start awslambdaric with</a:t>
            </a:r>
          </a:p>
          <a:p>
            <a:pPr algn="ctr">
              <a:defRPr sz="1350" b="0">
                <a:solidFill>
                  <a:srgbClr val="FFFFFF"/>
                </a:solidFill>
                <a:latin typeface="Ubuntu Light"/>
                <a:ea typeface="Ubuntu Light"/>
                <a:cs typeface="Ubuntu Light"/>
              </a:defRPr>
            </a:pPr>
            <a:r>
              <a:rPr lang="en-US" b="0" dirty="0">
                <a:latin typeface="Ubuntu Light"/>
                <a:ea typeface="Ubuntu Light"/>
                <a:cs typeface="Ubuntu Light"/>
              </a:rPr>
              <a:t>the coverage context config</a:t>
            </a:r>
          </a:p>
        </p:txBody>
      </p:sp>
    </p:spTree>
    <p:extLst>
      <p:ext uri="{BB962C8B-B14F-4D97-AF65-F5344CB8AC3E}">
        <p14:creationId xmlns:p14="http://schemas.microsoft.com/office/powerpoint/2010/main" val="127060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23" grpId="0" animBg="1"/>
      <p:bldP spid="24" grpId="0" animBg="1"/>
      <p:bldP spid="31"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lide-title">
            <a:extLst>
              <a:ext uri="{FF2B5EF4-FFF2-40B4-BE49-F238E27FC236}">
                <a16:creationId xmlns:a16="http://schemas.microsoft.com/office/drawing/2014/main" id="{259B2AA4-67A6-4883-B0D8-21078107556C}"/>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buNone/>
              <a:defRPr sz="2250" b="0">
                <a:solidFill>
                  <a:srgbClr val="202D3E"/>
                </a:solidFill>
                <a:latin typeface="Ubuntu Light"/>
                <a:ea typeface="Ubuntu Light"/>
                <a:cs typeface="Ubuntu Light"/>
              </a:defRPr>
            </a:lvl1pPr>
            <a:lvl2pPr algn="l">
              <a:buNone/>
              <a:defRPr sz="2250" b="0">
                <a:solidFill>
                  <a:srgbClr val="202D3E"/>
                </a:solidFill>
                <a:latin typeface="Ubuntu Light"/>
                <a:ea typeface="Ubuntu Light"/>
                <a:cs typeface="Ubuntu Light"/>
              </a:defRPr>
            </a:lvl2pPr>
            <a:lvl3pPr algn="l">
              <a:buNone/>
              <a:defRPr sz="2250" b="0">
                <a:solidFill>
                  <a:srgbClr val="202D3E"/>
                </a:solidFill>
                <a:latin typeface="Ubuntu Light"/>
                <a:ea typeface="Ubuntu Light"/>
                <a:cs typeface="Ubuntu Light"/>
              </a:defRPr>
            </a:lvl3pPr>
            <a:lvl4pPr algn="l">
              <a:buNone/>
              <a:defRPr sz="2250" b="0">
                <a:solidFill>
                  <a:srgbClr val="202D3E"/>
                </a:solidFill>
                <a:latin typeface="Ubuntu Light"/>
                <a:ea typeface="Ubuntu Light"/>
                <a:cs typeface="Ubuntu Light"/>
              </a:defRPr>
            </a:lvl4pPr>
            <a:lvl5pPr algn="l">
              <a:buNone/>
              <a:defRPr sz="2250" b="0">
                <a:solidFill>
                  <a:srgbClr val="202D3E"/>
                </a:solidFill>
                <a:latin typeface="Ubuntu Light"/>
                <a:ea typeface="Ubuntu Light"/>
                <a:cs typeface="Ubuntu Light"/>
              </a:defRPr>
            </a:lvl5pPr>
            <a:lvl6pPr algn="l">
              <a:buNone/>
              <a:defRPr sz="2250" b="0">
                <a:solidFill>
                  <a:srgbClr val="202D3E"/>
                </a:solidFill>
                <a:latin typeface="Ubuntu Light"/>
                <a:ea typeface="Ubuntu Light"/>
                <a:cs typeface="Ubuntu Light"/>
              </a:defRPr>
            </a:lvl6pPr>
            <a:lvl7pPr algn="l">
              <a:buNone/>
              <a:defRPr sz="2250" b="0">
                <a:solidFill>
                  <a:srgbClr val="202D3E"/>
                </a:solidFill>
                <a:latin typeface="Ubuntu Light"/>
                <a:ea typeface="Ubuntu Light"/>
                <a:cs typeface="Ubuntu Light"/>
              </a:defRPr>
            </a:lvl7pPr>
            <a:lvl8pPr algn="l">
              <a:buNone/>
              <a:defRPr sz="2250" b="0">
                <a:solidFill>
                  <a:srgbClr val="202D3E"/>
                </a:solidFill>
                <a:latin typeface="Ubuntu Light"/>
                <a:ea typeface="Ubuntu Light"/>
                <a:cs typeface="Ubuntu Light"/>
              </a:defRPr>
            </a:lvl8pPr>
            <a:lvl9pPr algn="l">
              <a:buNone/>
              <a:defRPr sz="2250" b="0">
                <a:solidFill>
                  <a:srgbClr val="202D3E"/>
                </a:solidFill>
                <a:latin typeface="Ubuntu Light"/>
                <a:ea typeface="Ubuntu Light"/>
                <a:cs typeface="Ubuntu Light"/>
              </a:defRPr>
            </a:lvl9pPr>
          </a:lstStyle>
          <a:p>
            <a:pPr algn="l">
              <a:buNone/>
              <a:defRPr sz="2250" b="0">
                <a:solidFill>
                  <a:srgbClr val="202D3E"/>
                </a:solidFill>
                <a:latin typeface="Ubuntu Light"/>
                <a:ea typeface="Ubuntu Light"/>
                <a:cs typeface="Ubuntu Light"/>
              </a:defRPr>
            </a:pPr>
            <a:r>
              <a:rPr b="0">
                <a:latin typeface="Ubuntu Light"/>
                <a:ea typeface="Ubuntu Light"/>
                <a:cs typeface="Ubuntu Light"/>
              </a:rPr>
              <a:t>The test function name travels with coverage data</a:t>
            </a:r>
          </a:p>
        </p:txBody>
      </p:sp>
      <p:pic>
        <p:nvPicPr>
          <p:cNvPr id="2" name="Picture 1">
            <a:extLst>
              <a:ext uri="{FF2B5EF4-FFF2-40B4-BE49-F238E27FC236}">
                <a16:creationId xmlns:a16="http://schemas.microsoft.com/office/drawing/2014/main" id="{5BA96F28-6863-4FFD-A78A-0478CD313B64}"/>
              </a:ext>
            </a:extLst>
          </p:cNvPr>
          <p:cNvPicPr>
            <a:picLocks noChangeAspect="1"/>
          </p:cNvPicPr>
          <p:nvPr/>
        </p:nvPicPr>
        <p:blipFill>
          <a:blip r:embed="rId3"/>
          <a:stretch/>
        </p:blipFill>
        <p:spPr>
          <a:xfrm>
            <a:off x="619125" y="1438275"/>
            <a:ext cx="314325" cy="314325"/>
          </a:xfrm>
          <a:prstGeom prst="rect">
            <a:avLst/>
          </a:prstGeom>
        </p:spPr>
      </p:pic>
      <p:sp>
        <p:nvSpPr>
          <p:cNvPr id="3" name="lineage-full-test-id">
            <a:extLst>
              <a:ext uri="{FF2B5EF4-FFF2-40B4-BE49-F238E27FC236}">
                <a16:creationId xmlns:a16="http://schemas.microsoft.com/office/drawing/2014/main" id="{E42DE70F-C96B-4E75-BE8B-6547D3489AFD}"/>
              </a:ext>
            </a:extLst>
          </p:cNvPr>
          <p:cNvSpPr>
            <a:spLocks noGrp="1"/>
          </p:cNvSpPr>
          <p:nvPr/>
        </p:nvSpPr>
        <p:spPr>
          <a:xfrm>
            <a:off x="1038225" y="1495425"/>
            <a:ext cx="7486650" cy="257175"/>
          </a:xfrm>
          <a:prstGeom prst="rect">
            <a:avLst/>
          </a:prstGeom>
          <a:noFill/>
          <a:ln w="0">
            <a:noFill/>
          </a:ln>
        </p:spPr>
        <p:txBody>
          <a:bodyPr wrap="none" lIns="0" tIns="0" rIns="0" bIns="0" anchor="t">
            <a:noAutofit/>
          </a:bodyPr>
          <a:lstStyle>
            <a:defPPr algn="l">
              <a:defRPr sz="1350" b="0">
                <a:solidFill>
                  <a:srgbClr val="B91561"/>
                </a:solidFill>
                <a:latin typeface="Ubuntu Light"/>
                <a:ea typeface="Ubuntu Light"/>
                <a:cs typeface="Ubuntu Light"/>
              </a:defRPr>
            </a:defPPr>
            <a:lvl1pPr algn="l">
              <a:buNone/>
              <a:defRPr sz="1350" b="0">
                <a:solidFill>
                  <a:srgbClr val="B91561"/>
                </a:solidFill>
                <a:latin typeface="Ubuntu Light"/>
                <a:ea typeface="Ubuntu Light"/>
                <a:cs typeface="Ubuntu Light"/>
              </a:defRPr>
            </a:lvl1pPr>
            <a:lvl2pPr algn="l">
              <a:buNone/>
              <a:defRPr sz="1350" b="0">
                <a:solidFill>
                  <a:srgbClr val="B91561"/>
                </a:solidFill>
                <a:latin typeface="Ubuntu Light"/>
                <a:ea typeface="Ubuntu Light"/>
                <a:cs typeface="Ubuntu Light"/>
              </a:defRPr>
            </a:lvl2pPr>
            <a:lvl3pPr algn="l">
              <a:buNone/>
              <a:defRPr sz="1350" b="0">
                <a:solidFill>
                  <a:srgbClr val="B91561"/>
                </a:solidFill>
                <a:latin typeface="Ubuntu Light"/>
                <a:ea typeface="Ubuntu Light"/>
                <a:cs typeface="Ubuntu Light"/>
              </a:defRPr>
            </a:lvl3pPr>
            <a:lvl4pPr algn="l">
              <a:buNone/>
              <a:defRPr sz="1350" b="0">
                <a:solidFill>
                  <a:srgbClr val="B91561"/>
                </a:solidFill>
                <a:latin typeface="Ubuntu Light"/>
                <a:ea typeface="Ubuntu Light"/>
                <a:cs typeface="Ubuntu Light"/>
              </a:defRPr>
            </a:lvl4pPr>
            <a:lvl5pPr algn="l">
              <a:buNone/>
              <a:defRPr sz="1350" b="0">
                <a:solidFill>
                  <a:srgbClr val="B91561"/>
                </a:solidFill>
                <a:latin typeface="Ubuntu Light"/>
                <a:ea typeface="Ubuntu Light"/>
                <a:cs typeface="Ubuntu Light"/>
              </a:defRPr>
            </a:lvl5pPr>
            <a:lvl6pPr algn="l">
              <a:buNone/>
              <a:defRPr sz="1350" b="0">
                <a:solidFill>
                  <a:srgbClr val="B91561"/>
                </a:solidFill>
                <a:latin typeface="Ubuntu Light"/>
                <a:ea typeface="Ubuntu Light"/>
                <a:cs typeface="Ubuntu Light"/>
              </a:defRPr>
            </a:lvl6pPr>
            <a:lvl7pPr algn="l">
              <a:buNone/>
              <a:defRPr sz="1350" b="0">
                <a:solidFill>
                  <a:srgbClr val="B91561"/>
                </a:solidFill>
                <a:latin typeface="Ubuntu Light"/>
                <a:ea typeface="Ubuntu Light"/>
                <a:cs typeface="Ubuntu Light"/>
              </a:defRPr>
            </a:lvl7pPr>
            <a:lvl8pPr algn="l">
              <a:buNone/>
              <a:defRPr sz="1350" b="0">
                <a:solidFill>
                  <a:srgbClr val="B91561"/>
                </a:solidFill>
                <a:latin typeface="Ubuntu Light"/>
                <a:ea typeface="Ubuntu Light"/>
                <a:cs typeface="Ubuntu Light"/>
              </a:defRPr>
            </a:lvl8pPr>
            <a:lvl9pPr algn="l">
              <a:buNone/>
              <a:defRPr sz="1350" b="0">
                <a:solidFill>
                  <a:srgbClr val="B91561"/>
                </a:solidFill>
                <a:latin typeface="Ubuntu Light"/>
                <a:ea typeface="Ubuntu Light"/>
                <a:cs typeface="Ubuntu Light"/>
              </a:defRPr>
            </a:lvl9pPr>
          </a:lstStyle>
          <a:p>
            <a:pPr algn="l">
              <a:buNone/>
              <a:defRPr sz="1350" b="0">
                <a:solidFill>
                  <a:srgbClr val="B91561"/>
                </a:solidFill>
                <a:latin typeface="Ubuntu Light"/>
                <a:ea typeface="Ubuntu Light"/>
                <a:cs typeface="Ubuntu Light"/>
              </a:defRPr>
            </a:pPr>
            <a:r>
              <a:rPr b="0">
                <a:latin typeface="Menlo"/>
                <a:ea typeface="Menlo"/>
                <a:cs typeface="Menlo"/>
              </a:rPr>
              <a:t>test_definitive_payment_rejection_releases_stock</a:t>
            </a:r>
          </a:p>
        </p:txBody>
      </p:sp>
      <p:sp>
        <p:nvSpPr>
          <p:cNvPr id="4" name="lineage-fixture-title">
            <a:extLst>
              <a:ext uri="{FF2B5EF4-FFF2-40B4-BE49-F238E27FC236}">
                <a16:creationId xmlns:a16="http://schemas.microsoft.com/office/drawing/2014/main" id="{C1871B5E-5AB7-423C-8A31-F9910AD1FA5A}"/>
              </a:ext>
            </a:extLst>
          </p:cNvPr>
          <p:cNvSpPr>
            <a:spLocks noGrp="1"/>
          </p:cNvSpPr>
          <p:nvPr/>
        </p:nvSpPr>
        <p:spPr>
          <a:xfrm>
            <a:off x="619125" y="2076450"/>
            <a:ext cx="1905000" cy="276225"/>
          </a:xfrm>
          <a:prstGeom prst="rect">
            <a:avLst/>
          </a:prstGeom>
          <a:noFill/>
          <a:ln w="0">
            <a:noFill/>
          </a:ln>
        </p:spPr>
        <p:txBody>
          <a:bodyPr wrap="none" lIns="0" tIns="0" rIns="0" bIns="0" anchor="t">
            <a:noAutofit/>
          </a:bodyPr>
          <a:lstStyle>
            <a:defPPr algn="ctr">
              <a:defRPr sz="1538" b="0">
                <a:solidFill>
                  <a:srgbClr val="202D3E"/>
                </a:solidFill>
                <a:latin typeface="Ubuntu Light"/>
                <a:ea typeface="Ubuntu Light"/>
                <a:cs typeface="Ubuntu Light"/>
              </a:defRPr>
            </a:defPPr>
            <a:lvl1pPr algn="ctr">
              <a:defRPr sz="1538" b="0">
                <a:solidFill>
                  <a:srgbClr val="202D3E"/>
                </a:solidFill>
                <a:latin typeface="Ubuntu Light"/>
                <a:ea typeface="Ubuntu Light"/>
                <a:cs typeface="Ubuntu Light"/>
              </a:defRPr>
            </a:lvl1pPr>
            <a:lvl2pPr algn="ctr">
              <a:defRPr sz="1538" b="0">
                <a:solidFill>
                  <a:srgbClr val="202D3E"/>
                </a:solidFill>
                <a:latin typeface="Ubuntu Light"/>
                <a:ea typeface="Ubuntu Light"/>
                <a:cs typeface="Ubuntu Light"/>
              </a:defRPr>
            </a:lvl2pPr>
            <a:lvl3pPr algn="ctr">
              <a:defRPr sz="1538" b="0">
                <a:solidFill>
                  <a:srgbClr val="202D3E"/>
                </a:solidFill>
                <a:latin typeface="Ubuntu Light"/>
                <a:ea typeface="Ubuntu Light"/>
                <a:cs typeface="Ubuntu Light"/>
              </a:defRPr>
            </a:lvl3pPr>
            <a:lvl4pPr algn="ctr">
              <a:defRPr sz="1538" b="0">
                <a:solidFill>
                  <a:srgbClr val="202D3E"/>
                </a:solidFill>
                <a:latin typeface="Ubuntu Light"/>
                <a:ea typeface="Ubuntu Light"/>
                <a:cs typeface="Ubuntu Light"/>
              </a:defRPr>
            </a:lvl4pPr>
            <a:lvl5pPr algn="ctr">
              <a:defRPr sz="1538" b="0">
                <a:solidFill>
                  <a:srgbClr val="202D3E"/>
                </a:solidFill>
                <a:latin typeface="Ubuntu Light"/>
                <a:ea typeface="Ubuntu Light"/>
                <a:cs typeface="Ubuntu Light"/>
              </a:defRPr>
            </a:lvl5pPr>
            <a:lvl6pPr algn="ctr">
              <a:defRPr sz="1538" b="0">
                <a:solidFill>
                  <a:srgbClr val="202D3E"/>
                </a:solidFill>
                <a:latin typeface="Ubuntu Light"/>
                <a:ea typeface="Ubuntu Light"/>
                <a:cs typeface="Ubuntu Light"/>
              </a:defRPr>
            </a:lvl6pPr>
            <a:lvl7pPr algn="ctr">
              <a:defRPr sz="1538" b="0">
                <a:solidFill>
                  <a:srgbClr val="202D3E"/>
                </a:solidFill>
                <a:latin typeface="Ubuntu Light"/>
                <a:ea typeface="Ubuntu Light"/>
                <a:cs typeface="Ubuntu Light"/>
              </a:defRPr>
            </a:lvl7pPr>
            <a:lvl8pPr algn="ctr">
              <a:defRPr sz="1538" b="0">
                <a:solidFill>
                  <a:srgbClr val="202D3E"/>
                </a:solidFill>
                <a:latin typeface="Ubuntu Light"/>
                <a:ea typeface="Ubuntu Light"/>
                <a:cs typeface="Ubuntu Light"/>
              </a:defRPr>
            </a:lvl8pPr>
            <a:lvl9pPr algn="ctr">
              <a:defRPr sz="1538" b="0">
                <a:solidFill>
                  <a:srgbClr val="202D3E"/>
                </a:solidFill>
                <a:latin typeface="Ubuntu Light"/>
                <a:ea typeface="Ubuntu Light"/>
                <a:cs typeface="Ubuntu Light"/>
              </a:defRPr>
            </a:lvl9pPr>
          </a:lstStyle>
          <a:p>
            <a:pPr algn="ctr">
              <a:defRPr sz="1538" b="0">
                <a:solidFill>
                  <a:srgbClr val="202D3E"/>
                </a:solidFill>
                <a:latin typeface="Ubuntu Light"/>
                <a:ea typeface="Ubuntu Light"/>
                <a:cs typeface="Ubuntu Light"/>
              </a:defRPr>
            </a:pPr>
            <a:r>
              <a:rPr b="0">
                <a:latin typeface="Ubuntu Light"/>
                <a:ea typeface="Ubuntu Light"/>
                <a:cs typeface="Ubuntu Light"/>
              </a:rPr>
              <a:t>pytest fixture</a:t>
            </a:r>
          </a:p>
        </p:txBody>
      </p:sp>
      <p:pic>
        <p:nvPicPr>
          <p:cNvPr id="5" name="Picture 4">
            <a:extLst>
              <a:ext uri="{FF2B5EF4-FFF2-40B4-BE49-F238E27FC236}">
                <a16:creationId xmlns:a16="http://schemas.microsoft.com/office/drawing/2014/main" id="{346FFED2-7153-41FD-88A2-0A8228F77A3C}"/>
              </a:ext>
            </a:extLst>
          </p:cNvPr>
          <p:cNvPicPr>
            <a:picLocks noChangeAspect="1"/>
          </p:cNvPicPr>
          <p:nvPr/>
        </p:nvPicPr>
        <p:blipFill>
          <a:blip r:embed="rId4"/>
          <a:stretch/>
        </p:blipFill>
        <p:spPr>
          <a:xfrm>
            <a:off x="1228725" y="2514600"/>
            <a:ext cx="685800" cy="685800"/>
          </a:xfrm>
          <a:prstGeom prst="rect">
            <a:avLst/>
          </a:prstGeom>
        </p:spPr>
      </p:pic>
      <p:pic>
        <p:nvPicPr>
          <p:cNvPr id="6" name="Picture 5">
            <a:extLst>
              <a:ext uri="{FF2B5EF4-FFF2-40B4-BE49-F238E27FC236}">
                <a16:creationId xmlns:a16="http://schemas.microsoft.com/office/drawing/2014/main" id="{A75159BD-D749-4C4C-9DC3-FB963AA0A268}"/>
              </a:ext>
            </a:extLst>
          </p:cNvPr>
          <p:cNvPicPr>
            <a:picLocks noChangeAspect="1"/>
          </p:cNvPicPr>
          <p:nvPr/>
        </p:nvPicPr>
        <p:blipFill>
          <a:blip r:embed="rId3"/>
          <a:stretch/>
        </p:blipFill>
        <p:spPr>
          <a:xfrm>
            <a:off x="1752600" y="3038475"/>
            <a:ext cx="266700" cy="266700"/>
          </a:xfrm>
          <a:prstGeom prst="rect">
            <a:avLst/>
          </a:prstGeom>
        </p:spPr>
      </p:pic>
      <p:sp>
        <p:nvSpPr>
          <p:cNvPr id="7" name="lineage-fixture-code">
            <a:extLst>
              <a:ext uri="{FF2B5EF4-FFF2-40B4-BE49-F238E27FC236}">
                <a16:creationId xmlns:a16="http://schemas.microsoft.com/office/drawing/2014/main" id="{D3D22897-9544-4546-B982-C5B0A4A17E12}"/>
              </a:ext>
            </a:extLst>
          </p:cNvPr>
          <p:cNvSpPr>
            <a:spLocks noGrp="1"/>
          </p:cNvSpPr>
          <p:nvPr/>
        </p:nvSpPr>
        <p:spPr>
          <a:xfrm>
            <a:off x="619125" y="3457575"/>
            <a:ext cx="1905000" cy="266700"/>
          </a:xfrm>
          <a:prstGeom prst="rect">
            <a:avLst/>
          </a:prstGeom>
          <a:noFill/>
          <a:ln w="0">
            <a:noFill/>
          </a:ln>
        </p:spPr>
        <p:txBody>
          <a:bodyPr wrap="none" lIns="0" tIns="0" rIns="0" bIns="0" anchor="t">
            <a:noAutofit/>
          </a:bodyPr>
          <a:lstStyle>
            <a:defPPr algn="ctr">
              <a:defRPr sz="1238" b="0">
                <a:solidFill>
                  <a:srgbClr val="255DA8"/>
                </a:solidFill>
                <a:latin typeface="Ubuntu Light"/>
                <a:ea typeface="Ubuntu Light"/>
                <a:cs typeface="Ubuntu Light"/>
              </a:defRPr>
            </a:defPPr>
            <a:lvl1pPr algn="ctr">
              <a:buNone/>
              <a:defRPr sz="1238" b="0">
                <a:solidFill>
                  <a:srgbClr val="255DA8"/>
                </a:solidFill>
                <a:latin typeface="Ubuntu Light"/>
                <a:ea typeface="Ubuntu Light"/>
                <a:cs typeface="Ubuntu Light"/>
              </a:defRPr>
            </a:lvl1pPr>
            <a:lvl2pPr algn="ctr">
              <a:buNone/>
              <a:defRPr sz="1238" b="0">
                <a:solidFill>
                  <a:srgbClr val="255DA8"/>
                </a:solidFill>
                <a:latin typeface="Ubuntu Light"/>
                <a:ea typeface="Ubuntu Light"/>
                <a:cs typeface="Ubuntu Light"/>
              </a:defRPr>
            </a:lvl2pPr>
            <a:lvl3pPr algn="ctr">
              <a:buNone/>
              <a:defRPr sz="1238" b="0">
                <a:solidFill>
                  <a:srgbClr val="255DA8"/>
                </a:solidFill>
                <a:latin typeface="Ubuntu Light"/>
                <a:ea typeface="Ubuntu Light"/>
                <a:cs typeface="Ubuntu Light"/>
              </a:defRPr>
            </a:lvl3pPr>
            <a:lvl4pPr algn="ctr">
              <a:buNone/>
              <a:defRPr sz="1238" b="0">
                <a:solidFill>
                  <a:srgbClr val="255DA8"/>
                </a:solidFill>
                <a:latin typeface="Ubuntu Light"/>
                <a:ea typeface="Ubuntu Light"/>
                <a:cs typeface="Ubuntu Light"/>
              </a:defRPr>
            </a:lvl4pPr>
            <a:lvl5pPr algn="ctr">
              <a:buNone/>
              <a:defRPr sz="1238" b="0">
                <a:solidFill>
                  <a:srgbClr val="255DA8"/>
                </a:solidFill>
                <a:latin typeface="Ubuntu Light"/>
                <a:ea typeface="Ubuntu Light"/>
                <a:cs typeface="Ubuntu Light"/>
              </a:defRPr>
            </a:lvl5pPr>
            <a:lvl6pPr algn="ctr">
              <a:buNone/>
              <a:defRPr sz="1238" b="0">
                <a:solidFill>
                  <a:srgbClr val="255DA8"/>
                </a:solidFill>
                <a:latin typeface="Ubuntu Light"/>
                <a:ea typeface="Ubuntu Light"/>
                <a:cs typeface="Ubuntu Light"/>
              </a:defRPr>
            </a:lvl6pPr>
            <a:lvl7pPr algn="ctr">
              <a:buNone/>
              <a:defRPr sz="1238" b="0">
                <a:solidFill>
                  <a:srgbClr val="255DA8"/>
                </a:solidFill>
                <a:latin typeface="Ubuntu Light"/>
                <a:ea typeface="Ubuntu Light"/>
                <a:cs typeface="Ubuntu Light"/>
              </a:defRPr>
            </a:lvl7pPr>
            <a:lvl8pPr algn="ctr">
              <a:buNone/>
              <a:defRPr sz="1238" b="0">
                <a:solidFill>
                  <a:srgbClr val="255DA8"/>
                </a:solidFill>
                <a:latin typeface="Ubuntu Light"/>
                <a:ea typeface="Ubuntu Light"/>
                <a:cs typeface="Ubuntu Light"/>
              </a:defRPr>
            </a:lvl8pPr>
            <a:lvl9pPr algn="ctr">
              <a:buNone/>
              <a:defRPr sz="1238" b="0">
                <a:solidFill>
                  <a:srgbClr val="255DA8"/>
                </a:solidFill>
                <a:latin typeface="Ubuntu Light"/>
                <a:ea typeface="Ubuntu Light"/>
                <a:cs typeface="Ubuntu Light"/>
              </a:defRPr>
            </a:lvl9pPr>
          </a:lstStyle>
          <a:p>
            <a:pPr algn="ctr">
              <a:buNone/>
              <a:defRPr sz="1238" b="0">
                <a:solidFill>
                  <a:srgbClr val="255DA8"/>
                </a:solidFill>
                <a:latin typeface="Ubuntu Light"/>
                <a:ea typeface="Ubuntu Light"/>
                <a:cs typeface="Ubuntu Light"/>
              </a:defRPr>
            </a:pPr>
            <a:r>
              <a:rPr b="0">
                <a:latin typeface="Menlo"/>
                <a:ea typeface="Menlo"/>
                <a:cs typeface="Menlo"/>
              </a:rPr>
              <a:t>request.node.name</a:t>
            </a:r>
          </a:p>
        </p:txBody>
      </p:sp>
      <p:sp>
        <p:nvSpPr>
          <p:cNvPr id="8" name="lineage-fixture-detail">
            <a:extLst>
              <a:ext uri="{FF2B5EF4-FFF2-40B4-BE49-F238E27FC236}">
                <a16:creationId xmlns:a16="http://schemas.microsoft.com/office/drawing/2014/main" id="{B4B9E526-8473-4FED-AED3-F3E014CDB182}"/>
              </a:ext>
            </a:extLst>
          </p:cNvPr>
          <p:cNvSpPr>
            <a:spLocks noGrp="1"/>
          </p:cNvSpPr>
          <p:nvPr/>
        </p:nvSpPr>
        <p:spPr>
          <a:xfrm>
            <a:off x="619125" y="3762375"/>
            <a:ext cx="1905000" cy="542925"/>
          </a:xfrm>
          <a:prstGeom prst="rect">
            <a:avLst/>
          </a:prstGeom>
          <a:noFill/>
          <a:ln w="0">
            <a:noFill/>
          </a:ln>
        </p:spPr>
        <p:txBody>
          <a:bodyPr wrap="square" lIns="0" tIns="0" rIns="0" bIns="0" anchor="t">
            <a:noAutofit/>
          </a:bodyPr>
          <a:lstStyle>
            <a:defPPr algn="ctr">
              <a:defRPr sz="1350" b="0">
                <a:solidFill>
                  <a:srgbClr val="475569"/>
                </a:solidFill>
                <a:latin typeface="Ubuntu Light"/>
                <a:ea typeface="Ubuntu Light"/>
                <a:cs typeface="Ubuntu Light"/>
              </a:defRPr>
            </a:defPPr>
            <a:lvl1pPr algn="ctr">
              <a:buNone/>
              <a:defRPr sz="1350" b="0">
                <a:solidFill>
                  <a:srgbClr val="475569"/>
                </a:solidFill>
                <a:latin typeface="Ubuntu Light"/>
                <a:ea typeface="Ubuntu Light"/>
                <a:cs typeface="Ubuntu Light"/>
              </a:defRPr>
            </a:lvl1pPr>
            <a:lvl2pPr algn="ctr">
              <a:buNone/>
              <a:defRPr sz="1350" b="0">
                <a:solidFill>
                  <a:srgbClr val="475569"/>
                </a:solidFill>
                <a:latin typeface="Ubuntu Light"/>
                <a:ea typeface="Ubuntu Light"/>
                <a:cs typeface="Ubuntu Light"/>
              </a:defRPr>
            </a:lvl2pPr>
            <a:lvl3pPr algn="ctr">
              <a:buNone/>
              <a:defRPr sz="1350" b="0">
                <a:solidFill>
                  <a:srgbClr val="475569"/>
                </a:solidFill>
                <a:latin typeface="Ubuntu Light"/>
                <a:ea typeface="Ubuntu Light"/>
                <a:cs typeface="Ubuntu Light"/>
              </a:defRPr>
            </a:lvl3pPr>
            <a:lvl4pPr algn="ctr">
              <a:buNone/>
              <a:defRPr sz="1350" b="0">
                <a:solidFill>
                  <a:srgbClr val="475569"/>
                </a:solidFill>
                <a:latin typeface="Ubuntu Light"/>
                <a:ea typeface="Ubuntu Light"/>
                <a:cs typeface="Ubuntu Light"/>
              </a:defRPr>
            </a:lvl4pPr>
            <a:lvl5pPr algn="ctr">
              <a:buNone/>
              <a:defRPr sz="1350" b="0">
                <a:solidFill>
                  <a:srgbClr val="475569"/>
                </a:solidFill>
                <a:latin typeface="Ubuntu Light"/>
                <a:ea typeface="Ubuntu Light"/>
                <a:cs typeface="Ubuntu Light"/>
              </a:defRPr>
            </a:lvl5pPr>
            <a:lvl6pPr algn="ctr">
              <a:buNone/>
              <a:defRPr sz="1350" b="0">
                <a:solidFill>
                  <a:srgbClr val="475569"/>
                </a:solidFill>
                <a:latin typeface="Ubuntu Light"/>
                <a:ea typeface="Ubuntu Light"/>
                <a:cs typeface="Ubuntu Light"/>
              </a:defRPr>
            </a:lvl6pPr>
            <a:lvl7pPr algn="ctr">
              <a:buNone/>
              <a:defRPr sz="1350" b="0">
                <a:solidFill>
                  <a:srgbClr val="475569"/>
                </a:solidFill>
                <a:latin typeface="Ubuntu Light"/>
                <a:ea typeface="Ubuntu Light"/>
                <a:cs typeface="Ubuntu Light"/>
              </a:defRPr>
            </a:lvl7pPr>
            <a:lvl8pPr algn="ctr">
              <a:buNone/>
              <a:defRPr sz="1350" b="0">
                <a:solidFill>
                  <a:srgbClr val="475569"/>
                </a:solidFill>
                <a:latin typeface="Ubuntu Light"/>
                <a:ea typeface="Ubuntu Light"/>
                <a:cs typeface="Ubuntu Light"/>
              </a:defRPr>
            </a:lvl8pPr>
            <a:lvl9pPr algn="ctr">
              <a:buNone/>
              <a:defRPr sz="1350" b="0">
                <a:solidFill>
                  <a:srgbClr val="475569"/>
                </a:solidFill>
                <a:latin typeface="Ubuntu Light"/>
                <a:ea typeface="Ubuntu Light"/>
                <a:cs typeface="Ubuntu Light"/>
              </a:defRPr>
            </a:lvl9pPr>
          </a:lstStyle>
          <a:p>
            <a:pPr algn="ctr">
              <a:buNone/>
              <a:defRPr sz="1350" b="0">
                <a:solidFill>
                  <a:srgbClr val="475569"/>
                </a:solidFill>
                <a:latin typeface="Ubuntu Light"/>
                <a:ea typeface="Ubuntu Light"/>
                <a:cs typeface="Ubuntu Light"/>
              </a:defRPr>
            </a:pPr>
            <a:r>
              <a:rPr b="0">
                <a:latin typeface="Ubuntu Light"/>
                <a:ea typeface="Ubuntu Light"/>
                <a:cs typeface="Ubuntu Light"/>
              </a:rPr>
              <a:t>Name of this test function</a:t>
            </a:r>
          </a:p>
        </p:txBody>
      </p:sp>
      <p:sp>
        <p:nvSpPr>
          <p:cNvPr id="9" name="lineage-environment-title">
            <a:extLst>
              <a:ext uri="{FF2B5EF4-FFF2-40B4-BE49-F238E27FC236}">
                <a16:creationId xmlns:a16="http://schemas.microsoft.com/office/drawing/2014/main" id="{85871F9D-F322-481E-8266-C4FC6A121AD7}"/>
              </a:ext>
            </a:extLst>
          </p:cNvPr>
          <p:cNvSpPr>
            <a:spLocks noGrp="1"/>
          </p:cNvSpPr>
          <p:nvPr/>
        </p:nvSpPr>
        <p:spPr>
          <a:xfrm>
            <a:off x="2533650" y="2076450"/>
            <a:ext cx="1952625" cy="276225"/>
          </a:xfrm>
          <a:prstGeom prst="rect">
            <a:avLst/>
          </a:prstGeom>
          <a:noFill/>
          <a:ln w="0">
            <a:noFill/>
          </a:ln>
        </p:spPr>
        <p:txBody>
          <a:bodyPr wrap="none" lIns="0" tIns="0" rIns="0" bIns="0" anchor="t">
            <a:noAutofit/>
          </a:bodyPr>
          <a:lstStyle>
            <a:defPPr algn="ctr">
              <a:defRPr sz="1538" b="0">
                <a:solidFill>
                  <a:srgbClr val="202D3E"/>
                </a:solidFill>
                <a:latin typeface="Ubuntu Light"/>
                <a:ea typeface="Ubuntu Light"/>
                <a:cs typeface="Ubuntu Light"/>
              </a:defRPr>
            </a:defPPr>
            <a:lvl1pPr algn="ctr">
              <a:defRPr sz="1538" b="0">
                <a:solidFill>
                  <a:srgbClr val="202D3E"/>
                </a:solidFill>
                <a:latin typeface="Ubuntu Light"/>
                <a:ea typeface="Ubuntu Light"/>
                <a:cs typeface="Ubuntu Light"/>
              </a:defRPr>
            </a:lvl1pPr>
            <a:lvl2pPr algn="ctr">
              <a:defRPr sz="1538" b="0">
                <a:solidFill>
                  <a:srgbClr val="202D3E"/>
                </a:solidFill>
                <a:latin typeface="Ubuntu Light"/>
                <a:ea typeface="Ubuntu Light"/>
                <a:cs typeface="Ubuntu Light"/>
              </a:defRPr>
            </a:lvl2pPr>
            <a:lvl3pPr algn="ctr">
              <a:defRPr sz="1538" b="0">
                <a:solidFill>
                  <a:srgbClr val="202D3E"/>
                </a:solidFill>
                <a:latin typeface="Ubuntu Light"/>
                <a:ea typeface="Ubuntu Light"/>
                <a:cs typeface="Ubuntu Light"/>
              </a:defRPr>
            </a:lvl3pPr>
            <a:lvl4pPr algn="ctr">
              <a:defRPr sz="1538" b="0">
                <a:solidFill>
                  <a:srgbClr val="202D3E"/>
                </a:solidFill>
                <a:latin typeface="Ubuntu Light"/>
                <a:ea typeface="Ubuntu Light"/>
                <a:cs typeface="Ubuntu Light"/>
              </a:defRPr>
            </a:lvl4pPr>
            <a:lvl5pPr algn="ctr">
              <a:defRPr sz="1538" b="0">
                <a:solidFill>
                  <a:srgbClr val="202D3E"/>
                </a:solidFill>
                <a:latin typeface="Ubuntu Light"/>
                <a:ea typeface="Ubuntu Light"/>
                <a:cs typeface="Ubuntu Light"/>
              </a:defRPr>
            </a:lvl5pPr>
            <a:lvl6pPr algn="ctr">
              <a:defRPr sz="1538" b="0">
                <a:solidFill>
                  <a:srgbClr val="202D3E"/>
                </a:solidFill>
                <a:latin typeface="Ubuntu Light"/>
                <a:ea typeface="Ubuntu Light"/>
                <a:cs typeface="Ubuntu Light"/>
              </a:defRPr>
            </a:lvl6pPr>
            <a:lvl7pPr algn="ctr">
              <a:defRPr sz="1538" b="0">
                <a:solidFill>
                  <a:srgbClr val="202D3E"/>
                </a:solidFill>
                <a:latin typeface="Ubuntu Light"/>
                <a:ea typeface="Ubuntu Light"/>
                <a:cs typeface="Ubuntu Light"/>
              </a:defRPr>
            </a:lvl7pPr>
            <a:lvl8pPr algn="ctr">
              <a:defRPr sz="1538" b="0">
                <a:solidFill>
                  <a:srgbClr val="202D3E"/>
                </a:solidFill>
                <a:latin typeface="Ubuntu Light"/>
                <a:ea typeface="Ubuntu Light"/>
                <a:cs typeface="Ubuntu Light"/>
              </a:defRPr>
            </a:lvl8pPr>
            <a:lvl9pPr algn="ctr">
              <a:defRPr sz="1538" b="0">
                <a:solidFill>
                  <a:srgbClr val="202D3E"/>
                </a:solidFill>
                <a:latin typeface="Ubuntu Light"/>
                <a:ea typeface="Ubuntu Light"/>
                <a:cs typeface="Ubuntu Light"/>
              </a:defRPr>
            </a:lvl9pPr>
          </a:lstStyle>
          <a:p>
            <a:pPr algn="ctr">
              <a:defRPr sz="1538" b="0">
                <a:solidFill>
                  <a:srgbClr val="202D3E"/>
                </a:solidFill>
                <a:latin typeface="Ubuntu Light"/>
                <a:ea typeface="Ubuntu Light"/>
                <a:cs typeface="Ubuntu Light"/>
              </a:defRPr>
            </a:pPr>
            <a:r>
              <a:rPr b="0">
                <a:latin typeface="Ubuntu Light"/>
                <a:ea typeface="Ubuntu Light"/>
                <a:cs typeface="Ubuntu Light"/>
              </a:rPr>
              <a:t>Lambda environment</a:t>
            </a:r>
          </a:p>
        </p:txBody>
      </p:sp>
      <p:pic>
        <p:nvPicPr>
          <p:cNvPr id="10" name="Picture 9">
            <a:extLst>
              <a:ext uri="{FF2B5EF4-FFF2-40B4-BE49-F238E27FC236}">
                <a16:creationId xmlns:a16="http://schemas.microsoft.com/office/drawing/2014/main" id="{BE937C0E-E2FA-495A-8438-68BB374FBEF5}"/>
              </a:ext>
            </a:extLst>
          </p:cNvPr>
          <p:cNvPicPr>
            <a:picLocks noChangeAspect="1"/>
          </p:cNvPicPr>
          <p:nvPr/>
        </p:nvPicPr>
        <p:blipFill>
          <a:blip r:embed="rId5"/>
          <a:stretch/>
        </p:blipFill>
        <p:spPr>
          <a:xfrm>
            <a:off x="3171825" y="2514600"/>
            <a:ext cx="685800" cy="685800"/>
          </a:xfrm>
          <a:prstGeom prst="rect">
            <a:avLst/>
          </a:prstGeom>
        </p:spPr>
      </p:pic>
      <p:pic>
        <p:nvPicPr>
          <p:cNvPr id="11" name="Picture 10">
            <a:extLst>
              <a:ext uri="{FF2B5EF4-FFF2-40B4-BE49-F238E27FC236}">
                <a16:creationId xmlns:a16="http://schemas.microsoft.com/office/drawing/2014/main" id="{1A0FABDD-740A-4207-9A99-CBDADE4843D6}"/>
              </a:ext>
            </a:extLst>
          </p:cNvPr>
          <p:cNvPicPr>
            <a:picLocks noChangeAspect="1"/>
          </p:cNvPicPr>
          <p:nvPr/>
        </p:nvPicPr>
        <p:blipFill>
          <a:blip r:embed="rId3"/>
          <a:stretch/>
        </p:blipFill>
        <p:spPr>
          <a:xfrm>
            <a:off x="3695700" y="3038475"/>
            <a:ext cx="266700" cy="266700"/>
          </a:xfrm>
          <a:prstGeom prst="rect">
            <a:avLst/>
          </a:prstGeom>
        </p:spPr>
      </p:pic>
      <p:sp>
        <p:nvSpPr>
          <p:cNvPr id="12" name="lineage-environment-code">
            <a:extLst>
              <a:ext uri="{FF2B5EF4-FFF2-40B4-BE49-F238E27FC236}">
                <a16:creationId xmlns:a16="http://schemas.microsoft.com/office/drawing/2014/main" id="{6986CBC6-3FAB-4C2F-B3BF-F0BF3B98C288}"/>
              </a:ext>
            </a:extLst>
          </p:cNvPr>
          <p:cNvSpPr>
            <a:spLocks noGrp="1"/>
          </p:cNvSpPr>
          <p:nvPr/>
        </p:nvSpPr>
        <p:spPr>
          <a:xfrm>
            <a:off x="2533650" y="3457575"/>
            <a:ext cx="1952625" cy="266700"/>
          </a:xfrm>
          <a:prstGeom prst="rect">
            <a:avLst/>
          </a:prstGeom>
          <a:noFill/>
          <a:ln w="0">
            <a:noFill/>
          </a:ln>
        </p:spPr>
        <p:txBody>
          <a:bodyPr wrap="none" lIns="0" tIns="0" rIns="0" bIns="0" anchor="t">
            <a:noAutofit/>
          </a:bodyPr>
          <a:lstStyle>
            <a:defPPr algn="ctr">
              <a:defRPr sz="1313" b="0">
                <a:solidFill>
                  <a:srgbClr val="255DA8"/>
                </a:solidFill>
                <a:latin typeface="Ubuntu Light"/>
                <a:ea typeface="Ubuntu Light"/>
                <a:cs typeface="Ubuntu Light"/>
              </a:defRPr>
            </a:defPPr>
            <a:lvl1pPr algn="ctr">
              <a:defRPr sz="1313" b="0">
                <a:solidFill>
                  <a:srgbClr val="255DA8"/>
                </a:solidFill>
                <a:latin typeface="Ubuntu Light"/>
                <a:ea typeface="Ubuntu Light"/>
                <a:cs typeface="Ubuntu Light"/>
              </a:defRPr>
            </a:lvl1pPr>
            <a:lvl2pPr algn="ctr">
              <a:defRPr sz="1313" b="0">
                <a:solidFill>
                  <a:srgbClr val="255DA8"/>
                </a:solidFill>
                <a:latin typeface="Ubuntu Light"/>
                <a:ea typeface="Ubuntu Light"/>
                <a:cs typeface="Ubuntu Light"/>
              </a:defRPr>
            </a:lvl2pPr>
            <a:lvl3pPr algn="ctr">
              <a:defRPr sz="1313" b="0">
                <a:solidFill>
                  <a:srgbClr val="255DA8"/>
                </a:solidFill>
                <a:latin typeface="Ubuntu Light"/>
                <a:ea typeface="Ubuntu Light"/>
                <a:cs typeface="Ubuntu Light"/>
              </a:defRPr>
            </a:lvl3pPr>
            <a:lvl4pPr algn="ctr">
              <a:defRPr sz="1313" b="0">
                <a:solidFill>
                  <a:srgbClr val="255DA8"/>
                </a:solidFill>
                <a:latin typeface="Ubuntu Light"/>
                <a:ea typeface="Ubuntu Light"/>
                <a:cs typeface="Ubuntu Light"/>
              </a:defRPr>
            </a:lvl4pPr>
            <a:lvl5pPr algn="ctr">
              <a:defRPr sz="1313" b="0">
                <a:solidFill>
                  <a:srgbClr val="255DA8"/>
                </a:solidFill>
                <a:latin typeface="Ubuntu Light"/>
                <a:ea typeface="Ubuntu Light"/>
                <a:cs typeface="Ubuntu Light"/>
              </a:defRPr>
            </a:lvl5pPr>
            <a:lvl6pPr algn="ctr">
              <a:defRPr sz="1313" b="0">
                <a:solidFill>
                  <a:srgbClr val="255DA8"/>
                </a:solidFill>
                <a:latin typeface="Ubuntu Light"/>
                <a:ea typeface="Ubuntu Light"/>
                <a:cs typeface="Ubuntu Light"/>
              </a:defRPr>
            </a:lvl6pPr>
            <a:lvl7pPr algn="ctr">
              <a:defRPr sz="1313" b="0">
                <a:solidFill>
                  <a:srgbClr val="255DA8"/>
                </a:solidFill>
                <a:latin typeface="Ubuntu Light"/>
                <a:ea typeface="Ubuntu Light"/>
                <a:cs typeface="Ubuntu Light"/>
              </a:defRPr>
            </a:lvl7pPr>
            <a:lvl8pPr algn="ctr">
              <a:defRPr sz="1313" b="0">
                <a:solidFill>
                  <a:srgbClr val="255DA8"/>
                </a:solidFill>
                <a:latin typeface="Ubuntu Light"/>
                <a:ea typeface="Ubuntu Light"/>
                <a:cs typeface="Ubuntu Light"/>
              </a:defRPr>
            </a:lvl8pPr>
            <a:lvl9pPr algn="ctr">
              <a:defRPr sz="1313" b="0">
                <a:solidFill>
                  <a:srgbClr val="255DA8"/>
                </a:solidFill>
                <a:latin typeface="Ubuntu Light"/>
                <a:ea typeface="Ubuntu Light"/>
                <a:cs typeface="Ubuntu Light"/>
              </a:defRPr>
            </a:lvl9pPr>
          </a:lstStyle>
          <a:p>
            <a:pPr algn="ctr">
              <a:defRPr sz="1313" b="0">
                <a:solidFill>
                  <a:srgbClr val="255DA8"/>
                </a:solidFill>
                <a:latin typeface="Ubuntu Light"/>
                <a:ea typeface="Ubuntu Light"/>
                <a:cs typeface="Ubuntu Light"/>
              </a:defRPr>
            </a:pPr>
            <a:r>
              <a:rPr b="0">
                <a:latin typeface="Menlo"/>
                <a:ea typeface="Menlo"/>
                <a:cs typeface="Menlo"/>
              </a:rPr>
              <a:t>COVERAGE_CONTEXT</a:t>
            </a:r>
          </a:p>
        </p:txBody>
      </p:sp>
      <p:sp>
        <p:nvSpPr>
          <p:cNvPr id="13" name="lineage-environment-detail">
            <a:extLst>
              <a:ext uri="{FF2B5EF4-FFF2-40B4-BE49-F238E27FC236}">
                <a16:creationId xmlns:a16="http://schemas.microsoft.com/office/drawing/2014/main" id="{322BCF23-BDD9-4679-9C28-73720B6BD7AA}"/>
              </a:ext>
            </a:extLst>
          </p:cNvPr>
          <p:cNvSpPr>
            <a:spLocks noGrp="1"/>
          </p:cNvSpPr>
          <p:nvPr/>
        </p:nvSpPr>
        <p:spPr>
          <a:xfrm>
            <a:off x="2533650" y="3762375"/>
            <a:ext cx="1952625" cy="542925"/>
          </a:xfrm>
          <a:prstGeom prst="rect">
            <a:avLst/>
          </a:prstGeom>
          <a:noFill/>
          <a:ln w="0">
            <a:noFill/>
          </a:ln>
        </p:spPr>
        <p:txBody>
          <a:bodyPr wrap="square" lIns="0" tIns="0" rIns="0" bIns="0" anchor="t">
            <a:noAutofit/>
          </a:bodyPr>
          <a:lstStyle>
            <a:defPPr algn="ctr">
              <a:defRPr sz="1350" b="0">
                <a:solidFill>
                  <a:srgbClr val="475569"/>
                </a:solidFill>
                <a:latin typeface="Ubuntu Light"/>
                <a:ea typeface="Ubuntu Light"/>
                <a:cs typeface="Ubuntu Light"/>
              </a:defRPr>
            </a:defPPr>
            <a:lvl1pPr algn="ctr">
              <a:defRPr sz="1350" b="0">
                <a:solidFill>
                  <a:srgbClr val="475569"/>
                </a:solidFill>
                <a:latin typeface="Ubuntu Light"/>
                <a:ea typeface="Ubuntu Light"/>
                <a:cs typeface="Ubuntu Light"/>
              </a:defRPr>
            </a:lvl1pPr>
            <a:lvl2pPr algn="ctr">
              <a:defRPr sz="1350" b="0">
                <a:solidFill>
                  <a:srgbClr val="475569"/>
                </a:solidFill>
                <a:latin typeface="Ubuntu Light"/>
                <a:ea typeface="Ubuntu Light"/>
                <a:cs typeface="Ubuntu Light"/>
              </a:defRPr>
            </a:lvl2pPr>
            <a:lvl3pPr algn="ctr">
              <a:defRPr sz="1350" b="0">
                <a:solidFill>
                  <a:srgbClr val="475569"/>
                </a:solidFill>
                <a:latin typeface="Ubuntu Light"/>
                <a:ea typeface="Ubuntu Light"/>
                <a:cs typeface="Ubuntu Light"/>
              </a:defRPr>
            </a:lvl3pPr>
            <a:lvl4pPr algn="ctr">
              <a:defRPr sz="1350" b="0">
                <a:solidFill>
                  <a:srgbClr val="475569"/>
                </a:solidFill>
                <a:latin typeface="Ubuntu Light"/>
                <a:ea typeface="Ubuntu Light"/>
                <a:cs typeface="Ubuntu Light"/>
              </a:defRPr>
            </a:lvl4pPr>
            <a:lvl5pPr algn="ctr">
              <a:defRPr sz="1350" b="0">
                <a:solidFill>
                  <a:srgbClr val="475569"/>
                </a:solidFill>
                <a:latin typeface="Ubuntu Light"/>
                <a:ea typeface="Ubuntu Light"/>
                <a:cs typeface="Ubuntu Light"/>
              </a:defRPr>
            </a:lvl5pPr>
            <a:lvl6pPr algn="ctr">
              <a:defRPr sz="1350" b="0">
                <a:solidFill>
                  <a:srgbClr val="475569"/>
                </a:solidFill>
                <a:latin typeface="Ubuntu Light"/>
                <a:ea typeface="Ubuntu Light"/>
                <a:cs typeface="Ubuntu Light"/>
              </a:defRPr>
            </a:lvl6pPr>
            <a:lvl7pPr algn="ctr">
              <a:defRPr sz="1350" b="0">
                <a:solidFill>
                  <a:srgbClr val="475569"/>
                </a:solidFill>
                <a:latin typeface="Ubuntu Light"/>
                <a:ea typeface="Ubuntu Light"/>
                <a:cs typeface="Ubuntu Light"/>
              </a:defRPr>
            </a:lvl7pPr>
            <a:lvl8pPr algn="ctr">
              <a:defRPr sz="1350" b="0">
                <a:solidFill>
                  <a:srgbClr val="475569"/>
                </a:solidFill>
                <a:latin typeface="Ubuntu Light"/>
                <a:ea typeface="Ubuntu Light"/>
                <a:cs typeface="Ubuntu Light"/>
              </a:defRPr>
            </a:lvl8pPr>
            <a:lvl9pPr algn="ctr">
              <a:defRPr sz="1350" b="0">
                <a:solidFill>
                  <a:srgbClr val="475569"/>
                </a:solidFill>
                <a:latin typeface="Ubuntu Light"/>
                <a:ea typeface="Ubuntu Light"/>
                <a:cs typeface="Ubuntu Light"/>
              </a:defRPr>
            </a:lvl9pPr>
          </a:lstStyle>
          <a:p>
            <a:pPr algn="ctr">
              <a:defRPr sz="1350" b="0">
                <a:solidFill>
                  <a:srgbClr val="475569"/>
                </a:solidFill>
                <a:latin typeface="Ubuntu Light"/>
                <a:ea typeface="Ubuntu Light"/>
                <a:cs typeface="Ubuntu Light"/>
              </a:defRPr>
            </a:pPr>
            <a:r>
              <a:rPr b="0">
                <a:latin typeface="Ubuntu Light"/>
                <a:ea typeface="Ubuntu Light"/>
                <a:cs typeface="Ubuntu Light"/>
              </a:rPr>
              <a:t>Set when this test’s</a:t>
            </a:r>
          </a:p>
          <a:p>
            <a:pPr algn="ctr">
              <a:defRPr sz="1350" b="0">
                <a:solidFill>
                  <a:srgbClr val="475569"/>
                </a:solidFill>
                <a:latin typeface="Ubuntu Light"/>
                <a:ea typeface="Ubuntu Light"/>
                <a:cs typeface="Ubuntu Light"/>
              </a:defRPr>
            </a:pPr>
            <a:r>
              <a:rPr b="0">
                <a:latin typeface="Ubuntu Light"/>
                <a:ea typeface="Ubuntu Light"/>
                <a:cs typeface="Ubuntu Light"/>
              </a:rPr>
              <a:t>Lambdas are created</a:t>
            </a:r>
          </a:p>
        </p:txBody>
      </p:sp>
      <p:sp>
        <p:nvSpPr>
          <p:cNvPr id="14" name="lineage-file-title">
            <a:extLst>
              <a:ext uri="{FF2B5EF4-FFF2-40B4-BE49-F238E27FC236}">
                <a16:creationId xmlns:a16="http://schemas.microsoft.com/office/drawing/2014/main" id="{E8AAD0E9-BB85-45A4-A688-091D02787271}"/>
              </a:ext>
            </a:extLst>
          </p:cNvPr>
          <p:cNvSpPr>
            <a:spLocks noGrp="1"/>
          </p:cNvSpPr>
          <p:nvPr/>
        </p:nvSpPr>
        <p:spPr>
          <a:xfrm>
            <a:off x="4643438" y="2076450"/>
            <a:ext cx="1952625" cy="276225"/>
          </a:xfrm>
          <a:prstGeom prst="rect">
            <a:avLst/>
          </a:prstGeom>
          <a:noFill/>
          <a:ln w="0">
            <a:noFill/>
          </a:ln>
        </p:spPr>
        <p:txBody>
          <a:bodyPr wrap="none" lIns="0" tIns="0" rIns="0" bIns="0" anchor="t">
            <a:noAutofit/>
          </a:bodyPr>
          <a:lstStyle>
            <a:defPPr algn="ctr">
              <a:defRPr sz="1538" b="0">
                <a:solidFill>
                  <a:srgbClr val="202D3E"/>
                </a:solidFill>
                <a:latin typeface="Ubuntu Light"/>
                <a:ea typeface="Ubuntu Light"/>
                <a:cs typeface="Ubuntu Light"/>
              </a:defRPr>
            </a:defPPr>
            <a:lvl1pPr algn="ctr">
              <a:defRPr sz="1538" b="0">
                <a:solidFill>
                  <a:srgbClr val="202D3E"/>
                </a:solidFill>
                <a:latin typeface="Ubuntu Light"/>
                <a:ea typeface="Ubuntu Light"/>
                <a:cs typeface="Ubuntu Light"/>
              </a:defRPr>
            </a:lvl1pPr>
            <a:lvl2pPr algn="ctr">
              <a:defRPr sz="1538" b="0">
                <a:solidFill>
                  <a:srgbClr val="202D3E"/>
                </a:solidFill>
                <a:latin typeface="Ubuntu Light"/>
                <a:ea typeface="Ubuntu Light"/>
                <a:cs typeface="Ubuntu Light"/>
              </a:defRPr>
            </a:lvl2pPr>
            <a:lvl3pPr algn="ctr">
              <a:defRPr sz="1538" b="0">
                <a:solidFill>
                  <a:srgbClr val="202D3E"/>
                </a:solidFill>
                <a:latin typeface="Ubuntu Light"/>
                <a:ea typeface="Ubuntu Light"/>
                <a:cs typeface="Ubuntu Light"/>
              </a:defRPr>
            </a:lvl3pPr>
            <a:lvl4pPr algn="ctr">
              <a:defRPr sz="1538" b="0">
                <a:solidFill>
                  <a:srgbClr val="202D3E"/>
                </a:solidFill>
                <a:latin typeface="Ubuntu Light"/>
                <a:ea typeface="Ubuntu Light"/>
                <a:cs typeface="Ubuntu Light"/>
              </a:defRPr>
            </a:lvl4pPr>
            <a:lvl5pPr algn="ctr">
              <a:defRPr sz="1538" b="0">
                <a:solidFill>
                  <a:srgbClr val="202D3E"/>
                </a:solidFill>
                <a:latin typeface="Ubuntu Light"/>
                <a:ea typeface="Ubuntu Light"/>
                <a:cs typeface="Ubuntu Light"/>
              </a:defRPr>
            </a:lvl5pPr>
            <a:lvl6pPr algn="ctr">
              <a:defRPr sz="1538" b="0">
                <a:solidFill>
                  <a:srgbClr val="202D3E"/>
                </a:solidFill>
                <a:latin typeface="Ubuntu Light"/>
                <a:ea typeface="Ubuntu Light"/>
                <a:cs typeface="Ubuntu Light"/>
              </a:defRPr>
            </a:lvl6pPr>
            <a:lvl7pPr algn="ctr">
              <a:defRPr sz="1538" b="0">
                <a:solidFill>
                  <a:srgbClr val="202D3E"/>
                </a:solidFill>
                <a:latin typeface="Ubuntu Light"/>
                <a:ea typeface="Ubuntu Light"/>
                <a:cs typeface="Ubuntu Light"/>
              </a:defRPr>
            </a:lvl7pPr>
            <a:lvl8pPr algn="ctr">
              <a:defRPr sz="1538" b="0">
                <a:solidFill>
                  <a:srgbClr val="202D3E"/>
                </a:solidFill>
                <a:latin typeface="Ubuntu Light"/>
                <a:ea typeface="Ubuntu Light"/>
                <a:cs typeface="Ubuntu Light"/>
              </a:defRPr>
            </a:lvl8pPr>
            <a:lvl9pPr algn="ctr">
              <a:defRPr sz="1538" b="0">
                <a:solidFill>
                  <a:srgbClr val="202D3E"/>
                </a:solidFill>
                <a:latin typeface="Ubuntu Light"/>
                <a:ea typeface="Ubuntu Light"/>
                <a:cs typeface="Ubuntu Light"/>
              </a:defRPr>
            </a:lvl9pPr>
          </a:lstStyle>
          <a:p>
            <a:pPr algn="ctr">
              <a:defRPr sz="1538" b="0">
                <a:solidFill>
                  <a:srgbClr val="202D3E"/>
                </a:solidFill>
                <a:latin typeface="Ubuntu Light"/>
                <a:ea typeface="Ubuntu Light"/>
                <a:cs typeface="Ubuntu Light"/>
              </a:defRPr>
            </a:pPr>
            <a:r>
              <a:rPr b="0">
                <a:latin typeface="Ubuntu Light"/>
                <a:ea typeface="Ubuntu Light"/>
                <a:cs typeface="Ubuntu Light"/>
              </a:rPr>
              <a:t>Coverage file</a:t>
            </a:r>
          </a:p>
        </p:txBody>
      </p:sp>
      <p:pic>
        <p:nvPicPr>
          <p:cNvPr id="15" name="Picture 14">
            <a:extLst>
              <a:ext uri="{FF2B5EF4-FFF2-40B4-BE49-F238E27FC236}">
                <a16:creationId xmlns:a16="http://schemas.microsoft.com/office/drawing/2014/main" id="{A41596E6-5DC8-4021-A3AA-92B67DE425DE}"/>
              </a:ext>
            </a:extLst>
          </p:cNvPr>
          <p:cNvPicPr>
            <a:picLocks noChangeAspect="1"/>
          </p:cNvPicPr>
          <p:nvPr/>
        </p:nvPicPr>
        <p:blipFill>
          <a:blip r:embed="rId6"/>
          <a:stretch/>
        </p:blipFill>
        <p:spPr>
          <a:xfrm>
            <a:off x="5276850" y="2514600"/>
            <a:ext cx="685800" cy="685800"/>
          </a:xfrm>
          <a:prstGeom prst="rect">
            <a:avLst/>
          </a:prstGeom>
        </p:spPr>
      </p:pic>
      <p:pic>
        <p:nvPicPr>
          <p:cNvPr id="16" name="Picture 15">
            <a:extLst>
              <a:ext uri="{FF2B5EF4-FFF2-40B4-BE49-F238E27FC236}">
                <a16:creationId xmlns:a16="http://schemas.microsoft.com/office/drawing/2014/main" id="{B404D09D-C6C6-46C4-9435-63396A1A77CB}"/>
              </a:ext>
            </a:extLst>
          </p:cNvPr>
          <p:cNvPicPr>
            <a:picLocks noChangeAspect="1"/>
          </p:cNvPicPr>
          <p:nvPr/>
        </p:nvPicPr>
        <p:blipFill>
          <a:blip r:embed="rId3"/>
          <a:stretch/>
        </p:blipFill>
        <p:spPr>
          <a:xfrm>
            <a:off x="5800725" y="3038475"/>
            <a:ext cx="266700" cy="266700"/>
          </a:xfrm>
          <a:prstGeom prst="rect">
            <a:avLst/>
          </a:prstGeom>
        </p:spPr>
      </p:pic>
      <p:sp>
        <p:nvSpPr>
          <p:cNvPr id="17" name="lineage-file-code">
            <a:extLst>
              <a:ext uri="{FF2B5EF4-FFF2-40B4-BE49-F238E27FC236}">
                <a16:creationId xmlns:a16="http://schemas.microsoft.com/office/drawing/2014/main" id="{7CD3234F-4C33-45B6-A49E-CDD2F4892F30}"/>
              </a:ext>
            </a:extLst>
          </p:cNvPr>
          <p:cNvSpPr>
            <a:spLocks noGrp="1"/>
          </p:cNvSpPr>
          <p:nvPr/>
        </p:nvSpPr>
        <p:spPr>
          <a:xfrm>
            <a:off x="4643438" y="3457575"/>
            <a:ext cx="1952625" cy="266700"/>
          </a:xfrm>
          <a:prstGeom prst="rect">
            <a:avLst/>
          </a:prstGeom>
          <a:noFill/>
          <a:ln w="0">
            <a:noFill/>
          </a:ln>
        </p:spPr>
        <p:txBody>
          <a:bodyPr wrap="none" lIns="0" tIns="0" rIns="0" bIns="0" anchor="t">
            <a:noAutofit/>
          </a:bodyPr>
          <a:lstStyle>
            <a:defPPr algn="ctr">
              <a:defRPr sz="1313" b="0">
                <a:solidFill>
                  <a:srgbClr val="255DA8"/>
                </a:solidFill>
                <a:latin typeface="Ubuntu Light"/>
                <a:ea typeface="Ubuntu Light"/>
                <a:cs typeface="Ubuntu Light"/>
              </a:defRPr>
            </a:defPPr>
            <a:lvl1pPr algn="ctr">
              <a:defRPr sz="1313" b="0">
                <a:solidFill>
                  <a:srgbClr val="255DA8"/>
                </a:solidFill>
                <a:latin typeface="Ubuntu Light"/>
                <a:ea typeface="Ubuntu Light"/>
                <a:cs typeface="Ubuntu Light"/>
              </a:defRPr>
            </a:lvl1pPr>
            <a:lvl2pPr algn="ctr">
              <a:defRPr sz="1313" b="0">
                <a:solidFill>
                  <a:srgbClr val="255DA8"/>
                </a:solidFill>
                <a:latin typeface="Ubuntu Light"/>
                <a:ea typeface="Ubuntu Light"/>
                <a:cs typeface="Ubuntu Light"/>
              </a:defRPr>
            </a:lvl2pPr>
            <a:lvl3pPr algn="ctr">
              <a:defRPr sz="1313" b="0">
                <a:solidFill>
                  <a:srgbClr val="255DA8"/>
                </a:solidFill>
                <a:latin typeface="Ubuntu Light"/>
                <a:ea typeface="Ubuntu Light"/>
                <a:cs typeface="Ubuntu Light"/>
              </a:defRPr>
            </a:lvl3pPr>
            <a:lvl4pPr algn="ctr">
              <a:defRPr sz="1313" b="0">
                <a:solidFill>
                  <a:srgbClr val="255DA8"/>
                </a:solidFill>
                <a:latin typeface="Ubuntu Light"/>
                <a:ea typeface="Ubuntu Light"/>
                <a:cs typeface="Ubuntu Light"/>
              </a:defRPr>
            </a:lvl4pPr>
            <a:lvl5pPr algn="ctr">
              <a:defRPr sz="1313" b="0">
                <a:solidFill>
                  <a:srgbClr val="255DA8"/>
                </a:solidFill>
                <a:latin typeface="Ubuntu Light"/>
                <a:ea typeface="Ubuntu Light"/>
                <a:cs typeface="Ubuntu Light"/>
              </a:defRPr>
            </a:lvl5pPr>
            <a:lvl6pPr algn="ctr">
              <a:defRPr sz="1313" b="0">
                <a:solidFill>
                  <a:srgbClr val="255DA8"/>
                </a:solidFill>
                <a:latin typeface="Ubuntu Light"/>
                <a:ea typeface="Ubuntu Light"/>
                <a:cs typeface="Ubuntu Light"/>
              </a:defRPr>
            </a:lvl6pPr>
            <a:lvl7pPr algn="ctr">
              <a:defRPr sz="1313" b="0">
                <a:solidFill>
                  <a:srgbClr val="255DA8"/>
                </a:solidFill>
                <a:latin typeface="Ubuntu Light"/>
                <a:ea typeface="Ubuntu Light"/>
                <a:cs typeface="Ubuntu Light"/>
              </a:defRPr>
            </a:lvl7pPr>
            <a:lvl8pPr algn="ctr">
              <a:defRPr sz="1313" b="0">
                <a:solidFill>
                  <a:srgbClr val="255DA8"/>
                </a:solidFill>
                <a:latin typeface="Ubuntu Light"/>
                <a:ea typeface="Ubuntu Light"/>
                <a:cs typeface="Ubuntu Light"/>
              </a:defRPr>
            </a:lvl8pPr>
            <a:lvl9pPr algn="ctr">
              <a:defRPr sz="1313" b="0">
                <a:solidFill>
                  <a:srgbClr val="255DA8"/>
                </a:solidFill>
                <a:latin typeface="Ubuntu Light"/>
                <a:ea typeface="Ubuntu Light"/>
                <a:cs typeface="Ubuntu Light"/>
              </a:defRPr>
            </a:lvl9pPr>
          </a:lstStyle>
          <a:p>
            <a:pPr algn="ctr">
              <a:defRPr sz="1313" b="0">
                <a:solidFill>
                  <a:srgbClr val="255DA8"/>
                </a:solidFill>
                <a:latin typeface="Ubuntu Light"/>
                <a:ea typeface="Ubuntu Light"/>
                <a:cs typeface="Ubuntu Light"/>
              </a:defRPr>
            </a:pPr>
            <a:r>
              <a:rPr b="0">
                <a:latin typeface="Menlo"/>
                <a:ea typeface="Menlo"/>
                <a:cs typeface="Menlo"/>
              </a:rPr>
              <a:t>.coverage.…</a:t>
            </a:r>
          </a:p>
        </p:txBody>
      </p:sp>
      <p:sp>
        <p:nvSpPr>
          <p:cNvPr id="18" name="lineage-file-detail">
            <a:extLst>
              <a:ext uri="{FF2B5EF4-FFF2-40B4-BE49-F238E27FC236}">
                <a16:creationId xmlns:a16="http://schemas.microsoft.com/office/drawing/2014/main" id="{CF0D63F7-C006-4E40-9205-EFEA48A62716}"/>
              </a:ext>
            </a:extLst>
          </p:cNvPr>
          <p:cNvSpPr>
            <a:spLocks noGrp="1"/>
          </p:cNvSpPr>
          <p:nvPr/>
        </p:nvSpPr>
        <p:spPr>
          <a:xfrm>
            <a:off x="4643438" y="3762375"/>
            <a:ext cx="1952625" cy="542925"/>
          </a:xfrm>
          <a:prstGeom prst="rect">
            <a:avLst/>
          </a:prstGeom>
          <a:noFill/>
          <a:ln w="0">
            <a:noFill/>
          </a:ln>
        </p:spPr>
        <p:txBody>
          <a:bodyPr wrap="none" lIns="0" tIns="0" rIns="0" bIns="0" anchor="t">
            <a:noAutofit/>
          </a:bodyPr>
          <a:lstStyle>
            <a:defPPr algn="ctr">
              <a:defRPr sz="1163" b="0">
                <a:solidFill>
                  <a:srgbClr val="475569"/>
                </a:solidFill>
                <a:latin typeface="Ubuntu Light"/>
                <a:ea typeface="Ubuntu Light"/>
                <a:cs typeface="Ubuntu Light"/>
              </a:defRPr>
            </a:defPPr>
            <a:lvl1pPr algn="ctr">
              <a:buNone/>
              <a:defRPr sz="1350" b="0">
                <a:solidFill>
                  <a:srgbClr val="475569"/>
                </a:solidFill>
                <a:latin typeface="Ubuntu Light"/>
                <a:ea typeface="Ubuntu Light"/>
                <a:cs typeface="Ubuntu Light"/>
              </a:defRPr>
            </a:lvl1pPr>
            <a:lvl2pPr algn="ctr">
              <a:buNone/>
              <a:defRPr sz="1350" b="0">
                <a:solidFill>
                  <a:srgbClr val="475569"/>
                </a:solidFill>
                <a:latin typeface="Ubuntu Light"/>
                <a:ea typeface="Ubuntu Light"/>
                <a:cs typeface="Ubuntu Light"/>
              </a:defRPr>
            </a:lvl2pPr>
            <a:lvl3pPr algn="ctr">
              <a:buNone/>
              <a:defRPr sz="1350" b="0">
                <a:solidFill>
                  <a:srgbClr val="475569"/>
                </a:solidFill>
                <a:latin typeface="Ubuntu Light"/>
                <a:ea typeface="Ubuntu Light"/>
                <a:cs typeface="Ubuntu Light"/>
              </a:defRPr>
            </a:lvl3pPr>
            <a:lvl4pPr algn="ctr">
              <a:buNone/>
              <a:defRPr sz="1350" b="0">
                <a:solidFill>
                  <a:srgbClr val="475569"/>
                </a:solidFill>
                <a:latin typeface="Ubuntu Light"/>
                <a:ea typeface="Ubuntu Light"/>
                <a:cs typeface="Ubuntu Light"/>
              </a:defRPr>
            </a:lvl4pPr>
            <a:lvl5pPr algn="ctr">
              <a:buNone/>
              <a:defRPr sz="1350" b="0">
                <a:solidFill>
                  <a:srgbClr val="475569"/>
                </a:solidFill>
                <a:latin typeface="Ubuntu Light"/>
                <a:ea typeface="Ubuntu Light"/>
                <a:cs typeface="Ubuntu Light"/>
              </a:defRPr>
            </a:lvl5pPr>
            <a:lvl6pPr algn="ctr">
              <a:buNone/>
              <a:defRPr sz="1350" b="0">
                <a:solidFill>
                  <a:srgbClr val="475569"/>
                </a:solidFill>
                <a:latin typeface="Ubuntu Light"/>
                <a:ea typeface="Ubuntu Light"/>
                <a:cs typeface="Ubuntu Light"/>
              </a:defRPr>
            </a:lvl6pPr>
            <a:lvl7pPr algn="ctr">
              <a:buNone/>
              <a:defRPr sz="1350" b="0">
                <a:solidFill>
                  <a:srgbClr val="475569"/>
                </a:solidFill>
                <a:latin typeface="Ubuntu Light"/>
                <a:ea typeface="Ubuntu Light"/>
                <a:cs typeface="Ubuntu Light"/>
              </a:defRPr>
            </a:lvl7pPr>
            <a:lvl8pPr algn="ctr">
              <a:buNone/>
              <a:defRPr sz="1350" b="0">
                <a:solidFill>
                  <a:srgbClr val="475569"/>
                </a:solidFill>
                <a:latin typeface="Ubuntu Light"/>
                <a:ea typeface="Ubuntu Light"/>
                <a:cs typeface="Ubuntu Light"/>
              </a:defRPr>
            </a:lvl8pPr>
            <a:lvl9pPr algn="ctr">
              <a:buNone/>
              <a:defRPr sz="1350" b="0">
                <a:solidFill>
                  <a:srgbClr val="475569"/>
                </a:solidFill>
                <a:latin typeface="Ubuntu Light"/>
                <a:ea typeface="Ubuntu Light"/>
                <a:cs typeface="Ubuntu Light"/>
              </a:defRPr>
            </a:lvl9pPr>
          </a:lstStyle>
          <a:p>
            <a:pPr algn="ctr">
              <a:lnSpc>
                <a:spcPct val="110000"/>
              </a:lnSpc>
              <a:buNone/>
              <a:defRPr sz="1163" b="0">
                <a:solidFill>
                  <a:srgbClr val="475569"/>
                </a:solidFill>
                <a:latin typeface="Ubuntu Light"/>
                <a:ea typeface="Ubuntu Light"/>
                <a:cs typeface="Ubuntu Light"/>
              </a:defRPr>
            </a:pPr>
            <a:r>
              <a:rPr sz="1163" b="0">
                <a:solidFill>
                  <a:srgbClr val="475569"/>
                </a:solidFill>
                <a:latin typeface="Ubuntu Light"/>
                <a:ea typeface="Ubuntu Light"/>
                <a:cs typeface="Ubuntu Light"/>
              </a:rPr>
              <a:t>Line 120 + function name</a:t>
            </a:r>
          </a:p>
          <a:p>
            <a:pPr algn="ctr">
              <a:lnSpc>
                <a:spcPct val="110000"/>
              </a:lnSpc>
              <a:buNone/>
              <a:defRPr sz="1163" b="0">
                <a:solidFill>
                  <a:srgbClr val="475569"/>
                </a:solidFill>
                <a:latin typeface="Ubuntu Light"/>
                <a:ea typeface="Ubuntu Light"/>
                <a:cs typeface="Ubuntu Light"/>
              </a:defRPr>
            </a:pPr>
            <a:r>
              <a:rPr sz="1163" b="0">
                <a:solidFill>
                  <a:srgbClr val="475569"/>
                </a:solidFill>
                <a:latin typeface="Ubuntu Light"/>
                <a:ea typeface="Ubuntu Light"/>
                <a:cs typeface="Ubuntu Light"/>
              </a:rPr>
              <a:t>Recorded inside Lambda</a:t>
            </a:r>
          </a:p>
        </p:txBody>
      </p:sp>
      <p:sp>
        <p:nvSpPr>
          <p:cNvPr id="19" name="lineage-report-title">
            <a:extLst>
              <a:ext uri="{FF2B5EF4-FFF2-40B4-BE49-F238E27FC236}">
                <a16:creationId xmlns:a16="http://schemas.microsoft.com/office/drawing/2014/main" id="{A76484D0-1125-454E-8F78-05A004E2686A}"/>
              </a:ext>
            </a:extLst>
          </p:cNvPr>
          <p:cNvSpPr>
            <a:spLocks noGrp="1"/>
          </p:cNvSpPr>
          <p:nvPr/>
        </p:nvSpPr>
        <p:spPr>
          <a:xfrm>
            <a:off x="6896100" y="2076450"/>
            <a:ext cx="1628775" cy="276225"/>
          </a:xfrm>
          <a:prstGeom prst="rect">
            <a:avLst/>
          </a:prstGeom>
          <a:noFill/>
          <a:ln w="0">
            <a:noFill/>
          </a:ln>
        </p:spPr>
        <p:txBody>
          <a:bodyPr wrap="none" lIns="0" tIns="0" rIns="0" bIns="0" anchor="t">
            <a:noAutofit/>
          </a:bodyPr>
          <a:lstStyle>
            <a:defPPr algn="ctr">
              <a:defRPr sz="1538" b="0">
                <a:solidFill>
                  <a:srgbClr val="202D3E"/>
                </a:solidFill>
                <a:latin typeface="Ubuntu Light"/>
                <a:ea typeface="Ubuntu Light"/>
                <a:cs typeface="Ubuntu Light"/>
              </a:defRPr>
            </a:defPPr>
            <a:lvl1pPr algn="ctr">
              <a:defRPr sz="1538" b="0">
                <a:solidFill>
                  <a:srgbClr val="202D3E"/>
                </a:solidFill>
                <a:latin typeface="Ubuntu Light"/>
                <a:ea typeface="Ubuntu Light"/>
                <a:cs typeface="Ubuntu Light"/>
              </a:defRPr>
            </a:lvl1pPr>
            <a:lvl2pPr algn="ctr">
              <a:defRPr sz="1538" b="0">
                <a:solidFill>
                  <a:srgbClr val="202D3E"/>
                </a:solidFill>
                <a:latin typeface="Ubuntu Light"/>
                <a:ea typeface="Ubuntu Light"/>
                <a:cs typeface="Ubuntu Light"/>
              </a:defRPr>
            </a:lvl2pPr>
            <a:lvl3pPr algn="ctr">
              <a:defRPr sz="1538" b="0">
                <a:solidFill>
                  <a:srgbClr val="202D3E"/>
                </a:solidFill>
                <a:latin typeface="Ubuntu Light"/>
                <a:ea typeface="Ubuntu Light"/>
                <a:cs typeface="Ubuntu Light"/>
              </a:defRPr>
            </a:lvl3pPr>
            <a:lvl4pPr algn="ctr">
              <a:defRPr sz="1538" b="0">
                <a:solidFill>
                  <a:srgbClr val="202D3E"/>
                </a:solidFill>
                <a:latin typeface="Ubuntu Light"/>
                <a:ea typeface="Ubuntu Light"/>
                <a:cs typeface="Ubuntu Light"/>
              </a:defRPr>
            </a:lvl4pPr>
            <a:lvl5pPr algn="ctr">
              <a:defRPr sz="1538" b="0">
                <a:solidFill>
                  <a:srgbClr val="202D3E"/>
                </a:solidFill>
                <a:latin typeface="Ubuntu Light"/>
                <a:ea typeface="Ubuntu Light"/>
                <a:cs typeface="Ubuntu Light"/>
              </a:defRPr>
            </a:lvl5pPr>
            <a:lvl6pPr algn="ctr">
              <a:defRPr sz="1538" b="0">
                <a:solidFill>
                  <a:srgbClr val="202D3E"/>
                </a:solidFill>
                <a:latin typeface="Ubuntu Light"/>
                <a:ea typeface="Ubuntu Light"/>
                <a:cs typeface="Ubuntu Light"/>
              </a:defRPr>
            </a:lvl6pPr>
            <a:lvl7pPr algn="ctr">
              <a:defRPr sz="1538" b="0">
                <a:solidFill>
                  <a:srgbClr val="202D3E"/>
                </a:solidFill>
                <a:latin typeface="Ubuntu Light"/>
                <a:ea typeface="Ubuntu Light"/>
                <a:cs typeface="Ubuntu Light"/>
              </a:defRPr>
            </a:lvl7pPr>
            <a:lvl8pPr algn="ctr">
              <a:defRPr sz="1538" b="0">
                <a:solidFill>
                  <a:srgbClr val="202D3E"/>
                </a:solidFill>
                <a:latin typeface="Ubuntu Light"/>
                <a:ea typeface="Ubuntu Light"/>
                <a:cs typeface="Ubuntu Light"/>
              </a:defRPr>
            </a:lvl8pPr>
            <a:lvl9pPr algn="ctr">
              <a:defRPr sz="1538" b="0">
                <a:solidFill>
                  <a:srgbClr val="202D3E"/>
                </a:solidFill>
                <a:latin typeface="Ubuntu Light"/>
                <a:ea typeface="Ubuntu Light"/>
                <a:cs typeface="Ubuntu Light"/>
              </a:defRPr>
            </a:lvl9pPr>
          </a:lstStyle>
          <a:p>
            <a:pPr algn="ctr">
              <a:defRPr sz="1538" b="0">
                <a:solidFill>
                  <a:srgbClr val="202D3E"/>
                </a:solidFill>
                <a:latin typeface="Ubuntu Light"/>
                <a:ea typeface="Ubuntu Light"/>
                <a:cs typeface="Ubuntu Light"/>
              </a:defRPr>
            </a:pPr>
            <a:r>
              <a:rPr b="0">
                <a:latin typeface="Ubuntu Light"/>
                <a:ea typeface="Ubuntu Light"/>
                <a:cs typeface="Ubuntu Light"/>
              </a:rPr>
              <a:t>HTML report</a:t>
            </a:r>
          </a:p>
        </p:txBody>
      </p:sp>
      <p:pic>
        <p:nvPicPr>
          <p:cNvPr id="20" name="Picture 19">
            <a:extLst>
              <a:ext uri="{FF2B5EF4-FFF2-40B4-BE49-F238E27FC236}">
                <a16:creationId xmlns:a16="http://schemas.microsoft.com/office/drawing/2014/main" id="{B1F4E222-9974-497F-A6B1-EEE77054B709}"/>
              </a:ext>
            </a:extLst>
          </p:cNvPr>
          <p:cNvPicPr>
            <a:picLocks noChangeAspect="1"/>
          </p:cNvPicPr>
          <p:nvPr/>
        </p:nvPicPr>
        <p:blipFill>
          <a:blip r:embed="rId7"/>
          <a:stretch/>
        </p:blipFill>
        <p:spPr>
          <a:xfrm>
            <a:off x="7372350" y="2514600"/>
            <a:ext cx="685800" cy="685800"/>
          </a:xfrm>
          <a:prstGeom prst="rect">
            <a:avLst/>
          </a:prstGeom>
        </p:spPr>
      </p:pic>
      <p:pic>
        <p:nvPicPr>
          <p:cNvPr id="21" name="Picture 20">
            <a:extLst>
              <a:ext uri="{FF2B5EF4-FFF2-40B4-BE49-F238E27FC236}">
                <a16:creationId xmlns:a16="http://schemas.microsoft.com/office/drawing/2014/main" id="{71EE2ECE-F8CB-44CB-95EB-28049B3EB21E}"/>
              </a:ext>
            </a:extLst>
          </p:cNvPr>
          <p:cNvPicPr>
            <a:picLocks noChangeAspect="1"/>
          </p:cNvPicPr>
          <p:nvPr/>
        </p:nvPicPr>
        <p:blipFill>
          <a:blip r:embed="rId3"/>
          <a:stretch/>
        </p:blipFill>
        <p:spPr>
          <a:xfrm>
            <a:off x="7896225" y="3038475"/>
            <a:ext cx="266700" cy="266700"/>
          </a:xfrm>
          <a:prstGeom prst="rect">
            <a:avLst/>
          </a:prstGeom>
        </p:spPr>
      </p:pic>
      <p:sp>
        <p:nvSpPr>
          <p:cNvPr id="22" name="lineage-report-code">
            <a:extLst>
              <a:ext uri="{FF2B5EF4-FFF2-40B4-BE49-F238E27FC236}">
                <a16:creationId xmlns:a16="http://schemas.microsoft.com/office/drawing/2014/main" id="{4EF71F60-DD83-4651-A2EB-43A8689750D8}"/>
              </a:ext>
            </a:extLst>
          </p:cNvPr>
          <p:cNvSpPr>
            <a:spLocks noGrp="1"/>
          </p:cNvSpPr>
          <p:nvPr/>
        </p:nvSpPr>
        <p:spPr>
          <a:xfrm>
            <a:off x="6896100" y="3457575"/>
            <a:ext cx="1628775" cy="266700"/>
          </a:xfrm>
          <a:prstGeom prst="rect">
            <a:avLst/>
          </a:prstGeom>
          <a:noFill/>
          <a:ln w="0">
            <a:noFill/>
          </a:ln>
        </p:spPr>
        <p:txBody>
          <a:bodyPr wrap="none" lIns="0" tIns="0" rIns="0" bIns="0" anchor="t">
            <a:noAutofit/>
          </a:bodyPr>
          <a:lstStyle>
            <a:defPPr algn="ctr">
              <a:defRPr sz="1313" b="0">
                <a:solidFill>
                  <a:srgbClr val="255DA8"/>
                </a:solidFill>
                <a:latin typeface="Ubuntu Light"/>
                <a:ea typeface="Ubuntu Light"/>
                <a:cs typeface="Ubuntu Light"/>
              </a:defRPr>
            </a:defPPr>
            <a:lvl1pPr algn="ctr">
              <a:defRPr sz="1313" b="0">
                <a:solidFill>
                  <a:srgbClr val="255DA8"/>
                </a:solidFill>
                <a:latin typeface="Ubuntu Light"/>
                <a:ea typeface="Ubuntu Light"/>
                <a:cs typeface="Ubuntu Light"/>
              </a:defRPr>
            </a:lvl1pPr>
            <a:lvl2pPr algn="ctr">
              <a:defRPr sz="1313" b="0">
                <a:solidFill>
                  <a:srgbClr val="255DA8"/>
                </a:solidFill>
                <a:latin typeface="Ubuntu Light"/>
                <a:ea typeface="Ubuntu Light"/>
                <a:cs typeface="Ubuntu Light"/>
              </a:defRPr>
            </a:lvl2pPr>
            <a:lvl3pPr algn="ctr">
              <a:defRPr sz="1313" b="0">
                <a:solidFill>
                  <a:srgbClr val="255DA8"/>
                </a:solidFill>
                <a:latin typeface="Ubuntu Light"/>
                <a:ea typeface="Ubuntu Light"/>
                <a:cs typeface="Ubuntu Light"/>
              </a:defRPr>
            </a:lvl3pPr>
            <a:lvl4pPr algn="ctr">
              <a:defRPr sz="1313" b="0">
                <a:solidFill>
                  <a:srgbClr val="255DA8"/>
                </a:solidFill>
                <a:latin typeface="Ubuntu Light"/>
                <a:ea typeface="Ubuntu Light"/>
                <a:cs typeface="Ubuntu Light"/>
              </a:defRPr>
            </a:lvl4pPr>
            <a:lvl5pPr algn="ctr">
              <a:defRPr sz="1313" b="0">
                <a:solidFill>
                  <a:srgbClr val="255DA8"/>
                </a:solidFill>
                <a:latin typeface="Ubuntu Light"/>
                <a:ea typeface="Ubuntu Light"/>
                <a:cs typeface="Ubuntu Light"/>
              </a:defRPr>
            </a:lvl5pPr>
            <a:lvl6pPr algn="ctr">
              <a:defRPr sz="1313" b="0">
                <a:solidFill>
                  <a:srgbClr val="255DA8"/>
                </a:solidFill>
                <a:latin typeface="Ubuntu Light"/>
                <a:ea typeface="Ubuntu Light"/>
                <a:cs typeface="Ubuntu Light"/>
              </a:defRPr>
            </a:lvl6pPr>
            <a:lvl7pPr algn="ctr">
              <a:defRPr sz="1313" b="0">
                <a:solidFill>
                  <a:srgbClr val="255DA8"/>
                </a:solidFill>
                <a:latin typeface="Ubuntu Light"/>
                <a:ea typeface="Ubuntu Light"/>
                <a:cs typeface="Ubuntu Light"/>
              </a:defRPr>
            </a:lvl7pPr>
            <a:lvl8pPr algn="ctr">
              <a:defRPr sz="1313" b="0">
                <a:solidFill>
                  <a:srgbClr val="255DA8"/>
                </a:solidFill>
                <a:latin typeface="Ubuntu Light"/>
                <a:ea typeface="Ubuntu Light"/>
                <a:cs typeface="Ubuntu Light"/>
              </a:defRPr>
            </a:lvl8pPr>
            <a:lvl9pPr algn="ctr">
              <a:defRPr sz="1313" b="0">
                <a:solidFill>
                  <a:srgbClr val="255DA8"/>
                </a:solidFill>
                <a:latin typeface="Ubuntu Light"/>
                <a:ea typeface="Ubuntu Light"/>
                <a:cs typeface="Ubuntu Light"/>
              </a:defRPr>
            </a:lvl9pPr>
          </a:lstStyle>
          <a:p>
            <a:pPr algn="ctr">
              <a:defRPr sz="1313" b="0">
                <a:solidFill>
                  <a:srgbClr val="255DA8"/>
                </a:solidFill>
                <a:latin typeface="Ubuntu Light"/>
                <a:ea typeface="Ubuntu Light"/>
                <a:cs typeface="Ubuntu Light"/>
              </a:defRPr>
            </a:pPr>
            <a:r>
              <a:rPr b="0">
                <a:latin typeface="Ubuntu Light"/>
                <a:ea typeface="Ubuntu Light"/>
                <a:cs typeface="Ubuntu Light"/>
              </a:rPr>
              <a:t>Line </a:t>
            </a:r>
            <a:r>
              <a:rPr b="0">
                <a:latin typeface="Menlo"/>
                <a:ea typeface="Menlo"/>
                <a:cs typeface="Menlo"/>
              </a:rPr>
              <a:t>120</a:t>
            </a:r>
          </a:p>
        </p:txBody>
      </p:sp>
      <p:sp>
        <p:nvSpPr>
          <p:cNvPr id="23" name="lineage-report-detail">
            <a:extLst>
              <a:ext uri="{FF2B5EF4-FFF2-40B4-BE49-F238E27FC236}">
                <a16:creationId xmlns:a16="http://schemas.microsoft.com/office/drawing/2014/main" id="{F823ED7A-EBE0-4660-A9F6-6CE084328F25}"/>
              </a:ext>
            </a:extLst>
          </p:cNvPr>
          <p:cNvSpPr>
            <a:spLocks noGrp="1"/>
          </p:cNvSpPr>
          <p:nvPr/>
        </p:nvSpPr>
        <p:spPr>
          <a:xfrm>
            <a:off x="6896100" y="3762375"/>
            <a:ext cx="1628775" cy="542925"/>
          </a:xfrm>
          <a:prstGeom prst="rect">
            <a:avLst/>
          </a:prstGeom>
          <a:noFill/>
          <a:ln w="0">
            <a:noFill/>
          </a:ln>
        </p:spPr>
        <p:txBody>
          <a:bodyPr wrap="none" lIns="0" tIns="0" rIns="0" bIns="0" anchor="t">
            <a:noAutofit/>
          </a:bodyPr>
          <a:lstStyle>
            <a:defPPr algn="ctr">
              <a:defRPr sz="1163" b="0">
                <a:solidFill>
                  <a:srgbClr val="475569"/>
                </a:solidFill>
                <a:latin typeface="Ubuntu Light"/>
                <a:ea typeface="Ubuntu Light"/>
                <a:cs typeface="Ubuntu Light"/>
              </a:defRPr>
            </a:defPPr>
            <a:lvl1pPr algn="ctr">
              <a:buNone/>
              <a:defRPr sz="1350" b="0">
                <a:solidFill>
                  <a:srgbClr val="475569"/>
                </a:solidFill>
                <a:latin typeface="Ubuntu Light"/>
                <a:ea typeface="Ubuntu Light"/>
                <a:cs typeface="Ubuntu Light"/>
              </a:defRPr>
            </a:lvl1pPr>
            <a:lvl2pPr algn="ctr">
              <a:buNone/>
              <a:defRPr sz="1350" b="0">
                <a:solidFill>
                  <a:srgbClr val="475569"/>
                </a:solidFill>
                <a:latin typeface="Ubuntu Light"/>
                <a:ea typeface="Ubuntu Light"/>
                <a:cs typeface="Ubuntu Light"/>
              </a:defRPr>
            </a:lvl2pPr>
            <a:lvl3pPr algn="ctr">
              <a:buNone/>
              <a:defRPr sz="1350" b="0">
                <a:solidFill>
                  <a:srgbClr val="475569"/>
                </a:solidFill>
                <a:latin typeface="Ubuntu Light"/>
                <a:ea typeface="Ubuntu Light"/>
                <a:cs typeface="Ubuntu Light"/>
              </a:defRPr>
            </a:lvl3pPr>
            <a:lvl4pPr algn="ctr">
              <a:buNone/>
              <a:defRPr sz="1350" b="0">
                <a:solidFill>
                  <a:srgbClr val="475569"/>
                </a:solidFill>
                <a:latin typeface="Ubuntu Light"/>
                <a:ea typeface="Ubuntu Light"/>
                <a:cs typeface="Ubuntu Light"/>
              </a:defRPr>
            </a:lvl4pPr>
            <a:lvl5pPr algn="ctr">
              <a:buNone/>
              <a:defRPr sz="1350" b="0">
                <a:solidFill>
                  <a:srgbClr val="475569"/>
                </a:solidFill>
                <a:latin typeface="Ubuntu Light"/>
                <a:ea typeface="Ubuntu Light"/>
                <a:cs typeface="Ubuntu Light"/>
              </a:defRPr>
            </a:lvl5pPr>
            <a:lvl6pPr algn="ctr">
              <a:buNone/>
              <a:defRPr sz="1350" b="0">
                <a:solidFill>
                  <a:srgbClr val="475569"/>
                </a:solidFill>
                <a:latin typeface="Ubuntu Light"/>
                <a:ea typeface="Ubuntu Light"/>
                <a:cs typeface="Ubuntu Light"/>
              </a:defRPr>
            </a:lvl6pPr>
            <a:lvl7pPr algn="ctr">
              <a:buNone/>
              <a:defRPr sz="1350" b="0">
                <a:solidFill>
                  <a:srgbClr val="475569"/>
                </a:solidFill>
                <a:latin typeface="Ubuntu Light"/>
                <a:ea typeface="Ubuntu Light"/>
                <a:cs typeface="Ubuntu Light"/>
              </a:defRPr>
            </a:lvl7pPr>
            <a:lvl8pPr algn="ctr">
              <a:buNone/>
              <a:defRPr sz="1350" b="0">
                <a:solidFill>
                  <a:srgbClr val="475569"/>
                </a:solidFill>
                <a:latin typeface="Ubuntu Light"/>
                <a:ea typeface="Ubuntu Light"/>
                <a:cs typeface="Ubuntu Light"/>
              </a:defRPr>
            </a:lvl8pPr>
            <a:lvl9pPr algn="ctr">
              <a:buNone/>
              <a:defRPr sz="1350" b="0">
                <a:solidFill>
                  <a:srgbClr val="475569"/>
                </a:solidFill>
                <a:latin typeface="Ubuntu Light"/>
                <a:ea typeface="Ubuntu Light"/>
                <a:cs typeface="Ubuntu Light"/>
              </a:defRPr>
            </a:lvl9pPr>
          </a:lstStyle>
          <a:p>
            <a:pPr algn="ctr">
              <a:buNone/>
              <a:defRPr sz="1163" b="0">
                <a:solidFill>
                  <a:srgbClr val="475569"/>
                </a:solidFill>
                <a:latin typeface="Ubuntu Light"/>
                <a:ea typeface="Ubuntu Light"/>
                <a:cs typeface="Ubuntu Light"/>
              </a:defRPr>
            </a:pPr>
            <a:r>
              <a:rPr sz="1163" b="0">
                <a:solidFill>
                  <a:srgbClr val="475569"/>
                </a:solidFill>
                <a:latin typeface="Ubuntu Light"/>
                <a:ea typeface="Ubuntu Light"/>
                <a:cs typeface="Ubuntu Light"/>
              </a:rPr>
              <a:t>Matching function name</a:t>
            </a:r>
          </a:p>
        </p:txBody>
      </p:sp>
      <p:cxnSp>
        <p:nvCxnSpPr>
          <p:cNvPr id="24" name="lineage-set-context-0">
            <a:extLst>
              <a:ext uri="{FF2B5EF4-FFF2-40B4-BE49-F238E27FC236}">
                <a16:creationId xmlns:a16="http://schemas.microsoft.com/office/drawing/2014/main" id="{6AC18EBA-8936-445F-B2F2-78B0B3990A87}"/>
              </a:ext>
            </a:extLst>
          </p:cNvPr>
          <p:cNvCxnSpPr/>
          <p:nvPr/>
        </p:nvCxnSpPr>
        <p:spPr>
          <a:xfrm>
            <a:off x="2095500" y="2809875"/>
            <a:ext cx="866775" cy="0"/>
          </a:xfrm>
          <a:prstGeom prst="straightConnector1">
            <a:avLst/>
          </a:prstGeom>
          <a:ln w="19050">
            <a:solidFill>
              <a:srgbClr val="202D3E"/>
            </a:solidFill>
            <a:tailEnd type="triangle" w="sm" len="sm"/>
          </a:ln>
        </p:spPr>
      </p:cxnSp>
      <p:sp>
        <p:nvSpPr>
          <p:cNvPr id="25" name="lineage-deploy-label">
            <a:extLst>
              <a:ext uri="{FF2B5EF4-FFF2-40B4-BE49-F238E27FC236}">
                <a16:creationId xmlns:a16="http://schemas.microsoft.com/office/drawing/2014/main" id="{111162C4-CBDD-4595-8C30-036A1BDEAAFF}"/>
              </a:ext>
            </a:extLst>
          </p:cNvPr>
          <p:cNvSpPr>
            <a:spLocks noGrp="1"/>
          </p:cNvSpPr>
          <p:nvPr/>
        </p:nvSpPr>
        <p:spPr>
          <a:xfrm>
            <a:off x="2085975" y="2505075"/>
            <a:ext cx="876300" cy="228600"/>
          </a:xfrm>
          <a:prstGeom prst="rect">
            <a:avLst/>
          </a:prstGeom>
          <a:noFill/>
          <a:ln w="0">
            <a:noFill/>
          </a:ln>
        </p:spPr>
        <p:txBody>
          <a:bodyPr wrap="none" lIns="0" tIns="0" rIns="0" bIns="0" anchor="t">
            <a:noAutofit/>
          </a:bodyPr>
          <a:lstStyle>
            <a:defPPr algn="ctr">
              <a:defRPr sz="1238" b="0">
                <a:solidFill>
                  <a:srgbClr val="475569"/>
                </a:solidFill>
                <a:latin typeface="Ubuntu Light"/>
                <a:ea typeface="Ubuntu Light"/>
                <a:cs typeface="Ubuntu Light"/>
              </a:defRPr>
            </a:defPPr>
            <a:lvl1pPr algn="ctr">
              <a:defRPr sz="1238" b="0">
                <a:solidFill>
                  <a:srgbClr val="475569"/>
                </a:solidFill>
                <a:latin typeface="Ubuntu Light"/>
                <a:ea typeface="Ubuntu Light"/>
                <a:cs typeface="Ubuntu Light"/>
              </a:defRPr>
            </a:lvl1pPr>
            <a:lvl2pPr algn="ctr">
              <a:defRPr sz="1238" b="0">
                <a:solidFill>
                  <a:srgbClr val="475569"/>
                </a:solidFill>
                <a:latin typeface="Ubuntu Light"/>
                <a:ea typeface="Ubuntu Light"/>
                <a:cs typeface="Ubuntu Light"/>
              </a:defRPr>
            </a:lvl2pPr>
            <a:lvl3pPr algn="ctr">
              <a:defRPr sz="1238" b="0">
                <a:solidFill>
                  <a:srgbClr val="475569"/>
                </a:solidFill>
                <a:latin typeface="Ubuntu Light"/>
                <a:ea typeface="Ubuntu Light"/>
                <a:cs typeface="Ubuntu Light"/>
              </a:defRPr>
            </a:lvl3pPr>
            <a:lvl4pPr algn="ctr">
              <a:defRPr sz="1238" b="0">
                <a:solidFill>
                  <a:srgbClr val="475569"/>
                </a:solidFill>
                <a:latin typeface="Ubuntu Light"/>
                <a:ea typeface="Ubuntu Light"/>
                <a:cs typeface="Ubuntu Light"/>
              </a:defRPr>
            </a:lvl4pPr>
            <a:lvl5pPr algn="ctr">
              <a:defRPr sz="1238" b="0">
                <a:solidFill>
                  <a:srgbClr val="475569"/>
                </a:solidFill>
                <a:latin typeface="Ubuntu Light"/>
                <a:ea typeface="Ubuntu Light"/>
                <a:cs typeface="Ubuntu Light"/>
              </a:defRPr>
            </a:lvl5pPr>
            <a:lvl6pPr algn="ctr">
              <a:defRPr sz="1238" b="0">
                <a:solidFill>
                  <a:srgbClr val="475569"/>
                </a:solidFill>
                <a:latin typeface="Ubuntu Light"/>
                <a:ea typeface="Ubuntu Light"/>
                <a:cs typeface="Ubuntu Light"/>
              </a:defRPr>
            </a:lvl6pPr>
            <a:lvl7pPr algn="ctr">
              <a:defRPr sz="1238" b="0">
                <a:solidFill>
                  <a:srgbClr val="475569"/>
                </a:solidFill>
                <a:latin typeface="Ubuntu Light"/>
                <a:ea typeface="Ubuntu Light"/>
                <a:cs typeface="Ubuntu Light"/>
              </a:defRPr>
            </a:lvl7pPr>
            <a:lvl8pPr algn="ctr">
              <a:defRPr sz="1238" b="0">
                <a:solidFill>
                  <a:srgbClr val="475569"/>
                </a:solidFill>
                <a:latin typeface="Ubuntu Light"/>
                <a:ea typeface="Ubuntu Light"/>
                <a:cs typeface="Ubuntu Light"/>
              </a:defRPr>
            </a:lvl8pPr>
            <a:lvl9pPr algn="ctr">
              <a:defRPr sz="1238" b="0">
                <a:solidFill>
                  <a:srgbClr val="475569"/>
                </a:solidFill>
                <a:latin typeface="Ubuntu Light"/>
                <a:ea typeface="Ubuntu Light"/>
                <a:cs typeface="Ubuntu Light"/>
              </a:defRPr>
            </a:lvl9pPr>
          </a:lstStyle>
          <a:p>
            <a:pPr algn="ctr">
              <a:defRPr sz="1238" b="0">
                <a:solidFill>
                  <a:srgbClr val="475569"/>
                </a:solidFill>
                <a:latin typeface="Ubuntu Light"/>
                <a:ea typeface="Ubuntu Light"/>
                <a:cs typeface="Ubuntu Light"/>
              </a:defRPr>
            </a:pPr>
            <a:r>
              <a:rPr b="0">
                <a:latin typeface="Ubuntu Light"/>
                <a:ea typeface="Ubuntu Light"/>
                <a:cs typeface="Ubuntu Light"/>
              </a:rPr>
              <a:t>deploy</a:t>
            </a:r>
          </a:p>
        </p:txBody>
      </p:sp>
      <p:cxnSp>
        <p:nvCxnSpPr>
          <p:cNvPr id="26" name="lineage-write-data-0">
            <a:extLst>
              <a:ext uri="{FF2B5EF4-FFF2-40B4-BE49-F238E27FC236}">
                <a16:creationId xmlns:a16="http://schemas.microsoft.com/office/drawing/2014/main" id="{C9CC5FB3-6E8C-4F4C-87A3-8A0F6E003EF3}"/>
              </a:ext>
            </a:extLst>
          </p:cNvPr>
          <p:cNvCxnSpPr/>
          <p:nvPr/>
        </p:nvCxnSpPr>
        <p:spPr>
          <a:xfrm>
            <a:off x="4038600" y="2809875"/>
            <a:ext cx="1028700" cy="0"/>
          </a:xfrm>
          <a:prstGeom prst="straightConnector1">
            <a:avLst/>
          </a:prstGeom>
          <a:ln w="19050">
            <a:solidFill>
              <a:srgbClr val="202D3E"/>
            </a:solidFill>
            <a:tailEnd type="triangle" w="sm" len="sm"/>
          </a:ln>
        </p:spPr>
      </p:cxnSp>
      <p:sp>
        <p:nvSpPr>
          <p:cNvPr id="27" name="lineage-write-label">
            <a:extLst>
              <a:ext uri="{FF2B5EF4-FFF2-40B4-BE49-F238E27FC236}">
                <a16:creationId xmlns:a16="http://schemas.microsoft.com/office/drawing/2014/main" id="{4531926B-E49D-4763-9099-D29AF183A27F}"/>
              </a:ext>
            </a:extLst>
          </p:cNvPr>
          <p:cNvSpPr>
            <a:spLocks noGrp="1"/>
          </p:cNvSpPr>
          <p:nvPr/>
        </p:nvSpPr>
        <p:spPr>
          <a:xfrm>
            <a:off x="4114800" y="2505075"/>
            <a:ext cx="876300" cy="228600"/>
          </a:xfrm>
          <a:prstGeom prst="rect">
            <a:avLst/>
          </a:prstGeom>
          <a:noFill/>
          <a:ln w="0">
            <a:noFill/>
          </a:ln>
        </p:spPr>
        <p:txBody>
          <a:bodyPr wrap="none" lIns="0" tIns="0" rIns="0" bIns="0" anchor="t">
            <a:noAutofit/>
          </a:bodyPr>
          <a:lstStyle>
            <a:defPPr algn="ctr">
              <a:defRPr sz="1238" b="0">
                <a:solidFill>
                  <a:srgbClr val="475569"/>
                </a:solidFill>
                <a:latin typeface="Ubuntu Light"/>
                <a:ea typeface="Ubuntu Light"/>
                <a:cs typeface="Ubuntu Light"/>
              </a:defRPr>
            </a:defPPr>
            <a:lvl1pPr algn="ctr">
              <a:defRPr sz="1238" b="0">
                <a:solidFill>
                  <a:srgbClr val="475569"/>
                </a:solidFill>
                <a:latin typeface="Ubuntu Light"/>
                <a:ea typeface="Ubuntu Light"/>
                <a:cs typeface="Ubuntu Light"/>
              </a:defRPr>
            </a:lvl1pPr>
            <a:lvl2pPr algn="ctr">
              <a:defRPr sz="1238" b="0">
                <a:solidFill>
                  <a:srgbClr val="475569"/>
                </a:solidFill>
                <a:latin typeface="Ubuntu Light"/>
                <a:ea typeface="Ubuntu Light"/>
                <a:cs typeface="Ubuntu Light"/>
              </a:defRPr>
            </a:lvl2pPr>
            <a:lvl3pPr algn="ctr">
              <a:defRPr sz="1238" b="0">
                <a:solidFill>
                  <a:srgbClr val="475569"/>
                </a:solidFill>
                <a:latin typeface="Ubuntu Light"/>
                <a:ea typeface="Ubuntu Light"/>
                <a:cs typeface="Ubuntu Light"/>
              </a:defRPr>
            </a:lvl3pPr>
            <a:lvl4pPr algn="ctr">
              <a:defRPr sz="1238" b="0">
                <a:solidFill>
                  <a:srgbClr val="475569"/>
                </a:solidFill>
                <a:latin typeface="Ubuntu Light"/>
                <a:ea typeface="Ubuntu Light"/>
                <a:cs typeface="Ubuntu Light"/>
              </a:defRPr>
            </a:lvl4pPr>
            <a:lvl5pPr algn="ctr">
              <a:defRPr sz="1238" b="0">
                <a:solidFill>
                  <a:srgbClr val="475569"/>
                </a:solidFill>
                <a:latin typeface="Ubuntu Light"/>
                <a:ea typeface="Ubuntu Light"/>
                <a:cs typeface="Ubuntu Light"/>
              </a:defRPr>
            </a:lvl5pPr>
            <a:lvl6pPr algn="ctr">
              <a:defRPr sz="1238" b="0">
                <a:solidFill>
                  <a:srgbClr val="475569"/>
                </a:solidFill>
                <a:latin typeface="Ubuntu Light"/>
                <a:ea typeface="Ubuntu Light"/>
                <a:cs typeface="Ubuntu Light"/>
              </a:defRPr>
            </a:lvl6pPr>
            <a:lvl7pPr algn="ctr">
              <a:defRPr sz="1238" b="0">
                <a:solidFill>
                  <a:srgbClr val="475569"/>
                </a:solidFill>
                <a:latin typeface="Ubuntu Light"/>
                <a:ea typeface="Ubuntu Light"/>
                <a:cs typeface="Ubuntu Light"/>
              </a:defRPr>
            </a:lvl7pPr>
            <a:lvl8pPr algn="ctr">
              <a:defRPr sz="1238" b="0">
                <a:solidFill>
                  <a:srgbClr val="475569"/>
                </a:solidFill>
                <a:latin typeface="Ubuntu Light"/>
                <a:ea typeface="Ubuntu Light"/>
                <a:cs typeface="Ubuntu Light"/>
              </a:defRPr>
            </a:lvl8pPr>
            <a:lvl9pPr algn="ctr">
              <a:defRPr sz="1238" b="0">
                <a:solidFill>
                  <a:srgbClr val="475569"/>
                </a:solidFill>
                <a:latin typeface="Ubuntu Light"/>
                <a:ea typeface="Ubuntu Light"/>
                <a:cs typeface="Ubuntu Light"/>
              </a:defRPr>
            </a:lvl9pPr>
          </a:lstStyle>
          <a:p>
            <a:pPr algn="ctr">
              <a:defRPr sz="1238" b="0">
                <a:solidFill>
                  <a:srgbClr val="475569"/>
                </a:solidFill>
                <a:latin typeface="Ubuntu Light"/>
                <a:ea typeface="Ubuntu Light"/>
                <a:cs typeface="Ubuntu Light"/>
              </a:defRPr>
            </a:pPr>
            <a:r>
              <a:rPr b="0">
                <a:latin typeface="Ubuntu Light"/>
                <a:ea typeface="Ubuntu Light"/>
                <a:cs typeface="Ubuntu Light"/>
              </a:rPr>
              <a:t>save</a:t>
            </a:r>
          </a:p>
        </p:txBody>
      </p:sp>
      <p:cxnSp>
        <p:nvCxnSpPr>
          <p:cNvPr id="28" name="lineage-combine-data-0">
            <a:extLst>
              <a:ext uri="{FF2B5EF4-FFF2-40B4-BE49-F238E27FC236}">
                <a16:creationId xmlns:a16="http://schemas.microsoft.com/office/drawing/2014/main" id="{A87497CD-39E8-49C3-A7D1-78AA09DFDF9C}"/>
              </a:ext>
            </a:extLst>
          </p:cNvPr>
          <p:cNvCxnSpPr/>
          <p:nvPr/>
        </p:nvCxnSpPr>
        <p:spPr>
          <a:xfrm>
            <a:off x="6143625" y="2809875"/>
            <a:ext cx="1019175" cy="0"/>
          </a:xfrm>
          <a:prstGeom prst="straightConnector1">
            <a:avLst/>
          </a:prstGeom>
          <a:ln w="19050">
            <a:solidFill>
              <a:srgbClr val="202D3E"/>
            </a:solidFill>
            <a:tailEnd type="triangle" w="sm" len="sm"/>
          </a:ln>
        </p:spPr>
      </p:cxnSp>
      <p:sp>
        <p:nvSpPr>
          <p:cNvPr id="29" name="lineage-combine-label">
            <a:extLst>
              <a:ext uri="{FF2B5EF4-FFF2-40B4-BE49-F238E27FC236}">
                <a16:creationId xmlns:a16="http://schemas.microsoft.com/office/drawing/2014/main" id="{D3894A10-CAC6-47D5-B9F8-87CF4F1C5E4C}"/>
              </a:ext>
            </a:extLst>
          </p:cNvPr>
          <p:cNvSpPr>
            <a:spLocks noGrp="1"/>
          </p:cNvSpPr>
          <p:nvPr/>
        </p:nvSpPr>
        <p:spPr>
          <a:xfrm>
            <a:off x="6105525" y="2505075"/>
            <a:ext cx="1085850" cy="228600"/>
          </a:xfrm>
          <a:prstGeom prst="rect">
            <a:avLst/>
          </a:prstGeom>
          <a:noFill/>
          <a:ln w="0">
            <a:noFill/>
          </a:ln>
        </p:spPr>
        <p:txBody>
          <a:bodyPr wrap="none" lIns="0" tIns="0" rIns="0" bIns="0" anchor="t">
            <a:noAutofit/>
          </a:bodyPr>
          <a:lstStyle>
            <a:defPPr algn="ctr">
              <a:defRPr sz="1238" b="0">
                <a:solidFill>
                  <a:srgbClr val="475569"/>
                </a:solidFill>
                <a:latin typeface="Ubuntu Light"/>
                <a:ea typeface="Ubuntu Light"/>
                <a:cs typeface="Ubuntu Light"/>
              </a:defRPr>
            </a:defPPr>
            <a:lvl1pPr algn="ctr">
              <a:defRPr sz="1238" b="0">
                <a:solidFill>
                  <a:srgbClr val="475569"/>
                </a:solidFill>
                <a:latin typeface="Ubuntu Light"/>
                <a:ea typeface="Ubuntu Light"/>
                <a:cs typeface="Ubuntu Light"/>
              </a:defRPr>
            </a:lvl1pPr>
            <a:lvl2pPr algn="ctr">
              <a:defRPr sz="1238" b="0">
                <a:solidFill>
                  <a:srgbClr val="475569"/>
                </a:solidFill>
                <a:latin typeface="Ubuntu Light"/>
                <a:ea typeface="Ubuntu Light"/>
                <a:cs typeface="Ubuntu Light"/>
              </a:defRPr>
            </a:lvl2pPr>
            <a:lvl3pPr algn="ctr">
              <a:defRPr sz="1238" b="0">
                <a:solidFill>
                  <a:srgbClr val="475569"/>
                </a:solidFill>
                <a:latin typeface="Ubuntu Light"/>
                <a:ea typeface="Ubuntu Light"/>
                <a:cs typeface="Ubuntu Light"/>
              </a:defRPr>
            </a:lvl3pPr>
            <a:lvl4pPr algn="ctr">
              <a:defRPr sz="1238" b="0">
                <a:solidFill>
                  <a:srgbClr val="475569"/>
                </a:solidFill>
                <a:latin typeface="Ubuntu Light"/>
                <a:ea typeface="Ubuntu Light"/>
                <a:cs typeface="Ubuntu Light"/>
              </a:defRPr>
            </a:lvl4pPr>
            <a:lvl5pPr algn="ctr">
              <a:defRPr sz="1238" b="0">
                <a:solidFill>
                  <a:srgbClr val="475569"/>
                </a:solidFill>
                <a:latin typeface="Ubuntu Light"/>
                <a:ea typeface="Ubuntu Light"/>
                <a:cs typeface="Ubuntu Light"/>
              </a:defRPr>
            </a:lvl5pPr>
            <a:lvl6pPr algn="ctr">
              <a:defRPr sz="1238" b="0">
                <a:solidFill>
                  <a:srgbClr val="475569"/>
                </a:solidFill>
                <a:latin typeface="Ubuntu Light"/>
                <a:ea typeface="Ubuntu Light"/>
                <a:cs typeface="Ubuntu Light"/>
              </a:defRPr>
            </a:lvl6pPr>
            <a:lvl7pPr algn="ctr">
              <a:defRPr sz="1238" b="0">
                <a:solidFill>
                  <a:srgbClr val="475569"/>
                </a:solidFill>
                <a:latin typeface="Ubuntu Light"/>
                <a:ea typeface="Ubuntu Light"/>
                <a:cs typeface="Ubuntu Light"/>
              </a:defRPr>
            </a:lvl7pPr>
            <a:lvl8pPr algn="ctr">
              <a:defRPr sz="1238" b="0">
                <a:solidFill>
                  <a:srgbClr val="475569"/>
                </a:solidFill>
                <a:latin typeface="Ubuntu Light"/>
                <a:ea typeface="Ubuntu Light"/>
                <a:cs typeface="Ubuntu Light"/>
              </a:defRPr>
            </a:lvl8pPr>
            <a:lvl9pPr algn="ctr">
              <a:defRPr sz="1238" b="0">
                <a:solidFill>
                  <a:srgbClr val="475569"/>
                </a:solidFill>
                <a:latin typeface="Ubuntu Light"/>
                <a:ea typeface="Ubuntu Light"/>
                <a:cs typeface="Ubuntu Light"/>
              </a:defRPr>
            </a:lvl9pPr>
          </a:lstStyle>
          <a:p>
            <a:pPr algn="ctr">
              <a:defRPr sz="1238" b="0">
                <a:solidFill>
                  <a:srgbClr val="475569"/>
                </a:solidFill>
                <a:latin typeface="Ubuntu Light"/>
                <a:ea typeface="Ubuntu Light"/>
                <a:cs typeface="Ubuntu Light"/>
              </a:defRPr>
            </a:pPr>
            <a:r>
              <a:rPr b="0">
                <a:latin typeface="Ubuntu Light"/>
                <a:ea typeface="Ubuntu Light"/>
                <a:cs typeface="Ubuntu Light"/>
              </a:rPr>
              <a:t>combine files</a:t>
            </a:r>
          </a:p>
        </p:txBody>
      </p:sp>
    </p:spTree>
    <p:extLst>
      <p:ext uri="{BB962C8B-B14F-4D97-AF65-F5344CB8AC3E}">
        <p14:creationId xmlns:p14="http://schemas.microsoft.com/office/powerpoint/2010/main" val="127060086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title">
            <a:extLst>
              <a:ext uri="{FF2B5EF4-FFF2-40B4-BE49-F238E27FC236}">
                <a16:creationId xmlns:a16="http://schemas.microsoft.com/office/drawing/2014/main" id="{BEDFC853-BF30-44AF-967B-12CEC9D90A08}"/>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buNone/>
              <a:defRPr sz="2250" b="0">
                <a:solidFill>
                  <a:srgbClr val="202D3E"/>
                </a:solidFill>
                <a:latin typeface="Ubuntu Light"/>
                <a:ea typeface="Ubuntu Light"/>
                <a:cs typeface="Ubuntu Light"/>
              </a:defRPr>
            </a:lvl1pPr>
            <a:lvl2pPr algn="l">
              <a:buNone/>
              <a:defRPr sz="2250" b="0">
                <a:solidFill>
                  <a:srgbClr val="202D3E"/>
                </a:solidFill>
                <a:latin typeface="Ubuntu Light"/>
                <a:ea typeface="Ubuntu Light"/>
                <a:cs typeface="Ubuntu Light"/>
              </a:defRPr>
            </a:lvl2pPr>
            <a:lvl3pPr algn="l">
              <a:buNone/>
              <a:defRPr sz="2250" b="0">
                <a:solidFill>
                  <a:srgbClr val="202D3E"/>
                </a:solidFill>
                <a:latin typeface="Ubuntu Light"/>
                <a:ea typeface="Ubuntu Light"/>
                <a:cs typeface="Ubuntu Light"/>
              </a:defRPr>
            </a:lvl3pPr>
            <a:lvl4pPr algn="l">
              <a:buNone/>
              <a:defRPr sz="2250" b="0">
                <a:solidFill>
                  <a:srgbClr val="202D3E"/>
                </a:solidFill>
                <a:latin typeface="Ubuntu Light"/>
                <a:ea typeface="Ubuntu Light"/>
                <a:cs typeface="Ubuntu Light"/>
              </a:defRPr>
            </a:lvl4pPr>
            <a:lvl5pPr algn="l">
              <a:buNone/>
              <a:defRPr sz="2250" b="0">
                <a:solidFill>
                  <a:srgbClr val="202D3E"/>
                </a:solidFill>
                <a:latin typeface="Ubuntu Light"/>
                <a:ea typeface="Ubuntu Light"/>
                <a:cs typeface="Ubuntu Light"/>
              </a:defRPr>
            </a:lvl5pPr>
            <a:lvl6pPr algn="l">
              <a:buNone/>
              <a:defRPr sz="2250" b="0">
                <a:solidFill>
                  <a:srgbClr val="202D3E"/>
                </a:solidFill>
                <a:latin typeface="Ubuntu Light"/>
                <a:ea typeface="Ubuntu Light"/>
                <a:cs typeface="Ubuntu Light"/>
              </a:defRPr>
            </a:lvl6pPr>
            <a:lvl7pPr algn="l">
              <a:buNone/>
              <a:defRPr sz="2250" b="0">
                <a:solidFill>
                  <a:srgbClr val="202D3E"/>
                </a:solidFill>
                <a:latin typeface="Ubuntu Light"/>
                <a:ea typeface="Ubuntu Light"/>
                <a:cs typeface="Ubuntu Light"/>
              </a:defRPr>
            </a:lvl7pPr>
            <a:lvl8pPr algn="l">
              <a:buNone/>
              <a:defRPr sz="2250" b="0">
                <a:solidFill>
                  <a:srgbClr val="202D3E"/>
                </a:solidFill>
                <a:latin typeface="Ubuntu Light"/>
                <a:ea typeface="Ubuntu Light"/>
                <a:cs typeface="Ubuntu Light"/>
              </a:defRPr>
            </a:lvl8pPr>
            <a:lvl9pPr algn="l">
              <a:buNone/>
              <a:defRPr sz="2250" b="0">
                <a:solidFill>
                  <a:srgbClr val="202D3E"/>
                </a:solidFill>
                <a:latin typeface="Ubuntu Light"/>
                <a:ea typeface="Ubuntu Light"/>
                <a:cs typeface="Ubuntu Light"/>
              </a:defRPr>
            </a:lvl9pPr>
          </a:lstStyle>
          <a:p>
            <a:pPr algn="l">
              <a:buNone/>
              <a:defRPr sz="2250" b="0">
                <a:solidFill>
                  <a:srgbClr val="202D3E"/>
                </a:solidFill>
                <a:latin typeface="Ubuntu Light"/>
                <a:ea typeface="Ubuntu Light"/>
                <a:cs typeface="Ubuntu Light"/>
              </a:defRPr>
            </a:pPr>
            <a:r>
              <a:rPr b="0">
                <a:latin typeface="Ubuntu Light"/>
                <a:ea typeface="Ubuntu Light"/>
                <a:cs typeface="Ubuntu Light"/>
              </a:rPr>
              <a:t>See which test function ran this line</a:t>
            </a:r>
          </a:p>
        </p:txBody>
      </p:sp>
      <p:sp>
        <p:nvSpPr>
          <p:cNvPr id="2" name="source-label">
            <a:extLst>
              <a:ext uri="{FF2B5EF4-FFF2-40B4-BE49-F238E27FC236}">
                <a16:creationId xmlns:a16="http://schemas.microsoft.com/office/drawing/2014/main" id="{069708C3-4347-429D-B4B3-0222FDB669FF}"/>
              </a:ext>
            </a:extLst>
          </p:cNvPr>
          <p:cNvSpPr>
            <a:spLocks noGrp="1"/>
          </p:cNvSpPr>
          <p:nvPr/>
        </p:nvSpPr>
        <p:spPr>
          <a:xfrm>
            <a:off x="619125" y="1847850"/>
            <a:ext cx="5238750" cy="219075"/>
          </a:xfrm>
          <a:prstGeom prst="rect">
            <a:avLst/>
          </a:prstGeom>
          <a:noFill/>
          <a:ln w="0">
            <a:noFill/>
          </a:ln>
        </p:spPr>
        <p:txBody>
          <a:bodyPr wrap="none" lIns="0" tIns="0" rIns="0" bIns="0" anchor="t">
            <a:noAutofit/>
          </a:bodyPr>
          <a:lstStyle>
            <a:defPPr algn="l">
              <a:defRPr sz="1200" b="0">
                <a:solidFill>
                  <a:srgbClr val="475569"/>
                </a:solidFill>
                <a:latin typeface="Ubuntu Light"/>
                <a:ea typeface="Ubuntu Light"/>
                <a:cs typeface="Ubuntu Light"/>
              </a:defRPr>
            </a:defPPr>
            <a:lvl1pPr algn="l">
              <a:defRPr sz="1200" b="0">
                <a:solidFill>
                  <a:srgbClr val="475569"/>
                </a:solidFill>
                <a:latin typeface="Ubuntu Light"/>
                <a:ea typeface="Ubuntu Light"/>
                <a:cs typeface="Ubuntu Light"/>
              </a:defRPr>
            </a:lvl1pPr>
            <a:lvl2pPr algn="l">
              <a:defRPr sz="1200" b="0">
                <a:solidFill>
                  <a:srgbClr val="475569"/>
                </a:solidFill>
                <a:latin typeface="Ubuntu Light"/>
                <a:ea typeface="Ubuntu Light"/>
                <a:cs typeface="Ubuntu Light"/>
              </a:defRPr>
            </a:lvl2pPr>
            <a:lvl3pPr algn="l">
              <a:defRPr sz="1200" b="0">
                <a:solidFill>
                  <a:srgbClr val="475569"/>
                </a:solidFill>
                <a:latin typeface="Ubuntu Light"/>
                <a:ea typeface="Ubuntu Light"/>
                <a:cs typeface="Ubuntu Light"/>
              </a:defRPr>
            </a:lvl3pPr>
            <a:lvl4pPr algn="l">
              <a:defRPr sz="1200" b="0">
                <a:solidFill>
                  <a:srgbClr val="475569"/>
                </a:solidFill>
                <a:latin typeface="Ubuntu Light"/>
                <a:ea typeface="Ubuntu Light"/>
                <a:cs typeface="Ubuntu Light"/>
              </a:defRPr>
            </a:lvl4pPr>
            <a:lvl5pPr algn="l">
              <a:defRPr sz="1200" b="0">
                <a:solidFill>
                  <a:srgbClr val="475569"/>
                </a:solidFill>
                <a:latin typeface="Ubuntu Light"/>
                <a:ea typeface="Ubuntu Light"/>
                <a:cs typeface="Ubuntu Light"/>
              </a:defRPr>
            </a:lvl5pPr>
            <a:lvl6pPr algn="l">
              <a:defRPr sz="1200" b="0">
                <a:solidFill>
                  <a:srgbClr val="475569"/>
                </a:solidFill>
                <a:latin typeface="Ubuntu Light"/>
                <a:ea typeface="Ubuntu Light"/>
                <a:cs typeface="Ubuntu Light"/>
              </a:defRPr>
            </a:lvl6pPr>
            <a:lvl7pPr algn="l">
              <a:defRPr sz="1200" b="0">
                <a:solidFill>
                  <a:srgbClr val="475569"/>
                </a:solidFill>
                <a:latin typeface="Ubuntu Light"/>
                <a:ea typeface="Ubuntu Light"/>
                <a:cs typeface="Ubuntu Light"/>
              </a:defRPr>
            </a:lvl7pPr>
            <a:lvl8pPr algn="l">
              <a:defRPr sz="1200" b="0">
                <a:solidFill>
                  <a:srgbClr val="475569"/>
                </a:solidFill>
                <a:latin typeface="Ubuntu Light"/>
                <a:ea typeface="Ubuntu Light"/>
                <a:cs typeface="Ubuntu Light"/>
              </a:defRPr>
            </a:lvl8pPr>
            <a:lvl9pPr algn="l">
              <a:defRPr sz="1200" b="0">
                <a:solidFill>
                  <a:srgbClr val="475569"/>
                </a:solidFill>
                <a:latin typeface="Ubuntu Light"/>
                <a:ea typeface="Ubuntu Light"/>
                <a:cs typeface="Ubuntu Light"/>
              </a:defRPr>
            </a:lvl9pPr>
          </a:lstStyle>
          <a:p>
            <a:pPr algn="l">
              <a:defRPr sz="1200" b="0">
                <a:solidFill>
                  <a:srgbClr val="475569"/>
                </a:solidFill>
                <a:latin typeface="Ubuntu Light"/>
                <a:ea typeface="Ubuntu Light"/>
                <a:cs typeface="Ubuntu Light"/>
              </a:defRPr>
            </a:pPr>
            <a:r>
              <a:rPr b="0">
                <a:latin typeface="Ubuntu Light"/>
                <a:ea typeface="Ubuntu Light"/>
                <a:cs typeface="Ubuntu Light"/>
              </a:rPr>
              <a:t>coverage.py HTML · src/lambdas/payments/client.py</a:t>
            </a:r>
          </a:p>
        </p:txBody>
      </p:sp>
      <p:pic>
        <p:nvPicPr>
          <p:cNvPr id="3" name="Picture 2" descr="Native coverage.py report with test function name contexts">
            <a:extLst>
              <a:ext uri="{FF2B5EF4-FFF2-40B4-BE49-F238E27FC236}">
                <a16:creationId xmlns:a16="http://schemas.microsoft.com/office/drawing/2014/main" id="{C2320C1C-C2DA-464C-A0D6-F1624644D567}"/>
              </a:ext>
            </a:extLst>
          </p:cNvPr>
          <p:cNvPicPr>
            <a:picLocks noChangeAspect="1"/>
          </p:cNvPicPr>
          <p:nvPr/>
        </p:nvPicPr>
        <p:blipFill>
          <a:blip r:embed="rId3"/>
          <a:stretch/>
        </p:blipFill>
        <p:spPr>
          <a:xfrm>
            <a:off x="619125" y="2257434"/>
            <a:ext cx="7905750" cy="985354"/>
          </a:xfrm>
          <a:prstGeom prst="rect">
            <a:avLst/>
          </a:prstGeom>
        </p:spPr>
      </p:pic>
      <p:sp>
        <p:nvSpPr>
          <p:cNvPr id="4" name="cue-25-1-focus">
            <a:extLst>
              <a:ext uri="{FF2B5EF4-FFF2-40B4-BE49-F238E27FC236}">
                <a16:creationId xmlns:a16="http://schemas.microsoft.com/office/drawing/2014/main" id="{71744083-2654-4ED0-BBC4-B4A1DA23F2AF}"/>
              </a:ext>
            </a:extLst>
          </p:cNvPr>
          <p:cNvSpPr>
            <a:spLocks noGrp="1"/>
          </p:cNvSpPr>
          <p:nvPr/>
        </p:nvSpPr>
        <p:spPr>
          <a:xfrm>
            <a:off x="7639933" y="2470444"/>
            <a:ext cx="627077" cy="281737"/>
          </a:xfrm>
          <a:prstGeom prst="rect">
            <a:avLst/>
          </a:prstGeom>
          <a:noFill/>
          <a:ln w="20955">
            <a:solidFill>
              <a:srgbClr val="FF5874"/>
            </a:solidFill>
          </a:ln>
        </p:spPr>
        <p:txBody>
          <a:bodyPr/>
          <a:lstStyle/>
          <a:p>
            <a:endParaRPr/>
          </a:p>
        </p:txBody>
      </p:sp>
      <p:cxnSp>
        <p:nvCxnSpPr>
          <p:cNvPr id="5" name="cue-25-1-leader-0">
            <a:extLst>
              <a:ext uri="{FF2B5EF4-FFF2-40B4-BE49-F238E27FC236}">
                <a16:creationId xmlns:a16="http://schemas.microsoft.com/office/drawing/2014/main" id="{E51BB3EF-4201-49A4-B19D-AD84A76490BB}"/>
              </a:ext>
            </a:extLst>
          </p:cNvPr>
          <p:cNvCxnSpPr/>
          <p:nvPr/>
        </p:nvCxnSpPr>
        <p:spPr>
          <a:xfrm>
            <a:off x="7953472" y="1914525"/>
            <a:ext cx="0" cy="517819"/>
          </a:xfrm>
          <a:prstGeom prst="straightConnector1">
            <a:avLst/>
          </a:prstGeom>
          <a:ln w="20955">
            <a:solidFill>
              <a:srgbClr val="FF5874"/>
            </a:solidFill>
            <a:tailEnd type="triangle" w="sm" len="sm"/>
          </a:ln>
        </p:spPr>
      </p:cxnSp>
      <p:sp>
        <p:nvSpPr>
          <p:cNvPr id="6" name="cue-25-1-label">
            <a:extLst>
              <a:ext uri="{FF2B5EF4-FFF2-40B4-BE49-F238E27FC236}">
                <a16:creationId xmlns:a16="http://schemas.microsoft.com/office/drawing/2014/main" id="{0E451E8D-1BF6-49E4-9441-66D4780BA1B4}"/>
              </a:ext>
            </a:extLst>
          </p:cNvPr>
          <p:cNvSpPr>
            <a:spLocks noGrp="1"/>
          </p:cNvSpPr>
          <p:nvPr/>
        </p:nvSpPr>
        <p:spPr>
          <a:xfrm>
            <a:off x="5953125" y="1381125"/>
            <a:ext cx="2571750" cy="495300"/>
          </a:xfrm>
          <a:prstGeom prst="rect">
            <a:avLst/>
          </a:prstGeom>
          <a:solidFill>
            <a:srgbClr val="255DA8"/>
          </a:solidFill>
          <a:ln w="0">
            <a:noFill/>
          </a:ln>
        </p:spPr>
        <p:txBody>
          <a:bodyPr wrap="none" lIns="114300" tIns="38100" rIns="114300" bIns="28575" anchor="ctr">
            <a:noAutofit/>
          </a:bodyPr>
          <a:lstStyle>
            <a:defPPr algn="ctr">
              <a:defRPr sz="1350" b="0">
                <a:solidFill>
                  <a:srgbClr val="FFFFFF"/>
                </a:solidFill>
                <a:latin typeface="Ubuntu Light"/>
                <a:ea typeface="Ubuntu Light"/>
                <a:cs typeface="Ubuntu Light"/>
              </a:defRPr>
            </a:defPPr>
            <a:lvl1pPr algn="ctr">
              <a:buNone/>
              <a:defRPr sz="1350" b="0">
                <a:solidFill>
                  <a:srgbClr val="FFFFFF"/>
                </a:solidFill>
                <a:latin typeface="Ubuntu Light"/>
                <a:ea typeface="Ubuntu Light"/>
                <a:cs typeface="Ubuntu Light"/>
              </a:defRPr>
            </a:lvl1pPr>
            <a:lvl2pPr algn="ctr">
              <a:buNone/>
              <a:defRPr sz="1350" b="0">
                <a:solidFill>
                  <a:srgbClr val="FFFFFF"/>
                </a:solidFill>
                <a:latin typeface="Ubuntu Light"/>
                <a:ea typeface="Ubuntu Light"/>
                <a:cs typeface="Ubuntu Light"/>
              </a:defRPr>
            </a:lvl2pPr>
            <a:lvl3pPr algn="ctr">
              <a:buNone/>
              <a:defRPr sz="1350" b="0">
                <a:solidFill>
                  <a:srgbClr val="FFFFFF"/>
                </a:solidFill>
                <a:latin typeface="Ubuntu Light"/>
                <a:ea typeface="Ubuntu Light"/>
                <a:cs typeface="Ubuntu Light"/>
              </a:defRPr>
            </a:lvl3pPr>
            <a:lvl4pPr algn="ctr">
              <a:buNone/>
              <a:defRPr sz="1350" b="0">
                <a:solidFill>
                  <a:srgbClr val="FFFFFF"/>
                </a:solidFill>
                <a:latin typeface="Ubuntu Light"/>
                <a:ea typeface="Ubuntu Light"/>
                <a:cs typeface="Ubuntu Light"/>
              </a:defRPr>
            </a:lvl4pPr>
            <a:lvl5pPr algn="ctr">
              <a:buNone/>
              <a:defRPr sz="1350" b="0">
                <a:solidFill>
                  <a:srgbClr val="FFFFFF"/>
                </a:solidFill>
                <a:latin typeface="Ubuntu Light"/>
                <a:ea typeface="Ubuntu Light"/>
                <a:cs typeface="Ubuntu Light"/>
              </a:defRPr>
            </a:lvl5pPr>
            <a:lvl6pPr algn="ctr">
              <a:buNone/>
              <a:defRPr sz="1350" b="0">
                <a:solidFill>
                  <a:srgbClr val="FFFFFF"/>
                </a:solidFill>
                <a:latin typeface="Ubuntu Light"/>
                <a:ea typeface="Ubuntu Light"/>
                <a:cs typeface="Ubuntu Light"/>
              </a:defRPr>
            </a:lvl6pPr>
            <a:lvl7pPr algn="ctr">
              <a:buNone/>
              <a:defRPr sz="1350" b="0">
                <a:solidFill>
                  <a:srgbClr val="FFFFFF"/>
                </a:solidFill>
                <a:latin typeface="Ubuntu Light"/>
                <a:ea typeface="Ubuntu Light"/>
                <a:cs typeface="Ubuntu Light"/>
              </a:defRPr>
            </a:lvl7pPr>
            <a:lvl8pPr algn="ctr">
              <a:buNone/>
              <a:defRPr sz="1350" b="0">
                <a:solidFill>
                  <a:srgbClr val="FFFFFF"/>
                </a:solidFill>
                <a:latin typeface="Ubuntu Light"/>
                <a:ea typeface="Ubuntu Light"/>
                <a:cs typeface="Ubuntu Light"/>
              </a:defRPr>
            </a:lvl8pPr>
            <a:lvl9pPr algn="ctr">
              <a:buNone/>
              <a:defRPr sz="1350" b="0">
                <a:solidFill>
                  <a:srgbClr val="FFFFFF"/>
                </a:solidFill>
                <a:latin typeface="Ubuntu Light"/>
                <a:ea typeface="Ubuntu Light"/>
                <a:cs typeface="Ubuntu Light"/>
              </a:defRPr>
            </a:lvl9pPr>
          </a:lstStyle>
          <a:p>
            <a:pPr algn="ctr">
              <a:lnSpc>
                <a:spcPct val="110000"/>
              </a:lnSpc>
              <a:buNone/>
              <a:defRPr sz="1350" b="0">
                <a:solidFill>
                  <a:srgbClr val="FFFFFF"/>
                </a:solidFill>
                <a:latin typeface="Ubuntu Light"/>
                <a:ea typeface="Ubuntu Light"/>
                <a:cs typeface="Ubuntu Light"/>
              </a:defRPr>
            </a:pPr>
            <a:r>
              <a:rPr sz="1350" b="0">
                <a:solidFill>
                  <a:srgbClr val="FFFFFF"/>
                </a:solidFill>
                <a:latin typeface="Ubuntu Light"/>
                <a:ea typeface="Ubuntu Light"/>
                <a:cs typeface="Ubuntu Light"/>
              </a:rPr>
              <a:t>Click “1 ctx” to see</a:t>
            </a:r>
          </a:p>
          <a:p>
            <a:pPr algn="ctr">
              <a:lnSpc>
                <a:spcPct val="110000"/>
              </a:lnSpc>
              <a:buNone/>
              <a:defRPr sz="1350" b="0">
                <a:solidFill>
                  <a:srgbClr val="FFFFFF"/>
                </a:solidFill>
                <a:latin typeface="Ubuntu Light"/>
                <a:ea typeface="Ubuntu Light"/>
                <a:cs typeface="Ubuntu Light"/>
              </a:defRPr>
            </a:pPr>
            <a:r>
              <a:rPr sz="1350" b="0">
                <a:solidFill>
                  <a:srgbClr val="FFFFFF"/>
                </a:solidFill>
                <a:latin typeface="Ubuntu Light"/>
                <a:ea typeface="Ubuntu Light"/>
                <a:cs typeface="Ubuntu Light"/>
              </a:rPr>
              <a:t>the test function name</a:t>
            </a:r>
          </a:p>
        </p:txBody>
      </p:sp>
      <p:sp>
        <p:nvSpPr>
          <p:cNvPr id="7" name="open-html-report">
            <a:extLst>
              <a:ext uri="{FF2B5EF4-FFF2-40B4-BE49-F238E27FC236}">
                <a16:creationId xmlns:a16="http://schemas.microsoft.com/office/drawing/2014/main" id="{9FB06D54-F812-4C9E-A6E5-CE2987E10BEB}"/>
              </a:ext>
            </a:extLst>
          </p:cNvPr>
          <p:cNvSpPr>
            <a:spLocks noGrp="1"/>
          </p:cNvSpPr>
          <p:nvPr/>
        </p:nvSpPr>
        <p:spPr>
          <a:xfrm>
            <a:off x="619125" y="3714750"/>
            <a:ext cx="2238375" cy="257175"/>
          </a:xfrm>
          <a:prstGeom prst="rect">
            <a:avLst/>
          </a:prstGeom>
          <a:noFill/>
          <a:ln w="0">
            <a:noFill/>
          </a:ln>
        </p:spPr>
        <p:txBody>
          <a:bodyPr wrap="none" lIns="0" tIns="0" rIns="0" bIns="0" anchor="t">
            <a:noAutofit/>
          </a:bodyPr>
          <a:lstStyle>
            <a:defPPr algn="l">
              <a:defRPr sz="1275" b="0">
                <a:solidFill>
                  <a:srgbClr val="202D3E"/>
                </a:solidFill>
                <a:latin typeface="Ubuntu Light"/>
                <a:ea typeface="Ubuntu Light"/>
                <a:cs typeface="Ubuntu Light"/>
              </a:defRPr>
            </a:defPPr>
            <a:lvl1pPr algn="l">
              <a:buNone/>
              <a:defRPr sz="1275" b="0">
                <a:solidFill>
                  <a:srgbClr val="202D3E"/>
                </a:solidFill>
                <a:latin typeface="Ubuntu Light"/>
                <a:ea typeface="Ubuntu Light"/>
                <a:cs typeface="Ubuntu Light"/>
              </a:defRPr>
            </a:lvl1pPr>
            <a:lvl2pPr algn="l">
              <a:buNone/>
              <a:defRPr sz="1275" b="0">
                <a:solidFill>
                  <a:srgbClr val="202D3E"/>
                </a:solidFill>
                <a:latin typeface="Ubuntu Light"/>
                <a:ea typeface="Ubuntu Light"/>
                <a:cs typeface="Ubuntu Light"/>
              </a:defRPr>
            </a:lvl2pPr>
            <a:lvl3pPr algn="l">
              <a:buNone/>
              <a:defRPr sz="1275" b="0">
                <a:solidFill>
                  <a:srgbClr val="202D3E"/>
                </a:solidFill>
                <a:latin typeface="Ubuntu Light"/>
                <a:ea typeface="Ubuntu Light"/>
                <a:cs typeface="Ubuntu Light"/>
              </a:defRPr>
            </a:lvl3pPr>
            <a:lvl4pPr algn="l">
              <a:buNone/>
              <a:defRPr sz="1275" b="0">
                <a:solidFill>
                  <a:srgbClr val="202D3E"/>
                </a:solidFill>
                <a:latin typeface="Ubuntu Light"/>
                <a:ea typeface="Ubuntu Light"/>
                <a:cs typeface="Ubuntu Light"/>
              </a:defRPr>
            </a:lvl4pPr>
            <a:lvl5pPr algn="l">
              <a:buNone/>
              <a:defRPr sz="1275" b="0">
                <a:solidFill>
                  <a:srgbClr val="202D3E"/>
                </a:solidFill>
                <a:latin typeface="Ubuntu Light"/>
                <a:ea typeface="Ubuntu Light"/>
                <a:cs typeface="Ubuntu Light"/>
              </a:defRPr>
            </a:lvl5pPr>
            <a:lvl6pPr algn="l">
              <a:buNone/>
              <a:defRPr sz="1275" b="0">
                <a:solidFill>
                  <a:srgbClr val="202D3E"/>
                </a:solidFill>
                <a:latin typeface="Ubuntu Light"/>
                <a:ea typeface="Ubuntu Light"/>
                <a:cs typeface="Ubuntu Light"/>
              </a:defRPr>
            </a:lvl6pPr>
            <a:lvl7pPr algn="l">
              <a:buNone/>
              <a:defRPr sz="1275" b="0">
                <a:solidFill>
                  <a:srgbClr val="202D3E"/>
                </a:solidFill>
                <a:latin typeface="Ubuntu Light"/>
                <a:ea typeface="Ubuntu Light"/>
                <a:cs typeface="Ubuntu Light"/>
              </a:defRPr>
            </a:lvl7pPr>
            <a:lvl8pPr algn="l">
              <a:buNone/>
              <a:defRPr sz="1275" b="0">
                <a:solidFill>
                  <a:srgbClr val="202D3E"/>
                </a:solidFill>
                <a:latin typeface="Ubuntu Light"/>
                <a:ea typeface="Ubuntu Light"/>
                <a:cs typeface="Ubuntu Light"/>
              </a:defRPr>
            </a:lvl8pPr>
            <a:lvl9pPr algn="l">
              <a:buNone/>
              <a:defRPr sz="1275" b="0">
                <a:solidFill>
                  <a:srgbClr val="202D3E"/>
                </a:solidFill>
                <a:latin typeface="Ubuntu Light"/>
                <a:ea typeface="Ubuntu Light"/>
                <a:cs typeface="Ubuntu Light"/>
              </a:defRPr>
            </a:lvl9pPr>
          </a:lstStyle>
          <a:p>
            <a:pPr algn="l">
              <a:buNone/>
              <a:defRPr sz="1275" b="0">
                <a:solidFill>
                  <a:srgbClr val="202D3E"/>
                </a:solidFill>
                <a:latin typeface="Ubuntu Light"/>
                <a:ea typeface="Ubuntu Light"/>
                <a:cs typeface="Ubuntu Light"/>
              </a:defRPr>
            </a:pPr>
            <a:r>
              <a:rPr b="0">
                <a:solidFill>
                  <a:srgbClr val="075A8C"/>
                </a:solidFill>
                <a:latin typeface="Ubuntu Light"/>
                <a:ea typeface="Ubuntu Light"/>
                <a:cs typeface="Ubuntu Light"/>
                <a:hlinkClick r:id="rId4"/>
              </a:rPr>
              <a:t>Open HTML report</a:t>
            </a:r>
          </a:p>
        </p:txBody>
      </p:sp>
    </p:spTree>
    <p:extLst>
      <p:ext uri="{BB962C8B-B14F-4D97-AF65-F5344CB8AC3E}">
        <p14:creationId xmlns:p14="http://schemas.microsoft.com/office/powerpoint/2010/main" val="127060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emo-title">
            <a:extLst>
              <a:ext uri="{FF2B5EF4-FFF2-40B4-BE49-F238E27FC236}">
                <a16:creationId xmlns:a16="http://schemas.microsoft.com/office/drawing/2014/main" id="{39F170E4-51DE-46F4-912F-BF6098EF923C}"/>
              </a:ext>
            </a:extLst>
          </p:cNvPr>
          <p:cNvSpPr>
            <a:spLocks noGrp="1"/>
          </p:cNvSpPr>
          <p:nvPr/>
        </p:nvSpPr>
        <p:spPr>
          <a:xfrm>
            <a:off x="619125" y="952500"/>
            <a:ext cx="7905750" cy="1571625"/>
          </a:xfrm>
          <a:prstGeom prst="rect">
            <a:avLst/>
          </a:prstGeom>
          <a:noFill/>
          <a:ln w="0">
            <a:noFill/>
          </a:ln>
        </p:spPr>
        <p:txBody>
          <a:bodyPr wrap="none" lIns="0" tIns="0" rIns="0" bIns="0" anchor="ctr">
            <a:noAutofit/>
          </a:bodyPr>
          <a:lstStyle>
            <a:defPPr algn="ctr">
              <a:defRPr sz="5100" b="0">
                <a:solidFill>
                  <a:srgbClr val="202D3E"/>
                </a:solidFill>
                <a:latin typeface="Ubuntu Light"/>
                <a:ea typeface="Ubuntu Light"/>
                <a:cs typeface="Ubuntu Light"/>
              </a:defRPr>
            </a:defPPr>
            <a:lvl1pPr algn="ctr">
              <a:buNone/>
              <a:defRPr sz="5100" b="0">
                <a:solidFill>
                  <a:srgbClr val="202D3E"/>
                </a:solidFill>
                <a:latin typeface="Ubuntu Light"/>
                <a:ea typeface="Ubuntu Light"/>
                <a:cs typeface="Ubuntu Light"/>
              </a:defRPr>
            </a:lvl1pPr>
            <a:lvl2pPr algn="ctr">
              <a:buNone/>
              <a:defRPr sz="5100" b="0">
                <a:solidFill>
                  <a:srgbClr val="202D3E"/>
                </a:solidFill>
                <a:latin typeface="Ubuntu Light"/>
                <a:ea typeface="Ubuntu Light"/>
                <a:cs typeface="Ubuntu Light"/>
              </a:defRPr>
            </a:lvl2pPr>
            <a:lvl3pPr algn="ctr">
              <a:buNone/>
              <a:defRPr sz="5100" b="0">
                <a:solidFill>
                  <a:srgbClr val="202D3E"/>
                </a:solidFill>
                <a:latin typeface="Ubuntu Light"/>
                <a:ea typeface="Ubuntu Light"/>
                <a:cs typeface="Ubuntu Light"/>
              </a:defRPr>
            </a:lvl3pPr>
            <a:lvl4pPr algn="ctr">
              <a:buNone/>
              <a:defRPr sz="5100" b="0">
                <a:solidFill>
                  <a:srgbClr val="202D3E"/>
                </a:solidFill>
                <a:latin typeface="Ubuntu Light"/>
                <a:ea typeface="Ubuntu Light"/>
                <a:cs typeface="Ubuntu Light"/>
              </a:defRPr>
            </a:lvl4pPr>
            <a:lvl5pPr algn="ctr">
              <a:buNone/>
              <a:defRPr sz="5100" b="0">
                <a:solidFill>
                  <a:srgbClr val="202D3E"/>
                </a:solidFill>
                <a:latin typeface="Ubuntu Light"/>
                <a:ea typeface="Ubuntu Light"/>
                <a:cs typeface="Ubuntu Light"/>
              </a:defRPr>
            </a:lvl5pPr>
            <a:lvl6pPr algn="ctr">
              <a:buNone/>
              <a:defRPr sz="5100" b="0">
                <a:solidFill>
                  <a:srgbClr val="202D3E"/>
                </a:solidFill>
                <a:latin typeface="Ubuntu Light"/>
                <a:ea typeface="Ubuntu Light"/>
                <a:cs typeface="Ubuntu Light"/>
              </a:defRPr>
            </a:lvl6pPr>
            <a:lvl7pPr algn="ctr">
              <a:buNone/>
              <a:defRPr sz="5100" b="0">
                <a:solidFill>
                  <a:srgbClr val="202D3E"/>
                </a:solidFill>
                <a:latin typeface="Ubuntu Light"/>
                <a:ea typeface="Ubuntu Light"/>
                <a:cs typeface="Ubuntu Light"/>
              </a:defRPr>
            </a:lvl7pPr>
            <a:lvl8pPr algn="ctr">
              <a:buNone/>
              <a:defRPr sz="5100" b="0">
                <a:solidFill>
                  <a:srgbClr val="202D3E"/>
                </a:solidFill>
                <a:latin typeface="Ubuntu Light"/>
                <a:ea typeface="Ubuntu Light"/>
                <a:cs typeface="Ubuntu Light"/>
              </a:defRPr>
            </a:lvl8pPr>
            <a:lvl9pPr algn="ctr">
              <a:buNone/>
              <a:defRPr sz="5100" b="0">
                <a:solidFill>
                  <a:srgbClr val="202D3E"/>
                </a:solidFill>
                <a:latin typeface="Ubuntu Light"/>
                <a:ea typeface="Ubuntu Light"/>
                <a:cs typeface="Ubuntu Light"/>
              </a:defRPr>
            </a:lvl9pPr>
          </a:lstStyle>
          <a:p>
            <a:pPr algn="ctr">
              <a:buNone/>
              <a:defRPr sz="5100" b="0">
                <a:solidFill>
                  <a:srgbClr val="202D3E"/>
                </a:solidFill>
                <a:latin typeface="Ubuntu Light"/>
                <a:ea typeface="Ubuntu Light"/>
                <a:cs typeface="Ubuntu Light"/>
              </a:defRPr>
            </a:pPr>
            <a:r>
              <a:rPr b="0">
                <a:latin typeface="Ubuntu Light"/>
                <a:ea typeface="Ubuntu Light"/>
                <a:cs typeface="Ubuntu Light"/>
              </a:rPr>
              <a:t>Demo</a:t>
            </a:r>
          </a:p>
        </p:txBody>
      </p:sp>
      <p:sp>
        <p:nvSpPr>
          <p:cNvPr id="2" name="demo-topic">
            <a:extLst>
              <a:ext uri="{FF2B5EF4-FFF2-40B4-BE49-F238E27FC236}">
                <a16:creationId xmlns:a16="http://schemas.microsoft.com/office/drawing/2014/main" id="{470BFABA-2E12-4849-9FFA-D526B8CFE6EB}"/>
              </a:ext>
            </a:extLst>
          </p:cNvPr>
          <p:cNvSpPr>
            <a:spLocks noGrp="1"/>
          </p:cNvSpPr>
          <p:nvPr/>
        </p:nvSpPr>
        <p:spPr>
          <a:xfrm>
            <a:off x="619125" y="2619375"/>
            <a:ext cx="7905750" cy="428625"/>
          </a:xfrm>
          <a:prstGeom prst="rect">
            <a:avLst/>
          </a:prstGeom>
          <a:noFill/>
          <a:ln w="0">
            <a:noFill/>
          </a:ln>
        </p:spPr>
        <p:txBody>
          <a:bodyPr wrap="none" lIns="0" tIns="0" rIns="0" bIns="0" anchor="t">
            <a:noAutofit/>
          </a:bodyPr>
          <a:lstStyle>
            <a:defPPr algn="ctr">
              <a:defRPr sz="1950" b="0">
                <a:solidFill>
                  <a:srgbClr val="475569"/>
                </a:solidFill>
                <a:latin typeface="Ubuntu Light"/>
                <a:ea typeface="Ubuntu Light"/>
                <a:cs typeface="Ubuntu Light"/>
              </a:defRPr>
            </a:defPPr>
            <a:lvl1pPr algn="ctr">
              <a:buNone/>
              <a:defRPr sz="1950" b="0">
                <a:solidFill>
                  <a:srgbClr val="475569"/>
                </a:solidFill>
                <a:latin typeface="Ubuntu Light"/>
                <a:ea typeface="Ubuntu Light"/>
                <a:cs typeface="Ubuntu Light"/>
              </a:defRPr>
            </a:lvl1pPr>
            <a:lvl2pPr algn="ctr">
              <a:buNone/>
              <a:defRPr sz="1950" b="0">
                <a:solidFill>
                  <a:srgbClr val="475569"/>
                </a:solidFill>
                <a:latin typeface="Ubuntu Light"/>
                <a:ea typeface="Ubuntu Light"/>
                <a:cs typeface="Ubuntu Light"/>
              </a:defRPr>
            </a:lvl2pPr>
            <a:lvl3pPr algn="ctr">
              <a:buNone/>
              <a:defRPr sz="1950" b="0">
                <a:solidFill>
                  <a:srgbClr val="475569"/>
                </a:solidFill>
                <a:latin typeface="Ubuntu Light"/>
                <a:ea typeface="Ubuntu Light"/>
                <a:cs typeface="Ubuntu Light"/>
              </a:defRPr>
            </a:lvl3pPr>
            <a:lvl4pPr algn="ctr">
              <a:buNone/>
              <a:defRPr sz="1950" b="0">
                <a:solidFill>
                  <a:srgbClr val="475569"/>
                </a:solidFill>
                <a:latin typeface="Ubuntu Light"/>
                <a:ea typeface="Ubuntu Light"/>
                <a:cs typeface="Ubuntu Light"/>
              </a:defRPr>
            </a:lvl4pPr>
            <a:lvl5pPr algn="ctr">
              <a:buNone/>
              <a:defRPr sz="1950" b="0">
                <a:solidFill>
                  <a:srgbClr val="475569"/>
                </a:solidFill>
                <a:latin typeface="Ubuntu Light"/>
                <a:ea typeface="Ubuntu Light"/>
                <a:cs typeface="Ubuntu Light"/>
              </a:defRPr>
            </a:lvl5pPr>
            <a:lvl6pPr algn="ctr">
              <a:buNone/>
              <a:defRPr sz="1950" b="0">
                <a:solidFill>
                  <a:srgbClr val="475569"/>
                </a:solidFill>
                <a:latin typeface="Ubuntu Light"/>
                <a:ea typeface="Ubuntu Light"/>
                <a:cs typeface="Ubuntu Light"/>
              </a:defRPr>
            </a:lvl6pPr>
            <a:lvl7pPr algn="ctr">
              <a:buNone/>
              <a:defRPr sz="1950" b="0">
                <a:solidFill>
                  <a:srgbClr val="475569"/>
                </a:solidFill>
                <a:latin typeface="Ubuntu Light"/>
                <a:ea typeface="Ubuntu Light"/>
                <a:cs typeface="Ubuntu Light"/>
              </a:defRPr>
            </a:lvl7pPr>
            <a:lvl8pPr algn="ctr">
              <a:buNone/>
              <a:defRPr sz="1950" b="0">
                <a:solidFill>
                  <a:srgbClr val="475569"/>
                </a:solidFill>
                <a:latin typeface="Ubuntu Light"/>
                <a:ea typeface="Ubuntu Light"/>
                <a:cs typeface="Ubuntu Light"/>
              </a:defRPr>
            </a:lvl8pPr>
            <a:lvl9pPr algn="ctr">
              <a:buNone/>
              <a:defRPr sz="1950" b="0">
                <a:solidFill>
                  <a:srgbClr val="475569"/>
                </a:solidFill>
                <a:latin typeface="Ubuntu Light"/>
                <a:ea typeface="Ubuntu Light"/>
                <a:cs typeface="Ubuntu Light"/>
              </a:defRPr>
            </a:lvl9pPr>
          </a:lstStyle>
          <a:p>
            <a:pPr algn="ctr">
              <a:buNone/>
              <a:defRPr sz="1950" b="0">
                <a:solidFill>
                  <a:srgbClr val="475569"/>
                </a:solidFill>
                <a:latin typeface="Ubuntu Light"/>
                <a:ea typeface="Ubuntu Light"/>
                <a:cs typeface="Ubuntu Light"/>
              </a:defRPr>
            </a:pPr>
            <a:r>
              <a:rPr b="0">
                <a:latin typeface="Ubuntu Light"/>
                <a:ea typeface="Ubuntu Light"/>
                <a:cs typeface="Ubuntu Light"/>
              </a:rPr>
              <a:t>Lambda coverage and test function names</a:t>
            </a:r>
          </a:p>
        </p:txBody>
      </p:sp>
      <p:sp>
        <p:nvSpPr>
          <p:cNvPr id="5" name="demo-command">
            <a:extLst>
              <a:ext uri="{FF2B5EF4-FFF2-40B4-BE49-F238E27FC236}">
                <a16:creationId xmlns:a16="http://schemas.microsoft.com/office/drawing/2014/main" id="{2EEE4138-782B-4956-A169-7038E6E31667}"/>
              </a:ext>
            </a:extLst>
          </p:cNvPr>
          <p:cNvSpPr>
            <a:spLocks noGrp="1"/>
          </p:cNvSpPr>
          <p:nvPr/>
        </p:nvSpPr>
        <p:spPr>
          <a:xfrm>
            <a:off x="857250" y="3305175"/>
            <a:ext cx="7429500" cy="1066800"/>
          </a:xfrm>
          <a:prstGeom prst="rect">
            <a:avLst/>
          </a:prstGeom>
          <a:solidFill>
            <a:srgbClr val="000000"/>
          </a:solidFill>
          <a:ln w="0">
            <a:noFill/>
          </a:ln>
        </p:spPr>
        <p:txBody>
          <a:bodyPr wrap="none" lIns="171450" tIns="133350" rIns="171450" bIns="114300">
            <a:noAutofit/>
          </a:bodyPr>
          <a:lstStyle>
            <a:defPPr>
              <a:defRPr sz="1350" b="0">
                <a:solidFill>
                  <a:srgbClr val="D4D4D4"/>
                </a:solidFill>
                <a:latin typeface="Menlo"/>
                <a:ea typeface="Menlo"/>
                <a:cs typeface="Menlo"/>
              </a:defRPr>
            </a:defPPr>
            <a:lvl1pPr>
              <a:defRPr sz="1350" b="0">
                <a:solidFill>
                  <a:srgbClr val="D4D4D4"/>
                </a:solidFill>
                <a:latin typeface="Menlo"/>
                <a:ea typeface="Menlo"/>
                <a:cs typeface="Menlo"/>
              </a:defRPr>
            </a:lvl1pPr>
            <a:lvl2pPr>
              <a:defRPr sz="1350" b="0">
                <a:solidFill>
                  <a:srgbClr val="D4D4D4"/>
                </a:solidFill>
                <a:latin typeface="Menlo"/>
                <a:ea typeface="Menlo"/>
                <a:cs typeface="Menlo"/>
              </a:defRPr>
            </a:lvl2pPr>
            <a:lvl3pPr>
              <a:defRPr sz="1350" b="0">
                <a:solidFill>
                  <a:srgbClr val="D4D4D4"/>
                </a:solidFill>
                <a:latin typeface="Menlo"/>
                <a:ea typeface="Menlo"/>
                <a:cs typeface="Menlo"/>
              </a:defRPr>
            </a:lvl3pPr>
            <a:lvl4pPr>
              <a:defRPr sz="1350" b="0">
                <a:solidFill>
                  <a:srgbClr val="D4D4D4"/>
                </a:solidFill>
                <a:latin typeface="Menlo"/>
                <a:ea typeface="Menlo"/>
                <a:cs typeface="Menlo"/>
              </a:defRPr>
            </a:lvl4pPr>
            <a:lvl5pPr>
              <a:defRPr sz="1350" b="0">
                <a:solidFill>
                  <a:srgbClr val="D4D4D4"/>
                </a:solidFill>
                <a:latin typeface="Menlo"/>
                <a:ea typeface="Menlo"/>
                <a:cs typeface="Menlo"/>
              </a:defRPr>
            </a:lvl5pPr>
            <a:lvl6pPr>
              <a:defRPr sz="1350" b="0">
                <a:solidFill>
                  <a:srgbClr val="D4D4D4"/>
                </a:solidFill>
                <a:latin typeface="Menlo"/>
                <a:ea typeface="Menlo"/>
                <a:cs typeface="Menlo"/>
              </a:defRPr>
            </a:lvl6pPr>
            <a:lvl7pPr>
              <a:defRPr sz="1350" b="0">
                <a:solidFill>
                  <a:srgbClr val="D4D4D4"/>
                </a:solidFill>
                <a:latin typeface="Menlo"/>
                <a:ea typeface="Menlo"/>
                <a:cs typeface="Menlo"/>
              </a:defRPr>
            </a:lvl7pPr>
            <a:lvl8pPr>
              <a:defRPr sz="1350" b="0">
                <a:solidFill>
                  <a:srgbClr val="D4D4D4"/>
                </a:solidFill>
                <a:latin typeface="Menlo"/>
                <a:ea typeface="Menlo"/>
                <a:cs typeface="Menlo"/>
              </a:defRPr>
            </a:lvl8pPr>
            <a:lvl9pPr>
              <a:defRPr sz="1350" b="0">
                <a:solidFill>
                  <a:srgbClr val="D4D4D4"/>
                </a:solidFill>
                <a:latin typeface="Menlo"/>
                <a:ea typeface="Menlo"/>
                <a:cs typeface="Menlo"/>
              </a:defRPr>
            </a:lvl9pPr>
          </a:lstStyle>
          <a:p>
            <a:pPr>
              <a:lnSpc>
                <a:spcPct val="145000"/>
              </a:lnSpc>
              <a:buNone/>
              <a:defRPr sz="1350" b="0">
                <a:solidFill>
                  <a:srgbClr val="D4D4D4"/>
                </a:solidFill>
                <a:latin typeface="Menlo"/>
                <a:ea typeface="Menlo"/>
                <a:cs typeface="Menlo"/>
              </a:defRPr>
            </a:pPr>
            <a:r>
              <a:rPr sz="1350" b="0" dirty="0">
                <a:solidFill>
                  <a:srgbClr val="D4D4D4"/>
                </a:solidFill>
                <a:latin typeface="Menlo"/>
                <a:ea typeface="Menlo"/>
                <a:cs typeface="Menlo"/>
              </a:rPr>
              <a:t>open -a Zed \</a:t>
            </a:r>
          </a:p>
          <a:p>
            <a:pPr>
              <a:lnSpc>
                <a:spcPct val="145000"/>
              </a:lnSpc>
              <a:buNone/>
              <a:defRPr sz="1350" b="0">
                <a:solidFill>
                  <a:srgbClr val="D4D4D4"/>
                </a:solidFill>
                <a:latin typeface="Menlo"/>
                <a:ea typeface="Menlo"/>
                <a:cs typeface="Menlo"/>
              </a:defRPr>
            </a:pPr>
            <a:r>
              <a:rPr sz="1350" b="0" dirty="0">
                <a:solidFill>
                  <a:srgbClr val="D4D4D4"/>
                </a:solidFill>
                <a:latin typeface="Menlo"/>
                <a:ea typeface="Menlo"/>
                <a:cs typeface="Menlo"/>
              </a:rPr>
              <a:t>  tests/fixtures/</a:t>
            </a:r>
            <a:r>
              <a:rPr sz="1350" b="0" dirty="0" err="1">
                <a:solidFill>
                  <a:srgbClr val="D4D4D4"/>
                </a:solidFill>
                <a:latin typeface="Menlo"/>
                <a:ea typeface="Menlo"/>
                <a:cs typeface="Menlo"/>
              </a:rPr>
              <a:t>lambdas.py</a:t>
            </a:r>
            <a:r>
              <a:rPr sz="1350" b="0" dirty="0">
                <a:solidFill>
                  <a:srgbClr val="D4D4D4"/>
                </a:solidFill>
                <a:latin typeface="Menlo"/>
                <a:ea typeface="Menlo"/>
                <a:cs typeface="Menlo"/>
              </a:rPr>
              <a:t> \</a:t>
            </a:r>
          </a:p>
          <a:p>
            <a:pPr>
              <a:lnSpc>
                <a:spcPct val="145000"/>
              </a:lnSpc>
              <a:buNone/>
              <a:defRPr sz="1350" b="0">
                <a:solidFill>
                  <a:srgbClr val="D4D4D4"/>
                </a:solidFill>
                <a:latin typeface="Menlo"/>
                <a:ea typeface="Menlo"/>
                <a:cs typeface="Menlo"/>
              </a:defRPr>
            </a:pPr>
            <a:r>
              <a:rPr sz="1350" b="0" dirty="0">
                <a:solidFill>
                  <a:srgbClr val="D4D4D4"/>
                </a:solidFill>
                <a:latin typeface="Menlo"/>
                <a:ea typeface="Menlo"/>
                <a:cs typeface="Menlo"/>
              </a:rPr>
              <a:t>  </a:t>
            </a:r>
            <a:r>
              <a:rPr sz="1350" b="0" dirty="0" err="1">
                <a:solidFill>
                  <a:srgbClr val="D4D4D4"/>
                </a:solidFill>
                <a:latin typeface="Menlo"/>
                <a:ea typeface="Menlo"/>
                <a:cs typeface="Menlo"/>
              </a:rPr>
              <a:t>pyproject.toml</a:t>
            </a:r>
            <a:endParaRPr sz="1350" b="0" dirty="0">
              <a:solidFill>
                <a:srgbClr val="D4D4D4"/>
              </a:solidFill>
              <a:latin typeface="Menlo"/>
              <a:ea typeface="Menlo"/>
              <a:cs typeface="Menlo"/>
            </a:endParaRPr>
          </a:p>
        </p:txBody>
      </p:sp>
    </p:spTree>
    <p:extLst>
      <p:ext uri="{BB962C8B-B14F-4D97-AF65-F5344CB8AC3E}">
        <p14:creationId xmlns:p14="http://schemas.microsoft.com/office/powerpoint/2010/main" val="127060086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ction-number">
            <a:extLst>
              <a:ext uri="{FF2B5EF4-FFF2-40B4-BE49-F238E27FC236}">
                <a16:creationId xmlns:a16="http://schemas.microsoft.com/office/drawing/2014/main" id="{E9AFBB24-DF85-49AD-B6A4-D391889FAFA3}"/>
              </a:ext>
            </a:extLst>
          </p:cNvPr>
          <p:cNvSpPr>
            <a:spLocks noGrp="1"/>
          </p:cNvSpPr>
          <p:nvPr/>
        </p:nvSpPr>
        <p:spPr>
          <a:xfrm>
            <a:off x="619125" y="1190625"/>
            <a:ext cx="7905750" cy="266700"/>
          </a:xfrm>
          <a:prstGeom prst="rect">
            <a:avLst/>
          </a:prstGeom>
          <a:noFill/>
          <a:ln w="0">
            <a:noFill/>
          </a:ln>
        </p:spPr>
        <p:txBody>
          <a:bodyPr wrap="none" lIns="0" tIns="0" rIns="0" bIns="0" anchor="t">
            <a:noAutofit/>
          </a:bodyPr>
          <a:lstStyle>
            <a:defPPr algn="l">
              <a:defRPr sz="1350" b="0">
                <a:solidFill>
                  <a:srgbClr val="B91561"/>
                </a:solidFill>
                <a:latin typeface="Ubuntu Light"/>
                <a:ea typeface="Ubuntu Light"/>
                <a:cs typeface="Ubuntu Light"/>
              </a:defRPr>
            </a:defPPr>
            <a:lvl1pPr algn="l">
              <a:defRPr sz="1350" b="0">
                <a:solidFill>
                  <a:srgbClr val="B91561"/>
                </a:solidFill>
                <a:latin typeface="Ubuntu Light"/>
                <a:ea typeface="Ubuntu Light"/>
                <a:cs typeface="Ubuntu Light"/>
              </a:defRPr>
            </a:lvl1pPr>
            <a:lvl2pPr algn="l">
              <a:defRPr sz="1350" b="0">
                <a:solidFill>
                  <a:srgbClr val="B91561"/>
                </a:solidFill>
                <a:latin typeface="Ubuntu Light"/>
                <a:ea typeface="Ubuntu Light"/>
                <a:cs typeface="Ubuntu Light"/>
              </a:defRPr>
            </a:lvl2pPr>
            <a:lvl3pPr algn="l">
              <a:defRPr sz="1350" b="0">
                <a:solidFill>
                  <a:srgbClr val="B91561"/>
                </a:solidFill>
                <a:latin typeface="Ubuntu Light"/>
                <a:ea typeface="Ubuntu Light"/>
                <a:cs typeface="Ubuntu Light"/>
              </a:defRPr>
            </a:lvl3pPr>
            <a:lvl4pPr algn="l">
              <a:defRPr sz="1350" b="0">
                <a:solidFill>
                  <a:srgbClr val="B91561"/>
                </a:solidFill>
                <a:latin typeface="Ubuntu Light"/>
                <a:ea typeface="Ubuntu Light"/>
                <a:cs typeface="Ubuntu Light"/>
              </a:defRPr>
            </a:lvl4pPr>
            <a:lvl5pPr algn="l">
              <a:defRPr sz="1350" b="0">
                <a:solidFill>
                  <a:srgbClr val="B91561"/>
                </a:solidFill>
                <a:latin typeface="Ubuntu Light"/>
                <a:ea typeface="Ubuntu Light"/>
                <a:cs typeface="Ubuntu Light"/>
              </a:defRPr>
            </a:lvl5pPr>
            <a:lvl6pPr algn="l">
              <a:defRPr sz="1350" b="0">
                <a:solidFill>
                  <a:srgbClr val="B91561"/>
                </a:solidFill>
                <a:latin typeface="Ubuntu Light"/>
                <a:ea typeface="Ubuntu Light"/>
                <a:cs typeface="Ubuntu Light"/>
              </a:defRPr>
            </a:lvl6pPr>
            <a:lvl7pPr algn="l">
              <a:defRPr sz="1350" b="0">
                <a:solidFill>
                  <a:srgbClr val="B91561"/>
                </a:solidFill>
                <a:latin typeface="Ubuntu Light"/>
                <a:ea typeface="Ubuntu Light"/>
                <a:cs typeface="Ubuntu Light"/>
              </a:defRPr>
            </a:lvl7pPr>
            <a:lvl8pPr algn="l">
              <a:defRPr sz="1350" b="0">
                <a:solidFill>
                  <a:srgbClr val="B91561"/>
                </a:solidFill>
                <a:latin typeface="Ubuntu Light"/>
                <a:ea typeface="Ubuntu Light"/>
                <a:cs typeface="Ubuntu Light"/>
              </a:defRPr>
            </a:lvl8pPr>
            <a:lvl9pPr algn="l">
              <a:defRPr sz="1350" b="0">
                <a:solidFill>
                  <a:srgbClr val="B91561"/>
                </a:solidFill>
                <a:latin typeface="Ubuntu Light"/>
                <a:ea typeface="Ubuntu Light"/>
                <a:cs typeface="Ubuntu Light"/>
              </a:defRPr>
            </a:lvl9pPr>
          </a:lstStyle>
          <a:p>
            <a:pPr algn="l">
              <a:defRPr sz="1350" b="0">
                <a:solidFill>
                  <a:srgbClr val="B91561"/>
                </a:solidFill>
                <a:latin typeface="Ubuntu Light"/>
                <a:ea typeface="Ubuntu Light"/>
                <a:cs typeface="Ubuntu Light"/>
              </a:defRPr>
            </a:pPr>
            <a:r>
              <a:rPr lang="en-HK" sz="1600" b="1" dirty="0">
                <a:latin typeface="Ubuntu Light"/>
                <a:ea typeface="Ubuntu Light"/>
                <a:cs typeface="Ubuntu Light"/>
              </a:rPr>
              <a:t>SECTION 05</a:t>
            </a:r>
            <a:endParaRPr sz="1600" b="1" dirty="0">
              <a:latin typeface="Ubuntu Light"/>
              <a:ea typeface="Ubuntu Light"/>
              <a:cs typeface="Ubuntu Light"/>
            </a:endParaRPr>
          </a:p>
        </p:txBody>
      </p:sp>
      <p:sp>
        <p:nvSpPr>
          <p:cNvPr id="2" name="section-question">
            <a:extLst>
              <a:ext uri="{FF2B5EF4-FFF2-40B4-BE49-F238E27FC236}">
                <a16:creationId xmlns:a16="http://schemas.microsoft.com/office/drawing/2014/main" id="{41CDD867-A346-4C5B-8F82-4723BF057EB3}"/>
              </a:ext>
            </a:extLst>
          </p:cNvPr>
          <p:cNvSpPr>
            <a:spLocks noGrp="1"/>
          </p:cNvSpPr>
          <p:nvPr/>
        </p:nvSpPr>
        <p:spPr>
          <a:xfrm>
            <a:off x="619125" y="1857375"/>
            <a:ext cx="7905750" cy="1905000"/>
          </a:xfrm>
          <a:prstGeom prst="rect">
            <a:avLst/>
          </a:prstGeom>
          <a:noFill/>
          <a:ln w="0">
            <a:noFill/>
          </a:ln>
        </p:spPr>
        <p:txBody>
          <a:bodyPr wrap="none" lIns="0" tIns="0" rIns="0" bIns="0" anchor="t">
            <a:noAutofit/>
          </a:bodyPr>
          <a:lstStyle>
            <a:defPPr algn="l">
              <a:defRPr sz="3300" b="0">
                <a:solidFill>
                  <a:srgbClr val="202D3E"/>
                </a:solidFill>
                <a:latin typeface="Ubuntu Light"/>
                <a:ea typeface="Ubuntu Light"/>
                <a:cs typeface="Ubuntu Light"/>
              </a:defRPr>
            </a:defPPr>
            <a:lvl1pPr algn="l">
              <a:defRPr sz="3300" b="0">
                <a:solidFill>
                  <a:srgbClr val="202D3E"/>
                </a:solidFill>
                <a:latin typeface="Ubuntu Light"/>
                <a:ea typeface="Ubuntu Light"/>
                <a:cs typeface="Ubuntu Light"/>
              </a:defRPr>
            </a:lvl1pPr>
            <a:lvl2pPr algn="l">
              <a:defRPr sz="3300" b="0">
                <a:solidFill>
                  <a:srgbClr val="202D3E"/>
                </a:solidFill>
                <a:latin typeface="Ubuntu Light"/>
                <a:ea typeface="Ubuntu Light"/>
                <a:cs typeface="Ubuntu Light"/>
              </a:defRPr>
            </a:lvl2pPr>
            <a:lvl3pPr algn="l">
              <a:defRPr sz="3300" b="0">
                <a:solidFill>
                  <a:srgbClr val="202D3E"/>
                </a:solidFill>
                <a:latin typeface="Ubuntu Light"/>
                <a:ea typeface="Ubuntu Light"/>
                <a:cs typeface="Ubuntu Light"/>
              </a:defRPr>
            </a:lvl3pPr>
            <a:lvl4pPr algn="l">
              <a:defRPr sz="3300" b="0">
                <a:solidFill>
                  <a:srgbClr val="202D3E"/>
                </a:solidFill>
                <a:latin typeface="Ubuntu Light"/>
                <a:ea typeface="Ubuntu Light"/>
                <a:cs typeface="Ubuntu Light"/>
              </a:defRPr>
            </a:lvl4pPr>
            <a:lvl5pPr algn="l">
              <a:defRPr sz="3300" b="0">
                <a:solidFill>
                  <a:srgbClr val="202D3E"/>
                </a:solidFill>
                <a:latin typeface="Ubuntu Light"/>
                <a:ea typeface="Ubuntu Light"/>
                <a:cs typeface="Ubuntu Light"/>
              </a:defRPr>
            </a:lvl5pPr>
            <a:lvl6pPr algn="l">
              <a:defRPr sz="3300" b="0">
                <a:solidFill>
                  <a:srgbClr val="202D3E"/>
                </a:solidFill>
                <a:latin typeface="Ubuntu Light"/>
                <a:ea typeface="Ubuntu Light"/>
                <a:cs typeface="Ubuntu Light"/>
              </a:defRPr>
            </a:lvl6pPr>
            <a:lvl7pPr algn="l">
              <a:defRPr sz="3300" b="0">
                <a:solidFill>
                  <a:srgbClr val="202D3E"/>
                </a:solidFill>
                <a:latin typeface="Ubuntu Light"/>
                <a:ea typeface="Ubuntu Light"/>
                <a:cs typeface="Ubuntu Light"/>
              </a:defRPr>
            </a:lvl7pPr>
            <a:lvl8pPr algn="l">
              <a:defRPr sz="3300" b="0">
                <a:solidFill>
                  <a:srgbClr val="202D3E"/>
                </a:solidFill>
                <a:latin typeface="Ubuntu Light"/>
                <a:ea typeface="Ubuntu Light"/>
                <a:cs typeface="Ubuntu Light"/>
              </a:defRPr>
            </a:lvl8pPr>
            <a:lvl9pPr algn="l">
              <a:defRPr sz="3300" b="0">
                <a:solidFill>
                  <a:srgbClr val="202D3E"/>
                </a:solidFill>
                <a:latin typeface="Ubuntu Light"/>
                <a:ea typeface="Ubuntu Light"/>
                <a:cs typeface="Ubuntu Light"/>
              </a:defRPr>
            </a:lvl9pPr>
          </a:lstStyle>
          <a:p>
            <a:pPr algn="l">
              <a:defRPr sz="3300" b="0">
                <a:solidFill>
                  <a:srgbClr val="202D3E"/>
                </a:solidFill>
                <a:latin typeface="Ubuntu Light"/>
                <a:ea typeface="Ubuntu Light"/>
                <a:cs typeface="Ubuntu Light"/>
              </a:defRPr>
            </a:pPr>
            <a:r>
              <a:rPr lang="en-US" b="0" dirty="0">
                <a:latin typeface="Ubuntu Light"/>
                <a:ea typeface="Ubuntu Light"/>
                <a:cs typeface="Ubuntu Light"/>
              </a:rPr>
              <a:t>Happy paths are ideal,</a:t>
            </a:r>
          </a:p>
          <a:p>
            <a:pPr algn="l">
              <a:defRPr sz="3300" b="0">
                <a:solidFill>
                  <a:srgbClr val="202D3E"/>
                </a:solidFill>
                <a:latin typeface="Ubuntu Light"/>
                <a:ea typeface="Ubuntu Light"/>
                <a:cs typeface="Ubuntu Light"/>
              </a:defRPr>
            </a:pPr>
            <a:r>
              <a:rPr lang="en-US" b="0" dirty="0">
                <a:latin typeface="Ubuntu Light"/>
                <a:ea typeface="Ubuntu Light"/>
                <a:cs typeface="Ubuntu Light"/>
              </a:rPr>
              <a:t>how about testing unhappy paths</a:t>
            </a:r>
            <a:r>
              <a:rPr b="0" dirty="0">
                <a:latin typeface="Ubuntu Light"/>
                <a:ea typeface="Ubuntu Light"/>
                <a:cs typeface="Ubuntu Light"/>
              </a:rPr>
              <a:t>?</a:t>
            </a:r>
          </a:p>
        </p:txBody>
      </p:sp>
    </p:spTree>
    <p:extLst>
      <p:ext uri="{BB962C8B-B14F-4D97-AF65-F5344CB8AC3E}">
        <p14:creationId xmlns:p14="http://schemas.microsoft.com/office/powerpoint/2010/main" val="81346788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title">
            <a:extLst>
              <a:ext uri="{FF2B5EF4-FFF2-40B4-BE49-F238E27FC236}">
                <a16:creationId xmlns:a16="http://schemas.microsoft.com/office/drawing/2014/main" id="{5A2DE90D-5BC0-4AA5-ADB7-BEA0EBFBDF18}"/>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b="0" dirty="0">
                <a:latin typeface="Ubuntu Light"/>
                <a:ea typeface="Ubuntu Light"/>
                <a:cs typeface="Ubuntu Light"/>
              </a:rPr>
              <a:t>The failure point changes the outcome</a:t>
            </a:r>
          </a:p>
        </p:txBody>
      </p:sp>
      <p:graphicFrame>
        <p:nvGraphicFramePr>
          <p:cNvPr id="2" name="Table 1">
            <a:extLst>
              <a:ext uri="{FF2B5EF4-FFF2-40B4-BE49-F238E27FC236}">
                <a16:creationId xmlns:a16="http://schemas.microsoft.com/office/drawing/2014/main" id="{791AE75B-7634-41C8-B09C-FDBF20122258}"/>
              </a:ext>
            </a:extLst>
          </p:cNvPr>
          <p:cNvGraphicFramePr/>
          <p:nvPr>
            <p:extLst>
              <p:ext uri="{D42A27DB-BD31-4B8C-83A1-F6EECF244321}">
                <p14:modId xmlns:p14="http://schemas.microsoft.com/office/powerpoint/2010/main" val="491496212"/>
              </p:ext>
            </p:extLst>
          </p:nvPr>
        </p:nvGraphicFramePr>
        <p:xfrm>
          <a:off x="619125" y="1571625"/>
          <a:ext cx="7905750" cy="2714625"/>
        </p:xfrm>
        <a:graphic>
          <a:graphicData uri="http://schemas.openxmlformats.org/drawingml/2006/table">
            <a:tbl>
              <a:tblPr firstRow="1"/>
              <a:tblGrid>
                <a:gridCol w="3762375">
                  <a:extLst>
                    <a:ext uri="{9D8B030D-6E8A-4147-A177-3AD203B41FA5}">
                      <a16:colId xmlns:a16="http://schemas.microsoft.com/office/drawing/2014/main" val="20000"/>
                    </a:ext>
                  </a:extLst>
                </a:gridCol>
                <a:gridCol w="4143375">
                  <a:extLst>
                    <a:ext uri="{9D8B030D-6E8A-4147-A177-3AD203B41FA5}">
                      <a16:colId xmlns:a16="http://schemas.microsoft.com/office/drawing/2014/main" val="20001"/>
                    </a:ext>
                  </a:extLst>
                </a:gridCol>
              </a:tblGrid>
              <a:tr h="542925">
                <a:tc>
                  <a:txBody>
                    <a:bodyPr/>
                    <a:lstStyle/>
                    <a:p>
                      <a:pPr algn="l"/>
                      <a:r>
                        <a:rPr sz="1650" b="0">
                          <a:solidFill>
                            <a:srgbClr val="FFFFFF"/>
                          </a:solidFill>
                          <a:latin typeface="Ubuntu Light"/>
                          <a:ea typeface="Ubuntu Light"/>
                          <a:cs typeface="Ubuntu Light"/>
                        </a:rPr>
                        <a:t>Situation</a:t>
                      </a:r>
                    </a:p>
                  </a:txBody>
                  <a:tcPr anchor="ctr">
                    <a:lnL w="9525">
                      <a:solidFill>
                        <a:srgbClr val="D6DFE9"/>
                      </a:solidFill>
                      <a:prstDash val="solid"/>
                    </a:lnL>
                    <a:lnR w="9525">
                      <a:solidFill>
                        <a:srgbClr val="D6DFE9"/>
                      </a:solidFill>
                      <a:prstDash val="solid"/>
                    </a:lnR>
                    <a:lnT w="9525">
                      <a:solidFill>
                        <a:srgbClr val="D6DFE9"/>
                      </a:solidFill>
                      <a:prstDash val="solid"/>
                    </a:lnT>
                    <a:lnB w="9525">
                      <a:solidFill>
                        <a:srgbClr val="D6DFE9"/>
                      </a:solidFill>
                      <a:prstDash val="solid"/>
                    </a:lnB>
                    <a:solidFill>
                      <a:srgbClr val="202D3E"/>
                    </a:solidFill>
                  </a:tcPr>
                </a:tc>
                <a:tc>
                  <a:txBody>
                    <a:bodyPr/>
                    <a:lstStyle/>
                    <a:p>
                      <a:pPr algn="l"/>
                      <a:r>
                        <a:rPr sz="1650" b="0" dirty="0">
                          <a:solidFill>
                            <a:srgbClr val="FFFFFF"/>
                          </a:solidFill>
                          <a:latin typeface="Ubuntu Light"/>
                          <a:ea typeface="Ubuntu Light"/>
                          <a:cs typeface="Ubuntu Light"/>
                        </a:rPr>
                        <a:t>Workflow response</a:t>
                      </a:r>
                    </a:p>
                  </a:txBody>
                  <a:tcPr anchor="ctr">
                    <a:lnL w="9525" cap="flat" cmpd="sng" algn="ctr">
                      <a:solidFill>
                        <a:srgbClr val="D6DFE9"/>
                      </a:solidFill>
                      <a:prstDash val="solid"/>
                      <a:round/>
                      <a:headEnd type="none" w="med" len="med"/>
                      <a:tailEnd type="none" w="med" len="med"/>
                    </a:lnL>
                    <a:lnR w="9525">
                      <a:solidFill>
                        <a:srgbClr val="D6DFE9"/>
                      </a:solidFill>
                      <a:prstDash val="solid"/>
                    </a:lnR>
                    <a:lnT w="9525">
                      <a:solidFill>
                        <a:srgbClr val="D6DFE9"/>
                      </a:solidFill>
                      <a:prstDash val="solid"/>
                    </a:lnT>
                    <a:lnB w="9525">
                      <a:solidFill>
                        <a:srgbClr val="D6DFE9"/>
                      </a:solidFill>
                      <a:prstDash val="solid"/>
                    </a:lnB>
                    <a:solidFill>
                      <a:srgbClr val="202D3E"/>
                    </a:solidFill>
                  </a:tcPr>
                </a:tc>
                <a:extLst>
                  <a:ext uri="{0D108BD9-81ED-4DB2-BD59-A6C34878D82A}">
                    <a16:rowId xmlns:a16="http://schemas.microsoft.com/office/drawing/2014/main" val="10000"/>
                  </a:ext>
                </a:extLst>
              </a:tr>
              <a:tr h="542925">
                <a:tc>
                  <a:txBody>
                    <a:bodyPr/>
                    <a:lstStyle/>
                    <a:p>
                      <a:pPr algn="l"/>
                      <a:r>
                        <a:rPr lang="en-US" sz="1650" b="0" dirty="0">
                          <a:solidFill>
                            <a:srgbClr val="202D3E"/>
                          </a:solidFill>
                          <a:latin typeface="Ubuntu Light"/>
                          <a:ea typeface="Ubuntu Light"/>
                          <a:cs typeface="Ubuntu Light"/>
                        </a:rPr>
                        <a:t>Merchant a</a:t>
                      </a:r>
                      <a:r>
                        <a:rPr sz="1650" b="0" dirty="0">
                          <a:solidFill>
                            <a:srgbClr val="202D3E"/>
                          </a:solidFill>
                          <a:latin typeface="Ubuntu Light"/>
                          <a:ea typeface="Ubuntu Light"/>
                          <a:cs typeface="Ubuntu Light"/>
                        </a:rPr>
                        <a:t>pproval deadline expires</a:t>
                      </a:r>
                    </a:p>
                  </a:txBody>
                  <a:tcPr anchor="ctr">
                    <a:lnL w="9525">
                      <a:solidFill>
                        <a:srgbClr val="D6DFE9"/>
                      </a:solidFill>
                      <a:prstDash val="solid"/>
                    </a:lnL>
                    <a:lnR w="9525">
                      <a:solidFill>
                        <a:srgbClr val="D6DFE9"/>
                      </a:solidFill>
                      <a:prstDash val="solid"/>
                    </a:lnR>
                    <a:lnT w="9525" cap="flat" cmpd="sng" algn="ctr">
                      <a:solidFill>
                        <a:srgbClr val="D6DFE9"/>
                      </a:solidFill>
                      <a:prstDash val="solid"/>
                      <a:round/>
                      <a:headEnd type="none" w="med" len="med"/>
                      <a:tailEnd type="none" w="med" len="med"/>
                    </a:lnT>
                    <a:lnB w="9525">
                      <a:solidFill>
                        <a:srgbClr val="D6DFE9"/>
                      </a:solidFill>
                      <a:prstDash val="solid"/>
                    </a:lnB>
                    <a:solidFill>
                      <a:srgbClr val="FFFFFF"/>
                    </a:solidFill>
                  </a:tcPr>
                </a:tc>
                <a:tc>
                  <a:txBody>
                    <a:bodyPr/>
                    <a:lstStyle/>
                    <a:p>
                      <a:pPr algn="l"/>
                      <a:r>
                        <a:rPr sz="1650" b="0" dirty="0">
                          <a:solidFill>
                            <a:srgbClr val="202D3E"/>
                          </a:solidFill>
                          <a:latin typeface="Menlo"/>
                          <a:ea typeface="Menlo"/>
                          <a:cs typeface="Menlo"/>
                        </a:rPr>
                        <a:t>Catch</a:t>
                      </a:r>
                      <a:r>
                        <a:rPr sz="1650" b="0" dirty="0">
                          <a:solidFill>
                            <a:srgbClr val="202D3E"/>
                          </a:solidFill>
                          <a:latin typeface="Ubuntu Light"/>
                          <a:ea typeface="Ubuntu Light"/>
                          <a:cs typeface="Ubuntu Light"/>
                        </a:rPr>
                        <a:t>: cancel the unpaid order</a:t>
                      </a:r>
                    </a:p>
                  </a:txBody>
                  <a:tcPr anchor="ctr">
                    <a:lnL w="9525" cap="flat" cmpd="sng" algn="ctr">
                      <a:solidFill>
                        <a:srgbClr val="D6DFE9"/>
                      </a:solidFill>
                      <a:prstDash val="solid"/>
                      <a:round/>
                      <a:headEnd type="none" w="med" len="med"/>
                      <a:tailEnd type="none" w="med" len="med"/>
                    </a:lnL>
                    <a:lnR w="9525">
                      <a:solidFill>
                        <a:srgbClr val="D6DFE9"/>
                      </a:solidFill>
                      <a:prstDash val="solid"/>
                    </a:lnR>
                    <a:lnT w="9525" cap="flat" cmpd="sng" algn="ctr">
                      <a:solidFill>
                        <a:srgbClr val="D6DFE9"/>
                      </a:solidFill>
                      <a:prstDash val="solid"/>
                      <a:round/>
                      <a:headEnd type="none" w="med" len="med"/>
                      <a:tailEnd type="none" w="med" len="med"/>
                    </a:lnT>
                    <a:lnB w="9525">
                      <a:solidFill>
                        <a:srgbClr val="D6DFE9"/>
                      </a:solidFill>
                      <a:prstDash val="solid"/>
                    </a:lnB>
                    <a:solidFill>
                      <a:srgbClr val="FFFFFF"/>
                    </a:solidFill>
                  </a:tcPr>
                </a:tc>
                <a:extLst>
                  <a:ext uri="{0D108BD9-81ED-4DB2-BD59-A6C34878D82A}">
                    <a16:rowId xmlns:a16="http://schemas.microsoft.com/office/drawing/2014/main" val="10001"/>
                  </a:ext>
                </a:extLst>
              </a:tr>
              <a:tr h="542925">
                <a:tc>
                  <a:txBody>
                    <a:bodyPr/>
                    <a:lstStyle/>
                    <a:p>
                      <a:pPr algn="l"/>
                      <a:r>
                        <a:rPr sz="1650" b="0" dirty="0">
                          <a:solidFill>
                            <a:srgbClr val="202D3E"/>
                          </a:solidFill>
                          <a:latin typeface="Ubuntu Light"/>
                          <a:ea typeface="Ubuntu Light"/>
                          <a:cs typeface="Ubuntu Light"/>
                        </a:rPr>
                        <a:t>Temporary stock error</a:t>
                      </a:r>
                    </a:p>
                  </a:txBody>
                  <a:tcPr anchor="ctr">
                    <a:lnL w="9525">
                      <a:solidFill>
                        <a:srgbClr val="D6DFE9"/>
                      </a:solidFill>
                      <a:prstDash val="solid"/>
                    </a:lnL>
                    <a:lnR w="9525">
                      <a:solidFill>
                        <a:srgbClr val="D6DFE9"/>
                      </a:solidFill>
                      <a:prstDash val="solid"/>
                    </a:lnR>
                    <a:lnT w="9525" cap="flat" cmpd="sng" algn="ctr">
                      <a:solidFill>
                        <a:srgbClr val="D6DFE9"/>
                      </a:solidFill>
                      <a:prstDash val="solid"/>
                      <a:round/>
                      <a:headEnd type="none" w="med" len="med"/>
                      <a:tailEnd type="none" w="med" len="med"/>
                    </a:lnT>
                    <a:lnB w="9525">
                      <a:solidFill>
                        <a:srgbClr val="D6DFE9"/>
                      </a:solidFill>
                      <a:prstDash val="solid"/>
                    </a:lnB>
                    <a:solidFill>
                      <a:srgbClr val="F2F5F8"/>
                    </a:solidFill>
                  </a:tcPr>
                </a:tc>
                <a:tc>
                  <a:txBody>
                    <a:bodyPr/>
                    <a:lstStyle/>
                    <a:p>
                      <a:pPr algn="l"/>
                      <a:r>
                        <a:rPr sz="1650" b="0" dirty="0">
                          <a:solidFill>
                            <a:srgbClr val="202D3E"/>
                          </a:solidFill>
                          <a:latin typeface="Menlo"/>
                          <a:ea typeface="Menlo"/>
                          <a:cs typeface="Menlo"/>
                        </a:rPr>
                        <a:t>Retry</a:t>
                      </a:r>
                      <a:r>
                        <a:rPr sz="1650" b="0" dirty="0">
                          <a:solidFill>
                            <a:srgbClr val="202D3E"/>
                          </a:solidFill>
                          <a:latin typeface="Ubuntu Light"/>
                          <a:ea typeface="Ubuntu Light"/>
                          <a:cs typeface="Ubuntu Light"/>
                        </a:rPr>
                        <a:t> the stock task</a:t>
                      </a:r>
                    </a:p>
                  </a:txBody>
                  <a:tcPr anchor="ctr">
                    <a:lnL w="9525" cap="flat" cmpd="sng" algn="ctr">
                      <a:solidFill>
                        <a:srgbClr val="D6DFE9"/>
                      </a:solidFill>
                      <a:prstDash val="solid"/>
                      <a:round/>
                      <a:headEnd type="none" w="med" len="med"/>
                      <a:tailEnd type="none" w="med" len="med"/>
                    </a:lnL>
                    <a:lnR w="9525">
                      <a:solidFill>
                        <a:srgbClr val="D6DFE9"/>
                      </a:solidFill>
                      <a:prstDash val="solid"/>
                    </a:lnR>
                    <a:lnT w="9525" cap="flat" cmpd="sng" algn="ctr">
                      <a:solidFill>
                        <a:srgbClr val="D6DFE9"/>
                      </a:solidFill>
                      <a:prstDash val="solid"/>
                      <a:round/>
                      <a:headEnd type="none" w="med" len="med"/>
                      <a:tailEnd type="none" w="med" len="med"/>
                    </a:lnT>
                    <a:lnB w="9525">
                      <a:solidFill>
                        <a:srgbClr val="D6DFE9"/>
                      </a:solidFill>
                      <a:prstDash val="solid"/>
                    </a:lnB>
                    <a:solidFill>
                      <a:srgbClr val="F2F5F8"/>
                    </a:solidFill>
                  </a:tcPr>
                </a:tc>
                <a:extLst>
                  <a:ext uri="{0D108BD9-81ED-4DB2-BD59-A6C34878D82A}">
                    <a16:rowId xmlns:a16="http://schemas.microsoft.com/office/drawing/2014/main" val="10002"/>
                  </a:ext>
                </a:extLst>
              </a:tr>
              <a:tr h="542925">
                <a:tc>
                  <a:txBody>
                    <a:bodyPr/>
                    <a:lstStyle/>
                    <a:p>
                      <a:pPr algn="l"/>
                      <a:r>
                        <a:rPr sz="1650" b="0" dirty="0">
                          <a:solidFill>
                            <a:srgbClr val="202D3E"/>
                          </a:solidFill>
                          <a:latin typeface="Ubuntu Light"/>
                          <a:ea typeface="Ubuntu Light"/>
                          <a:cs typeface="Ubuntu Light"/>
                        </a:rPr>
                        <a:t>Payment is definitely rejected</a:t>
                      </a:r>
                    </a:p>
                  </a:txBody>
                  <a:tcPr anchor="ctr">
                    <a:lnL w="9525">
                      <a:solidFill>
                        <a:srgbClr val="D6DFE9"/>
                      </a:solidFill>
                      <a:prstDash val="solid"/>
                    </a:lnL>
                    <a:lnR w="9525">
                      <a:solidFill>
                        <a:srgbClr val="D6DFE9"/>
                      </a:solidFill>
                      <a:prstDash val="solid"/>
                    </a:lnR>
                    <a:lnT w="9525" cap="flat" cmpd="sng" algn="ctr">
                      <a:solidFill>
                        <a:srgbClr val="D6DFE9"/>
                      </a:solidFill>
                      <a:prstDash val="solid"/>
                      <a:round/>
                      <a:headEnd type="none" w="med" len="med"/>
                      <a:tailEnd type="none" w="med" len="med"/>
                    </a:lnT>
                    <a:lnB w="9525">
                      <a:solidFill>
                        <a:srgbClr val="D6DFE9"/>
                      </a:solidFill>
                      <a:prstDash val="solid"/>
                    </a:lnB>
                    <a:solidFill>
                      <a:srgbClr val="FFFFFF"/>
                    </a:solidFill>
                  </a:tcPr>
                </a:tc>
                <a:tc>
                  <a:txBody>
                    <a:bodyPr/>
                    <a:lstStyle/>
                    <a:p>
                      <a:pPr algn="l"/>
                      <a:r>
                        <a:rPr sz="1650" b="0" dirty="0">
                          <a:solidFill>
                            <a:srgbClr val="202D3E"/>
                          </a:solidFill>
                          <a:latin typeface="Menlo"/>
                          <a:ea typeface="Menlo"/>
                          <a:cs typeface="Menlo"/>
                        </a:rPr>
                        <a:t>Catch</a:t>
                      </a:r>
                      <a:r>
                        <a:rPr sz="1650" b="0" dirty="0">
                          <a:solidFill>
                            <a:srgbClr val="202D3E"/>
                          </a:solidFill>
                          <a:latin typeface="Ubuntu Light"/>
                          <a:ea typeface="Ubuntu Light"/>
                          <a:cs typeface="Ubuntu Light"/>
                        </a:rPr>
                        <a:t>: restore stock and cancel</a:t>
                      </a:r>
                      <a:r>
                        <a:rPr lang="en-US" sz="1650" b="0" dirty="0">
                          <a:solidFill>
                            <a:srgbClr val="202D3E"/>
                          </a:solidFill>
                          <a:latin typeface="Ubuntu Light"/>
                          <a:ea typeface="Ubuntu Light"/>
                          <a:cs typeface="Ubuntu Light"/>
                        </a:rPr>
                        <a:t> order</a:t>
                      </a:r>
                      <a:endParaRPr sz="1650" b="0" dirty="0">
                        <a:solidFill>
                          <a:srgbClr val="202D3E"/>
                        </a:solidFill>
                        <a:latin typeface="Ubuntu Light"/>
                        <a:ea typeface="Ubuntu Light"/>
                        <a:cs typeface="Ubuntu Light"/>
                      </a:endParaRPr>
                    </a:p>
                  </a:txBody>
                  <a:tcPr anchor="ctr">
                    <a:lnL w="9525" cap="flat" cmpd="sng" algn="ctr">
                      <a:solidFill>
                        <a:srgbClr val="D6DFE9"/>
                      </a:solidFill>
                      <a:prstDash val="solid"/>
                      <a:round/>
                      <a:headEnd type="none" w="med" len="med"/>
                      <a:tailEnd type="none" w="med" len="med"/>
                    </a:lnL>
                    <a:lnR w="9525">
                      <a:solidFill>
                        <a:srgbClr val="D6DFE9"/>
                      </a:solidFill>
                      <a:prstDash val="solid"/>
                    </a:lnR>
                    <a:lnT w="9525" cap="flat" cmpd="sng" algn="ctr">
                      <a:solidFill>
                        <a:srgbClr val="D6DFE9"/>
                      </a:solidFill>
                      <a:prstDash val="solid"/>
                      <a:round/>
                      <a:headEnd type="none" w="med" len="med"/>
                      <a:tailEnd type="none" w="med" len="med"/>
                    </a:lnT>
                    <a:lnB w="9525">
                      <a:solidFill>
                        <a:srgbClr val="D6DFE9"/>
                      </a:solidFill>
                      <a:prstDash val="solid"/>
                    </a:lnB>
                    <a:solidFill>
                      <a:srgbClr val="FFFFFF"/>
                    </a:solidFill>
                  </a:tcPr>
                </a:tc>
                <a:extLst>
                  <a:ext uri="{0D108BD9-81ED-4DB2-BD59-A6C34878D82A}">
                    <a16:rowId xmlns:a16="http://schemas.microsoft.com/office/drawing/2014/main" val="10003"/>
                  </a:ext>
                </a:extLst>
              </a:tr>
              <a:tr h="542925">
                <a:tc>
                  <a:txBody>
                    <a:bodyPr/>
                    <a:lstStyle/>
                    <a:p>
                      <a:pPr algn="l"/>
                      <a:r>
                        <a:rPr sz="1650" b="0" dirty="0">
                          <a:solidFill>
                            <a:srgbClr val="202D3E"/>
                          </a:solidFill>
                          <a:latin typeface="Ubuntu Light"/>
                          <a:ea typeface="Ubuntu Light"/>
                          <a:cs typeface="Ubuntu Light"/>
                        </a:rPr>
                        <a:t>Charge succeeds, reply is lost</a:t>
                      </a:r>
                    </a:p>
                  </a:txBody>
                  <a:tcPr anchor="ctr">
                    <a:lnL w="9525">
                      <a:solidFill>
                        <a:srgbClr val="D6DFE9"/>
                      </a:solidFill>
                      <a:prstDash val="solid"/>
                    </a:lnL>
                    <a:lnR w="9525">
                      <a:solidFill>
                        <a:srgbClr val="D6DFE9"/>
                      </a:solidFill>
                      <a:prstDash val="solid"/>
                    </a:lnR>
                    <a:lnT w="9525" cap="flat" cmpd="sng" algn="ctr">
                      <a:solidFill>
                        <a:srgbClr val="D6DFE9"/>
                      </a:solidFill>
                      <a:prstDash val="solid"/>
                      <a:round/>
                      <a:headEnd type="none" w="med" len="med"/>
                      <a:tailEnd type="none" w="med" len="med"/>
                    </a:lnT>
                    <a:lnB w="9525">
                      <a:solidFill>
                        <a:srgbClr val="D6DFE9"/>
                      </a:solidFill>
                      <a:prstDash val="solid"/>
                    </a:lnB>
                    <a:solidFill>
                      <a:srgbClr val="F2F5F8"/>
                    </a:solidFill>
                  </a:tcPr>
                </a:tc>
                <a:tc>
                  <a:txBody>
                    <a:bodyPr/>
                    <a:lstStyle/>
                    <a:p>
                      <a:pPr algn="l"/>
                      <a:r>
                        <a:rPr sz="1650" b="0" dirty="0">
                          <a:solidFill>
                            <a:srgbClr val="202D3E"/>
                          </a:solidFill>
                          <a:latin typeface="Ubuntu Light"/>
                          <a:ea typeface="Ubuntu Light"/>
                          <a:cs typeface="Ubuntu Light"/>
                        </a:rPr>
                        <a:t>Stop and check payment records</a:t>
                      </a:r>
                    </a:p>
                  </a:txBody>
                  <a:tcPr anchor="ctr">
                    <a:lnL w="9525" cap="flat" cmpd="sng" algn="ctr">
                      <a:solidFill>
                        <a:srgbClr val="D6DFE9"/>
                      </a:solidFill>
                      <a:prstDash val="solid"/>
                      <a:round/>
                      <a:headEnd type="none" w="med" len="med"/>
                      <a:tailEnd type="none" w="med" len="med"/>
                    </a:lnL>
                    <a:lnR w="9525">
                      <a:solidFill>
                        <a:srgbClr val="D6DFE9"/>
                      </a:solidFill>
                      <a:prstDash val="solid"/>
                    </a:lnR>
                    <a:lnT w="9525" cap="flat" cmpd="sng" algn="ctr">
                      <a:solidFill>
                        <a:srgbClr val="D6DFE9"/>
                      </a:solidFill>
                      <a:prstDash val="solid"/>
                      <a:round/>
                      <a:headEnd type="none" w="med" len="med"/>
                      <a:tailEnd type="none" w="med" len="med"/>
                    </a:lnT>
                    <a:lnB w="9525">
                      <a:solidFill>
                        <a:srgbClr val="D6DFE9"/>
                      </a:solidFill>
                      <a:prstDash val="solid"/>
                    </a:lnB>
                    <a:solidFill>
                      <a:srgbClr val="F2F5F8"/>
                    </a:solidFill>
                  </a:tcPr>
                </a:tc>
                <a:extLst>
                  <a:ext uri="{0D108BD9-81ED-4DB2-BD59-A6C34878D82A}">
                    <a16:rowId xmlns:a16="http://schemas.microsoft.com/office/drawing/2014/main" val="10004"/>
                  </a:ext>
                </a:extLst>
              </a:tr>
            </a:tbl>
          </a:graphicData>
        </a:graphic>
      </p:graphicFrame>
      <p:sp>
        <p:nvSpPr>
          <p:cNvPr id="3" name="cue-27-1-label">
            <a:extLst>
              <a:ext uri="{FF2B5EF4-FFF2-40B4-BE49-F238E27FC236}">
                <a16:creationId xmlns:a16="http://schemas.microsoft.com/office/drawing/2014/main" id="{76057437-A6BC-471E-AE71-C7A5F5C2F356}"/>
              </a:ext>
            </a:extLst>
          </p:cNvPr>
          <p:cNvSpPr>
            <a:spLocks noGrp="1"/>
          </p:cNvSpPr>
          <p:nvPr/>
        </p:nvSpPr>
        <p:spPr>
          <a:xfrm>
            <a:off x="2571750" y="4476750"/>
            <a:ext cx="4000500" cy="400050"/>
          </a:xfrm>
          <a:prstGeom prst="rect">
            <a:avLst/>
          </a:prstGeom>
          <a:solidFill>
            <a:srgbClr val="255DA8"/>
          </a:solidFill>
          <a:ln w="0">
            <a:noFill/>
          </a:ln>
        </p:spPr>
        <p:txBody>
          <a:bodyPr wrap="none" lIns="114300" tIns="38100" rIns="114300" bIns="28575" anchor="ctr">
            <a:noAutofit/>
          </a:bodyPr>
          <a:lstStyle>
            <a:defPPr algn="ctr">
              <a:defRPr sz="1650" b="0">
                <a:solidFill>
                  <a:srgbClr val="FFFFFF"/>
                </a:solidFill>
                <a:latin typeface="Ubuntu Light"/>
                <a:ea typeface="Ubuntu Light"/>
                <a:cs typeface="Ubuntu Light"/>
              </a:defRPr>
            </a:defPPr>
            <a:lvl1pPr algn="ctr">
              <a:defRPr sz="1650" b="0">
                <a:solidFill>
                  <a:srgbClr val="FFFFFF"/>
                </a:solidFill>
                <a:latin typeface="Ubuntu Light"/>
                <a:ea typeface="Ubuntu Light"/>
                <a:cs typeface="Ubuntu Light"/>
              </a:defRPr>
            </a:lvl1pPr>
            <a:lvl2pPr algn="ctr">
              <a:defRPr sz="1650" b="0">
                <a:solidFill>
                  <a:srgbClr val="FFFFFF"/>
                </a:solidFill>
                <a:latin typeface="Ubuntu Light"/>
                <a:ea typeface="Ubuntu Light"/>
                <a:cs typeface="Ubuntu Light"/>
              </a:defRPr>
            </a:lvl2pPr>
            <a:lvl3pPr algn="ctr">
              <a:defRPr sz="1650" b="0">
                <a:solidFill>
                  <a:srgbClr val="FFFFFF"/>
                </a:solidFill>
                <a:latin typeface="Ubuntu Light"/>
                <a:ea typeface="Ubuntu Light"/>
                <a:cs typeface="Ubuntu Light"/>
              </a:defRPr>
            </a:lvl3pPr>
            <a:lvl4pPr algn="ctr">
              <a:defRPr sz="1650" b="0">
                <a:solidFill>
                  <a:srgbClr val="FFFFFF"/>
                </a:solidFill>
                <a:latin typeface="Ubuntu Light"/>
                <a:ea typeface="Ubuntu Light"/>
                <a:cs typeface="Ubuntu Light"/>
              </a:defRPr>
            </a:lvl4pPr>
            <a:lvl5pPr algn="ctr">
              <a:defRPr sz="1650" b="0">
                <a:solidFill>
                  <a:srgbClr val="FFFFFF"/>
                </a:solidFill>
                <a:latin typeface="Ubuntu Light"/>
                <a:ea typeface="Ubuntu Light"/>
                <a:cs typeface="Ubuntu Light"/>
              </a:defRPr>
            </a:lvl5pPr>
            <a:lvl6pPr algn="ctr">
              <a:defRPr sz="1650" b="0">
                <a:solidFill>
                  <a:srgbClr val="FFFFFF"/>
                </a:solidFill>
                <a:latin typeface="Ubuntu Light"/>
                <a:ea typeface="Ubuntu Light"/>
                <a:cs typeface="Ubuntu Light"/>
              </a:defRPr>
            </a:lvl6pPr>
            <a:lvl7pPr algn="ctr">
              <a:defRPr sz="1650" b="0">
                <a:solidFill>
                  <a:srgbClr val="FFFFFF"/>
                </a:solidFill>
                <a:latin typeface="Ubuntu Light"/>
                <a:ea typeface="Ubuntu Light"/>
                <a:cs typeface="Ubuntu Light"/>
              </a:defRPr>
            </a:lvl7pPr>
            <a:lvl8pPr algn="ctr">
              <a:defRPr sz="1650" b="0">
                <a:solidFill>
                  <a:srgbClr val="FFFFFF"/>
                </a:solidFill>
                <a:latin typeface="Ubuntu Light"/>
                <a:ea typeface="Ubuntu Light"/>
                <a:cs typeface="Ubuntu Light"/>
              </a:defRPr>
            </a:lvl8pPr>
            <a:lvl9pPr algn="ctr">
              <a:defRPr sz="1650" b="0">
                <a:solidFill>
                  <a:srgbClr val="FFFFFF"/>
                </a:solidFill>
                <a:latin typeface="Ubuntu Light"/>
                <a:ea typeface="Ubuntu Light"/>
                <a:cs typeface="Ubuntu Light"/>
              </a:defRPr>
            </a:lvl9pPr>
          </a:lstStyle>
          <a:p>
            <a:pPr algn="ctr">
              <a:defRPr sz="1650" b="0">
                <a:solidFill>
                  <a:srgbClr val="FFFFFF"/>
                </a:solidFill>
                <a:latin typeface="Ubuntu Light"/>
                <a:ea typeface="Ubuntu Light"/>
                <a:cs typeface="Ubuntu Light"/>
              </a:defRPr>
            </a:pPr>
            <a:r>
              <a:rPr b="0">
                <a:latin typeface="Ubuntu Light"/>
                <a:ea typeface="Ubuntu Light"/>
                <a:cs typeface="Ubuntu Light"/>
              </a:rPr>
              <a:t>How can we test these errors?</a:t>
            </a:r>
          </a:p>
        </p:txBody>
      </p:sp>
    </p:spTree>
    <p:extLst>
      <p:ext uri="{BB962C8B-B14F-4D97-AF65-F5344CB8AC3E}">
        <p14:creationId xmlns:p14="http://schemas.microsoft.com/office/powerpoint/2010/main" val="127060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lide-title">
            <a:extLst>
              <a:ext uri="{FF2B5EF4-FFF2-40B4-BE49-F238E27FC236}">
                <a16:creationId xmlns:a16="http://schemas.microsoft.com/office/drawing/2014/main" id="{3F57FB20-9772-4AD6-A912-870D00651C31}"/>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b="0" dirty="0" err="1">
                <a:latin typeface="Ubuntu Light"/>
                <a:ea typeface="Ubuntu Light"/>
                <a:cs typeface="Ubuntu Light"/>
              </a:rPr>
              <a:t>OpenResty</a:t>
            </a:r>
            <a:r>
              <a:rPr b="0" dirty="0">
                <a:latin typeface="Ubuntu Light"/>
                <a:ea typeface="Ubuntu Light"/>
                <a:cs typeface="Ubuntu Light"/>
              </a:rPr>
              <a:t> returns HTTP 500 without calling Floci</a:t>
            </a:r>
          </a:p>
        </p:txBody>
      </p:sp>
      <p:sp>
        <p:nvSpPr>
          <p:cNvPr id="2" name="routing-proxy-role">
            <a:extLst>
              <a:ext uri="{FF2B5EF4-FFF2-40B4-BE49-F238E27FC236}">
                <a16:creationId xmlns:a16="http://schemas.microsoft.com/office/drawing/2014/main" id="{8E685B9B-F414-4EF3-AFBD-623AC28D0CC9}"/>
              </a:ext>
            </a:extLst>
          </p:cNvPr>
          <p:cNvSpPr>
            <a:spLocks noGrp="1"/>
          </p:cNvSpPr>
          <p:nvPr/>
        </p:nvSpPr>
        <p:spPr>
          <a:xfrm>
            <a:off x="3286125" y="1533525"/>
            <a:ext cx="2190750" cy="257175"/>
          </a:xfrm>
          <a:prstGeom prst="rect">
            <a:avLst/>
          </a:prstGeom>
          <a:noFill/>
          <a:ln w="0">
            <a:noFill/>
          </a:ln>
        </p:spPr>
        <p:txBody>
          <a:bodyPr wrap="none" lIns="0" tIns="0" rIns="0" bIns="0" anchor="t">
            <a:noAutofit/>
          </a:bodyPr>
          <a:lstStyle>
            <a:defPPr algn="ctr">
              <a:defRPr sz="1500" b="0">
                <a:solidFill>
                  <a:srgbClr val="255DA8"/>
                </a:solidFill>
                <a:latin typeface="Ubuntu Light"/>
                <a:ea typeface="Ubuntu Light"/>
                <a:cs typeface="Ubuntu Light"/>
              </a:defRPr>
            </a:defPPr>
            <a:lvl1pPr algn="ctr">
              <a:defRPr sz="1500" b="0">
                <a:solidFill>
                  <a:srgbClr val="255DA8"/>
                </a:solidFill>
                <a:latin typeface="Ubuntu Light"/>
                <a:ea typeface="Ubuntu Light"/>
                <a:cs typeface="Ubuntu Light"/>
              </a:defRPr>
            </a:lvl1pPr>
            <a:lvl2pPr algn="ctr">
              <a:defRPr sz="1500" b="0">
                <a:solidFill>
                  <a:srgbClr val="255DA8"/>
                </a:solidFill>
                <a:latin typeface="Ubuntu Light"/>
                <a:ea typeface="Ubuntu Light"/>
                <a:cs typeface="Ubuntu Light"/>
              </a:defRPr>
            </a:lvl2pPr>
            <a:lvl3pPr algn="ctr">
              <a:defRPr sz="1500" b="0">
                <a:solidFill>
                  <a:srgbClr val="255DA8"/>
                </a:solidFill>
                <a:latin typeface="Ubuntu Light"/>
                <a:ea typeface="Ubuntu Light"/>
                <a:cs typeface="Ubuntu Light"/>
              </a:defRPr>
            </a:lvl3pPr>
            <a:lvl4pPr algn="ctr">
              <a:defRPr sz="1500" b="0">
                <a:solidFill>
                  <a:srgbClr val="255DA8"/>
                </a:solidFill>
                <a:latin typeface="Ubuntu Light"/>
                <a:ea typeface="Ubuntu Light"/>
                <a:cs typeface="Ubuntu Light"/>
              </a:defRPr>
            </a:lvl4pPr>
            <a:lvl5pPr algn="ctr">
              <a:defRPr sz="1500" b="0">
                <a:solidFill>
                  <a:srgbClr val="255DA8"/>
                </a:solidFill>
                <a:latin typeface="Ubuntu Light"/>
                <a:ea typeface="Ubuntu Light"/>
                <a:cs typeface="Ubuntu Light"/>
              </a:defRPr>
            </a:lvl5pPr>
            <a:lvl6pPr algn="ctr">
              <a:defRPr sz="1500" b="0">
                <a:solidFill>
                  <a:srgbClr val="255DA8"/>
                </a:solidFill>
                <a:latin typeface="Ubuntu Light"/>
                <a:ea typeface="Ubuntu Light"/>
                <a:cs typeface="Ubuntu Light"/>
              </a:defRPr>
            </a:lvl6pPr>
            <a:lvl7pPr algn="ctr">
              <a:defRPr sz="1500" b="0">
                <a:solidFill>
                  <a:srgbClr val="255DA8"/>
                </a:solidFill>
                <a:latin typeface="Ubuntu Light"/>
                <a:ea typeface="Ubuntu Light"/>
                <a:cs typeface="Ubuntu Light"/>
              </a:defRPr>
            </a:lvl7pPr>
            <a:lvl8pPr algn="ctr">
              <a:defRPr sz="1500" b="0">
                <a:solidFill>
                  <a:srgbClr val="255DA8"/>
                </a:solidFill>
                <a:latin typeface="Ubuntu Light"/>
                <a:ea typeface="Ubuntu Light"/>
                <a:cs typeface="Ubuntu Light"/>
              </a:defRPr>
            </a:lvl8pPr>
            <a:lvl9pPr algn="ctr">
              <a:defRPr sz="1500" b="0">
                <a:solidFill>
                  <a:srgbClr val="255DA8"/>
                </a:solidFill>
                <a:latin typeface="Ubuntu Light"/>
                <a:ea typeface="Ubuntu Light"/>
                <a:cs typeface="Ubuntu Light"/>
              </a:defRPr>
            </a:lvl9pPr>
          </a:lstStyle>
          <a:p>
            <a:pPr algn="ctr">
              <a:defRPr sz="1500" b="0">
                <a:solidFill>
                  <a:srgbClr val="255DA8"/>
                </a:solidFill>
                <a:latin typeface="Ubuntu Light"/>
                <a:ea typeface="Ubuntu Light"/>
                <a:cs typeface="Ubuntu Light"/>
              </a:defRPr>
            </a:pPr>
            <a:r>
              <a:rPr b="0">
                <a:latin typeface="Ubuntu Light"/>
                <a:ea typeface="Ubuntu Light"/>
                <a:cs typeface="Ubuntu Light"/>
              </a:rPr>
              <a:t>Through OpenResty</a:t>
            </a:r>
          </a:p>
        </p:txBody>
      </p:sp>
      <p:sp>
        <p:nvSpPr>
          <p:cNvPr id="3" name="routing-proxy-setting">
            <a:extLst>
              <a:ext uri="{FF2B5EF4-FFF2-40B4-BE49-F238E27FC236}">
                <a16:creationId xmlns:a16="http://schemas.microsoft.com/office/drawing/2014/main" id="{6D4C6093-3D40-4941-900D-D2A2B9170A4A}"/>
              </a:ext>
            </a:extLst>
          </p:cNvPr>
          <p:cNvSpPr>
            <a:spLocks noGrp="1"/>
          </p:cNvSpPr>
          <p:nvPr/>
        </p:nvSpPr>
        <p:spPr>
          <a:xfrm>
            <a:off x="3095625" y="1828800"/>
            <a:ext cx="2571750" cy="238125"/>
          </a:xfrm>
          <a:prstGeom prst="rect">
            <a:avLst/>
          </a:prstGeom>
          <a:noFill/>
          <a:ln w="0">
            <a:noFill/>
          </a:ln>
        </p:spPr>
        <p:txBody>
          <a:bodyPr wrap="none" lIns="0" tIns="0" rIns="0" bIns="0" anchor="t">
            <a:noAutofit/>
          </a:bodyPr>
          <a:lstStyle>
            <a:defPPr algn="ctr">
              <a:defRPr sz="1350" b="0">
                <a:solidFill>
                  <a:srgbClr val="255DA8"/>
                </a:solidFill>
                <a:latin typeface="Ubuntu Light"/>
                <a:ea typeface="Ubuntu Light"/>
                <a:cs typeface="Ubuntu Light"/>
              </a:defRPr>
            </a:defPPr>
            <a:lvl1pPr algn="ctr">
              <a:defRPr sz="1350" b="0">
                <a:solidFill>
                  <a:srgbClr val="255DA8"/>
                </a:solidFill>
                <a:latin typeface="Ubuntu Light"/>
                <a:ea typeface="Ubuntu Light"/>
                <a:cs typeface="Ubuntu Light"/>
              </a:defRPr>
            </a:lvl1pPr>
            <a:lvl2pPr algn="ctr">
              <a:defRPr sz="1350" b="0">
                <a:solidFill>
                  <a:srgbClr val="255DA8"/>
                </a:solidFill>
                <a:latin typeface="Ubuntu Light"/>
                <a:ea typeface="Ubuntu Light"/>
                <a:cs typeface="Ubuntu Light"/>
              </a:defRPr>
            </a:lvl2pPr>
            <a:lvl3pPr algn="ctr">
              <a:defRPr sz="1350" b="0">
                <a:solidFill>
                  <a:srgbClr val="255DA8"/>
                </a:solidFill>
                <a:latin typeface="Ubuntu Light"/>
                <a:ea typeface="Ubuntu Light"/>
                <a:cs typeface="Ubuntu Light"/>
              </a:defRPr>
            </a:lvl3pPr>
            <a:lvl4pPr algn="ctr">
              <a:defRPr sz="1350" b="0">
                <a:solidFill>
                  <a:srgbClr val="255DA8"/>
                </a:solidFill>
                <a:latin typeface="Ubuntu Light"/>
                <a:ea typeface="Ubuntu Light"/>
                <a:cs typeface="Ubuntu Light"/>
              </a:defRPr>
            </a:lvl4pPr>
            <a:lvl5pPr algn="ctr">
              <a:defRPr sz="1350" b="0">
                <a:solidFill>
                  <a:srgbClr val="255DA8"/>
                </a:solidFill>
                <a:latin typeface="Ubuntu Light"/>
                <a:ea typeface="Ubuntu Light"/>
                <a:cs typeface="Ubuntu Light"/>
              </a:defRPr>
            </a:lvl5pPr>
            <a:lvl6pPr algn="ctr">
              <a:defRPr sz="1350" b="0">
                <a:solidFill>
                  <a:srgbClr val="255DA8"/>
                </a:solidFill>
                <a:latin typeface="Ubuntu Light"/>
                <a:ea typeface="Ubuntu Light"/>
                <a:cs typeface="Ubuntu Light"/>
              </a:defRPr>
            </a:lvl6pPr>
            <a:lvl7pPr algn="ctr">
              <a:defRPr sz="1350" b="0">
                <a:solidFill>
                  <a:srgbClr val="255DA8"/>
                </a:solidFill>
                <a:latin typeface="Ubuntu Light"/>
                <a:ea typeface="Ubuntu Light"/>
                <a:cs typeface="Ubuntu Light"/>
              </a:defRPr>
            </a:lvl7pPr>
            <a:lvl8pPr algn="ctr">
              <a:defRPr sz="1350" b="0">
                <a:solidFill>
                  <a:srgbClr val="255DA8"/>
                </a:solidFill>
                <a:latin typeface="Ubuntu Light"/>
                <a:ea typeface="Ubuntu Light"/>
                <a:cs typeface="Ubuntu Light"/>
              </a:defRPr>
            </a:lvl8pPr>
            <a:lvl9pPr algn="ctr">
              <a:defRPr sz="1350" b="0">
                <a:solidFill>
                  <a:srgbClr val="255DA8"/>
                </a:solidFill>
                <a:latin typeface="Ubuntu Light"/>
                <a:ea typeface="Ubuntu Light"/>
                <a:cs typeface="Ubuntu Light"/>
              </a:defRPr>
            </a:lvl9pPr>
          </a:lstStyle>
          <a:p>
            <a:pPr algn="ctr">
              <a:defRPr sz="1350" b="0">
                <a:solidFill>
                  <a:srgbClr val="255DA8"/>
                </a:solidFill>
                <a:latin typeface="Ubuntu Light"/>
                <a:ea typeface="Ubuntu Light"/>
                <a:cs typeface="Ubuntu Light"/>
              </a:defRPr>
            </a:pPr>
            <a:r>
              <a:rPr b="0" dirty="0">
                <a:latin typeface="Menlo"/>
                <a:ea typeface="Menlo"/>
                <a:cs typeface="Menlo"/>
              </a:rPr>
              <a:t>HTTP_PROXY</a:t>
            </a:r>
          </a:p>
        </p:txBody>
      </p:sp>
      <p:sp>
        <p:nvSpPr>
          <p:cNvPr id="4" name="routing-endpoint-role">
            <a:extLst>
              <a:ext uri="{FF2B5EF4-FFF2-40B4-BE49-F238E27FC236}">
                <a16:creationId xmlns:a16="http://schemas.microsoft.com/office/drawing/2014/main" id="{904607C4-0E85-4E70-8775-544D6E0146D2}"/>
              </a:ext>
            </a:extLst>
          </p:cNvPr>
          <p:cNvSpPr>
            <a:spLocks noGrp="1"/>
          </p:cNvSpPr>
          <p:nvPr/>
        </p:nvSpPr>
        <p:spPr>
          <a:xfrm>
            <a:off x="6429375" y="1495425"/>
            <a:ext cx="2190750" cy="257175"/>
          </a:xfrm>
          <a:prstGeom prst="rect">
            <a:avLst/>
          </a:prstGeom>
          <a:noFill/>
          <a:ln w="0">
            <a:noFill/>
          </a:ln>
        </p:spPr>
        <p:txBody>
          <a:bodyPr wrap="none" lIns="0" tIns="0" rIns="0" bIns="0" anchor="t">
            <a:noAutofit/>
          </a:bodyPr>
          <a:lstStyle>
            <a:defPPr algn="ctr">
              <a:defRPr sz="1500" b="0">
                <a:solidFill>
                  <a:srgbClr val="255DA8"/>
                </a:solidFill>
                <a:latin typeface="Ubuntu Light"/>
                <a:ea typeface="Ubuntu Light"/>
                <a:cs typeface="Ubuntu Light"/>
              </a:defRPr>
            </a:defPPr>
            <a:lvl1pPr algn="ctr">
              <a:defRPr sz="1500" b="0">
                <a:solidFill>
                  <a:srgbClr val="255DA8"/>
                </a:solidFill>
                <a:latin typeface="Ubuntu Light"/>
                <a:ea typeface="Ubuntu Light"/>
                <a:cs typeface="Ubuntu Light"/>
              </a:defRPr>
            </a:lvl1pPr>
            <a:lvl2pPr algn="ctr">
              <a:defRPr sz="1500" b="0">
                <a:solidFill>
                  <a:srgbClr val="255DA8"/>
                </a:solidFill>
                <a:latin typeface="Ubuntu Light"/>
                <a:ea typeface="Ubuntu Light"/>
                <a:cs typeface="Ubuntu Light"/>
              </a:defRPr>
            </a:lvl2pPr>
            <a:lvl3pPr algn="ctr">
              <a:defRPr sz="1500" b="0">
                <a:solidFill>
                  <a:srgbClr val="255DA8"/>
                </a:solidFill>
                <a:latin typeface="Ubuntu Light"/>
                <a:ea typeface="Ubuntu Light"/>
                <a:cs typeface="Ubuntu Light"/>
              </a:defRPr>
            </a:lvl3pPr>
            <a:lvl4pPr algn="ctr">
              <a:defRPr sz="1500" b="0">
                <a:solidFill>
                  <a:srgbClr val="255DA8"/>
                </a:solidFill>
                <a:latin typeface="Ubuntu Light"/>
                <a:ea typeface="Ubuntu Light"/>
                <a:cs typeface="Ubuntu Light"/>
              </a:defRPr>
            </a:lvl4pPr>
            <a:lvl5pPr algn="ctr">
              <a:defRPr sz="1500" b="0">
                <a:solidFill>
                  <a:srgbClr val="255DA8"/>
                </a:solidFill>
                <a:latin typeface="Ubuntu Light"/>
                <a:ea typeface="Ubuntu Light"/>
                <a:cs typeface="Ubuntu Light"/>
              </a:defRPr>
            </a:lvl5pPr>
            <a:lvl6pPr algn="ctr">
              <a:defRPr sz="1500" b="0">
                <a:solidFill>
                  <a:srgbClr val="255DA8"/>
                </a:solidFill>
                <a:latin typeface="Ubuntu Light"/>
                <a:ea typeface="Ubuntu Light"/>
                <a:cs typeface="Ubuntu Light"/>
              </a:defRPr>
            </a:lvl6pPr>
            <a:lvl7pPr algn="ctr">
              <a:defRPr sz="1500" b="0">
                <a:solidFill>
                  <a:srgbClr val="255DA8"/>
                </a:solidFill>
                <a:latin typeface="Ubuntu Light"/>
                <a:ea typeface="Ubuntu Light"/>
                <a:cs typeface="Ubuntu Light"/>
              </a:defRPr>
            </a:lvl7pPr>
            <a:lvl8pPr algn="ctr">
              <a:defRPr sz="1500" b="0">
                <a:solidFill>
                  <a:srgbClr val="255DA8"/>
                </a:solidFill>
                <a:latin typeface="Ubuntu Light"/>
                <a:ea typeface="Ubuntu Light"/>
                <a:cs typeface="Ubuntu Light"/>
              </a:defRPr>
            </a:lvl8pPr>
            <a:lvl9pPr algn="ctr">
              <a:defRPr sz="1500" b="0">
                <a:solidFill>
                  <a:srgbClr val="255DA8"/>
                </a:solidFill>
                <a:latin typeface="Ubuntu Light"/>
                <a:ea typeface="Ubuntu Light"/>
                <a:cs typeface="Ubuntu Light"/>
              </a:defRPr>
            </a:lvl9pPr>
          </a:lstStyle>
          <a:p>
            <a:pPr algn="ctr">
              <a:defRPr sz="1500" b="0">
                <a:solidFill>
                  <a:srgbClr val="255DA8"/>
                </a:solidFill>
                <a:latin typeface="Ubuntu Light"/>
                <a:ea typeface="Ubuntu Light"/>
                <a:cs typeface="Ubuntu Light"/>
              </a:defRPr>
            </a:pPr>
            <a:r>
              <a:rPr b="0">
                <a:latin typeface="Ubuntu Light"/>
                <a:ea typeface="Ubuntu Light"/>
                <a:cs typeface="Ubuntu Light"/>
              </a:rPr>
              <a:t>Target: Floci</a:t>
            </a:r>
          </a:p>
        </p:txBody>
      </p:sp>
      <p:sp>
        <p:nvSpPr>
          <p:cNvPr id="5" name="routing-endpoint-setting">
            <a:extLst>
              <a:ext uri="{FF2B5EF4-FFF2-40B4-BE49-F238E27FC236}">
                <a16:creationId xmlns:a16="http://schemas.microsoft.com/office/drawing/2014/main" id="{BDDE4078-9024-4C79-A32F-C27D516261A8}"/>
              </a:ext>
            </a:extLst>
          </p:cNvPr>
          <p:cNvSpPr>
            <a:spLocks noGrp="1"/>
          </p:cNvSpPr>
          <p:nvPr/>
        </p:nvSpPr>
        <p:spPr>
          <a:xfrm>
            <a:off x="6238875" y="1790700"/>
            <a:ext cx="2571750" cy="238125"/>
          </a:xfrm>
          <a:prstGeom prst="rect">
            <a:avLst/>
          </a:prstGeom>
          <a:noFill/>
          <a:ln w="0">
            <a:noFill/>
          </a:ln>
        </p:spPr>
        <p:txBody>
          <a:bodyPr wrap="none" lIns="0" tIns="0" rIns="0" bIns="0" anchor="t">
            <a:noAutofit/>
          </a:bodyPr>
          <a:lstStyle>
            <a:defPPr algn="ctr">
              <a:defRPr sz="1350" b="0">
                <a:solidFill>
                  <a:srgbClr val="255DA8"/>
                </a:solidFill>
                <a:latin typeface="Ubuntu Light"/>
                <a:ea typeface="Ubuntu Light"/>
                <a:cs typeface="Ubuntu Light"/>
              </a:defRPr>
            </a:defPPr>
            <a:lvl1pPr algn="ctr">
              <a:defRPr sz="1350" b="0">
                <a:solidFill>
                  <a:srgbClr val="255DA8"/>
                </a:solidFill>
                <a:latin typeface="Ubuntu Light"/>
                <a:ea typeface="Ubuntu Light"/>
                <a:cs typeface="Ubuntu Light"/>
              </a:defRPr>
            </a:lvl1pPr>
            <a:lvl2pPr algn="ctr">
              <a:defRPr sz="1350" b="0">
                <a:solidFill>
                  <a:srgbClr val="255DA8"/>
                </a:solidFill>
                <a:latin typeface="Ubuntu Light"/>
                <a:ea typeface="Ubuntu Light"/>
                <a:cs typeface="Ubuntu Light"/>
              </a:defRPr>
            </a:lvl2pPr>
            <a:lvl3pPr algn="ctr">
              <a:defRPr sz="1350" b="0">
                <a:solidFill>
                  <a:srgbClr val="255DA8"/>
                </a:solidFill>
                <a:latin typeface="Ubuntu Light"/>
                <a:ea typeface="Ubuntu Light"/>
                <a:cs typeface="Ubuntu Light"/>
              </a:defRPr>
            </a:lvl3pPr>
            <a:lvl4pPr algn="ctr">
              <a:defRPr sz="1350" b="0">
                <a:solidFill>
                  <a:srgbClr val="255DA8"/>
                </a:solidFill>
                <a:latin typeface="Ubuntu Light"/>
                <a:ea typeface="Ubuntu Light"/>
                <a:cs typeface="Ubuntu Light"/>
              </a:defRPr>
            </a:lvl4pPr>
            <a:lvl5pPr algn="ctr">
              <a:defRPr sz="1350" b="0">
                <a:solidFill>
                  <a:srgbClr val="255DA8"/>
                </a:solidFill>
                <a:latin typeface="Ubuntu Light"/>
                <a:ea typeface="Ubuntu Light"/>
                <a:cs typeface="Ubuntu Light"/>
              </a:defRPr>
            </a:lvl5pPr>
            <a:lvl6pPr algn="ctr">
              <a:defRPr sz="1350" b="0">
                <a:solidFill>
                  <a:srgbClr val="255DA8"/>
                </a:solidFill>
                <a:latin typeface="Ubuntu Light"/>
                <a:ea typeface="Ubuntu Light"/>
                <a:cs typeface="Ubuntu Light"/>
              </a:defRPr>
            </a:lvl6pPr>
            <a:lvl7pPr algn="ctr">
              <a:defRPr sz="1350" b="0">
                <a:solidFill>
                  <a:srgbClr val="255DA8"/>
                </a:solidFill>
                <a:latin typeface="Ubuntu Light"/>
                <a:ea typeface="Ubuntu Light"/>
                <a:cs typeface="Ubuntu Light"/>
              </a:defRPr>
            </a:lvl7pPr>
            <a:lvl8pPr algn="ctr">
              <a:defRPr sz="1350" b="0">
                <a:solidFill>
                  <a:srgbClr val="255DA8"/>
                </a:solidFill>
                <a:latin typeface="Ubuntu Light"/>
                <a:ea typeface="Ubuntu Light"/>
                <a:cs typeface="Ubuntu Light"/>
              </a:defRPr>
            </a:lvl8pPr>
            <a:lvl9pPr algn="ctr">
              <a:defRPr sz="1350" b="0">
                <a:solidFill>
                  <a:srgbClr val="255DA8"/>
                </a:solidFill>
                <a:latin typeface="Ubuntu Light"/>
                <a:ea typeface="Ubuntu Light"/>
                <a:cs typeface="Ubuntu Light"/>
              </a:defRPr>
            </a:lvl9pPr>
          </a:lstStyle>
          <a:p>
            <a:pPr algn="ctr">
              <a:defRPr sz="1350" b="0">
                <a:solidFill>
                  <a:srgbClr val="255DA8"/>
                </a:solidFill>
                <a:latin typeface="Ubuntu Light"/>
                <a:ea typeface="Ubuntu Light"/>
                <a:cs typeface="Ubuntu Light"/>
              </a:defRPr>
            </a:pPr>
            <a:r>
              <a:rPr b="0">
                <a:latin typeface="Menlo"/>
                <a:ea typeface="Menlo"/>
                <a:cs typeface="Menlo"/>
              </a:rPr>
              <a:t>AWS_ENDPOINT_URL</a:t>
            </a:r>
          </a:p>
        </p:txBody>
      </p:sp>
      <p:cxnSp>
        <p:nvCxnSpPr>
          <p:cNvPr id="6" name="routing-proxy-setting-leader">
            <a:extLst>
              <a:ext uri="{FF2B5EF4-FFF2-40B4-BE49-F238E27FC236}">
                <a16:creationId xmlns:a16="http://schemas.microsoft.com/office/drawing/2014/main" id="{7667317D-D520-4DA8-ABF5-666169470678}"/>
              </a:ext>
            </a:extLst>
          </p:cNvPr>
          <p:cNvCxnSpPr/>
          <p:nvPr/>
        </p:nvCxnSpPr>
        <p:spPr>
          <a:xfrm>
            <a:off x="4381500" y="2133600"/>
            <a:ext cx="0" cy="180975"/>
          </a:xfrm>
          <a:prstGeom prst="straightConnector1">
            <a:avLst/>
          </a:prstGeom>
          <a:ln w="19050">
            <a:solidFill>
              <a:srgbClr val="255DA8"/>
            </a:solidFill>
            <a:tailEnd type="triangle" w="sm" len="sm"/>
          </a:ln>
        </p:spPr>
      </p:cxnSp>
      <p:cxnSp>
        <p:nvCxnSpPr>
          <p:cNvPr id="7" name="routing-endpoint-setting-leader">
            <a:extLst>
              <a:ext uri="{FF2B5EF4-FFF2-40B4-BE49-F238E27FC236}">
                <a16:creationId xmlns:a16="http://schemas.microsoft.com/office/drawing/2014/main" id="{98F3D8AC-7211-4958-943B-A266CA601409}"/>
              </a:ext>
            </a:extLst>
          </p:cNvPr>
          <p:cNvCxnSpPr/>
          <p:nvPr/>
        </p:nvCxnSpPr>
        <p:spPr>
          <a:xfrm>
            <a:off x="7524750" y="2095500"/>
            <a:ext cx="0" cy="219075"/>
          </a:xfrm>
          <a:prstGeom prst="straightConnector1">
            <a:avLst/>
          </a:prstGeom>
          <a:ln w="19050">
            <a:solidFill>
              <a:srgbClr val="255DA8"/>
            </a:solidFill>
            <a:tailEnd type="triangle" w="sm" len="sm"/>
          </a:ln>
        </p:spPr>
      </p:cxnSp>
      <p:pic>
        <p:nvPicPr>
          <p:cNvPr id="8" name="Picture 7">
            <a:extLst>
              <a:ext uri="{FF2B5EF4-FFF2-40B4-BE49-F238E27FC236}">
                <a16:creationId xmlns:a16="http://schemas.microsoft.com/office/drawing/2014/main" id="{902A993D-1D96-44C2-A69E-C2045584028D}"/>
              </a:ext>
            </a:extLst>
          </p:cNvPr>
          <p:cNvPicPr>
            <a:picLocks noChangeAspect="1"/>
          </p:cNvPicPr>
          <p:nvPr/>
        </p:nvPicPr>
        <p:blipFill>
          <a:blip r:embed="rId3"/>
          <a:stretch/>
        </p:blipFill>
        <p:spPr>
          <a:xfrm>
            <a:off x="1362075" y="2352675"/>
            <a:ext cx="609600" cy="609600"/>
          </a:xfrm>
          <a:prstGeom prst="rect">
            <a:avLst/>
          </a:prstGeom>
        </p:spPr>
      </p:pic>
      <p:pic>
        <p:nvPicPr>
          <p:cNvPr id="9" name="Picture 8">
            <a:extLst>
              <a:ext uri="{FF2B5EF4-FFF2-40B4-BE49-F238E27FC236}">
                <a16:creationId xmlns:a16="http://schemas.microsoft.com/office/drawing/2014/main" id="{2305E1D0-42AD-4814-8579-749A82CC1BA5}"/>
              </a:ext>
            </a:extLst>
          </p:cNvPr>
          <p:cNvPicPr>
            <a:picLocks noChangeAspect="1"/>
          </p:cNvPicPr>
          <p:nvPr/>
        </p:nvPicPr>
        <p:blipFill>
          <a:blip r:embed="rId4"/>
          <a:stretch/>
        </p:blipFill>
        <p:spPr>
          <a:xfrm>
            <a:off x="4052888" y="2375087"/>
            <a:ext cx="609600" cy="609600"/>
          </a:xfrm>
          <a:prstGeom prst="rect">
            <a:avLst/>
          </a:prstGeom>
        </p:spPr>
      </p:pic>
      <p:pic>
        <p:nvPicPr>
          <p:cNvPr id="10" name="Picture 9">
            <a:extLst>
              <a:ext uri="{FF2B5EF4-FFF2-40B4-BE49-F238E27FC236}">
                <a16:creationId xmlns:a16="http://schemas.microsoft.com/office/drawing/2014/main" id="{30BA118B-50A0-44FB-AB99-5ED34A4DB55A}"/>
              </a:ext>
            </a:extLst>
          </p:cNvPr>
          <p:cNvPicPr>
            <a:picLocks noChangeAspect="1"/>
          </p:cNvPicPr>
          <p:nvPr/>
        </p:nvPicPr>
        <p:blipFill>
          <a:blip r:embed="rId5"/>
          <a:stretch/>
        </p:blipFill>
        <p:spPr>
          <a:xfrm>
            <a:off x="6573807" y="2381250"/>
            <a:ext cx="1901886" cy="561975"/>
          </a:xfrm>
          <a:prstGeom prst="rect">
            <a:avLst/>
          </a:prstGeom>
        </p:spPr>
      </p:pic>
      <p:sp>
        <p:nvSpPr>
          <p:cNvPr id="11" name="routing-lambda-name">
            <a:extLst>
              <a:ext uri="{FF2B5EF4-FFF2-40B4-BE49-F238E27FC236}">
                <a16:creationId xmlns:a16="http://schemas.microsoft.com/office/drawing/2014/main" id="{01C954E7-73CF-4D53-A522-31BE09FF6A69}"/>
              </a:ext>
            </a:extLst>
          </p:cNvPr>
          <p:cNvSpPr>
            <a:spLocks noGrp="1"/>
          </p:cNvSpPr>
          <p:nvPr/>
        </p:nvSpPr>
        <p:spPr>
          <a:xfrm>
            <a:off x="619125" y="3086100"/>
            <a:ext cx="2143125" cy="266700"/>
          </a:xfrm>
          <a:prstGeom prst="rect">
            <a:avLst/>
          </a:prstGeom>
          <a:noFill/>
          <a:ln w="0">
            <a:noFill/>
          </a:ln>
        </p:spPr>
        <p:txBody>
          <a:bodyPr wrap="none" lIns="0" tIns="0" rIns="0" bIns="0" anchor="t">
            <a:noAutofit/>
          </a:bodyPr>
          <a:lstStyle>
            <a:defPPr algn="ctr">
              <a:defRPr sz="1500" b="0">
                <a:solidFill>
                  <a:srgbClr val="1F2D3D"/>
                </a:solidFill>
                <a:latin typeface="Ubuntu Light"/>
                <a:ea typeface="Ubuntu Light"/>
                <a:cs typeface="Ubuntu Light"/>
              </a:defRPr>
            </a:defPPr>
            <a:lvl1pPr algn="ctr">
              <a:defRPr sz="1500" b="0">
                <a:solidFill>
                  <a:srgbClr val="1F2D3D"/>
                </a:solidFill>
                <a:latin typeface="Ubuntu Light"/>
                <a:ea typeface="Ubuntu Light"/>
                <a:cs typeface="Ubuntu Light"/>
              </a:defRPr>
            </a:lvl1pPr>
            <a:lvl2pPr algn="ctr">
              <a:defRPr sz="1500" b="0">
                <a:solidFill>
                  <a:srgbClr val="1F2D3D"/>
                </a:solidFill>
                <a:latin typeface="Ubuntu Light"/>
                <a:ea typeface="Ubuntu Light"/>
                <a:cs typeface="Ubuntu Light"/>
              </a:defRPr>
            </a:lvl2pPr>
            <a:lvl3pPr algn="ctr">
              <a:defRPr sz="1500" b="0">
                <a:solidFill>
                  <a:srgbClr val="1F2D3D"/>
                </a:solidFill>
                <a:latin typeface="Ubuntu Light"/>
                <a:ea typeface="Ubuntu Light"/>
                <a:cs typeface="Ubuntu Light"/>
              </a:defRPr>
            </a:lvl3pPr>
            <a:lvl4pPr algn="ctr">
              <a:defRPr sz="1500" b="0">
                <a:solidFill>
                  <a:srgbClr val="1F2D3D"/>
                </a:solidFill>
                <a:latin typeface="Ubuntu Light"/>
                <a:ea typeface="Ubuntu Light"/>
                <a:cs typeface="Ubuntu Light"/>
              </a:defRPr>
            </a:lvl4pPr>
            <a:lvl5pPr algn="ctr">
              <a:defRPr sz="1500" b="0">
                <a:solidFill>
                  <a:srgbClr val="1F2D3D"/>
                </a:solidFill>
                <a:latin typeface="Ubuntu Light"/>
                <a:ea typeface="Ubuntu Light"/>
                <a:cs typeface="Ubuntu Light"/>
              </a:defRPr>
            </a:lvl5pPr>
            <a:lvl6pPr algn="ctr">
              <a:defRPr sz="1500" b="0">
                <a:solidFill>
                  <a:srgbClr val="1F2D3D"/>
                </a:solidFill>
                <a:latin typeface="Ubuntu Light"/>
                <a:ea typeface="Ubuntu Light"/>
                <a:cs typeface="Ubuntu Light"/>
              </a:defRPr>
            </a:lvl6pPr>
            <a:lvl7pPr algn="ctr">
              <a:defRPr sz="1500" b="0">
                <a:solidFill>
                  <a:srgbClr val="1F2D3D"/>
                </a:solidFill>
                <a:latin typeface="Ubuntu Light"/>
                <a:ea typeface="Ubuntu Light"/>
                <a:cs typeface="Ubuntu Light"/>
              </a:defRPr>
            </a:lvl7pPr>
            <a:lvl8pPr algn="ctr">
              <a:defRPr sz="1500" b="0">
                <a:solidFill>
                  <a:srgbClr val="1F2D3D"/>
                </a:solidFill>
                <a:latin typeface="Ubuntu Light"/>
                <a:ea typeface="Ubuntu Light"/>
                <a:cs typeface="Ubuntu Light"/>
              </a:defRPr>
            </a:lvl8pPr>
            <a:lvl9pPr algn="ctr">
              <a:defRPr sz="1500" b="0">
                <a:solidFill>
                  <a:srgbClr val="1F2D3D"/>
                </a:solidFill>
                <a:latin typeface="Ubuntu Light"/>
                <a:ea typeface="Ubuntu Light"/>
                <a:cs typeface="Ubuntu Light"/>
              </a:defRPr>
            </a:lvl9pPr>
          </a:lstStyle>
          <a:p>
            <a:pPr algn="ctr">
              <a:defRPr sz="1500" b="0">
                <a:solidFill>
                  <a:srgbClr val="1F2D3D"/>
                </a:solidFill>
                <a:latin typeface="Ubuntu Light"/>
                <a:ea typeface="Ubuntu Light"/>
                <a:cs typeface="Ubuntu Light"/>
              </a:defRPr>
            </a:pPr>
            <a:r>
              <a:rPr b="0">
                <a:latin typeface="Ubuntu Light"/>
                <a:ea typeface="Ubuntu Light"/>
                <a:cs typeface="Ubuntu Light"/>
              </a:rPr>
              <a:t>Lambda (</a:t>
            </a:r>
            <a:r>
              <a:rPr b="0">
                <a:latin typeface="Menlo"/>
                <a:ea typeface="Menlo"/>
                <a:cs typeface="Menlo"/>
              </a:rPr>
              <a:t>boto3</a:t>
            </a:r>
            <a:r>
              <a:rPr b="0">
                <a:latin typeface="Ubuntu Light"/>
                <a:ea typeface="Ubuntu Light"/>
                <a:cs typeface="Ubuntu Light"/>
              </a:rPr>
              <a:t>)</a:t>
            </a:r>
          </a:p>
        </p:txBody>
      </p:sp>
      <p:sp>
        <p:nvSpPr>
          <p:cNvPr id="12" name="routing-proxy-name">
            <a:extLst>
              <a:ext uri="{FF2B5EF4-FFF2-40B4-BE49-F238E27FC236}">
                <a16:creationId xmlns:a16="http://schemas.microsoft.com/office/drawing/2014/main" id="{25747227-60A9-42D5-8D0C-80DA63787B92}"/>
              </a:ext>
            </a:extLst>
          </p:cNvPr>
          <p:cNvSpPr>
            <a:spLocks noGrp="1"/>
          </p:cNvSpPr>
          <p:nvPr/>
        </p:nvSpPr>
        <p:spPr>
          <a:xfrm>
            <a:off x="3573079" y="3083981"/>
            <a:ext cx="1465646" cy="504823"/>
          </a:xfrm>
          <a:prstGeom prst="rect">
            <a:avLst/>
          </a:prstGeom>
          <a:noFill/>
          <a:ln w="0">
            <a:noFill/>
          </a:ln>
        </p:spPr>
        <p:txBody>
          <a:bodyPr wrap="none" lIns="0" tIns="0" rIns="0" bIns="0" anchor="t">
            <a:noAutofit/>
          </a:bodyPr>
          <a:lstStyle>
            <a:defPPr algn="ctr">
              <a:defRPr sz="1500" b="0">
                <a:solidFill>
                  <a:srgbClr val="1F2D3D"/>
                </a:solidFill>
                <a:latin typeface="Ubuntu Light"/>
                <a:ea typeface="Ubuntu Light"/>
                <a:cs typeface="Ubuntu Light"/>
              </a:defRPr>
            </a:defPPr>
            <a:lvl1pPr algn="ctr">
              <a:defRPr sz="1500" b="0">
                <a:solidFill>
                  <a:srgbClr val="1F2D3D"/>
                </a:solidFill>
                <a:latin typeface="Ubuntu Light"/>
                <a:ea typeface="Ubuntu Light"/>
                <a:cs typeface="Ubuntu Light"/>
              </a:defRPr>
            </a:lvl1pPr>
            <a:lvl2pPr algn="ctr">
              <a:defRPr sz="1500" b="0">
                <a:solidFill>
                  <a:srgbClr val="1F2D3D"/>
                </a:solidFill>
                <a:latin typeface="Ubuntu Light"/>
                <a:ea typeface="Ubuntu Light"/>
                <a:cs typeface="Ubuntu Light"/>
              </a:defRPr>
            </a:lvl2pPr>
            <a:lvl3pPr algn="ctr">
              <a:defRPr sz="1500" b="0">
                <a:solidFill>
                  <a:srgbClr val="1F2D3D"/>
                </a:solidFill>
                <a:latin typeface="Ubuntu Light"/>
                <a:ea typeface="Ubuntu Light"/>
                <a:cs typeface="Ubuntu Light"/>
              </a:defRPr>
            </a:lvl3pPr>
            <a:lvl4pPr algn="ctr">
              <a:defRPr sz="1500" b="0">
                <a:solidFill>
                  <a:srgbClr val="1F2D3D"/>
                </a:solidFill>
                <a:latin typeface="Ubuntu Light"/>
                <a:ea typeface="Ubuntu Light"/>
                <a:cs typeface="Ubuntu Light"/>
              </a:defRPr>
            </a:lvl4pPr>
            <a:lvl5pPr algn="ctr">
              <a:defRPr sz="1500" b="0">
                <a:solidFill>
                  <a:srgbClr val="1F2D3D"/>
                </a:solidFill>
                <a:latin typeface="Ubuntu Light"/>
                <a:ea typeface="Ubuntu Light"/>
                <a:cs typeface="Ubuntu Light"/>
              </a:defRPr>
            </a:lvl5pPr>
            <a:lvl6pPr algn="ctr">
              <a:defRPr sz="1500" b="0">
                <a:solidFill>
                  <a:srgbClr val="1F2D3D"/>
                </a:solidFill>
                <a:latin typeface="Ubuntu Light"/>
                <a:ea typeface="Ubuntu Light"/>
                <a:cs typeface="Ubuntu Light"/>
              </a:defRPr>
            </a:lvl6pPr>
            <a:lvl7pPr algn="ctr">
              <a:defRPr sz="1500" b="0">
                <a:solidFill>
                  <a:srgbClr val="1F2D3D"/>
                </a:solidFill>
                <a:latin typeface="Ubuntu Light"/>
                <a:ea typeface="Ubuntu Light"/>
                <a:cs typeface="Ubuntu Light"/>
              </a:defRPr>
            </a:lvl7pPr>
            <a:lvl8pPr algn="ctr">
              <a:defRPr sz="1500" b="0">
                <a:solidFill>
                  <a:srgbClr val="1F2D3D"/>
                </a:solidFill>
                <a:latin typeface="Ubuntu Light"/>
                <a:ea typeface="Ubuntu Light"/>
                <a:cs typeface="Ubuntu Light"/>
              </a:defRPr>
            </a:lvl8pPr>
            <a:lvl9pPr algn="ctr">
              <a:defRPr sz="1500" b="0">
                <a:solidFill>
                  <a:srgbClr val="1F2D3D"/>
                </a:solidFill>
                <a:latin typeface="Ubuntu Light"/>
                <a:ea typeface="Ubuntu Light"/>
                <a:cs typeface="Ubuntu Light"/>
              </a:defRPr>
            </a:lvl9pPr>
          </a:lstStyle>
          <a:p>
            <a:pPr algn="ctr">
              <a:defRPr sz="1500" b="0">
                <a:solidFill>
                  <a:srgbClr val="1F2D3D"/>
                </a:solidFill>
                <a:latin typeface="Ubuntu Light"/>
                <a:ea typeface="Ubuntu Light"/>
                <a:cs typeface="Ubuntu Light"/>
              </a:defRPr>
            </a:pPr>
            <a:r>
              <a:rPr lang="en-US" b="0" dirty="0">
                <a:latin typeface="Ubuntu Light"/>
                <a:ea typeface="Ubuntu Light"/>
                <a:cs typeface="Ubuntu Light"/>
              </a:rPr>
              <a:t>Local </a:t>
            </a:r>
            <a:r>
              <a:rPr b="0" dirty="0" err="1">
                <a:latin typeface="Ubuntu Light"/>
                <a:ea typeface="Ubuntu Light"/>
                <a:cs typeface="Ubuntu Light"/>
              </a:rPr>
              <a:t>OpenResty</a:t>
            </a:r>
            <a:endParaRPr lang="en-US" b="0" dirty="0">
              <a:latin typeface="Ubuntu Light"/>
              <a:ea typeface="Ubuntu Light"/>
              <a:cs typeface="Ubuntu Light"/>
            </a:endParaRPr>
          </a:p>
          <a:p>
            <a:pPr algn="ctr">
              <a:defRPr sz="1500" b="0">
                <a:solidFill>
                  <a:srgbClr val="1F2D3D"/>
                </a:solidFill>
                <a:latin typeface="Ubuntu Light"/>
                <a:ea typeface="Ubuntu Light"/>
                <a:cs typeface="Ubuntu Light"/>
              </a:defRPr>
            </a:pPr>
            <a:r>
              <a:rPr lang="en-HK" dirty="0"/>
              <a:t>Proxy</a:t>
            </a:r>
            <a:endParaRPr b="0" dirty="0">
              <a:latin typeface="Ubuntu Light"/>
              <a:ea typeface="Ubuntu Light"/>
              <a:cs typeface="Ubuntu Light"/>
            </a:endParaRPr>
          </a:p>
        </p:txBody>
      </p:sp>
      <p:sp>
        <p:nvSpPr>
          <p:cNvPr id="13" name="routing-floci-name">
            <a:extLst>
              <a:ext uri="{FF2B5EF4-FFF2-40B4-BE49-F238E27FC236}">
                <a16:creationId xmlns:a16="http://schemas.microsoft.com/office/drawing/2014/main" id="{1859EBC1-81B8-41FA-AA9A-CAFFD787590E}"/>
              </a:ext>
            </a:extLst>
          </p:cNvPr>
          <p:cNvSpPr>
            <a:spLocks noGrp="1"/>
          </p:cNvSpPr>
          <p:nvPr/>
        </p:nvSpPr>
        <p:spPr>
          <a:xfrm>
            <a:off x="6524625" y="3086100"/>
            <a:ext cx="2000250" cy="266700"/>
          </a:xfrm>
          <a:prstGeom prst="rect">
            <a:avLst/>
          </a:prstGeom>
          <a:noFill/>
          <a:ln w="0">
            <a:noFill/>
          </a:ln>
        </p:spPr>
        <p:txBody>
          <a:bodyPr wrap="none" lIns="0" tIns="0" rIns="0" bIns="0" anchor="t">
            <a:noAutofit/>
          </a:bodyPr>
          <a:lstStyle>
            <a:defPPr algn="ctr">
              <a:defRPr sz="1500" b="0">
                <a:solidFill>
                  <a:srgbClr val="1F2D3D"/>
                </a:solidFill>
                <a:latin typeface="Ubuntu Light"/>
                <a:ea typeface="Ubuntu Light"/>
                <a:cs typeface="Ubuntu Light"/>
              </a:defRPr>
            </a:defPPr>
            <a:lvl1pPr algn="ctr">
              <a:defRPr sz="1500" b="0">
                <a:solidFill>
                  <a:srgbClr val="1F2D3D"/>
                </a:solidFill>
                <a:latin typeface="Ubuntu Light"/>
                <a:ea typeface="Ubuntu Light"/>
                <a:cs typeface="Ubuntu Light"/>
              </a:defRPr>
            </a:lvl1pPr>
            <a:lvl2pPr algn="ctr">
              <a:defRPr sz="1500" b="0">
                <a:solidFill>
                  <a:srgbClr val="1F2D3D"/>
                </a:solidFill>
                <a:latin typeface="Ubuntu Light"/>
                <a:ea typeface="Ubuntu Light"/>
                <a:cs typeface="Ubuntu Light"/>
              </a:defRPr>
            </a:lvl2pPr>
            <a:lvl3pPr algn="ctr">
              <a:defRPr sz="1500" b="0">
                <a:solidFill>
                  <a:srgbClr val="1F2D3D"/>
                </a:solidFill>
                <a:latin typeface="Ubuntu Light"/>
                <a:ea typeface="Ubuntu Light"/>
                <a:cs typeface="Ubuntu Light"/>
              </a:defRPr>
            </a:lvl3pPr>
            <a:lvl4pPr algn="ctr">
              <a:defRPr sz="1500" b="0">
                <a:solidFill>
                  <a:srgbClr val="1F2D3D"/>
                </a:solidFill>
                <a:latin typeface="Ubuntu Light"/>
                <a:ea typeface="Ubuntu Light"/>
                <a:cs typeface="Ubuntu Light"/>
              </a:defRPr>
            </a:lvl4pPr>
            <a:lvl5pPr algn="ctr">
              <a:defRPr sz="1500" b="0">
                <a:solidFill>
                  <a:srgbClr val="1F2D3D"/>
                </a:solidFill>
                <a:latin typeface="Ubuntu Light"/>
                <a:ea typeface="Ubuntu Light"/>
                <a:cs typeface="Ubuntu Light"/>
              </a:defRPr>
            </a:lvl5pPr>
            <a:lvl6pPr algn="ctr">
              <a:defRPr sz="1500" b="0">
                <a:solidFill>
                  <a:srgbClr val="1F2D3D"/>
                </a:solidFill>
                <a:latin typeface="Ubuntu Light"/>
                <a:ea typeface="Ubuntu Light"/>
                <a:cs typeface="Ubuntu Light"/>
              </a:defRPr>
            </a:lvl6pPr>
            <a:lvl7pPr algn="ctr">
              <a:defRPr sz="1500" b="0">
                <a:solidFill>
                  <a:srgbClr val="1F2D3D"/>
                </a:solidFill>
                <a:latin typeface="Ubuntu Light"/>
                <a:ea typeface="Ubuntu Light"/>
                <a:cs typeface="Ubuntu Light"/>
              </a:defRPr>
            </a:lvl7pPr>
            <a:lvl8pPr algn="ctr">
              <a:defRPr sz="1500" b="0">
                <a:solidFill>
                  <a:srgbClr val="1F2D3D"/>
                </a:solidFill>
                <a:latin typeface="Ubuntu Light"/>
                <a:ea typeface="Ubuntu Light"/>
                <a:cs typeface="Ubuntu Light"/>
              </a:defRPr>
            </a:lvl8pPr>
            <a:lvl9pPr algn="ctr">
              <a:defRPr sz="1500" b="0">
                <a:solidFill>
                  <a:srgbClr val="1F2D3D"/>
                </a:solidFill>
                <a:latin typeface="Ubuntu Light"/>
                <a:ea typeface="Ubuntu Light"/>
                <a:cs typeface="Ubuntu Light"/>
              </a:defRPr>
            </a:lvl9pPr>
          </a:lstStyle>
          <a:p>
            <a:pPr algn="ctr">
              <a:defRPr sz="1500" b="0">
                <a:solidFill>
                  <a:srgbClr val="1F2D3D"/>
                </a:solidFill>
                <a:latin typeface="Ubuntu Light"/>
                <a:ea typeface="Ubuntu Light"/>
                <a:cs typeface="Ubuntu Light"/>
              </a:defRPr>
            </a:pPr>
            <a:r>
              <a:rPr b="0">
                <a:latin typeface="Ubuntu Light"/>
                <a:ea typeface="Ubuntu Light"/>
                <a:cs typeface="Ubuntu Light"/>
              </a:rPr>
              <a:t>Local AWS APIs</a:t>
            </a:r>
          </a:p>
        </p:txBody>
      </p:sp>
      <p:cxnSp>
        <p:nvCxnSpPr>
          <p:cNvPr id="14" name="routing-sdk-request">
            <a:extLst>
              <a:ext uri="{FF2B5EF4-FFF2-40B4-BE49-F238E27FC236}">
                <a16:creationId xmlns:a16="http://schemas.microsoft.com/office/drawing/2014/main" id="{3F921FCB-4299-4043-B67A-3F60360F30F8}"/>
              </a:ext>
            </a:extLst>
          </p:cNvPr>
          <p:cNvCxnSpPr>
            <a:cxnSpLocks/>
          </p:cNvCxnSpPr>
          <p:nvPr/>
        </p:nvCxnSpPr>
        <p:spPr>
          <a:xfrm>
            <a:off x="2095500" y="2657475"/>
            <a:ext cx="1905000" cy="0"/>
          </a:xfrm>
          <a:prstGeom prst="straightConnector1">
            <a:avLst/>
          </a:prstGeom>
          <a:ln w="19050">
            <a:solidFill>
              <a:srgbClr val="1F2D3D"/>
            </a:solidFill>
            <a:tailEnd type="triangle" w="sm" len="sm"/>
          </a:ln>
        </p:spPr>
      </p:cxnSp>
      <p:sp>
        <p:nvSpPr>
          <p:cNvPr id="15" name="routing-sdk-request-label">
            <a:extLst>
              <a:ext uri="{FF2B5EF4-FFF2-40B4-BE49-F238E27FC236}">
                <a16:creationId xmlns:a16="http://schemas.microsoft.com/office/drawing/2014/main" id="{FB317BDF-C430-4800-8D7B-230609842E12}"/>
              </a:ext>
            </a:extLst>
          </p:cNvPr>
          <p:cNvSpPr>
            <a:spLocks noGrp="1"/>
          </p:cNvSpPr>
          <p:nvPr/>
        </p:nvSpPr>
        <p:spPr>
          <a:xfrm>
            <a:off x="2238375" y="2333625"/>
            <a:ext cx="1762125" cy="257175"/>
          </a:xfrm>
          <a:prstGeom prst="rect">
            <a:avLst/>
          </a:prstGeom>
          <a:noFill/>
          <a:ln w="0">
            <a:noFill/>
          </a:ln>
        </p:spPr>
        <p:txBody>
          <a:bodyPr wrap="none" lIns="0" tIns="0" rIns="0" bIns="0" anchor="t">
            <a:noAutofit/>
          </a:bodyPr>
          <a:lstStyle>
            <a:defPPr algn="ctr">
              <a:defRPr sz="1425" b="0">
                <a:solidFill>
                  <a:srgbClr val="1F2D3D"/>
                </a:solidFill>
                <a:latin typeface="Ubuntu Light"/>
                <a:ea typeface="Ubuntu Light"/>
                <a:cs typeface="Ubuntu Light"/>
              </a:defRPr>
            </a:defPPr>
            <a:lvl1pPr algn="ctr">
              <a:defRPr sz="1425" b="0">
                <a:solidFill>
                  <a:srgbClr val="1F2D3D"/>
                </a:solidFill>
                <a:latin typeface="Ubuntu Light"/>
                <a:ea typeface="Ubuntu Light"/>
                <a:cs typeface="Ubuntu Light"/>
              </a:defRPr>
            </a:lvl1pPr>
            <a:lvl2pPr algn="ctr">
              <a:defRPr sz="1425" b="0">
                <a:solidFill>
                  <a:srgbClr val="1F2D3D"/>
                </a:solidFill>
                <a:latin typeface="Ubuntu Light"/>
                <a:ea typeface="Ubuntu Light"/>
                <a:cs typeface="Ubuntu Light"/>
              </a:defRPr>
            </a:lvl2pPr>
            <a:lvl3pPr algn="ctr">
              <a:defRPr sz="1425" b="0">
                <a:solidFill>
                  <a:srgbClr val="1F2D3D"/>
                </a:solidFill>
                <a:latin typeface="Ubuntu Light"/>
                <a:ea typeface="Ubuntu Light"/>
                <a:cs typeface="Ubuntu Light"/>
              </a:defRPr>
            </a:lvl3pPr>
            <a:lvl4pPr algn="ctr">
              <a:defRPr sz="1425" b="0">
                <a:solidFill>
                  <a:srgbClr val="1F2D3D"/>
                </a:solidFill>
                <a:latin typeface="Ubuntu Light"/>
                <a:ea typeface="Ubuntu Light"/>
                <a:cs typeface="Ubuntu Light"/>
              </a:defRPr>
            </a:lvl4pPr>
            <a:lvl5pPr algn="ctr">
              <a:defRPr sz="1425" b="0">
                <a:solidFill>
                  <a:srgbClr val="1F2D3D"/>
                </a:solidFill>
                <a:latin typeface="Ubuntu Light"/>
                <a:ea typeface="Ubuntu Light"/>
                <a:cs typeface="Ubuntu Light"/>
              </a:defRPr>
            </a:lvl5pPr>
            <a:lvl6pPr algn="ctr">
              <a:defRPr sz="1425" b="0">
                <a:solidFill>
                  <a:srgbClr val="1F2D3D"/>
                </a:solidFill>
                <a:latin typeface="Ubuntu Light"/>
                <a:ea typeface="Ubuntu Light"/>
                <a:cs typeface="Ubuntu Light"/>
              </a:defRPr>
            </a:lvl6pPr>
            <a:lvl7pPr algn="ctr">
              <a:defRPr sz="1425" b="0">
                <a:solidFill>
                  <a:srgbClr val="1F2D3D"/>
                </a:solidFill>
                <a:latin typeface="Ubuntu Light"/>
                <a:ea typeface="Ubuntu Light"/>
                <a:cs typeface="Ubuntu Light"/>
              </a:defRPr>
            </a:lvl7pPr>
            <a:lvl8pPr algn="ctr">
              <a:defRPr sz="1425" b="0">
                <a:solidFill>
                  <a:srgbClr val="1F2D3D"/>
                </a:solidFill>
                <a:latin typeface="Ubuntu Light"/>
                <a:ea typeface="Ubuntu Light"/>
                <a:cs typeface="Ubuntu Light"/>
              </a:defRPr>
            </a:lvl8pPr>
            <a:lvl9pPr algn="ctr">
              <a:defRPr sz="1425" b="0">
                <a:solidFill>
                  <a:srgbClr val="1F2D3D"/>
                </a:solidFill>
                <a:latin typeface="Ubuntu Light"/>
                <a:ea typeface="Ubuntu Light"/>
                <a:cs typeface="Ubuntu Light"/>
              </a:defRPr>
            </a:lvl9pPr>
          </a:lstStyle>
          <a:p>
            <a:pPr algn="ctr">
              <a:defRPr sz="1425" b="0">
                <a:solidFill>
                  <a:srgbClr val="1F2D3D"/>
                </a:solidFill>
                <a:latin typeface="Ubuntu Light"/>
                <a:ea typeface="Ubuntu Light"/>
                <a:cs typeface="Ubuntu Light"/>
              </a:defRPr>
            </a:pPr>
            <a:r>
              <a:rPr b="0">
                <a:latin typeface="Ubuntu Light"/>
                <a:ea typeface="Ubuntu Light"/>
                <a:cs typeface="Ubuntu Light"/>
              </a:rPr>
              <a:t>HTTP request</a:t>
            </a:r>
          </a:p>
        </p:txBody>
      </p:sp>
      <p:cxnSp>
        <p:nvCxnSpPr>
          <p:cNvPr id="16" name="routing-request-stop">
            <a:extLst>
              <a:ext uri="{FF2B5EF4-FFF2-40B4-BE49-F238E27FC236}">
                <a16:creationId xmlns:a16="http://schemas.microsoft.com/office/drawing/2014/main" id="{E90BB50A-1CB0-4474-919F-6AC6DE1CCC16}"/>
              </a:ext>
            </a:extLst>
          </p:cNvPr>
          <p:cNvCxnSpPr>
            <a:cxnSpLocks/>
          </p:cNvCxnSpPr>
          <p:nvPr/>
        </p:nvCxnSpPr>
        <p:spPr>
          <a:xfrm>
            <a:off x="4743450" y="2657475"/>
            <a:ext cx="295275" cy="0"/>
          </a:xfrm>
          <a:prstGeom prst="straightConnector1">
            <a:avLst/>
          </a:prstGeom>
          <a:ln w="19050">
            <a:solidFill>
              <a:srgbClr val="1F2D3D"/>
            </a:solidFill>
          </a:ln>
        </p:spPr>
      </p:cxnSp>
      <p:pic>
        <p:nvPicPr>
          <p:cNvPr id="17" name="Picture 16">
            <a:extLst>
              <a:ext uri="{FF2B5EF4-FFF2-40B4-BE49-F238E27FC236}">
                <a16:creationId xmlns:a16="http://schemas.microsoft.com/office/drawing/2014/main" id="{C968AD44-4F75-44B1-84DB-C7B8BDC89D88}"/>
              </a:ext>
            </a:extLst>
          </p:cNvPr>
          <p:cNvPicPr>
            <a:picLocks noChangeAspect="1"/>
          </p:cNvPicPr>
          <p:nvPr/>
        </p:nvPicPr>
        <p:blipFill>
          <a:blip r:embed="rId6"/>
          <a:stretch/>
        </p:blipFill>
        <p:spPr>
          <a:xfrm>
            <a:off x="5067300" y="2486025"/>
            <a:ext cx="342900" cy="342900"/>
          </a:xfrm>
          <a:prstGeom prst="rect">
            <a:avLst/>
          </a:prstGeom>
        </p:spPr>
      </p:pic>
      <p:cxnSp>
        <p:nvCxnSpPr>
          <p:cNvPr id="18" name="routing-unreached-target-0">
            <a:extLst>
              <a:ext uri="{FF2B5EF4-FFF2-40B4-BE49-F238E27FC236}">
                <a16:creationId xmlns:a16="http://schemas.microsoft.com/office/drawing/2014/main" id="{D0A1AC6B-15A7-4D78-974E-2F5512C8E9E1}"/>
              </a:ext>
            </a:extLst>
          </p:cNvPr>
          <p:cNvCxnSpPr/>
          <p:nvPr/>
        </p:nvCxnSpPr>
        <p:spPr>
          <a:xfrm>
            <a:off x="5524500" y="2657475"/>
            <a:ext cx="142875" cy="0"/>
          </a:xfrm>
          <a:prstGeom prst="straightConnector1">
            <a:avLst/>
          </a:prstGeom>
          <a:ln w="12383">
            <a:solidFill>
              <a:srgbClr val="B8C0CA"/>
            </a:solidFill>
          </a:ln>
        </p:spPr>
      </p:cxnSp>
      <p:cxnSp>
        <p:nvCxnSpPr>
          <p:cNvPr id="19" name="routing-unreached-target-1">
            <a:extLst>
              <a:ext uri="{FF2B5EF4-FFF2-40B4-BE49-F238E27FC236}">
                <a16:creationId xmlns:a16="http://schemas.microsoft.com/office/drawing/2014/main" id="{E178CC67-5D09-40E9-A2A2-CCBB4A0DE212}"/>
              </a:ext>
            </a:extLst>
          </p:cNvPr>
          <p:cNvCxnSpPr/>
          <p:nvPr/>
        </p:nvCxnSpPr>
        <p:spPr>
          <a:xfrm>
            <a:off x="5743575" y="2657475"/>
            <a:ext cx="142875" cy="0"/>
          </a:xfrm>
          <a:prstGeom prst="straightConnector1">
            <a:avLst/>
          </a:prstGeom>
          <a:ln w="12383">
            <a:solidFill>
              <a:srgbClr val="B8C0CA"/>
            </a:solidFill>
          </a:ln>
        </p:spPr>
      </p:cxnSp>
      <p:cxnSp>
        <p:nvCxnSpPr>
          <p:cNvPr id="20" name="routing-unreached-target-2">
            <a:extLst>
              <a:ext uri="{FF2B5EF4-FFF2-40B4-BE49-F238E27FC236}">
                <a16:creationId xmlns:a16="http://schemas.microsoft.com/office/drawing/2014/main" id="{B27C87ED-F486-4E99-AB38-6011350183C4}"/>
              </a:ext>
            </a:extLst>
          </p:cNvPr>
          <p:cNvCxnSpPr/>
          <p:nvPr/>
        </p:nvCxnSpPr>
        <p:spPr>
          <a:xfrm>
            <a:off x="5962650" y="2657475"/>
            <a:ext cx="142875" cy="0"/>
          </a:xfrm>
          <a:prstGeom prst="straightConnector1">
            <a:avLst/>
          </a:prstGeom>
          <a:ln w="12383">
            <a:solidFill>
              <a:srgbClr val="B8C0CA"/>
            </a:solidFill>
          </a:ln>
        </p:spPr>
      </p:cxnSp>
      <p:cxnSp>
        <p:nvCxnSpPr>
          <p:cNvPr id="21" name="routing-unreached-target-3">
            <a:extLst>
              <a:ext uri="{FF2B5EF4-FFF2-40B4-BE49-F238E27FC236}">
                <a16:creationId xmlns:a16="http://schemas.microsoft.com/office/drawing/2014/main" id="{9B341E22-9784-4989-B697-DDAE1526DF99}"/>
              </a:ext>
            </a:extLst>
          </p:cNvPr>
          <p:cNvCxnSpPr/>
          <p:nvPr/>
        </p:nvCxnSpPr>
        <p:spPr>
          <a:xfrm>
            <a:off x="6181725" y="2657475"/>
            <a:ext cx="142875" cy="0"/>
          </a:xfrm>
          <a:prstGeom prst="straightConnector1">
            <a:avLst/>
          </a:prstGeom>
          <a:ln w="12383">
            <a:solidFill>
              <a:srgbClr val="B8C0CA"/>
            </a:solidFill>
          </a:ln>
        </p:spPr>
      </p:cxnSp>
      <p:sp>
        <p:nvSpPr>
          <p:cNvPr id="22" name="routing-no-upstream">
            <a:extLst>
              <a:ext uri="{FF2B5EF4-FFF2-40B4-BE49-F238E27FC236}">
                <a16:creationId xmlns:a16="http://schemas.microsoft.com/office/drawing/2014/main" id="{1DFEE2D6-D559-4C0E-BFF4-56E50CF37582}"/>
              </a:ext>
            </a:extLst>
          </p:cNvPr>
          <p:cNvSpPr>
            <a:spLocks noGrp="1"/>
          </p:cNvSpPr>
          <p:nvPr/>
        </p:nvSpPr>
        <p:spPr>
          <a:xfrm>
            <a:off x="5286375" y="2847975"/>
            <a:ext cx="1238250" cy="238125"/>
          </a:xfrm>
          <a:prstGeom prst="rect">
            <a:avLst/>
          </a:prstGeom>
          <a:noFill/>
          <a:ln w="0">
            <a:noFill/>
          </a:ln>
        </p:spPr>
        <p:txBody>
          <a:bodyPr wrap="none" lIns="0" tIns="0" rIns="0" bIns="0" anchor="t">
            <a:noAutofit/>
          </a:bodyPr>
          <a:lstStyle>
            <a:defPPr algn="ctr">
              <a:defRPr sz="1275" b="0">
                <a:solidFill>
                  <a:srgbClr val="8B96A3"/>
                </a:solidFill>
                <a:latin typeface="Ubuntu Light"/>
                <a:ea typeface="Ubuntu Light"/>
                <a:cs typeface="Ubuntu Light"/>
              </a:defRPr>
            </a:defPPr>
            <a:lvl1pPr algn="ctr">
              <a:defRPr sz="1275" b="0">
                <a:solidFill>
                  <a:srgbClr val="8B96A3"/>
                </a:solidFill>
                <a:latin typeface="Ubuntu Light"/>
                <a:ea typeface="Ubuntu Light"/>
                <a:cs typeface="Ubuntu Light"/>
              </a:defRPr>
            </a:lvl1pPr>
            <a:lvl2pPr algn="ctr">
              <a:defRPr sz="1275" b="0">
                <a:solidFill>
                  <a:srgbClr val="8B96A3"/>
                </a:solidFill>
                <a:latin typeface="Ubuntu Light"/>
                <a:ea typeface="Ubuntu Light"/>
                <a:cs typeface="Ubuntu Light"/>
              </a:defRPr>
            </a:lvl2pPr>
            <a:lvl3pPr algn="ctr">
              <a:defRPr sz="1275" b="0">
                <a:solidFill>
                  <a:srgbClr val="8B96A3"/>
                </a:solidFill>
                <a:latin typeface="Ubuntu Light"/>
                <a:ea typeface="Ubuntu Light"/>
                <a:cs typeface="Ubuntu Light"/>
              </a:defRPr>
            </a:lvl3pPr>
            <a:lvl4pPr algn="ctr">
              <a:defRPr sz="1275" b="0">
                <a:solidFill>
                  <a:srgbClr val="8B96A3"/>
                </a:solidFill>
                <a:latin typeface="Ubuntu Light"/>
                <a:ea typeface="Ubuntu Light"/>
                <a:cs typeface="Ubuntu Light"/>
              </a:defRPr>
            </a:lvl4pPr>
            <a:lvl5pPr algn="ctr">
              <a:defRPr sz="1275" b="0">
                <a:solidFill>
                  <a:srgbClr val="8B96A3"/>
                </a:solidFill>
                <a:latin typeface="Ubuntu Light"/>
                <a:ea typeface="Ubuntu Light"/>
                <a:cs typeface="Ubuntu Light"/>
              </a:defRPr>
            </a:lvl5pPr>
            <a:lvl6pPr algn="ctr">
              <a:defRPr sz="1275" b="0">
                <a:solidFill>
                  <a:srgbClr val="8B96A3"/>
                </a:solidFill>
                <a:latin typeface="Ubuntu Light"/>
                <a:ea typeface="Ubuntu Light"/>
                <a:cs typeface="Ubuntu Light"/>
              </a:defRPr>
            </a:lvl6pPr>
            <a:lvl7pPr algn="ctr">
              <a:defRPr sz="1275" b="0">
                <a:solidFill>
                  <a:srgbClr val="8B96A3"/>
                </a:solidFill>
                <a:latin typeface="Ubuntu Light"/>
                <a:ea typeface="Ubuntu Light"/>
                <a:cs typeface="Ubuntu Light"/>
              </a:defRPr>
            </a:lvl7pPr>
            <a:lvl8pPr algn="ctr">
              <a:defRPr sz="1275" b="0">
                <a:solidFill>
                  <a:srgbClr val="8B96A3"/>
                </a:solidFill>
                <a:latin typeface="Ubuntu Light"/>
                <a:ea typeface="Ubuntu Light"/>
                <a:cs typeface="Ubuntu Light"/>
              </a:defRPr>
            </a:lvl8pPr>
            <a:lvl9pPr algn="ctr">
              <a:defRPr sz="1275" b="0">
                <a:solidFill>
                  <a:srgbClr val="8B96A3"/>
                </a:solidFill>
                <a:latin typeface="Ubuntu Light"/>
                <a:ea typeface="Ubuntu Light"/>
                <a:cs typeface="Ubuntu Light"/>
              </a:defRPr>
            </a:lvl9pPr>
          </a:lstStyle>
          <a:p>
            <a:pPr algn="ctr">
              <a:defRPr sz="1275" b="0">
                <a:solidFill>
                  <a:srgbClr val="8B96A3"/>
                </a:solidFill>
                <a:latin typeface="Ubuntu Light"/>
                <a:ea typeface="Ubuntu Light"/>
                <a:cs typeface="Ubuntu Light"/>
              </a:defRPr>
            </a:pPr>
            <a:r>
              <a:rPr b="0">
                <a:latin typeface="Ubuntu Light"/>
                <a:ea typeface="Ubuntu Light"/>
                <a:cs typeface="Ubuntu Light"/>
              </a:rPr>
              <a:t>Not forwarded</a:t>
            </a:r>
          </a:p>
        </p:txBody>
      </p:sp>
      <p:cxnSp>
        <p:nvCxnSpPr>
          <p:cNvPr id="23" name="routing-injected-reply-0">
            <a:extLst>
              <a:ext uri="{FF2B5EF4-FFF2-40B4-BE49-F238E27FC236}">
                <a16:creationId xmlns:a16="http://schemas.microsoft.com/office/drawing/2014/main" id="{02EDAEBE-276C-4733-B2AD-AE73543955C5}"/>
              </a:ext>
            </a:extLst>
          </p:cNvPr>
          <p:cNvCxnSpPr/>
          <p:nvPr/>
        </p:nvCxnSpPr>
        <p:spPr>
          <a:xfrm>
            <a:off x="5238750" y="2857500"/>
            <a:ext cx="0" cy="952500"/>
          </a:xfrm>
          <a:prstGeom prst="straightConnector1">
            <a:avLst/>
          </a:prstGeom>
          <a:ln w="23813">
            <a:solidFill>
              <a:srgbClr val="A92525"/>
            </a:solidFill>
          </a:ln>
        </p:spPr>
      </p:cxnSp>
      <p:cxnSp>
        <p:nvCxnSpPr>
          <p:cNvPr id="24" name="routing-injected-reply-1">
            <a:extLst>
              <a:ext uri="{FF2B5EF4-FFF2-40B4-BE49-F238E27FC236}">
                <a16:creationId xmlns:a16="http://schemas.microsoft.com/office/drawing/2014/main" id="{43AE5013-521B-44F8-9913-D4BEB54C71D9}"/>
              </a:ext>
            </a:extLst>
          </p:cNvPr>
          <p:cNvCxnSpPr/>
          <p:nvPr/>
        </p:nvCxnSpPr>
        <p:spPr>
          <a:xfrm>
            <a:off x="1666875" y="3810000"/>
            <a:ext cx="3571875" cy="0"/>
          </a:xfrm>
          <a:prstGeom prst="straightConnector1">
            <a:avLst/>
          </a:prstGeom>
          <a:ln w="23813">
            <a:solidFill>
              <a:srgbClr val="A92525"/>
            </a:solidFill>
          </a:ln>
        </p:spPr>
      </p:cxnSp>
      <p:cxnSp>
        <p:nvCxnSpPr>
          <p:cNvPr id="25" name="routing-injected-reply-2">
            <a:extLst>
              <a:ext uri="{FF2B5EF4-FFF2-40B4-BE49-F238E27FC236}">
                <a16:creationId xmlns:a16="http://schemas.microsoft.com/office/drawing/2014/main" id="{FF4218EC-87A1-44B0-89E7-132501C4574A}"/>
              </a:ext>
            </a:extLst>
          </p:cNvPr>
          <p:cNvCxnSpPr/>
          <p:nvPr/>
        </p:nvCxnSpPr>
        <p:spPr>
          <a:xfrm>
            <a:off x="1666875" y="3400425"/>
            <a:ext cx="0" cy="409575"/>
          </a:xfrm>
          <a:prstGeom prst="straightConnector1">
            <a:avLst/>
          </a:prstGeom>
          <a:ln w="23813">
            <a:solidFill>
              <a:srgbClr val="A92525"/>
            </a:solidFill>
            <a:headEnd type="triangle" w="sm" len="sm"/>
          </a:ln>
        </p:spPr>
      </p:cxnSp>
      <p:sp>
        <p:nvSpPr>
          <p:cNvPr id="26" name="routing-lua-injection">
            <a:extLst>
              <a:ext uri="{FF2B5EF4-FFF2-40B4-BE49-F238E27FC236}">
                <a16:creationId xmlns:a16="http://schemas.microsoft.com/office/drawing/2014/main" id="{643897AC-8F7E-47A6-8C9C-038684D3C819}"/>
              </a:ext>
            </a:extLst>
          </p:cNvPr>
          <p:cNvSpPr>
            <a:spLocks noGrp="1"/>
          </p:cNvSpPr>
          <p:nvPr/>
        </p:nvSpPr>
        <p:spPr>
          <a:xfrm>
            <a:off x="5381625" y="3476625"/>
            <a:ext cx="2190750" cy="247650"/>
          </a:xfrm>
          <a:prstGeom prst="rect">
            <a:avLst/>
          </a:prstGeom>
          <a:noFill/>
          <a:ln w="0">
            <a:noFill/>
          </a:ln>
        </p:spPr>
        <p:txBody>
          <a:bodyPr wrap="none" lIns="0" tIns="0" rIns="0" bIns="0" anchor="t">
            <a:noAutofit/>
          </a:bodyPr>
          <a:lstStyle>
            <a:defPPr algn="l">
              <a:defRPr sz="1350" b="0">
                <a:solidFill>
                  <a:srgbClr val="A92525"/>
                </a:solidFill>
                <a:latin typeface="Ubuntu Light"/>
                <a:ea typeface="Ubuntu Light"/>
                <a:cs typeface="Ubuntu Light"/>
              </a:defRPr>
            </a:defPPr>
            <a:lvl1pPr algn="l">
              <a:defRPr sz="1350" b="0">
                <a:solidFill>
                  <a:srgbClr val="A92525"/>
                </a:solidFill>
                <a:latin typeface="Ubuntu Light"/>
                <a:ea typeface="Ubuntu Light"/>
                <a:cs typeface="Ubuntu Light"/>
              </a:defRPr>
            </a:lvl1pPr>
            <a:lvl2pPr algn="l">
              <a:defRPr sz="1350" b="0">
                <a:solidFill>
                  <a:srgbClr val="A92525"/>
                </a:solidFill>
                <a:latin typeface="Ubuntu Light"/>
                <a:ea typeface="Ubuntu Light"/>
                <a:cs typeface="Ubuntu Light"/>
              </a:defRPr>
            </a:lvl2pPr>
            <a:lvl3pPr algn="l">
              <a:defRPr sz="1350" b="0">
                <a:solidFill>
                  <a:srgbClr val="A92525"/>
                </a:solidFill>
                <a:latin typeface="Ubuntu Light"/>
                <a:ea typeface="Ubuntu Light"/>
                <a:cs typeface="Ubuntu Light"/>
              </a:defRPr>
            </a:lvl3pPr>
            <a:lvl4pPr algn="l">
              <a:defRPr sz="1350" b="0">
                <a:solidFill>
                  <a:srgbClr val="A92525"/>
                </a:solidFill>
                <a:latin typeface="Ubuntu Light"/>
                <a:ea typeface="Ubuntu Light"/>
                <a:cs typeface="Ubuntu Light"/>
              </a:defRPr>
            </a:lvl4pPr>
            <a:lvl5pPr algn="l">
              <a:defRPr sz="1350" b="0">
                <a:solidFill>
                  <a:srgbClr val="A92525"/>
                </a:solidFill>
                <a:latin typeface="Ubuntu Light"/>
                <a:ea typeface="Ubuntu Light"/>
                <a:cs typeface="Ubuntu Light"/>
              </a:defRPr>
            </a:lvl5pPr>
            <a:lvl6pPr algn="l">
              <a:defRPr sz="1350" b="0">
                <a:solidFill>
                  <a:srgbClr val="A92525"/>
                </a:solidFill>
                <a:latin typeface="Ubuntu Light"/>
                <a:ea typeface="Ubuntu Light"/>
                <a:cs typeface="Ubuntu Light"/>
              </a:defRPr>
            </a:lvl6pPr>
            <a:lvl7pPr algn="l">
              <a:defRPr sz="1350" b="0">
                <a:solidFill>
                  <a:srgbClr val="A92525"/>
                </a:solidFill>
                <a:latin typeface="Ubuntu Light"/>
                <a:ea typeface="Ubuntu Light"/>
                <a:cs typeface="Ubuntu Light"/>
              </a:defRPr>
            </a:lvl7pPr>
            <a:lvl8pPr algn="l">
              <a:defRPr sz="1350" b="0">
                <a:solidFill>
                  <a:srgbClr val="A92525"/>
                </a:solidFill>
                <a:latin typeface="Ubuntu Light"/>
                <a:ea typeface="Ubuntu Light"/>
                <a:cs typeface="Ubuntu Light"/>
              </a:defRPr>
            </a:lvl8pPr>
            <a:lvl9pPr algn="l">
              <a:defRPr sz="1350" b="0">
                <a:solidFill>
                  <a:srgbClr val="A92525"/>
                </a:solidFill>
                <a:latin typeface="Ubuntu Light"/>
                <a:ea typeface="Ubuntu Light"/>
                <a:cs typeface="Ubuntu Light"/>
              </a:defRPr>
            </a:lvl9pPr>
          </a:lstStyle>
          <a:p>
            <a:pPr algn="l">
              <a:defRPr sz="1350" b="0">
                <a:solidFill>
                  <a:srgbClr val="A92525"/>
                </a:solidFill>
                <a:latin typeface="Ubuntu Light"/>
                <a:ea typeface="Ubuntu Light"/>
                <a:cs typeface="Ubuntu Light"/>
              </a:defRPr>
            </a:pPr>
            <a:r>
              <a:rPr b="0" dirty="0">
                <a:latin typeface="Ubuntu Light"/>
                <a:ea typeface="Ubuntu Light"/>
                <a:cs typeface="Ubuntu Light"/>
              </a:rPr>
              <a:t>Lua fault injection</a:t>
            </a:r>
          </a:p>
        </p:txBody>
      </p:sp>
      <p:sp>
        <p:nvSpPr>
          <p:cNvPr id="27" name="routing-injected-status">
            <a:extLst>
              <a:ext uri="{FF2B5EF4-FFF2-40B4-BE49-F238E27FC236}">
                <a16:creationId xmlns:a16="http://schemas.microsoft.com/office/drawing/2014/main" id="{8718721F-46AE-4CDA-9A10-330CEDEF193A}"/>
              </a:ext>
            </a:extLst>
          </p:cNvPr>
          <p:cNvSpPr>
            <a:spLocks noGrp="1"/>
          </p:cNvSpPr>
          <p:nvPr/>
        </p:nvSpPr>
        <p:spPr>
          <a:xfrm>
            <a:off x="2171700" y="3914775"/>
            <a:ext cx="2571750" cy="457200"/>
          </a:xfrm>
          <a:prstGeom prst="rect">
            <a:avLst/>
          </a:prstGeom>
          <a:noFill/>
          <a:ln w="0">
            <a:noFill/>
          </a:ln>
        </p:spPr>
        <p:txBody>
          <a:bodyPr wrap="none" lIns="0" tIns="0" rIns="0" bIns="0" anchor="t">
            <a:noAutofit/>
          </a:bodyPr>
          <a:lstStyle>
            <a:defPPr algn="ctr">
              <a:defRPr sz="1350" b="0">
                <a:solidFill>
                  <a:srgbClr val="A92525"/>
                </a:solidFill>
                <a:latin typeface="Ubuntu Light"/>
                <a:ea typeface="Ubuntu Light"/>
                <a:cs typeface="Ubuntu Light"/>
              </a:defRPr>
            </a:defPPr>
            <a:lvl1pPr algn="ctr">
              <a:defRPr sz="1350" b="0">
                <a:solidFill>
                  <a:srgbClr val="A92525"/>
                </a:solidFill>
                <a:latin typeface="Ubuntu Light"/>
                <a:ea typeface="Ubuntu Light"/>
                <a:cs typeface="Ubuntu Light"/>
              </a:defRPr>
            </a:lvl1pPr>
            <a:lvl2pPr algn="ctr">
              <a:defRPr sz="1350" b="0">
                <a:solidFill>
                  <a:srgbClr val="A92525"/>
                </a:solidFill>
                <a:latin typeface="Ubuntu Light"/>
                <a:ea typeface="Ubuntu Light"/>
                <a:cs typeface="Ubuntu Light"/>
              </a:defRPr>
            </a:lvl2pPr>
            <a:lvl3pPr algn="ctr">
              <a:defRPr sz="1350" b="0">
                <a:solidFill>
                  <a:srgbClr val="A92525"/>
                </a:solidFill>
                <a:latin typeface="Ubuntu Light"/>
                <a:ea typeface="Ubuntu Light"/>
                <a:cs typeface="Ubuntu Light"/>
              </a:defRPr>
            </a:lvl3pPr>
            <a:lvl4pPr algn="ctr">
              <a:defRPr sz="1350" b="0">
                <a:solidFill>
                  <a:srgbClr val="A92525"/>
                </a:solidFill>
                <a:latin typeface="Ubuntu Light"/>
                <a:ea typeface="Ubuntu Light"/>
                <a:cs typeface="Ubuntu Light"/>
              </a:defRPr>
            </a:lvl4pPr>
            <a:lvl5pPr algn="ctr">
              <a:defRPr sz="1350" b="0">
                <a:solidFill>
                  <a:srgbClr val="A92525"/>
                </a:solidFill>
                <a:latin typeface="Ubuntu Light"/>
                <a:ea typeface="Ubuntu Light"/>
                <a:cs typeface="Ubuntu Light"/>
              </a:defRPr>
            </a:lvl5pPr>
            <a:lvl6pPr algn="ctr">
              <a:defRPr sz="1350" b="0">
                <a:solidFill>
                  <a:srgbClr val="A92525"/>
                </a:solidFill>
                <a:latin typeface="Ubuntu Light"/>
                <a:ea typeface="Ubuntu Light"/>
                <a:cs typeface="Ubuntu Light"/>
              </a:defRPr>
            </a:lvl6pPr>
            <a:lvl7pPr algn="ctr">
              <a:defRPr sz="1350" b="0">
                <a:solidFill>
                  <a:srgbClr val="A92525"/>
                </a:solidFill>
                <a:latin typeface="Ubuntu Light"/>
                <a:ea typeface="Ubuntu Light"/>
                <a:cs typeface="Ubuntu Light"/>
              </a:defRPr>
            </a:lvl7pPr>
            <a:lvl8pPr algn="ctr">
              <a:defRPr sz="1350" b="0">
                <a:solidFill>
                  <a:srgbClr val="A92525"/>
                </a:solidFill>
                <a:latin typeface="Ubuntu Light"/>
                <a:ea typeface="Ubuntu Light"/>
                <a:cs typeface="Ubuntu Light"/>
              </a:defRPr>
            </a:lvl8pPr>
            <a:lvl9pPr algn="ctr">
              <a:defRPr sz="1350" b="0">
                <a:solidFill>
                  <a:srgbClr val="A92525"/>
                </a:solidFill>
                <a:latin typeface="Ubuntu Light"/>
                <a:ea typeface="Ubuntu Light"/>
                <a:cs typeface="Ubuntu Light"/>
              </a:defRPr>
            </a:lvl9pPr>
          </a:lstStyle>
          <a:p>
            <a:pPr algn="ctr">
              <a:defRPr sz="1350" b="0">
                <a:solidFill>
                  <a:srgbClr val="A92525"/>
                </a:solidFill>
                <a:latin typeface="Ubuntu Light"/>
                <a:ea typeface="Ubuntu Light"/>
                <a:cs typeface="Ubuntu Light"/>
              </a:defRPr>
            </a:pPr>
            <a:r>
              <a:rPr b="0">
                <a:latin typeface="Menlo"/>
                <a:ea typeface="Menlo"/>
                <a:cs typeface="Menlo"/>
              </a:rPr>
              <a:t>HTTP 500</a:t>
            </a:r>
          </a:p>
          <a:p>
            <a:pPr algn="ctr">
              <a:defRPr sz="1350" b="0">
                <a:solidFill>
                  <a:srgbClr val="A92525"/>
                </a:solidFill>
                <a:latin typeface="Ubuntu Light"/>
                <a:ea typeface="Ubuntu Light"/>
                <a:cs typeface="Ubuntu Light"/>
              </a:defRPr>
            </a:pPr>
            <a:r>
              <a:rPr b="0">
                <a:latin typeface="Menlo"/>
                <a:ea typeface="Menlo"/>
                <a:cs typeface="Menlo"/>
              </a:rPr>
              <a:t>InternalServerError</a:t>
            </a:r>
          </a:p>
        </p:txBody>
      </p:sp>
    </p:spTree>
    <p:extLst>
      <p:ext uri="{BB962C8B-B14F-4D97-AF65-F5344CB8AC3E}">
        <p14:creationId xmlns:p14="http://schemas.microsoft.com/office/powerpoint/2010/main" val="12706008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lide-title">
            <a:extLst>
              <a:ext uri="{FF2B5EF4-FFF2-40B4-BE49-F238E27FC236}">
                <a16:creationId xmlns:a16="http://schemas.microsoft.com/office/drawing/2014/main" id="{AE48BB5D-4F16-4144-AF2B-0506C274A65A}"/>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b="0">
                <a:latin typeface="Ubuntu Light"/>
                <a:ea typeface="Ubuntu Light"/>
                <a:cs typeface="Ubuntu Light"/>
              </a:rPr>
              <a:t>Load this test’s Lua into OpenResty</a:t>
            </a:r>
          </a:p>
        </p:txBody>
      </p:sp>
      <p:sp>
        <p:nvSpPr>
          <p:cNvPr id="2" name="lua-mounted">
            <a:extLst>
              <a:ext uri="{FF2B5EF4-FFF2-40B4-BE49-F238E27FC236}">
                <a16:creationId xmlns:a16="http://schemas.microsoft.com/office/drawing/2014/main" id="{99F68A0C-AEC3-472A-A92C-FBA87AA6E3C4}"/>
              </a:ext>
            </a:extLst>
          </p:cNvPr>
          <p:cNvSpPr>
            <a:spLocks noGrp="1"/>
          </p:cNvSpPr>
          <p:nvPr/>
        </p:nvSpPr>
        <p:spPr>
          <a:xfrm>
            <a:off x="619125" y="1381125"/>
            <a:ext cx="7905750" cy="285750"/>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b="0" dirty="0">
                <a:latin typeface="Ubuntu Light"/>
                <a:ea typeface="Ubuntu Light"/>
                <a:cs typeface="Ubuntu Light"/>
              </a:rPr>
              <a:t>Each test mounts its own </a:t>
            </a:r>
            <a:r>
              <a:rPr b="0" dirty="0">
                <a:latin typeface="Menlo"/>
                <a:ea typeface="Menlo"/>
                <a:cs typeface="Menlo"/>
              </a:rPr>
              <a:t>/faults/</a:t>
            </a:r>
            <a:r>
              <a:rPr b="0" dirty="0" err="1">
                <a:latin typeface="Menlo"/>
                <a:ea typeface="Menlo"/>
                <a:cs typeface="Menlo"/>
              </a:rPr>
              <a:t>fault.lua</a:t>
            </a:r>
            <a:r>
              <a:rPr b="0" dirty="0">
                <a:latin typeface="Ubuntu Light"/>
                <a:ea typeface="Ubuntu Light"/>
                <a:cs typeface="Ubuntu Light"/>
              </a:rPr>
              <a:t>.</a:t>
            </a:r>
          </a:p>
        </p:txBody>
      </p:sp>
      <p:sp>
        <p:nvSpPr>
          <p:cNvPr id="3" name="source-label">
            <a:extLst>
              <a:ext uri="{FF2B5EF4-FFF2-40B4-BE49-F238E27FC236}">
                <a16:creationId xmlns:a16="http://schemas.microsoft.com/office/drawing/2014/main" id="{8ECE1E34-FC75-4352-8471-7A43C71E90A4}"/>
              </a:ext>
            </a:extLst>
          </p:cNvPr>
          <p:cNvSpPr>
            <a:spLocks noGrp="1"/>
          </p:cNvSpPr>
          <p:nvPr/>
        </p:nvSpPr>
        <p:spPr>
          <a:xfrm>
            <a:off x="619125" y="1790700"/>
            <a:ext cx="7905750" cy="219075"/>
          </a:xfrm>
          <a:prstGeom prst="rect">
            <a:avLst/>
          </a:prstGeom>
          <a:noFill/>
          <a:ln w="0">
            <a:noFill/>
          </a:ln>
        </p:spPr>
        <p:txBody>
          <a:bodyPr wrap="none" lIns="0" tIns="0" rIns="0" bIns="0" anchor="t">
            <a:noAutofit/>
          </a:bodyPr>
          <a:lstStyle>
            <a:defPPr algn="l">
              <a:defRPr sz="1200" b="0">
                <a:solidFill>
                  <a:srgbClr val="475569"/>
                </a:solidFill>
                <a:latin typeface="Ubuntu Light"/>
                <a:ea typeface="Ubuntu Light"/>
                <a:cs typeface="Ubuntu Light"/>
              </a:defRPr>
            </a:defPPr>
            <a:lvl1pPr algn="l">
              <a:defRPr sz="1200" b="0">
                <a:solidFill>
                  <a:srgbClr val="475569"/>
                </a:solidFill>
                <a:latin typeface="Ubuntu Light"/>
                <a:ea typeface="Ubuntu Light"/>
                <a:cs typeface="Ubuntu Light"/>
              </a:defRPr>
            </a:lvl1pPr>
            <a:lvl2pPr algn="l">
              <a:defRPr sz="1200" b="0">
                <a:solidFill>
                  <a:srgbClr val="475569"/>
                </a:solidFill>
                <a:latin typeface="Ubuntu Light"/>
                <a:ea typeface="Ubuntu Light"/>
                <a:cs typeface="Ubuntu Light"/>
              </a:defRPr>
            </a:lvl2pPr>
            <a:lvl3pPr algn="l">
              <a:defRPr sz="1200" b="0">
                <a:solidFill>
                  <a:srgbClr val="475569"/>
                </a:solidFill>
                <a:latin typeface="Ubuntu Light"/>
                <a:ea typeface="Ubuntu Light"/>
                <a:cs typeface="Ubuntu Light"/>
              </a:defRPr>
            </a:lvl3pPr>
            <a:lvl4pPr algn="l">
              <a:defRPr sz="1200" b="0">
                <a:solidFill>
                  <a:srgbClr val="475569"/>
                </a:solidFill>
                <a:latin typeface="Ubuntu Light"/>
                <a:ea typeface="Ubuntu Light"/>
                <a:cs typeface="Ubuntu Light"/>
              </a:defRPr>
            </a:lvl4pPr>
            <a:lvl5pPr algn="l">
              <a:defRPr sz="1200" b="0">
                <a:solidFill>
                  <a:srgbClr val="475569"/>
                </a:solidFill>
                <a:latin typeface="Ubuntu Light"/>
                <a:ea typeface="Ubuntu Light"/>
                <a:cs typeface="Ubuntu Light"/>
              </a:defRPr>
            </a:lvl5pPr>
            <a:lvl6pPr algn="l">
              <a:defRPr sz="1200" b="0">
                <a:solidFill>
                  <a:srgbClr val="475569"/>
                </a:solidFill>
                <a:latin typeface="Ubuntu Light"/>
                <a:ea typeface="Ubuntu Light"/>
                <a:cs typeface="Ubuntu Light"/>
              </a:defRPr>
            </a:lvl6pPr>
            <a:lvl7pPr algn="l">
              <a:defRPr sz="1200" b="0">
                <a:solidFill>
                  <a:srgbClr val="475569"/>
                </a:solidFill>
                <a:latin typeface="Ubuntu Light"/>
                <a:ea typeface="Ubuntu Light"/>
                <a:cs typeface="Ubuntu Light"/>
              </a:defRPr>
            </a:lvl7pPr>
            <a:lvl8pPr algn="l">
              <a:defRPr sz="1200" b="0">
                <a:solidFill>
                  <a:srgbClr val="475569"/>
                </a:solidFill>
                <a:latin typeface="Ubuntu Light"/>
                <a:ea typeface="Ubuntu Light"/>
                <a:cs typeface="Ubuntu Light"/>
              </a:defRPr>
            </a:lvl8pPr>
            <a:lvl9pPr algn="l">
              <a:defRPr sz="1200" b="0">
                <a:solidFill>
                  <a:srgbClr val="475569"/>
                </a:solidFill>
                <a:latin typeface="Ubuntu Light"/>
                <a:ea typeface="Ubuntu Light"/>
                <a:cs typeface="Ubuntu Light"/>
              </a:defRPr>
            </a:lvl9pPr>
          </a:lstStyle>
          <a:p>
            <a:pPr algn="l">
              <a:defRPr sz="1200" b="0">
                <a:solidFill>
                  <a:srgbClr val="475569"/>
                </a:solidFill>
                <a:latin typeface="Ubuntu Light"/>
                <a:ea typeface="Ubuntu Light"/>
                <a:cs typeface="Ubuntu Light"/>
              </a:defRPr>
            </a:pPr>
            <a:r>
              <a:rPr b="1" dirty="0">
                <a:latin typeface="Ubuntu Light"/>
                <a:ea typeface="Ubuntu Light"/>
                <a:cs typeface="Ubuntu Light"/>
              </a:rPr>
              <a:t>NGINX config </a:t>
            </a:r>
            <a:r>
              <a:rPr b="0" dirty="0">
                <a:latin typeface="Ubuntu Light"/>
                <a:ea typeface="Ubuntu Light"/>
                <a:cs typeface="Ubuntu Light"/>
              </a:rPr>
              <a:t>· tests/fixtures/</a:t>
            </a:r>
            <a:r>
              <a:rPr b="0" dirty="0" err="1">
                <a:latin typeface="Ubuntu Light"/>
                <a:ea typeface="Ubuntu Light"/>
                <a:cs typeface="Ubuntu Light"/>
              </a:rPr>
              <a:t>proxy.py</a:t>
            </a:r>
            <a:endParaRPr b="0" dirty="0">
              <a:latin typeface="Ubuntu Light"/>
              <a:ea typeface="Ubuntu Light"/>
              <a:cs typeface="Ubuntu Light"/>
            </a:endParaRPr>
          </a:p>
        </p:txBody>
      </p:sp>
      <p:sp>
        <p:nvSpPr>
          <p:cNvPr id="4" name="code-background">
            <a:extLst>
              <a:ext uri="{FF2B5EF4-FFF2-40B4-BE49-F238E27FC236}">
                <a16:creationId xmlns:a16="http://schemas.microsoft.com/office/drawing/2014/main" id="{9918D7A2-B617-4CAA-B3E3-4FCC4C9CA672}"/>
              </a:ext>
            </a:extLst>
          </p:cNvPr>
          <p:cNvSpPr>
            <a:spLocks noGrp="1"/>
          </p:cNvSpPr>
          <p:nvPr/>
        </p:nvSpPr>
        <p:spPr>
          <a:xfrm>
            <a:off x="619125" y="2143125"/>
            <a:ext cx="5095875" cy="2291953"/>
          </a:xfrm>
          <a:prstGeom prst="rect">
            <a:avLst/>
          </a:prstGeom>
          <a:solidFill>
            <a:srgbClr val="000000"/>
          </a:solidFill>
          <a:ln w="0">
            <a:noFill/>
          </a:ln>
        </p:spPr>
        <p:txBody>
          <a:bodyPr/>
          <a:lstStyle/>
          <a:p>
            <a:endParaRPr lang="en-US"/>
          </a:p>
        </p:txBody>
      </p:sp>
      <p:sp>
        <p:nvSpPr>
          <p:cNvPr id="5" name="code-line-0">
            <a:extLst>
              <a:ext uri="{FF2B5EF4-FFF2-40B4-BE49-F238E27FC236}">
                <a16:creationId xmlns:a16="http://schemas.microsoft.com/office/drawing/2014/main" id="{DE5E8E2C-841F-4BBF-BA71-523B0712C7E1}"/>
              </a:ext>
            </a:extLst>
          </p:cNvPr>
          <p:cNvSpPr>
            <a:spLocks noGrp="1"/>
          </p:cNvSpPr>
          <p:nvPr/>
        </p:nvSpPr>
        <p:spPr>
          <a:xfrm>
            <a:off x="790575" y="2257425"/>
            <a:ext cx="3556040"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dirty="0" err="1">
                <a:solidFill>
                  <a:srgbClr val="569CD6"/>
                </a:solidFill>
                <a:latin typeface="Menlo"/>
                <a:ea typeface="Menlo"/>
                <a:cs typeface="Menlo"/>
              </a:rPr>
              <a:t>lua_package_path</a:t>
            </a:r>
            <a:r>
              <a:rPr b="0" dirty="0">
                <a:solidFill>
                  <a:srgbClr val="D4D4D4"/>
                </a:solidFill>
                <a:latin typeface="Menlo"/>
                <a:ea typeface="Menlo"/>
                <a:cs typeface="Menlo"/>
              </a:rPr>
              <a:t> </a:t>
            </a:r>
            <a:r>
              <a:rPr b="0" dirty="0">
                <a:solidFill>
                  <a:srgbClr val="CE9178"/>
                </a:solidFill>
                <a:latin typeface="Menlo"/>
                <a:ea typeface="Menlo"/>
                <a:cs typeface="Menlo"/>
              </a:rPr>
              <a:t>"/faults/?.</a:t>
            </a:r>
            <a:r>
              <a:rPr b="0" dirty="0" err="1">
                <a:solidFill>
                  <a:srgbClr val="CE9178"/>
                </a:solidFill>
                <a:latin typeface="Menlo"/>
                <a:ea typeface="Menlo"/>
                <a:cs typeface="Menlo"/>
              </a:rPr>
              <a:t>lua</a:t>
            </a:r>
            <a:r>
              <a:rPr b="0" dirty="0">
                <a:solidFill>
                  <a:srgbClr val="CE9178"/>
                </a:solidFill>
                <a:latin typeface="Menlo"/>
                <a:ea typeface="Menlo"/>
                <a:cs typeface="Menlo"/>
              </a:rPr>
              <a:t>;;"</a:t>
            </a:r>
            <a:r>
              <a:rPr b="0" dirty="0">
                <a:solidFill>
                  <a:srgbClr val="D4D4D4"/>
                </a:solidFill>
                <a:latin typeface="Menlo"/>
                <a:ea typeface="Menlo"/>
                <a:cs typeface="Menlo"/>
              </a:rPr>
              <a:t>;</a:t>
            </a:r>
          </a:p>
        </p:txBody>
      </p:sp>
      <p:sp>
        <p:nvSpPr>
          <p:cNvPr id="6" name="code-line-1">
            <a:extLst>
              <a:ext uri="{FF2B5EF4-FFF2-40B4-BE49-F238E27FC236}">
                <a16:creationId xmlns:a16="http://schemas.microsoft.com/office/drawing/2014/main" id="{31A18036-D0CF-474F-93D2-3980925C5069}"/>
              </a:ext>
            </a:extLst>
          </p:cNvPr>
          <p:cNvSpPr>
            <a:spLocks noGrp="1"/>
          </p:cNvSpPr>
          <p:nvPr/>
        </p:nvSpPr>
        <p:spPr>
          <a:xfrm>
            <a:off x="790575" y="2482453"/>
            <a:ext cx="1244251"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dirty="0">
                <a:solidFill>
                  <a:srgbClr val="569CD6"/>
                </a:solidFill>
                <a:latin typeface="Menlo"/>
                <a:ea typeface="Menlo"/>
                <a:cs typeface="Menlo"/>
              </a:rPr>
              <a:t>location</a:t>
            </a:r>
            <a:r>
              <a:rPr b="0" dirty="0">
                <a:solidFill>
                  <a:srgbClr val="D4D4D4"/>
                </a:solidFill>
                <a:latin typeface="Menlo"/>
                <a:ea typeface="Menlo"/>
                <a:cs typeface="Menlo"/>
              </a:rPr>
              <a:t> / {</a:t>
            </a:r>
          </a:p>
        </p:txBody>
      </p:sp>
      <p:sp>
        <p:nvSpPr>
          <p:cNvPr id="7" name="code-line-2">
            <a:extLst>
              <a:ext uri="{FF2B5EF4-FFF2-40B4-BE49-F238E27FC236}">
                <a16:creationId xmlns:a16="http://schemas.microsoft.com/office/drawing/2014/main" id="{E0D8C283-D537-4930-91D0-4471A2A75463}"/>
              </a:ext>
            </a:extLst>
          </p:cNvPr>
          <p:cNvSpPr>
            <a:spLocks noGrp="1"/>
          </p:cNvSpPr>
          <p:nvPr/>
        </p:nvSpPr>
        <p:spPr>
          <a:xfrm>
            <a:off x="790575" y="2707481"/>
            <a:ext cx="2550914"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dirty="0">
                <a:solidFill>
                  <a:srgbClr val="D4D4D4"/>
                </a:solidFill>
                <a:latin typeface="Menlo"/>
                <a:ea typeface="Menlo"/>
                <a:cs typeface="Menlo"/>
              </a:rPr>
              <a:t>    </a:t>
            </a:r>
            <a:r>
              <a:rPr b="0" dirty="0" err="1">
                <a:solidFill>
                  <a:srgbClr val="569CD6"/>
                </a:solidFill>
                <a:latin typeface="Menlo"/>
                <a:ea typeface="Menlo"/>
                <a:cs typeface="Menlo"/>
              </a:rPr>
              <a:t>access_by_lua_block</a:t>
            </a:r>
            <a:r>
              <a:rPr b="0" dirty="0">
                <a:solidFill>
                  <a:srgbClr val="D4D4D4"/>
                </a:solidFill>
                <a:latin typeface="Menlo"/>
                <a:ea typeface="Menlo"/>
                <a:cs typeface="Menlo"/>
              </a:rPr>
              <a:t> {</a:t>
            </a:r>
          </a:p>
        </p:txBody>
      </p:sp>
      <p:sp>
        <p:nvSpPr>
          <p:cNvPr id="8" name="code-line-3">
            <a:extLst>
              <a:ext uri="{FF2B5EF4-FFF2-40B4-BE49-F238E27FC236}">
                <a16:creationId xmlns:a16="http://schemas.microsoft.com/office/drawing/2014/main" id="{DE8C2346-6300-4401-B91B-3AAFA420D85F}"/>
              </a:ext>
            </a:extLst>
          </p:cNvPr>
          <p:cNvSpPr>
            <a:spLocks noGrp="1"/>
          </p:cNvSpPr>
          <p:nvPr/>
        </p:nvSpPr>
        <p:spPr>
          <a:xfrm>
            <a:off x="790575" y="2932509"/>
            <a:ext cx="2651427"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dirty="0">
                <a:solidFill>
                  <a:srgbClr val="D4D4D4"/>
                </a:solidFill>
                <a:latin typeface="Menlo"/>
                <a:ea typeface="Menlo"/>
                <a:cs typeface="Menlo"/>
              </a:rPr>
              <a:t>        </a:t>
            </a:r>
            <a:r>
              <a:rPr b="0" dirty="0">
                <a:solidFill>
                  <a:srgbClr val="DCDCAA"/>
                </a:solidFill>
                <a:latin typeface="Menlo"/>
                <a:ea typeface="Menlo"/>
                <a:cs typeface="Menlo"/>
              </a:rPr>
              <a:t>require</a:t>
            </a:r>
            <a:r>
              <a:rPr b="0" dirty="0">
                <a:solidFill>
                  <a:srgbClr val="D4D4D4"/>
                </a:solidFill>
                <a:latin typeface="Menlo"/>
                <a:ea typeface="Menlo"/>
                <a:cs typeface="Menlo"/>
              </a:rPr>
              <a:t>(</a:t>
            </a:r>
            <a:r>
              <a:rPr b="0" dirty="0">
                <a:solidFill>
                  <a:srgbClr val="CE9178"/>
                </a:solidFill>
                <a:latin typeface="Menlo"/>
                <a:ea typeface="Menlo"/>
                <a:cs typeface="Menlo"/>
              </a:rPr>
              <a:t>"fault"</a:t>
            </a:r>
            <a:r>
              <a:rPr b="0" dirty="0">
                <a:solidFill>
                  <a:srgbClr val="D4D4D4"/>
                </a:solidFill>
                <a:latin typeface="Menlo"/>
                <a:ea typeface="Menlo"/>
                <a:cs typeface="Menlo"/>
              </a:rPr>
              <a:t>)()</a:t>
            </a:r>
          </a:p>
        </p:txBody>
      </p:sp>
      <p:sp>
        <p:nvSpPr>
          <p:cNvPr id="9" name="code-line-4">
            <a:extLst>
              <a:ext uri="{FF2B5EF4-FFF2-40B4-BE49-F238E27FC236}">
                <a16:creationId xmlns:a16="http://schemas.microsoft.com/office/drawing/2014/main" id="{8DBF2405-3399-4B8E-95FA-35C18A5A74DA}"/>
              </a:ext>
            </a:extLst>
          </p:cNvPr>
          <p:cNvSpPr>
            <a:spLocks noGrp="1"/>
          </p:cNvSpPr>
          <p:nvPr/>
        </p:nvSpPr>
        <p:spPr>
          <a:xfrm>
            <a:off x="790575" y="3157538"/>
            <a:ext cx="540663"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a:solidFill>
                  <a:srgbClr val="D4D4D4"/>
                </a:solidFill>
                <a:latin typeface="Menlo"/>
                <a:ea typeface="Menlo"/>
                <a:cs typeface="Menlo"/>
              </a:rPr>
              <a:t>    }</a:t>
            </a:r>
          </a:p>
        </p:txBody>
      </p:sp>
      <p:sp>
        <p:nvSpPr>
          <p:cNvPr id="10" name="code-line-5">
            <a:extLst>
              <a:ext uri="{FF2B5EF4-FFF2-40B4-BE49-F238E27FC236}">
                <a16:creationId xmlns:a16="http://schemas.microsoft.com/office/drawing/2014/main" id="{C676F485-13FC-4B27-9BEA-DC1ED1BD78DF}"/>
              </a:ext>
            </a:extLst>
          </p:cNvPr>
          <p:cNvSpPr>
            <a:spLocks noGrp="1"/>
          </p:cNvSpPr>
          <p:nvPr/>
        </p:nvSpPr>
        <p:spPr>
          <a:xfrm>
            <a:off x="790575" y="3382566"/>
            <a:ext cx="942713"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a:solidFill>
                  <a:srgbClr val="D4D4D4"/>
                </a:solidFill>
                <a:latin typeface="Menlo"/>
                <a:ea typeface="Menlo"/>
                <a:cs typeface="Menlo"/>
              </a:rPr>
              <a:t>    </a:t>
            </a:r>
            <a:r>
              <a:rPr b="0">
                <a:solidFill>
                  <a:srgbClr val="6A9955"/>
                </a:solidFill>
                <a:latin typeface="Menlo"/>
                <a:ea typeface="Menlo"/>
                <a:cs typeface="Menlo"/>
              </a:rPr>
              <a:t># ...</a:t>
            </a:r>
          </a:p>
        </p:txBody>
      </p:sp>
      <p:sp>
        <p:nvSpPr>
          <p:cNvPr id="11" name="code-line-6">
            <a:extLst>
              <a:ext uri="{FF2B5EF4-FFF2-40B4-BE49-F238E27FC236}">
                <a16:creationId xmlns:a16="http://schemas.microsoft.com/office/drawing/2014/main" id="{3EDA45DA-67C0-4F9C-996B-111233189675}"/>
              </a:ext>
            </a:extLst>
          </p:cNvPr>
          <p:cNvSpPr>
            <a:spLocks noGrp="1"/>
          </p:cNvSpPr>
          <p:nvPr/>
        </p:nvSpPr>
        <p:spPr>
          <a:xfrm>
            <a:off x="790575" y="3607594"/>
            <a:ext cx="1445276"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a:solidFill>
                  <a:srgbClr val="D4D4D4"/>
                </a:solidFill>
                <a:latin typeface="Menlo"/>
                <a:ea typeface="Menlo"/>
                <a:cs typeface="Menlo"/>
              </a:rPr>
              <a:t>   </a:t>
            </a:r>
            <a:r>
              <a:rPr b="0">
                <a:solidFill>
                  <a:srgbClr val="569CD6"/>
                </a:solidFill>
                <a:latin typeface="Menlo"/>
                <a:ea typeface="Menlo"/>
                <a:cs typeface="Menlo"/>
              </a:rPr>
              <a:t> proxy_pass</a:t>
            </a:r>
          </a:p>
        </p:txBody>
      </p:sp>
      <p:sp>
        <p:nvSpPr>
          <p:cNvPr id="12" name="code-line-7">
            <a:extLst>
              <a:ext uri="{FF2B5EF4-FFF2-40B4-BE49-F238E27FC236}">
                <a16:creationId xmlns:a16="http://schemas.microsoft.com/office/drawing/2014/main" id="{F733225E-94B5-401D-A2B6-DCED7DDECBDD}"/>
              </a:ext>
            </a:extLst>
          </p:cNvPr>
          <p:cNvSpPr>
            <a:spLocks noGrp="1"/>
          </p:cNvSpPr>
          <p:nvPr/>
        </p:nvSpPr>
        <p:spPr>
          <a:xfrm>
            <a:off x="790575" y="3832622"/>
            <a:ext cx="3857577"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a:solidFill>
                  <a:srgbClr val="D4D4D4"/>
                </a:solidFill>
                <a:latin typeface="Menlo"/>
                <a:ea typeface="Menlo"/>
                <a:cs typeface="Menlo"/>
              </a:rPr>
              <a:t>        http://$</a:t>
            </a:r>
            <a:r>
              <a:rPr b="0">
                <a:solidFill>
                  <a:srgbClr val="9CDCFE"/>
                </a:solidFill>
                <a:latin typeface="Menlo"/>
                <a:ea typeface="Menlo"/>
                <a:cs typeface="Menlo"/>
              </a:rPr>
              <a:t>http_host</a:t>
            </a:r>
            <a:r>
              <a:rPr b="0">
                <a:solidFill>
                  <a:srgbClr val="D4D4D4"/>
                </a:solidFill>
                <a:latin typeface="Menlo"/>
                <a:ea typeface="Menlo"/>
                <a:cs typeface="Menlo"/>
              </a:rPr>
              <a:t>$</a:t>
            </a:r>
            <a:r>
              <a:rPr b="0">
                <a:solidFill>
                  <a:srgbClr val="9CDCFE"/>
                </a:solidFill>
                <a:latin typeface="Menlo"/>
                <a:ea typeface="Menlo"/>
                <a:cs typeface="Menlo"/>
              </a:rPr>
              <a:t>request_uri</a:t>
            </a:r>
            <a:r>
              <a:rPr b="0">
                <a:solidFill>
                  <a:srgbClr val="D4D4D4"/>
                </a:solidFill>
                <a:latin typeface="Menlo"/>
                <a:ea typeface="Menlo"/>
                <a:cs typeface="Menlo"/>
              </a:rPr>
              <a:t>;</a:t>
            </a:r>
          </a:p>
        </p:txBody>
      </p:sp>
      <p:sp>
        <p:nvSpPr>
          <p:cNvPr id="13" name="code-line-8">
            <a:extLst>
              <a:ext uri="{FF2B5EF4-FFF2-40B4-BE49-F238E27FC236}">
                <a16:creationId xmlns:a16="http://schemas.microsoft.com/office/drawing/2014/main" id="{7B3E4839-B800-4FA3-8A65-12D1486BF037}"/>
              </a:ext>
            </a:extLst>
          </p:cNvPr>
          <p:cNvSpPr>
            <a:spLocks noGrp="1"/>
          </p:cNvSpPr>
          <p:nvPr/>
        </p:nvSpPr>
        <p:spPr>
          <a:xfrm>
            <a:off x="790575" y="4057650"/>
            <a:ext cx="166688"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a:solidFill>
                  <a:srgbClr val="D4D4D4"/>
                </a:solidFill>
                <a:latin typeface="Menlo"/>
                <a:ea typeface="Menlo"/>
                <a:cs typeface="Menlo"/>
              </a:rPr>
              <a:t>}</a:t>
            </a:r>
          </a:p>
        </p:txBody>
      </p:sp>
      <p:sp>
        <p:nvSpPr>
          <p:cNvPr id="14" name="lua-write">
            <a:extLst>
              <a:ext uri="{FF2B5EF4-FFF2-40B4-BE49-F238E27FC236}">
                <a16:creationId xmlns:a16="http://schemas.microsoft.com/office/drawing/2014/main" id="{802BFAAB-79F5-4FE0-8833-0B17EA96AA47}"/>
              </a:ext>
            </a:extLst>
          </p:cNvPr>
          <p:cNvSpPr>
            <a:spLocks noGrp="1"/>
          </p:cNvSpPr>
          <p:nvPr/>
        </p:nvSpPr>
        <p:spPr>
          <a:xfrm>
            <a:off x="6048375" y="2209800"/>
            <a:ext cx="2476500" cy="266700"/>
          </a:xfrm>
          <a:prstGeom prst="rect">
            <a:avLst/>
          </a:prstGeom>
          <a:noFill/>
          <a:ln w="0">
            <a:noFill/>
          </a:ln>
        </p:spPr>
        <p:txBody>
          <a:bodyPr wrap="none" lIns="0" tIns="0" rIns="0" bIns="0" anchor="t">
            <a:noAutofit/>
          </a:bodyPr>
          <a:lstStyle>
            <a:defPPr algn="l">
              <a:defRPr sz="1425" b="0">
                <a:solidFill>
                  <a:srgbClr val="202D3E"/>
                </a:solidFill>
                <a:latin typeface="Ubuntu Light"/>
                <a:ea typeface="Ubuntu Light"/>
                <a:cs typeface="Ubuntu Light"/>
              </a:defRPr>
            </a:defPPr>
            <a:lvl1pPr algn="l">
              <a:defRPr sz="1425" b="0">
                <a:solidFill>
                  <a:srgbClr val="202D3E"/>
                </a:solidFill>
                <a:latin typeface="Ubuntu Light"/>
                <a:ea typeface="Ubuntu Light"/>
                <a:cs typeface="Ubuntu Light"/>
              </a:defRPr>
            </a:lvl1pPr>
            <a:lvl2pPr algn="l">
              <a:defRPr sz="1425" b="0">
                <a:solidFill>
                  <a:srgbClr val="202D3E"/>
                </a:solidFill>
                <a:latin typeface="Ubuntu Light"/>
                <a:ea typeface="Ubuntu Light"/>
                <a:cs typeface="Ubuntu Light"/>
              </a:defRPr>
            </a:lvl2pPr>
            <a:lvl3pPr algn="l">
              <a:defRPr sz="1425" b="0">
                <a:solidFill>
                  <a:srgbClr val="202D3E"/>
                </a:solidFill>
                <a:latin typeface="Ubuntu Light"/>
                <a:ea typeface="Ubuntu Light"/>
                <a:cs typeface="Ubuntu Light"/>
              </a:defRPr>
            </a:lvl3pPr>
            <a:lvl4pPr algn="l">
              <a:defRPr sz="1425" b="0">
                <a:solidFill>
                  <a:srgbClr val="202D3E"/>
                </a:solidFill>
                <a:latin typeface="Ubuntu Light"/>
                <a:ea typeface="Ubuntu Light"/>
                <a:cs typeface="Ubuntu Light"/>
              </a:defRPr>
            </a:lvl4pPr>
            <a:lvl5pPr algn="l">
              <a:defRPr sz="1425" b="0">
                <a:solidFill>
                  <a:srgbClr val="202D3E"/>
                </a:solidFill>
                <a:latin typeface="Ubuntu Light"/>
                <a:ea typeface="Ubuntu Light"/>
                <a:cs typeface="Ubuntu Light"/>
              </a:defRPr>
            </a:lvl5pPr>
            <a:lvl6pPr algn="l">
              <a:defRPr sz="1425" b="0">
                <a:solidFill>
                  <a:srgbClr val="202D3E"/>
                </a:solidFill>
                <a:latin typeface="Ubuntu Light"/>
                <a:ea typeface="Ubuntu Light"/>
                <a:cs typeface="Ubuntu Light"/>
              </a:defRPr>
            </a:lvl6pPr>
            <a:lvl7pPr algn="l">
              <a:defRPr sz="1425" b="0">
                <a:solidFill>
                  <a:srgbClr val="202D3E"/>
                </a:solidFill>
                <a:latin typeface="Ubuntu Light"/>
                <a:ea typeface="Ubuntu Light"/>
                <a:cs typeface="Ubuntu Light"/>
              </a:defRPr>
            </a:lvl7pPr>
            <a:lvl8pPr algn="l">
              <a:defRPr sz="1425" b="0">
                <a:solidFill>
                  <a:srgbClr val="202D3E"/>
                </a:solidFill>
                <a:latin typeface="Ubuntu Light"/>
                <a:ea typeface="Ubuntu Light"/>
                <a:cs typeface="Ubuntu Light"/>
              </a:defRPr>
            </a:lvl8pPr>
            <a:lvl9pPr algn="l">
              <a:defRPr sz="1425" b="0">
                <a:solidFill>
                  <a:srgbClr val="202D3E"/>
                </a:solidFill>
                <a:latin typeface="Ubuntu Light"/>
                <a:ea typeface="Ubuntu Light"/>
                <a:cs typeface="Ubuntu Light"/>
              </a:defRPr>
            </a:lvl9pPr>
          </a:lstStyle>
          <a:p>
            <a:pPr algn="l">
              <a:defRPr sz="1425" b="0">
                <a:solidFill>
                  <a:srgbClr val="202D3E"/>
                </a:solidFill>
                <a:latin typeface="Ubuntu Light"/>
                <a:ea typeface="Ubuntu Light"/>
                <a:cs typeface="Ubuntu Light"/>
              </a:defRPr>
            </a:pPr>
            <a:r>
              <a:rPr b="0">
                <a:latin typeface="Ubuntu Light"/>
                <a:ea typeface="Ubuntu Light"/>
                <a:cs typeface="Ubuntu Light"/>
              </a:rPr>
              <a:t>1  Test writes </a:t>
            </a:r>
            <a:r>
              <a:rPr b="0">
                <a:latin typeface="Menlo"/>
                <a:ea typeface="Menlo"/>
                <a:cs typeface="Menlo"/>
              </a:rPr>
              <a:t>fault.lua</a:t>
            </a:r>
          </a:p>
        </p:txBody>
      </p:sp>
      <p:sp>
        <p:nvSpPr>
          <p:cNvPr id="15" name="lua-restart">
            <a:extLst>
              <a:ext uri="{FF2B5EF4-FFF2-40B4-BE49-F238E27FC236}">
                <a16:creationId xmlns:a16="http://schemas.microsoft.com/office/drawing/2014/main" id="{8893FCEA-D0DA-41D9-8A56-731EF2C33C5C}"/>
              </a:ext>
            </a:extLst>
          </p:cNvPr>
          <p:cNvSpPr>
            <a:spLocks noGrp="1"/>
          </p:cNvSpPr>
          <p:nvPr/>
        </p:nvSpPr>
        <p:spPr>
          <a:xfrm>
            <a:off x="6048375" y="2895600"/>
            <a:ext cx="2476500" cy="523875"/>
          </a:xfrm>
          <a:prstGeom prst="rect">
            <a:avLst/>
          </a:prstGeom>
          <a:noFill/>
          <a:ln w="0">
            <a:noFill/>
          </a:ln>
        </p:spPr>
        <p:txBody>
          <a:bodyPr wrap="none" lIns="0" tIns="0" rIns="0" bIns="0" anchor="t">
            <a:noAutofit/>
          </a:bodyPr>
          <a:lstStyle>
            <a:defPPr algn="l">
              <a:defRPr sz="1350" b="0">
                <a:solidFill>
                  <a:srgbClr val="202D3E"/>
                </a:solidFill>
                <a:latin typeface="Ubuntu Light"/>
                <a:ea typeface="Ubuntu Light"/>
                <a:cs typeface="Ubuntu Light"/>
              </a:defRPr>
            </a:defPPr>
            <a:lvl1pPr algn="l">
              <a:defRPr sz="1350" b="0">
                <a:solidFill>
                  <a:srgbClr val="202D3E"/>
                </a:solidFill>
                <a:latin typeface="Ubuntu Light"/>
                <a:ea typeface="Ubuntu Light"/>
                <a:cs typeface="Ubuntu Light"/>
              </a:defRPr>
            </a:lvl1pPr>
            <a:lvl2pPr algn="l">
              <a:defRPr sz="1350" b="0">
                <a:solidFill>
                  <a:srgbClr val="202D3E"/>
                </a:solidFill>
                <a:latin typeface="Ubuntu Light"/>
                <a:ea typeface="Ubuntu Light"/>
                <a:cs typeface="Ubuntu Light"/>
              </a:defRPr>
            </a:lvl2pPr>
            <a:lvl3pPr algn="l">
              <a:defRPr sz="1350" b="0">
                <a:solidFill>
                  <a:srgbClr val="202D3E"/>
                </a:solidFill>
                <a:latin typeface="Ubuntu Light"/>
                <a:ea typeface="Ubuntu Light"/>
                <a:cs typeface="Ubuntu Light"/>
              </a:defRPr>
            </a:lvl3pPr>
            <a:lvl4pPr algn="l">
              <a:defRPr sz="1350" b="0">
                <a:solidFill>
                  <a:srgbClr val="202D3E"/>
                </a:solidFill>
                <a:latin typeface="Ubuntu Light"/>
                <a:ea typeface="Ubuntu Light"/>
                <a:cs typeface="Ubuntu Light"/>
              </a:defRPr>
            </a:lvl4pPr>
            <a:lvl5pPr algn="l">
              <a:defRPr sz="1350" b="0">
                <a:solidFill>
                  <a:srgbClr val="202D3E"/>
                </a:solidFill>
                <a:latin typeface="Ubuntu Light"/>
                <a:ea typeface="Ubuntu Light"/>
                <a:cs typeface="Ubuntu Light"/>
              </a:defRPr>
            </a:lvl5pPr>
            <a:lvl6pPr algn="l">
              <a:defRPr sz="1350" b="0">
                <a:solidFill>
                  <a:srgbClr val="202D3E"/>
                </a:solidFill>
                <a:latin typeface="Ubuntu Light"/>
                <a:ea typeface="Ubuntu Light"/>
                <a:cs typeface="Ubuntu Light"/>
              </a:defRPr>
            </a:lvl6pPr>
            <a:lvl7pPr algn="l">
              <a:defRPr sz="1350" b="0">
                <a:solidFill>
                  <a:srgbClr val="202D3E"/>
                </a:solidFill>
                <a:latin typeface="Ubuntu Light"/>
                <a:ea typeface="Ubuntu Light"/>
                <a:cs typeface="Ubuntu Light"/>
              </a:defRPr>
            </a:lvl7pPr>
            <a:lvl8pPr algn="l">
              <a:defRPr sz="1350" b="0">
                <a:solidFill>
                  <a:srgbClr val="202D3E"/>
                </a:solidFill>
                <a:latin typeface="Ubuntu Light"/>
                <a:ea typeface="Ubuntu Light"/>
                <a:cs typeface="Ubuntu Light"/>
              </a:defRPr>
            </a:lvl8pPr>
            <a:lvl9pPr algn="l">
              <a:defRPr sz="1350" b="0">
                <a:solidFill>
                  <a:srgbClr val="202D3E"/>
                </a:solidFill>
                <a:latin typeface="Ubuntu Light"/>
                <a:ea typeface="Ubuntu Light"/>
                <a:cs typeface="Ubuntu Light"/>
              </a:defRPr>
            </a:lvl9pPr>
          </a:lstStyle>
          <a:p>
            <a:pPr algn="l">
              <a:defRPr sz="1350" b="0">
                <a:solidFill>
                  <a:srgbClr val="202D3E"/>
                </a:solidFill>
                <a:latin typeface="Ubuntu Light"/>
                <a:ea typeface="Ubuntu Light"/>
                <a:cs typeface="Ubuntu Light"/>
              </a:defRPr>
            </a:pPr>
            <a:r>
              <a:rPr b="0" dirty="0">
                <a:latin typeface="Ubuntu Light"/>
                <a:ea typeface="Ubuntu Light"/>
                <a:cs typeface="Ubuntu Light"/>
              </a:rPr>
              <a:t>2  Restart </a:t>
            </a:r>
            <a:r>
              <a:rPr b="0" dirty="0" err="1">
                <a:latin typeface="Ubuntu Light"/>
                <a:ea typeface="Ubuntu Light"/>
                <a:cs typeface="Ubuntu Light"/>
              </a:rPr>
              <a:t>OpenResty</a:t>
            </a:r>
            <a:endParaRPr b="0" dirty="0">
              <a:latin typeface="Ubuntu Light"/>
              <a:ea typeface="Ubuntu Light"/>
              <a:cs typeface="Ubuntu Light"/>
            </a:endParaRPr>
          </a:p>
          <a:p>
            <a:pPr algn="l">
              <a:defRPr sz="1350" b="0">
                <a:solidFill>
                  <a:srgbClr val="202D3E"/>
                </a:solidFill>
                <a:latin typeface="Ubuntu Light"/>
                <a:ea typeface="Ubuntu Light"/>
                <a:cs typeface="Ubuntu Light"/>
              </a:defRPr>
            </a:pPr>
            <a:r>
              <a:rPr b="0" dirty="0">
                <a:latin typeface="Ubuntu Light"/>
                <a:ea typeface="Ubuntu Light"/>
                <a:cs typeface="Ubuntu Light"/>
              </a:rPr>
              <a:t>    to reload the Lua module</a:t>
            </a:r>
          </a:p>
        </p:txBody>
      </p:sp>
      <p:sp>
        <p:nvSpPr>
          <p:cNvPr id="16" name="lua-health">
            <a:extLst>
              <a:ext uri="{FF2B5EF4-FFF2-40B4-BE49-F238E27FC236}">
                <a16:creationId xmlns:a16="http://schemas.microsoft.com/office/drawing/2014/main" id="{0A3C0003-68F0-4E90-9DD1-24D850AD6747}"/>
              </a:ext>
            </a:extLst>
          </p:cNvPr>
          <p:cNvSpPr>
            <a:spLocks noGrp="1"/>
          </p:cNvSpPr>
          <p:nvPr/>
        </p:nvSpPr>
        <p:spPr>
          <a:xfrm>
            <a:off x="6048375" y="3790950"/>
            <a:ext cx="2476500" cy="723900"/>
          </a:xfrm>
          <a:prstGeom prst="rect">
            <a:avLst/>
          </a:prstGeom>
          <a:noFill/>
          <a:ln w="0">
            <a:noFill/>
          </a:ln>
        </p:spPr>
        <p:txBody>
          <a:bodyPr wrap="none" lIns="0" tIns="0" rIns="0" bIns="0" anchor="t">
            <a:noAutofit/>
          </a:bodyPr>
          <a:lstStyle>
            <a:defPPr algn="l">
              <a:defRPr sz="1350" b="0">
                <a:solidFill>
                  <a:srgbClr val="202D3E"/>
                </a:solidFill>
                <a:latin typeface="Ubuntu Light"/>
                <a:ea typeface="Ubuntu Light"/>
                <a:cs typeface="Ubuntu Light"/>
              </a:defRPr>
            </a:defPPr>
            <a:lvl1pPr algn="l">
              <a:defRPr sz="1350" b="0">
                <a:solidFill>
                  <a:srgbClr val="202D3E"/>
                </a:solidFill>
                <a:latin typeface="Ubuntu Light"/>
                <a:ea typeface="Ubuntu Light"/>
                <a:cs typeface="Ubuntu Light"/>
              </a:defRPr>
            </a:lvl1pPr>
            <a:lvl2pPr algn="l">
              <a:defRPr sz="1350" b="0">
                <a:solidFill>
                  <a:srgbClr val="202D3E"/>
                </a:solidFill>
                <a:latin typeface="Ubuntu Light"/>
                <a:ea typeface="Ubuntu Light"/>
                <a:cs typeface="Ubuntu Light"/>
              </a:defRPr>
            </a:lvl2pPr>
            <a:lvl3pPr algn="l">
              <a:defRPr sz="1350" b="0">
                <a:solidFill>
                  <a:srgbClr val="202D3E"/>
                </a:solidFill>
                <a:latin typeface="Ubuntu Light"/>
                <a:ea typeface="Ubuntu Light"/>
                <a:cs typeface="Ubuntu Light"/>
              </a:defRPr>
            </a:lvl3pPr>
            <a:lvl4pPr algn="l">
              <a:defRPr sz="1350" b="0">
                <a:solidFill>
                  <a:srgbClr val="202D3E"/>
                </a:solidFill>
                <a:latin typeface="Ubuntu Light"/>
                <a:ea typeface="Ubuntu Light"/>
                <a:cs typeface="Ubuntu Light"/>
              </a:defRPr>
            </a:lvl4pPr>
            <a:lvl5pPr algn="l">
              <a:defRPr sz="1350" b="0">
                <a:solidFill>
                  <a:srgbClr val="202D3E"/>
                </a:solidFill>
                <a:latin typeface="Ubuntu Light"/>
                <a:ea typeface="Ubuntu Light"/>
                <a:cs typeface="Ubuntu Light"/>
              </a:defRPr>
            </a:lvl5pPr>
            <a:lvl6pPr algn="l">
              <a:defRPr sz="1350" b="0">
                <a:solidFill>
                  <a:srgbClr val="202D3E"/>
                </a:solidFill>
                <a:latin typeface="Ubuntu Light"/>
                <a:ea typeface="Ubuntu Light"/>
                <a:cs typeface="Ubuntu Light"/>
              </a:defRPr>
            </a:lvl6pPr>
            <a:lvl7pPr algn="l">
              <a:defRPr sz="1350" b="0">
                <a:solidFill>
                  <a:srgbClr val="202D3E"/>
                </a:solidFill>
                <a:latin typeface="Ubuntu Light"/>
                <a:ea typeface="Ubuntu Light"/>
                <a:cs typeface="Ubuntu Light"/>
              </a:defRPr>
            </a:lvl7pPr>
            <a:lvl8pPr algn="l">
              <a:defRPr sz="1350" b="0">
                <a:solidFill>
                  <a:srgbClr val="202D3E"/>
                </a:solidFill>
                <a:latin typeface="Ubuntu Light"/>
                <a:ea typeface="Ubuntu Light"/>
                <a:cs typeface="Ubuntu Light"/>
              </a:defRPr>
            </a:lvl8pPr>
            <a:lvl9pPr algn="l">
              <a:defRPr sz="1350" b="0">
                <a:solidFill>
                  <a:srgbClr val="202D3E"/>
                </a:solidFill>
                <a:latin typeface="Ubuntu Light"/>
                <a:ea typeface="Ubuntu Light"/>
                <a:cs typeface="Ubuntu Light"/>
              </a:defRPr>
            </a:lvl9pPr>
          </a:lstStyle>
          <a:p>
            <a:pPr algn="l">
              <a:defRPr sz="1350" b="0">
                <a:solidFill>
                  <a:srgbClr val="202D3E"/>
                </a:solidFill>
                <a:latin typeface="Ubuntu Light"/>
                <a:ea typeface="Ubuntu Light"/>
                <a:cs typeface="Ubuntu Light"/>
              </a:defRPr>
            </a:pPr>
            <a:r>
              <a:rPr b="0">
                <a:latin typeface="Ubuntu Light"/>
                <a:ea typeface="Ubuntu Light"/>
                <a:cs typeface="Ubuntu Light"/>
              </a:rPr>
              <a:t>3  Wait for HTTP 200</a:t>
            </a:r>
          </a:p>
          <a:p>
            <a:pPr algn="l">
              <a:defRPr sz="1350" b="0">
                <a:solidFill>
                  <a:srgbClr val="202D3E"/>
                </a:solidFill>
                <a:latin typeface="Ubuntu Light"/>
                <a:ea typeface="Ubuntu Light"/>
                <a:cs typeface="Ubuntu Light"/>
              </a:defRPr>
            </a:pPr>
            <a:r>
              <a:rPr b="0">
                <a:latin typeface="Ubuntu Light"/>
                <a:ea typeface="Ubuntu Light"/>
                <a:cs typeface="Ubuntu Light"/>
              </a:rPr>
              <a:t>    from </a:t>
            </a:r>
            <a:r>
              <a:rPr b="0">
                <a:latin typeface="Menlo"/>
                <a:ea typeface="Menlo"/>
                <a:cs typeface="Menlo"/>
              </a:rPr>
              <a:t>/health</a:t>
            </a:r>
            <a:r>
              <a:rPr b="0">
                <a:latin typeface="Ubuntu Light"/>
                <a:ea typeface="Ubuntu Light"/>
                <a:cs typeface="Ubuntu Light"/>
              </a:rPr>
              <a:t>, then</a:t>
            </a:r>
          </a:p>
          <a:p>
            <a:pPr algn="l">
              <a:defRPr sz="1350" b="0">
                <a:solidFill>
                  <a:srgbClr val="202D3E"/>
                </a:solidFill>
                <a:latin typeface="Ubuntu Light"/>
                <a:ea typeface="Ubuntu Light"/>
                <a:cs typeface="Ubuntu Light"/>
              </a:defRPr>
            </a:pPr>
            <a:r>
              <a:rPr b="0">
                <a:latin typeface="Ubuntu Light"/>
                <a:ea typeface="Ubuntu Light"/>
                <a:cs typeface="Ubuntu Light"/>
              </a:rPr>
              <a:t>    start the workflow</a:t>
            </a:r>
          </a:p>
        </p:txBody>
      </p:sp>
      <p:sp>
        <p:nvSpPr>
          <p:cNvPr id="17" name="retry-owner">
            <a:extLst>
              <a:ext uri="{FF2B5EF4-FFF2-40B4-BE49-F238E27FC236}">
                <a16:creationId xmlns:a16="http://schemas.microsoft.com/office/drawing/2014/main" id="{BF7CDEB3-F846-4A1D-8F78-BCF23AA2E0E0}"/>
              </a:ext>
            </a:extLst>
          </p:cNvPr>
          <p:cNvSpPr>
            <a:spLocks noGrp="1"/>
          </p:cNvSpPr>
          <p:nvPr/>
        </p:nvSpPr>
        <p:spPr>
          <a:xfrm>
            <a:off x="619125" y="4724400"/>
            <a:ext cx="7905750" cy="257175"/>
          </a:xfrm>
          <a:prstGeom prst="rect">
            <a:avLst/>
          </a:prstGeom>
          <a:noFill/>
          <a:ln w="0">
            <a:noFill/>
          </a:ln>
        </p:spPr>
        <p:txBody>
          <a:bodyPr wrap="none" lIns="0" tIns="0" rIns="0" bIns="0" anchor="t">
            <a:noAutofit/>
          </a:bodyPr>
          <a:lstStyle>
            <a:defPPr algn="l">
              <a:defRPr sz="1313" b="0">
                <a:solidFill>
                  <a:srgbClr val="202D3E"/>
                </a:solidFill>
                <a:latin typeface="Ubuntu Light"/>
                <a:ea typeface="Ubuntu Light"/>
                <a:cs typeface="Ubuntu Light"/>
              </a:defRPr>
            </a:defPPr>
            <a:lvl1pPr algn="l">
              <a:defRPr sz="1313" b="0">
                <a:solidFill>
                  <a:srgbClr val="202D3E"/>
                </a:solidFill>
                <a:latin typeface="Ubuntu Light"/>
                <a:ea typeface="Ubuntu Light"/>
                <a:cs typeface="Ubuntu Light"/>
              </a:defRPr>
            </a:lvl1pPr>
            <a:lvl2pPr algn="l">
              <a:defRPr sz="1313" b="0">
                <a:solidFill>
                  <a:srgbClr val="202D3E"/>
                </a:solidFill>
                <a:latin typeface="Ubuntu Light"/>
                <a:ea typeface="Ubuntu Light"/>
                <a:cs typeface="Ubuntu Light"/>
              </a:defRPr>
            </a:lvl2pPr>
            <a:lvl3pPr algn="l">
              <a:defRPr sz="1313" b="0">
                <a:solidFill>
                  <a:srgbClr val="202D3E"/>
                </a:solidFill>
                <a:latin typeface="Ubuntu Light"/>
                <a:ea typeface="Ubuntu Light"/>
                <a:cs typeface="Ubuntu Light"/>
              </a:defRPr>
            </a:lvl3pPr>
            <a:lvl4pPr algn="l">
              <a:defRPr sz="1313" b="0">
                <a:solidFill>
                  <a:srgbClr val="202D3E"/>
                </a:solidFill>
                <a:latin typeface="Ubuntu Light"/>
                <a:ea typeface="Ubuntu Light"/>
                <a:cs typeface="Ubuntu Light"/>
              </a:defRPr>
            </a:lvl4pPr>
            <a:lvl5pPr algn="l">
              <a:defRPr sz="1313" b="0">
                <a:solidFill>
                  <a:srgbClr val="202D3E"/>
                </a:solidFill>
                <a:latin typeface="Ubuntu Light"/>
                <a:ea typeface="Ubuntu Light"/>
                <a:cs typeface="Ubuntu Light"/>
              </a:defRPr>
            </a:lvl5pPr>
            <a:lvl6pPr algn="l">
              <a:defRPr sz="1313" b="0">
                <a:solidFill>
                  <a:srgbClr val="202D3E"/>
                </a:solidFill>
                <a:latin typeface="Ubuntu Light"/>
                <a:ea typeface="Ubuntu Light"/>
                <a:cs typeface="Ubuntu Light"/>
              </a:defRPr>
            </a:lvl6pPr>
            <a:lvl7pPr algn="l">
              <a:defRPr sz="1313" b="0">
                <a:solidFill>
                  <a:srgbClr val="202D3E"/>
                </a:solidFill>
                <a:latin typeface="Ubuntu Light"/>
                <a:ea typeface="Ubuntu Light"/>
                <a:cs typeface="Ubuntu Light"/>
              </a:defRPr>
            </a:lvl7pPr>
            <a:lvl8pPr algn="l">
              <a:defRPr sz="1313" b="0">
                <a:solidFill>
                  <a:srgbClr val="202D3E"/>
                </a:solidFill>
                <a:latin typeface="Ubuntu Light"/>
                <a:ea typeface="Ubuntu Light"/>
                <a:cs typeface="Ubuntu Light"/>
              </a:defRPr>
            </a:lvl8pPr>
            <a:lvl9pPr algn="l">
              <a:defRPr sz="1313" b="0">
                <a:solidFill>
                  <a:srgbClr val="202D3E"/>
                </a:solidFill>
                <a:latin typeface="Ubuntu Light"/>
                <a:ea typeface="Ubuntu Light"/>
                <a:cs typeface="Ubuntu Light"/>
              </a:defRPr>
            </a:lvl9pPr>
          </a:lstStyle>
          <a:p>
            <a:pPr algn="l">
              <a:defRPr sz="1313" b="0">
                <a:solidFill>
                  <a:srgbClr val="202D3E"/>
                </a:solidFill>
                <a:latin typeface="Ubuntu Light"/>
                <a:ea typeface="Ubuntu Light"/>
                <a:cs typeface="Ubuntu Light"/>
              </a:defRPr>
            </a:pPr>
            <a:r>
              <a:rPr b="0">
                <a:latin typeface="Menlo"/>
                <a:ea typeface="Menlo"/>
                <a:cs typeface="Menlo"/>
              </a:rPr>
              <a:t>AWS_MAX_ATTEMPTS=1</a:t>
            </a:r>
            <a:r>
              <a:rPr b="0">
                <a:latin typeface="Ubuntu Light"/>
                <a:ea typeface="Ubuntu Light"/>
                <a:cs typeface="Ubuntu Light"/>
              </a:rPr>
              <a:t>: SDK retries off. Step Functions retries the task.</a:t>
            </a:r>
          </a:p>
        </p:txBody>
      </p:sp>
    </p:spTree>
    <p:extLst>
      <p:ext uri="{BB962C8B-B14F-4D97-AF65-F5344CB8AC3E}">
        <p14:creationId xmlns:p14="http://schemas.microsoft.com/office/powerpoint/2010/main" val="127060086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lide-title">
            <a:extLst>
              <a:ext uri="{FF2B5EF4-FFF2-40B4-BE49-F238E27FC236}">
                <a16:creationId xmlns:a16="http://schemas.microsoft.com/office/drawing/2014/main" id="{90B5075D-BD58-41DC-93CB-A6B17AA92FEB}"/>
              </a:ext>
            </a:extLst>
          </p:cNvPr>
          <p:cNvSpPr>
            <a:spLocks noGrp="1"/>
          </p:cNvSpPr>
          <p:nvPr/>
        </p:nvSpPr>
        <p:spPr>
          <a:xfrm>
            <a:off x="619125" y="752475"/>
            <a:ext cx="7905750" cy="457200"/>
          </a:xfrm>
          <a:prstGeom prst="rect">
            <a:avLst/>
          </a:prstGeom>
          <a:noFill/>
          <a:ln w="0">
            <a:noFill/>
          </a:ln>
        </p:spPr>
        <p:txBody xmlns:a="http://schemas.openxmlformats.org/drawingml/2006/main" xmlns:p="http://schemas.openxmlformats.org/presentationml/2006/main">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lang="en-US" b="0" dirty="0">
                <a:latin typeface="Ubuntu Light"/>
                <a:ea typeface="Ubuntu Light"/>
                <a:cs typeface="Ubuntu Light"/>
              </a:rPr>
              <a:t>Case 1: reject the first two stock transactions</a:t>
            </a:r>
          </a:p>
        </p:txBody>
      </p:sp>
      <p:sp>
        <p:nvSpPr>
          <p:cNvPr id="2" name="source-label">
            <a:extLst>
              <a:ext uri="{FF2B5EF4-FFF2-40B4-BE49-F238E27FC236}">
                <a16:creationId xmlns:a16="http://schemas.microsoft.com/office/drawing/2014/main" id="{B6A7ACF7-412B-4B52-A610-7335D79F2C3B}"/>
              </a:ext>
            </a:extLst>
          </p:cNvPr>
          <p:cNvSpPr>
            <a:spLocks noGrp="1"/>
          </p:cNvSpPr>
          <p:nvPr/>
        </p:nvSpPr>
        <p:spPr>
          <a:xfrm>
            <a:off x="619125" y="1362075"/>
            <a:ext cx="7905750" cy="219075"/>
          </a:xfrm>
          <a:prstGeom prst="rect">
            <a:avLst/>
          </a:prstGeom>
          <a:noFill/>
          <a:ln w="0">
            <a:noFill/>
          </a:ln>
        </p:spPr>
        <p:txBody>
          <a:bodyPr wrap="none" lIns="0" tIns="0" rIns="0" bIns="0" anchor="t">
            <a:noAutofit/>
          </a:bodyPr>
          <a:lstStyle>
            <a:defPPr algn="l">
              <a:defRPr sz="1200" b="0">
                <a:solidFill>
                  <a:srgbClr val="475569"/>
                </a:solidFill>
                <a:latin typeface="Ubuntu Light"/>
                <a:ea typeface="Ubuntu Light"/>
                <a:cs typeface="Ubuntu Light"/>
              </a:defRPr>
            </a:defPPr>
            <a:lvl1pPr algn="l">
              <a:defRPr sz="1200" b="0">
                <a:solidFill>
                  <a:srgbClr val="475569"/>
                </a:solidFill>
                <a:latin typeface="Ubuntu Light"/>
                <a:ea typeface="Ubuntu Light"/>
                <a:cs typeface="Ubuntu Light"/>
              </a:defRPr>
            </a:lvl1pPr>
            <a:lvl2pPr algn="l">
              <a:defRPr sz="1200" b="0">
                <a:solidFill>
                  <a:srgbClr val="475569"/>
                </a:solidFill>
                <a:latin typeface="Ubuntu Light"/>
                <a:ea typeface="Ubuntu Light"/>
                <a:cs typeface="Ubuntu Light"/>
              </a:defRPr>
            </a:lvl2pPr>
            <a:lvl3pPr algn="l">
              <a:defRPr sz="1200" b="0">
                <a:solidFill>
                  <a:srgbClr val="475569"/>
                </a:solidFill>
                <a:latin typeface="Ubuntu Light"/>
                <a:ea typeface="Ubuntu Light"/>
                <a:cs typeface="Ubuntu Light"/>
              </a:defRPr>
            </a:lvl3pPr>
            <a:lvl4pPr algn="l">
              <a:defRPr sz="1200" b="0">
                <a:solidFill>
                  <a:srgbClr val="475569"/>
                </a:solidFill>
                <a:latin typeface="Ubuntu Light"/>
                <a:ea typeface="Ubuntu Light"/>
                <a:cs typeface="Ubuntu Light"/>
              </a:defRPr>
            </a:lvl4pPr>
            <a:lvl5pPr algn="l">
              <a:defRPr sz="1200" b="0">
                <a:solidFill>
                  <a:srgbClr val="475569"/>
                </a:solidFill>
                <a:latin typeface="Ubuntu Light"/>
                <a:ea typeface="Ubuntu Light"/>
                <a:cs typeface="Ubuntu Light"/>
              </a:defRPr>
            </a:lvl5pPr>
            <a:lvl6pPr algn="l">
              <a:defRPr sz="1200" b="0">
                <a:solidFill>
                  <a:srgbClr val="475569"/>
                </a:solidFill>
                <a:latin typeface="Ubuntu Light"/>
                <a:ea typeface="Ubuntu Light"/>
                <a:cs typeface="Ubuntu Light"/>
              </a:defRPr>
            </a:lvl6pPr>
            <a:lvl7pPr algn="l">
              <a:defRPr sz="1200" b="0">
                <a:solidFill>
                  <a:srgbClr val="475569"/>
                </a:solidFill>
                <a:latin typeface="Ubuntu Light"/>
                <a:ea typeface="Ubuntu Light"/>
                <a:cs typeface="Ubuntu Light"/>
              </a:defRPr>
            </a:lvl7pPr>
            <a:lvl8pPr algn="l">
              <a:defRPr sz="1200" b="0">
                <a:solidFill>
                  <a:srgbClr val="475569"/>
                </a:solidFill>
                <a:latin typeface="Ubuntu Light"/>
                <a:ea typeface="Ubuntu Light"/>
                <a:cs typeface="Ubuntu Light"/>
              </a:defRPr>
            </a:lvl8pPr>
            <a:lvl9pPr algn="l">
              <a:defRPr sz="1200" b="0">
                <a:solidFill>
                  <a:srgbClr val="475569"/>
                </a:solidFill>
                <a:latin typeface="Ubuntu Light"/>
                <a:ea typeface="Ubuntu Light"/>
                <a:cs typeface="Ubuntu Light"/>
              </a:defRPr>
            </a:lvl9pPr>
          </a:lstStyle>
          <a:p>
            <a:pPr algn="l">
              <a:defRPr sz="1200" b="0">
                <a:solidFill>
                  <a:srgbClr val="475569"/>
                </a:solidFill>
                <a:latin typeface="Ubuntu Light"/>
                <a:ea typeface="Ubuntu Light"/>
                <a:cs typeface="Ubuntu Light"/>
              </a:defRPr>
            </a:pPr>
            <a:r>
              <a:rPr b="0" dirty="0">
                <a:latin typeface="Ubuntu Light"/>
                <a:ea typeface="Ubuntu Light"/>
                <a:cs typeface="Ubuntu Light"/>
              </a:rPr>
              <a:t>Lua · </a:t>
            </a:r>
            <a:r>
              <a:rPr b="0" dirty="0" err="1">
                <a:latin typeface="Ubuntu Light"/>
                <a:ea typeface="Ubuntu Light"/>
                <a:cs typeface="Ubuntu Light"/>
              </a:rPr>
              <a:t>fault.lua</a:t>
            </a:r>
            <a:r>
              <a:rPr b="0" dirty="0">
                <a:latin typeface="Ubuntu Light"/>
                <a:ea typeface="Ubuntu Light"/>
                <a:cs typeface="Ubuntu Light"/>
              </a:rPr>
              <a:t>, written by </a:t>
            </a:r>
            <a:r>
              <a:rPr b="0" dirty="0" err="1">
                <a:latin typeface="Ubuntu Light"/>
                <a:ea typeface="Ubuntu Light"/>
                <a:cs typeface="Ubuntu Light"/>
              </a:rPr>
              <a:t>test_stock_reservation.py</a:t>
            </a:r>
            <a:endParaRPr b="0" dirty="0">
              <a:latin typeface="Ubuntu Light"/>
              <a:ea typeface="Ubuntu Light"/>
              <a:cs typeface="Ubuntu Light"/>
            </a:endParaRPr>
          </a:p>
        </p:txBody>
      </p:sp>
      <p:sp>
        <p:nvSpPr>
          <p:cNvPr id="3" name="code-background">
            <a:extLst>
              <a:ext uri="{FF2B5EF4-FFF2-40B4-BE49-F238E27FC236}">
                <a16:creationId xmlns:a16="http://schemas.microsoft.com/office/drawing/2014/main" id="{1BA4F8F5-CD50-4221-891B-EF6B0B2553D5}"/>
              </a:ext>
            </a:extLst>
          </p:cNvPr>
          <p:cNvSpPr>
            <a:spLocks noGrp="1"/>
          </p:cNvSpPr>
          <p:nvPr/>
        </p:nvSpPr>
        <p:spPr>
          <a:xfrm>
            <a:off x="619125" y="1619250"/>
            <a:ext cx="7905750" cy="3213735"/>
          </a:xfrm>
          <a:prstGeom prst="rect">
            <a:avLst/>
          </a:prstGeom>
          <a:solidFill>
            <a:srgbClr val="000000"/>
          </a:solidFill>
          <a:ln w="0">
            <a:noFill/>
          </a:ln>
        </p:spPr>
        <p:txBody>
          <a:bodyPr/>
          <a:lstStyle/>
          <a:p>
            <a:endParaRPr lang="en-US"/>
          </a:p>
        </p:txBody>
      </p:sp>
      <p:sp>
        <p:nvSpPr>
          <p:cNvPr id="4" name="code-line-0">
            <a:extLst>
              <a:ext uri="{FF2B5EF4-FFF2-40B4-BE49-F238E27FC236}">
                <a16:creationId xmlns:a16="http://schemas.microsoft.com/office/drawing/2014/main" id="{7FAC0057-227E-4A14-A9ED-8EADF296C57C}"/>
              </a:ext>
            </a:extLst>
          </p:cNvPr>
          <p:cNvSpPr>
            <a:spLocks noGrp="1"/>
          </p:cNvSpPr>
          <p:nvPr/>
        </p:nvSpPr>
        <p:spPr>
          <a:xfrm>
            <a:off x="790575" y="1733550"/>
            <a:ext cx="1893275" cy="239078"/>
          </a:xfrm>
          <a:prstGeom prst="rect">
            <a:avLst/>
          </a:prstGeom>
          <a:noFill/>
          <a:ln w="0">
            <a:noFill/>
          </a:ln>
        </p:spPr>
        <p:txBody>
          <a:bodyPr wrap="none" lIns="0" tIns="0" rIns="0" bIns="0">
            <a:noAutofit/>
          </a:bodyPr>
          <a:lstStyle>
            <a:defPPr>
              <a:defRPr sz="1275" b="0">
                <a:solidFill>
                  <a:srgbClr val="D4D4D4"/>
                </a:solidFill>
                <a:latin typeface="Menlo"/>
                <a:ea typeface="Menlo"/>
                <a:cs typeface="Menlo"/>
              </a:defRPr>
            </a:defPPr>
            <a:lvl1pPr>
              <a:defRPr sz="1275" b="0">
                <a:solidFill>
                  <a:srgbClr val="D4D4D4"/>
                </a:solidFill>
                <a:latin typeface="Menlo"/>
                <a:ea typeface="Menlo"/>
                <a:cs typeface="Menlo"/>
              </a:defRPr>
            </a:lvl1pPr>
            <a:lvl2pPr>
              <a:defRPr sz="1275" b="0">
                <a:solidFill>
                  <a:srgbClr val="D4D4D4"/>
                </a:solidFill>
                <a:latin typeface="Menlo"/>
                <a:ea typeface="Menlo"/>
                <a:cs typeface="Menlo"/>
              </a:defRPr>
            </a:lvl2pPr>
            <a:lvl3pPr>
              <a:defRPr sz="1275" b="0">
                <a:solidFill>
                  <a:srgbClr val="D4D4D4"/>
                </a:solidFill>
                <a:latin typeface="Menlo"/>
                <a:ea typeface="Menlo"/>
                <a:cs typeface="Menlo"/>
              </a:defRPr>
            </a:lvl3pPr>
            <a:lvl4pPr>
              <a:defRPr sz="1275" b="0">
                <a:solidFill>
                  <a:srgbClr val="D4D4D4"/>
                </a:solidFill>
                <a:latin typeface="Menlo"/>
                <a:ea typeface="Menlo"/>
                <a:cs typeface="Menlo"/>
              </a:defRPr>
            </a:lvl4pPr>
            <a:lvl5pPr>
              <a:defRPr sz="1275" b="0">
                <a:solidFill>
                  <a:srgbClr val="D4D4D4"/>
                </a:solidFill>
                <a:latin typeface="Menlo"/>
                <a:ea typeface="Menlo"/>
                <a:cs typeface="Menlo"/>
              </a:defRPr>
            </a:lvl5pPr>
            <a:lvl6pPr>
              <a:defRPr sz="1275" b="0">
                <a:solidFill>
                  <a:srgbClr val="D4D4D4"/>
                </a:solidFill>
                <a:latin typeface="Menlo"/>
                <a:ea typeface="Menlo"/>
                <a:cs typeface="Menlo"/>
              </a:defRPr>
            </a:lvl6pPr>
            <a:lvl7pPr>
              <a:defRPr sz="1275" b="0">
                <a:solidFill>
                  <a:srgbClr val="D4D4D4"/>
                </a:solidFill>
                <a:latin typeface="Menlo"/>
                <a:ea typeface="Menlo"/>
                <a:cs typeface="Menlo"/>
              </a:defRPr>
            </a:lvl7pPr>
            <a:lvl8pPr>
              <a:defRPr sz="1275" b="0">
                <a:solidFill>
                  <a:srgbClr val="D4D4D4"/>
                </a:solidFill>
                <a:latin typeface="Menlo"/>
                <a:ea typeface="Menlo"/>
                <a:cs typeface="Menlo"/>
              </a:defRPr>
            </a:lvl8pPr>
            <a:lvl9pPr>
              <a:defRPr sz="1275" b="0">
                <a:solidFill>
                  <a:srgbClr val="D4D4D4"/>
                </a:solidFill>
                <a:latin typeface="Menlo"/>
                <a:ea typeface="Menlo"/>
                <a:cs typeface="Menlo"/>
              </a:defRPr>
            </a:lvl9pPr>
          </a:lstStyle>
          <a:p>
            <a:pPr>
              <a:defRPr sz="1275" b="0">
                <a:solidFill>
                  <a:srgbClr val="D4D4D4"/>
                </a:solidFill>
                <a:latin typeface="Menlo"/>
                <a:ea typeface="Menlo"/>
                <a:cs typeface="Menlo"/>
              </a:defRPr>
            </a:pPr>
            <a:r>
              <a:rPr b="0" dirty="0">
                <a:solidFill>
                  <a:srgbClr val="569CD6"/>
                </a:solidFill>
                <a:latin typeface="Menlo"/>
                <a:ea typeface="Menlo"/>
                <a:cs typeface="Menlo"/>
              </a:rPr>
              <a:t>local</a:t>
            </a:r>
            <a:r>
              <a:rPr b="0" dirty="0">
                <a:solidFill>
                  <a:srgbClr val="D4D4D4"/>
                </a:solidFill>
                <a:latin typeface="Menlo"/>
                <a:ea typeface="Menlo"/>
                <a:cs typeface="Menlo"/>
              </a:rPr>
              <a:t> </a:t>
            </a:r>
            <a:r>
              <a:rPr b="0" dirty="0">
                <a:solidFill>
                  <a:srgbClr val="9CDCFE"/>
                </a:solidFill>
                <a:latin typeface="Menlo"/>
                <a:ea typeface="Menlo"/>
                <a:cs typeface="Menlo"/>
              </a:rPr>
              <a:t>remaining</a:t>
            </a:r>
            <a:r>
              <a:rPr b="0" dirty="0">
                <a:solidFill>
                  <a:srgbClr val="D4D4D4"/>
                </a:solidFill>
                <a:latin typeface="Menlo"/>
                <a:ea typeface="Menlo"/>
                <a:cs typeface="Menlo"/>
              </a:rPr>
              <a:t> = </a:t>
            </a:r>
            <a:r>
              <a:rPr b="0" dirty="0">
                <a:solidFill>
                  <a:srgbClr val="B5CEA8"/>
                </a:solidFill>
                <a:latin typeface="Menlo"/>
                <a:ea typeface="Menlo"/>
                <a:cs typeface="Menlo"/>
              </a:rPr>
              <a:t>2</a:t>
            </a:r>
          </a:p>
        </p:txBody>
      </p:sp>
      <p:sp>
        <p:nvSpPr>
          <p:cNvPr id="5" name="code-line-1">
            <a:extLst>
              <a:ext uri="{FF2B5EF4-FFF2-40B4-BE49-F238E27FC236}">
                <a16:creationId xmlns:a16="http://schemas.microsoft.com/office/drawing/2014/main" id="{50CDB841-C7FE-4500-961B-CFB42A02CBCB}"/>
              </a:ext>
            </a:extLst>
          </p:cNvPr>
          <p:cNvSpPr>
            <a:spLocks noGrp="1"/>
          </p:cNvSpPr>
          <p:nvPr/>
        </p:nvSpPr>
        <p:spPr>
          <a:xfrm>
            <a:off x="790575" y="1944053"/>
            <a:ext cx="1697993" cy="239078"/>
          </a:xfrm>
          <a:prstGeom prst="rect">
            <a:avLst/>
          </a:prstGeom>
          <a:noFill/>
          <a:ln w="0">
            <a:noFill/>
          </a:ln>
        </p:spPr>
        <p:txBody>
          <a:bodyPr wrap="none" lIns="0" tIns="0" rIns="0" bIns="0">
            <a:noAutofit/>
          </a:bodyPr>
          <a:lstStyle>
            <a:defPPr>
              <a:defRPr sz="1275" b="0">
                <a:solidFill>
                  <a:srgbClr val="D4D4D4"/>
                </a:solidFill>
                <a:latin typeface="Menlo"/>
                <a:ea typeface="Menlo"/>
                <a:cs typeface="Menlo"/>
              </a:defRPr>
            </a:defPPr>
            <a:lvl1pPr>
              <a:defRPr sz="1275" b="0">
                <a:solidFill>
                  <a:srgbClr val="D4D4D4"/>
                </a:solidFill>
                <a:latin typeface="Menlo"/>
                <a:ea typeface="Menlo"/>
                <a:cs typeface="Menlo"/>
              </a:defRPr>
            </a:lvl1pPr>
            <a:lvl2pPr>
              <a:defRPr sz="1275" b="0">
                <a:solidFill>
                  <a:srgbClr val="D4D4D4"/>
                </a:solidFill>
                <a:latin typeface="Menlo"/>
                <a:ea typeface="Menlo"/>
                <a:cs typeface="Menlo"/>
              </a:defRPr>
            </a:lvl2pPr>
            <a:lvl3pPr>
              <a:defRPr sz="1275" b="0">
                <a:solidFill>
                  <a:srgbClr val="D4D4D4"/>
                </a:solidFill>
                <a:latin typeface="Menlo"/>
                <a:ea typeface="Menlo"/>
                <a:cs typeface="Menlo"/>
              </a:defRPr>
            </a:lvl3pPr>
            <a:lvl4pPr>
              <a:defRPr sz="1275" b="0">
                <a:solidFill>
                  <a:srgbClr val="D4D4D4"/>
                </a:solidFill>
                <a:latin typeface="Menlo"/>
                <a:ea typeface="Menlo"/>
                <a:cs typeface="Menlo"/>
              </a:defRPr>
            </a:lvl4pPr>
            <a:lvl5pPr>
              <a:defRPr sz="1275" b="0">
                <a:solidFill>
                  <a:srgbClr val="D4D4D4"/>
                </a:solidFill>
                <a:latin typeface="Menlo"/>
                <a:ea typeface="Menlo"/>
                <a:cs typeface="Menlo"/>
              </a:defRPr>
            </a:lvl5pPr>
            <a:lvl6pPr>
              <a:defRPr sz="1275" b="0">
                <a:solidFill>
                  <a:srgbClr val="D4D4D4"/>
                </a:solidFill>
                <a:latin typeface="Menlo"/>
                <a:ea typeface="Menlo"/>
                <a:cs typeface="Menlo"/>
              </a:defRPr>
            </a:lvl6pPr>
            <a:lvl7pPr>
              <a:defRPr sz="1275" b="0">
                <a:solidFill>
                  <a:srgbClr val="D4D4D4"/>
                </a:solidFill>
                <a:latin typeface="Menlo"/>
                <a:ea typeface="Menlo"/>
                <a:cs typeface="Menlo"/>
              </a:defRPr>
            </a:lvl7pPr>
            <a:lvl8pPr>
              <a:defRPr sz="1275" b="0">
                <a:solidFill>
                  <a:srgbClr val="D4D4D4"/>
                </a:solidFill>
                <a:latin typeface="Menlo"/>
                <a:ea typeface="Menlo"/>
                <a:cs typeface="Menlo"/>
              </a:defRPr>
            </a:lvl8pPr>
            <a:lvl9pPr>
              <a:defRPr sz="1275" b="0">
                <a:solidFill>
                  <a:srgbClr val="D4D4D4"/>
                </a:solidFill>
                <a:latin typeface="Menlo"/>
                <a:ea typeface="Menlo"/>
                <a:cs typeface="Menlo"/>
              </a:defRPr>
            </a:lvl9pPr>
          </a:lstStyle>
          <a:p>
            <a:pPr>
              <a:defRPr sz="1275" b="0">
                <a:solidFill>
                  <a:srgbClr val="D4D4D4"/>
                </a:solidFill>
                <a:latin typeface="Menlo"/>
                <a:ea typeface="Menlo"/>
                <a:cs typeface="Menlo"/>
              </a:defRPr>
            </a:pPr>
            <a:r>
              <a:rPr b="0" dirty="0">
                <a:solidFill>
                  <a:srgbClr val="C586C0"/>
                </a:solidFill>
                <a:latin typeface="Menlo"/>
                <a:ea typeface="Menlo"/>
                <a:cs typeface="Menlo"/>
              </a:rPr>
              <a:t>return</a:t>
            </a:r>
            <a:r>
              <a:rPr b="0" dirty="0">
                <a:solidFill>
                  <a:srgbClr val="D4D4D4"/>
                </a:solidFill>
                <a:latin typeface="Menlo"/>
                <a:ea typeface="Menlo"/>
                <a:cs typeface="Menlo"/>
              </a:rPr>
              <a:t> </a:t>
            </a:r>
            <a:r>
              <a:rPr b="0" dirty="0">
                <a:solidFill>
                  <a:srgbClr val="C586C0"/>
                </a:solidFill>
                <a:latin typeface="Menlo"/>
                <a:ea typeface="Menlo"/>
                <a:cs typeface="Menlo"/>
              </a:rPr>
              <a:t>function</a:t>
            </a:r>
            <a:r>
              <a:rPr b="0" dirty="0">
                <a:solidFill>
                  <a:srgbClr val="D4D4D4"/>
                </a:solidFill>
                <a:latin typeface="Menlo"/>
                <a:ea typeface="Menlo"/>
                <a:cs typeface="Menlo"/>
              </a:rPr>
              <a:t>()</a:t>
            </a:r>
          </a:p>
        </p:txBody>
      </p:sp>
      <p:sp>
        <p:nvSpPr>
          <p:cNvPr id="6" name="code-line-2">
            <a:extLst>
              <a:ext uri="{FF2B5EF4-FFF2-40B4-BE49-F238E27FC236}">
                <a16:creationId xmlns:a16="http://schemas.microsoft.com/office/drawing/2014/main" id="{D2A0C402-E18D-48B0-B683-845DA7769CF5}"/>
              </a:ext>
            </a:extLst>
          </p:cNvPr>
          <p:cNvSpPr>
            <a:spLocks noGrp="1"/>
          </p:cNvSpPr>
          <p:nvPr/>
        </p:nvSpPr>
        <p:spPr>
          <a:xfrm>
            <a:off x="790575" y="2154555"/>
            <a:ext cx="4920139" cy="239078"/>
          </a:xfrm>
          <a:prstGeom prst="rect">
            <a:avLst/>
          </a:prstGeom>
          <a:noFill/>
          <a:ln w="0">
            <a:noFill/>
          </a:ln>
        </p:spPr>
        <p:txBody>
          <a:bodyPr wrap="none" lIns="0" tIns="0" rIns="0" bIns="0">
            <a:noAutofit/>
          </a:bodyPr>
          <a:lstStyle>
            <a:defPPr>
              <a:defRPr sz="1275" b="0">
                <a:solidFill>
                  <a:srgbClr val="D4D4D4"/>
                </a:solidFill>
                <a:latin typeface="Menlo"/>
                <a:ea typeface="Menlo"/>
                <a:cs typeface="Menlo"/>
              </a:defRPr>
            </a:defPPr>
            <a:lvl1pPr>
              <a:defRPr sz="1275" b="0">
                <a:solidFill>
                  <a:srgbClr val="D4D4D4"/>
                </a:solidFill>
                <a:latin typeface="Menlo"/>
                <a:ea typeface="Menlo"/>
                <a:cs typeface="Menlo"/>
              </a:defRPr>
            </a:lvl1pPr>
            <a:lvl2pPr>
              <a:defRPr sz="1275" b="0">
                <a:solidFill>
                  <a:srgbClr val="D4D4D4"/>
                </a:solidFill>
                <a:latin typeface="Menlo"/>
                <a:ea typeface="Menlo"/>
                <a:cs typeface="Menlo"/>
              </a:defRPr>
            </a:lvl2pPr>
            <a:lvl3pPr>
              <a:defRPr sz="1275" b="0">
                <a:solidFill>
                  <a:srgbClr val="D4D4D4"/>
                </a:solidFill>
                <a:latin typeface="Menlo"/>
                <a:ea typeface="Menlo"/>
                <a:cs typeface="Menlo"/>
              </a:defRPr>
            </a:lvl3pPr>
            <a:lvl4pPr>
              <a:defRPr sz="1275" b="0">
                <a:solidFill>
                  <a:srgbClr val="D4D4D4"/>
                </a:solidFill>
                <a:latin typeface="Menlo"/>
                <a:ea typeface="Menlo"/>
                <a:cs typeface="Menlo"/>
              </a:defRPr>
            </a:lvl4pPr>
            <a:lvl5pPr>
              <a:defRPr sz="1275" b="0">
                <a:solidFill>
                  <a:srgbClr val="D4D4D4"/>
                </a:solidFill>
                <a:latin typeface="Menlo"/>
                <a:ea typeface="Menlo"/>
                <a:cs typeface="Menlo"/>
              </a:defRPr>
            </a:lvl5pPr>
            <a:lvl6pPr>
              <a:defRPr sz="1275" b="0">
                <a:solidFill>
                  <a:srgbClr val="D4D4D4"/>
                </a:solidFill>
                <a:latin typeface="Menlo"/>
                <a:ea typeface="Menlo"/>
                <a:cs typeface="Menlo"/>
              </a:defRPr>
            </a:lvl6pPr>
            <a:lvl7pPr>
              <a:defRPr sz="1275" b="0">
                <a:solidFill>
                  <a:srgbClr val="D4D4D4"/>
                </a:solidFill>
                <a:latin typeface="Menlo"/>
                <a:ea typeface="Menlo"/>
                <a:cs typeface="Menlo"/>
              </a:defRPr>
            </a:lvl7pPr>
            <a:lvl8pPr>
              <a:defRPr sz="1275" b="0">
                <a:solidFill>
                  <a:srgbClr val="D4D4D4"/>
                </a:solidFill>
                <a:latin typeface="Menlo"/>
                <a:ea typeface="Menlo"/>
                <a:cs typeface="Menlo"/>
              </a:defRPr>
            </a:lvl8pPr>
            <a:lvl9pPr>
              <a:defRPr sz="1275" b="0">
                <a:solidFill>
                  <a:srgbClr val="D4D4D4"/>
                </a:solidFill>
                <a:latin typeface="Menlo"/>
                <a:ea typeface="Menlo"/>
                <a:cs typeface="Menlo"/>
              </a:defRPr>
            </a:lvl9pPr>
          </a:lstStyle>
          <a:p>
            <a:pPr>
              <a:defRPr sz="1275" b="0">
                <a:solidFill>
                  <a:srgbClr val="D4D4D4"/>
                </a:solidFill>
                <a:latin typeface="Menlo"/>
                <a:ea typeface="Menlo"/>
                <a:cs typeface="Menlo"/>
              </a:defRPr>
            </a:pPr>
            <a:r>
              <a:rPr b="0">
                <a:solidFill>
                  <a:srgbClr val="D4D4D4"/>
                </a:solidFill>
                <a:latin typeface="Menlo"/>
                <a:ea typeface="Menlo"/>
                <a:cs typeface="Menlo"/>
              </a:rPr>
              <a:t>    </a:t>
            </a:r>
            <a:r>
              <a:rPr b="0">
                <a:solidFill>
                  <a:srgbClr val="C586C0"/>
                </a:solidFill>
                <a:latin typeface="Menlo"/>
                <a:ea typeface="Menlo"/>
                <a:cs typeface="Menlo"/>
              </a:rPr>
              <a:t>if</a:t>
            </a:r>
            <a:r>
              <a:rPr b="0">
                <a:solidFill>
                  <a:srgbClr val="D4D4D4"/>
                </a:solidFill>
                <a:latin typeface="Menlo"/>
                <a:ea typeface="Menlo"/>
                <a:cs typeface="Menlo"/>
              </a:rPr>
              <a:t> </a:t>
            </a:r>
            <a:r>
              <a:rPr b="0">
                <a:solidFill>
                  <a:srgbClr val="9CDCFE"/>
                </a:solidFill>
                <a:latin typeface="Menlo"/>
                <a:ea typeface="Menlo"/>
                <a:cs typeface="Menlo"/>
              </a:rPr>
              <a:t>ngx</a:t>
            </a:r>
            <a:r>
              <a:rPr b="0">
                <a:solidFill>
                  <a:srgbClr val="D4D4D4"/>
                </a:solidFill>
                <a:latin typeface="Menlo"/>
                <a:ea typeface="Menlo"/>
                <a:cs typeface="Menlo"/>
              </a:rPr>
              <a:t>.</a:t>
            </a:r>
            <a:r>
              <a:rPr b="0">
                <a:solidFill>
                  <a:srgbClr val="DCDCAA"/>
                </a:solidFill>
                <a:latin typeface="Menlo"/>
                <a:ea typeface="Menlo"/>
                <a:cs typeface="Menlo"/>
              </a:rPr>
              <a:t>get_phase</a:t>
            </a:r>
            <a:r>
              <a:rPr b="0">
                <a:solidFill>
                  <a:srgbClr val="D4D4D4"/>
                </a:solidFill>
                <a:latin typeface="Menlo"/>
                <a:ea typeface="Menlo"/>
                <a:cs typeface="Menlo"/>
              </a:rPr>
              <a:t>() ~= </a:t>
            </a:r>
            <a:r>
              <a:rPr b="0">
                <a:solidFill>
                  <a:srgbClr val="CE9178"/>
                </a:solidFill>
                <a:latin typeface="Menlo"/>
                <a:ea typeface="Menlo"/>
                <a:cs typeface="Menlo"/>
              </a:rPr>
              <a:t>"access" </a:t>
            </a:r>
            <a:r>
              <a:rPr b="0">
                <a:solidFill>
                  <a:srgbClr val="C586C0"/>
                </a:solidFill>
                <a:latin typeface="Menlo"/>
                <a:ea typeface="Menlo"/>
                <a:cs typeface="Menlo"/>
              </a:rPr>
              <a:t>then</a:t>
            </a:r>
            <a:r>
              <a:rPr b="0">
                <a:solidFill>
                  <a:srgbClr val="D4D4D4"/>
                </a:solidFill>
                <a:latin typeface="Menlo"/>
                <a:ea typeface="Menlo"/>
                <a:cs typeface="Menlo"/>
              </a:rPr>
              <a:t> </a:t>
            </a:r>
            <a:r>
              <a:rPr b="0">
                <a:solidFill>
                  <a:srgbClr val="C586C0"/>
                </a:solidFill>
                <a:latin typeface="Menlo"/>
                <a:ea typeface="Menlo"/>
                <a:cs typeface="Menlo"/>
              </a:rPr>
              <a:t>return</a:t>
            </a:r>
            <a:r>
              <a:rPr b="0">
                <a:solidFill>
                  <a:srgbClr val="D4D4D4"/>
                </a:solidFill>
                <a:latin typeface="Menlo"/>
                <a:ea typeface="Menlo"/>
                <a:cs typeface="Menlo"/>
              </a:rPr>
              <a:t> </a:t>
            </a:r>
            <a:r>
              <a:rPr b="0">
                <a:solidFill>
                  <a:srgbClr val="C586C0"/>
                </a:solidFill>
                <a:latin typeface="Menlo"/>
                <a:ea typeface="Menlo"/>
                <a:cs typeface="Menlo"/>
              </a:rPr>
              <a:t>end</a:t>
            </a:r>
          </a:p>
        </p:txBody>
      </p:sp>
      <p:sp>
        <p:nvSpPr>
          <p:cNvPr id="7" name="code-line-3">
            <a:extLst>
              <a:ext uri="{FF2B5EF4-FFF2-40B4-BE49-F238E27FC236}">
                <a16:creationId xmlns:a16="http://schemas.microsoft.com/office/drawing/2014/main" id="{5E390DAA-19EA-4690-88DE-B88C2CFDADB2}"/>
              </a:ext>
            </a:extLst>
          </p:cNvPr>
          <p:cNvSpPr>
            <a:spLocks noGrp="1"/>
          </p:cNvSpPr>
          <p:nvPr/>
        </p:nvSpPr>
        <p:spPr>
          <a:xfrm>
            <a:off x="790575" y="2365058"/>
            <a:ext cx="5505983" cy="239078"/>
          </a:xfrm>
          <a:prstGeom prst="rect">
            <a:avLst/>
          </a:prstGeom>
          <a:noFill/>
          <a:ln w="0">
            <a:noFill/>
          </a:ln>
        </p:spPr>
        <p:txBody>
          <a:bodyPr wrap="none" lIns="0" tIns="0" rIns="0" bIns="0">
            <a:noAutofit/>
          </a:bodyPr>
          <a:lstStyle>
            <a:defPPr>
              <a:defRPr sz="1275" b="0">
                <a:solidFill>
                  <a:srgbClr val="D4D4D4"/>
                </a:solidFill>
                <a:latin typeface="Menlo"/>
                <a:ea typeface="Menlo"/>
                <a:cs typeface="Menlo"/>
              </a:defRPr>
            </a:defPPr>
            <a:lvl1pPr>
              <a:defRPr sz="1275" b="0">
                <a:solidFill>
                  <a:srgbClr val="D4D4D4"/>
                </a:solidFill>
                <a:latin typeface="Menlo"/>
                <a:ea typeface="Menlo"/>
                <a:cs typeface="Menlo"/>
              </a:defRPr>
            </a:lvl1pPr>
            <a:lvl2pPr>
              <a:defRPr sz="1275" b="0">
                <a:solidFill>
                  <a:srgbClr val="D4D4D4"/>
                </a:solidFill>
                <a:latin typeface="Menlo"/>
                <a:ea typeface="Menlo"/>
                <a:cs typeface="Menlo"/>
              </a:defRPr>
            </a:lvl2pPr>
            <a:lvl3pPr>
              <a:defRPr sz="1275" b="0">
                <a:solidFill>
                  <a:srgbClr val="D4D4D4"/>
                </a:solidFill>
                <a:latin typeface="Menlo"/>
                <a:ea typeface="Menlo"/>
                <a:cs typeface="Menlo"/>
              </a:defRPr>
            </a:lvl3pPr>
            <a:lvl4pPr>
              <a:defRPr sz="1275" b="0">
                <a:solidFill>
                  <a:srgbClr val="D4D4D4"/>
                </a:solidFill>
                <a:latin typeface="Menlo"/>
                <a:ea typeface="Menlo"/>
                <a:cs typeface="Menlo"/>
              </a:defRPr>
            </a:lvl4pPr>
            <a:lvl5pPr>
              <a:defRPr sz="1275" b="0">
                <a:solidFill>
                  <a:srgbClr val="D4D4D4"/>
                </a:solidFill>
                <a:latin typeface="Menlo"/>
                <a:ea typeface="Menlo"/>
                <a:cs typeface="Menlo"/>
              </a:defRPr>
            </a:lvl5pPr>
            <a:lvl6pPr>
              <a:defRPr sz="1275" b="0">
                <a:solidFill>
                  <a:srgbClr val="D4D4D4"/>
                </a:solidFill>
                <a:latin typeface="Menlo"/>
                <a:ea typeface="Menlo"/>
                <a:cs typeface="Menlo"/>
              </a:defRPr>
            </a:lvl6pPr>
            <a:lvl7pPr>
              <a:defRPr sz="1275" b="0">
                <a:solidFill>
                  <a:srgbClr val="D4D4D4"/>
                </a:solidFill>
                <a:latin typeface="Menlo"/>
                <a:ea typeface="Menlo"/>
                <a:cs typeface="Menlo"/>
              </a:defRPr>
            </a:lvl7pPr>
            <a:lvl8pPr>
              <a:defRPr sz="1275" b="0">
                <a:solidFill>
                  <a:srgbClr val="D4D4D4"/>
                </a:solidFill>
                <a:latin typeface="Menlo"/>
                <a:ea typeface="Menlo"/>
                <a:cs typeface="Menlo"/>
              </a:defRPr>
            </a:lvl8pPr>
            <a:lvl9pPr>
              <a:defRPr sz="1275" b="0">
                <a:solidFill>
                  <a:srgbClr val="D4D4D4"/>
                </a:solidFill>
                <a:latin typeface="Menlo"/>
                <a:ea typeface="Menlo"/>
                <a:cs typeface="Menlo"/>
              </a:defRPr>
            </a:lvl9pPr>
          </a:lstStyle>
          <a:p>
            <a:pPr>
              <a:defRPr sz="1275" b="0">
                <a:solidFill>
                  <a:srgbClr val="D4D4D4"/>
                </a:solidFill>
                <a:latin typeface="Menlo"/>
                <a:ea typeface="Menlo"/>
                <a:cs typeface="Menlo"/>
              </a:defRPr>
            </a:pPr>
            <a:r>
              <a:rPr b="0">
                <a:solidFill>
                  <a:srgbClr val="D4D4D4"/>
                </a:solidFill>
                <a:latin typeface="Menlo"/>
                <a:ea typeface="Menlo"/>
                <a:cs typeface="Menlo"/>
              </a:rPr>
              <a:t>    </a:t>
            </a:r>
            <a:r>
              <a:rPr b="0">
                <a:solidFill>
                  <a:srgbClr val="569CD6"/>
                </a:solidFill>
                <a:latin typeface="Menlo"/>
                <a:ea typeface="Menlo"/>
                <a:cs typeface="Menlo"/>
              </a:rPr>
              <a:t>local</a:t>
            </a:r>
            <a:r>
              <a:rPr b="0">
                <a:solidFill>
                  <a:srgbClr val="D4D4D4"/>
                </a:solidFill>
                <a:latin typeface="Menlo"/>
                <a:ea typeface="Menlo"/>
                <a:cs typeface="Menlo"/>
              </a:rPr>
              <a:t> </a:t>
            </a:r>
            <a:r>
              <a:rPr b="0">
                <a:solidFill>
                  <a:srgbClr val="9CDCFE"/>
                </a:solidFill>
                <a:latin typeface="Menlo"/>
                <a:ea typeface="Menlo"/>
                <a:cs typeface="Menlo"/>
              </a:rPr>
              <a:t>target</a:t>
            </a:r>
            <a:r>
              <a:rPr b="0">
                <a:solidFill>
                  <a:srgbClr val="D4D4D4"/>
                </a:solidFill>
                <a:latin typeface="Menlo"/>
                <a:ea typeface="Menlo"/>
                <a:cs typeface="Menlo"/>
              </a:rPr>
              <a:t> = </a:t>
            </a:r>
            <a:r>
              <a:rPr b="0">
                <a:solidFill>
                  <a:srgbClr val="9CDCFE"/>
                </a:solidFill>
                <a:latin typeface="Menlo"/>
                <a:ea typeface="Menlo"/>
                <a:cs typeface="Menlo"/>
              </a:rPr>
              <a:t>ngx</a:t>
            </a:r>
            <a:r>
              <a:rPr b="0">
                <a:solidFill>
                  <a:srgbClr val="D4D4D4"/>
                </a:solidFill>
                <a:latin typeface="Menlo"/>
                <a:ea typeface="Menlo"/>
                <a:cs typeface="Menlo"/>
              </a:rPr>
              <a:t>.</a:t>
            </a:r>
            <a:r>
              <a:rPr b="0">
                <a:solidFill>
                  <a:srgbClr val="4EC9B0"/>
                </a:solidFill>
                <a:latin typeface="Menlo"/>
                <a:ea typeface="Menlo"/>
                <a:cs typeface="Menlo"/>
              </a:rPr>
              <a:t>req</a:t>
            </a:r>
            <a:r>
              <a:rPr b="0">
                <a:solidFill>
                  <a:srgbClr val="D4D4D4"/>
                </a:solidFill>
                <a:latin typeface="Menlo"/>
                <a:ea typeface="Menlo"/>
                <a:cs typeface="Menlo"/>
              </a:rPr>
              <a:t>.</a:t>
            </a:r>
            <a:r>
              <a:rPr b="0">
                <a:solidFill>
                  <a:srgbClr val="DCDCAA"/>
                </a:solidFill>
                <a:latin typeface="Menlo"/>
                <a:ea typeface="Menlo"/>
                <a:cs typeface="Menlo"/>
              </a:rPr>
              <a:t>get_headers</a:t>
            </a:r>
            <a:r>
              <a:rPr b="0">
                <a:solidFill>
                  <a:srgbClr val="D4D4D4"/>
                </a:solidFill>
                <a:latin typeface="Menlo"/>
                <a:ea typeface="Menlo"/>
                <a:cs typeface="Menlo"/>
              </a:rPr>
              <a:t>()[</a:t>
            </a:r>
            <a:r>
              <a:rPr b="0">
                <a:solidFill>
                  <a:srgbClr val="CE9178"/>
                </a:solidFill>
                <a:latin typeface="Menlo"/>
                <a:ea typeface="Menlo"/>
                <a:cs typeface="Menlo"/>
              </a:rPr>
              <a:t>"x-amz-target"</a:t>
            </a:r>
            <a:r>
              <a:rPr b="0">
                <a:solidFill>
                  <a:srgbClr val="D4D4D4"/>
                </a:solidFill>
                <a:latin typeface="Menlo"/>
                <a:ea typeface="Menlo"/>
                <a:cs typeface="Menlo"/>
              </a:rPr>
              <a:t>]</a:t>
            </a:r>
          </a:p>
        </p:txBody>
      </p:sp>
      <p:sp>
        <p:nvSpPr>
          <p:cNvPr id="8" name="code-line-4">
            <a:extLst>
              <a:ext uri="{FF2B5EF4-FFF2-40B4-BE49-F238E27FC236}">
                <a16:creationId xmlns:a16="http://schemas.microsoft.com/office/drawing/2014/main" id="{616E671D-9D95-4AA7-A366-A91F40EE7C4F}"/>
              </a:ext>
            </a:extLst>
          </p:cNvPr>
          <p:cNvSpPr>
            <a:spLocks noGrp="1"/>
          </p:cNvSpPr>
          <p:nvPr/>
        </p:nvSpPr>
        <p:spPr>
          <a:xfrm>
            <a:off x="790575" y="2575560"/>
            <a:ext cx="5408343" cy="239078"/>
          </a:xfrm>
          <a:prstGeom prst="rect">
            <a:avLst/>
          </a:prstGeom>
          <a:noFill/>
          <a:ln w="0">
            <a:noFill/>
          </a:ln>
        </p:spPr>
        <p:txBody>
          <a:bodyPr wrap="none" lIns="0" tIns="0" rIns="0" bIns="0">
            <a:noAutofit/>
          </a:bodyPr>
          <a:lstStyle>
            <a:defPPr>
              <a:defRPr sz="1275" b="0">
                <a:solidFill>
                  <a:srgbClr val="D4D4D4"/>
                </a:solidFill>
                <a:latin typeface="Menlo"/>
                <a:ea typeface="Menlo"/>
                <a:cs typeface="Menlo"/>
              </a:defRPr>
            </a:defPPr>
            <a:lvl1pPr>
              <a:defRPr sz="1275" b="0">
                <a:solidFill>
                  <a:srgbClr val="D4D4D4"/>
                </a:solidFill>
                <a:latin typeface="Menlo"/>
                <a:ea typeface="Menlo"/>
                <a:cs typeface="Menlo"/>
              </a:defRPr>
            </a:lvl1pPr>
            <a:lvl2pPr>
              <a:defRPr sz="1275" b="0">
                <a:solidFill>
                  <a:srgbClr val="D4D4D4"/>
                </a:solidFill>
                <a:latin typeface="Menlo"/>
                <a:ea typeface="Menlo"/>
                <a:cs typeface="Menlo"/>
              </a:defRPr>
            </a:lvl2pPr>
            <a:lvl3pPr>
              <a:defRPr sz="1275" b="0">
                <a:solidFill>
                  <a:srgbClr val="D4D4D4"/>
                </a:solidFill>
                <a:latin typeface="Menlo"/>
                <a:ea typeface="Menlo"/>
                <a:cs typeface="Menlo"/>
              </a:defRPr>
            </a:lvl3pPr>
            <a:lvl4pPr>
              <a:defRPr sz="1275" b="0">
                <a:solidFill>
                  <a:srgbClr val="D4D4D4"/>
                </a:solidFill>
                <a:latin typeface="Menlo"/>
                <a:ea typeface="Menlo"/>
                <a:cs typeface="Menlo"/>
              </a:defRPr>
            </a:lvl4pPr>
            <a:lvl5pPr>
              <a:defRPr sz="1275" b="0">
                <a:solidFill>
                  <a:srgbClr val="D4D4D4"/>
                </a:solidFill>
                <a:latin typeface="Menlo"/>
                <a:ea typeface="Menlo"/>
                <a:cs typeface="Menlo"/>
              </a:defRPr>
            </a:lvl5pPr>
            <a:lvl6pPr>
              <a:defRPr sz="1275" b="0">
                <a:solidFill>
                  <a:srgbClr val="D4D4D4"/>
                </a:solidFill>
                <a:latin typeface="Menlo"/>
                <a:ea typeface="Menlo"/>
                <a:cs typeface="Menlo"/>
              </a:defRPr>
            </a:lvl6pPr>
            <a:lvl7pPr>
              <a:defRPr sz="1275" b="0">
                <a:solidFill>
                  <a:srgbClr val="D4D4D4"/>
                </a:solidFill>
                <a:latin typeface="Menlo"/>
                <a:ea typeface="Menlo"/>
                <a:cs typeface="Menlo"/>
              </a:defRPr>
            </a:lvl7pPr>
            <a:lvl8pPr>
              <a:defRPr sz="1275" b="0">
                <a:solidFill>
                  <a:srgbClr val="D4D4D4"/>
                </a:solidFill>
                <a:latin typeface="Menlo"/>
                <a:ea typeface="Menlo"/>
                <a:cs typeface="Menlo"/>
              </a:defRPr>
            </a:lvl8pPr>
            <a:lvl9pPr>
              <a:defRPr sz="1275" b="0">
                <a:solidFill>
                  <a:srgbClr val="D4D4D4"/>
                </a:solidFill>
                <a:latin typeface="Menlo"/>
                <a:ea typeface="Menlo"/>
                <a:cs typeface="Menlo"/>
              </a:defRPr>
            </a:lvl9pPr>
          </a:lstStyle>
          <a:p>
            <a:pPr>
              <a:defRPr sz="1275" b="0">
                <a:solidFill>
                  <a:srgbClr val="D4D4D4"/>
                </a:solidFill>
                <a:latin typeface="Menlo"/>
                <a:ea typeface="Menlo"/>
                <a:cs typeface="Menlo"/>
              </a:defRPr>
            </a:pPr>
            <a:r>
              <a:rPr b="0" dirty="0">
                <a:solidFill>
                  <a:srgbClr val="D4D4D4"/>
                </a:solidFill>
                <a:latin typeface="Menlo"/>
                <a:ea typeface="Menlo"/>
                <a:cs typeface="Menlo"/>
              </a:rPr>
              <a:t>    </a:t>
            </a:r>
            <a:r>
              <a:rPr b="0" dirty="0">
                <a:solidFill>
                  <a:srgbClr val="C586C0"/>
                </a:solidFill>
                <a:latin typeface="Menlo"/>
                <a:ea typeface="Menlo"/>
                <a:cs typeface="Menlo"/>
              </a:rPr>
              <a:t>if</a:t>
            </a:r>
            <a:r>
              <a:rPr b="0" dirty="0">
                <a:solidFill>
                  <a:srgbClr val="D4D4D4"/>
                </a:solidFill>
                <a:latin typeface="Menlo"/>
                <a:ea typeface="Menlo"/>
                <a:cs typeface="Menlo"/>
              </a:rPr>
              <a:t> </a:t>
            </a:r>
            <a:r>
              <a:rPr b="0" dirty="0">
                <a:solidFill>
                  <a:srgbClr val="9CDCFE"/>
                </a:solidFill>
                <a:latin typeface="Menlo"/>
                <a:ea typeface="Menlo"/>
                <a:cs typeface="Menlo"/>
              </a:rPr>
              <a:t>target</a:t>
            </a:r>
            <a:r>
              <a:rPr b="0" dirty="0">
                <a:solidFill>
                  <a:srgbClr val="D4D4D4"/>
                </a:solidFill>
                <a:latin typeface="Menlo"/>
                <a:ea typeface="Menlo"/>
                <a:cs typeface="Menlo"/>
              </a:rPr>
              <a:t> == </a:t>
            </a:r>
            <a:r>
              <a:rPr b="0" dirty="0">
                <a:solidFill>
                  <a:srgbClr val="CE9178"/>
                </a:solidFill>
                <a:latin typeface="Menlo"/>
                <a:ea typeface="Menlo"/>
                <a:cs typeface="Menlo"/>
              </a:rPr>
              <a:t>"DynamoDB_20120810.TransactWriteItems"</a:t>
            </a:r>
          </a:p>
        </p:txBody>
      </p:sp>
      <p:sp>
        <p:nvSpPr>
          <p:cNvPr id="9" name="code-line-5">
            <a:extLst>
              <a:ext uri="{FF2B5EF4-FFF2-40B4-BE49-F238E27FC236}">
                <a16:creationId xmlns:a16="http://schemas.microsoft.com/office/drawing/2014/main" id="{0618D406-81A6-403E-BC4A-BA9AF6AD2E6E}"/>
              </a:ext>
            </a:extLst>
          </p:cNvPr>
          <p:cNvSpPr>
            <a:spLocks noGrp="1"/>
          </p:cNvSpPr>
          <p:nvPr/>
        </p:nvSpPr>
        <p:spPr>
          <a:xfrm>
            <a:off x="790575" y="2786063"/>
            <a:ext cx="2967323" cy="239078"/>
          </a:xfrm>
          <a:prstGeom prst="rect">
            <a:avLst/>
          </a:prstGeom>
          <a:noFill/>
          <a:ln w="0">
            <a:noFill/>
          </a:ln>
        </p:spPr>
        <p:txBody>
          <a:bodyPr wrap="none" lIns="0" tIns="0" rIns="0" bIns="0">
            <a:noAutofit/>
          </a:bodyPr>
          <a:lstStyle>
            <a:defPPr>
              <a:defRPr sz="1275" b="0">
                <a:solidFill>
                  <a:srgbClr val="D4D4D4"/>
                </a:solidFill>
                <a:latin typeface="Menlo"/>
                <a:ea typeface="Menlo"/>
                <a:cs typeface="Menlo"/>
              </a:defRPr>
            </a:defPPr>
            <a:lvl1pPr>
              <a:defRPr sz="1275" b="0">
                <a:solidFill>
                  <a:srgbClr val="D4D4D4"/>
                </a:solidFill>
                <a:latin typeface="Menlo"/>
                <a:ea typeface="Menlo"/>
                <a:cs typeface="Menlo"/>
              </a:defRPr>
            </a:lvl1pPr>
            <a:lvl2pPr>
              <a:defRPr sz="1275" b="0">
                <a:solidFill>
                  <a:srgbClr val="D4D4D4"/>
                </a:solidFill>
                <a:latin typeface="Menlo"/>
                <a:ea typeface="Menlo"/>
                <a:cs typeface="Menlo"/>
              </a:defRPr>
            </a:lvl2pPr>
            <a:lvl3pPr>
              <a:defRPr sz="1275" b="0">
                <a:solidFill>
                  <a:srgbClr val="D4D4D4"/>
                </a:solidFill>
                <a:latin typeface="Menlo"/>
                <a:ea typeface="Menlo"/>
                <a:cs typeface="Menlo"/>
              </a:defRPr>
            </a:lvl3pPr>
            <a:lvl4pPr>
              <a:defRPr sz="1275" b="0">
                <a:solidFill>
                  <a:srgbClr val="D4D4D4"/>
                </a:solidFill>
                <a:latin typeface="Menlo"/>
                <a:ea typeface="Menlo"/>
                <a:cs typeface="Menlo"/>
              </a:defRPr>
            </a:lvl4pPr>
            <a:lvl5pPr>
              <a:defRPr sz="1275" b="0">
                <a:solidFill>
                  <a:srgbClr val="D4D4D4"/>
                </a:solidFill>
                <a:latin typeface="Menlo"/>
                <a:ea typeface="Menlo"/>
                <a:cs typeface="Menlo"/>
              </a:defRPr>
            </a:lvl5pPr>
            <a:lvl6pPr>
              <a:defRPr sz="1275" b="0">
                <a:solidFill>
                  <a:srgbClr val="D4D4D4"/>
                </a:solidFill>
                <a:latin typeface="Menlo"/>
                <a:ea typeface="Menlo"/>
                <a:cs typeface="Menlo"/>
              </a:defRPr>
            </a:lvl6pPr>
            <a:lvl7pPr>
              <a:defRPr sz="1275" b="0">
                <a:solidFill>
                  <a:srgbClr val="D4D4D4"/>
                </a:solidFill>
                <a:latin typeface="Menlo"/>
                <a:ea typeface="Menlo"/>
                <a:cs typeface="Menlo"/>
              </a:defRPr>
            </a:lvl7pPr>
            <a:lvl8pPr>
              <a:defRPr sz="1275" b="0">
                <a:solidFill>
                  <a:srgbClr val="D4D4D4"/>
                </a:solidFill>
                <a:latin typeface="Menlo"/>
                <a:ea typeface="Menlo"/>
                <a:cs typeface="Menlo"/>
              </a:defRPr>
            </a:lvl8pPr>
            <a:lvl9pPr>
              <a:defRPr sz="1275" b="0">
                <a:solidFill>
                  <a:srgbClr val="D4D4D4"/>
                </a:solidFill>
                <a:latin typeface="Menlo"/>
                <a:ea typeface="Menlo"/>
                <a:cs typeface="Menlo"/>
              </a:defRPr>
            </a:lvl9pPr>
          </a:lstStyle>
          <a:p>
            <a:pPr>
              <a:defRPr sz="1275" b="0">
                <a:solidFill>
                  <a:srgbClr val="D4D4D4"/>
                </a:solidFill>
                <a:latin typeface="Menlo"/>
                <a:ea typeface="Menlo"/>
                <a:cs typeface="Menlo"/>
              </a:defRPr>
            </a:pPr>
            <a:r>
              <a:rPr b="0" dirty="0">
                <a:solidFill>
                  <a:srgbClr val="D4D4D4"/>
                </a:solidFill>
                <a:latin typeface="Menlo"/>
                <a:ea typeface="Menlo"/>
                <a:cs typeface="Menlo"/>
              </a:rPr>
              <a:t>        and </a:t>
            </a:r>
            <a:r>
              <a:rPr b="0" dirty="0">
                <a:solidFill>
                  <a:srgbClr val="9CDCFE"/>
                </a:solidFill>
                <a:latin typeface="Menlo"/>
                <a:ea typeface="Menlo"/>
                <a:cs typeface="Menlo"/>
              </a:rPr>
              <a:t>remaining</a:t>
            </a:r>
            <a:r>
              <a:rPr b="0" dirty="0">
                <a:solidFill>
                  <a:srgbClr val="D4D4D4"/>
                </a:solidFill>
                <a:latin typeface="Menlo"/>
                <a:ea typeface="Menlo"/>
                <a:cs typeface="Menlo"/>
              </a:rPr>
              <a:t> &gt; </a:t>
            </a:r>
            <a:r>
              <a:rPr b="0" dirty="0">
                <a:solidFill>
                  <a:srgbClr val="B5CEA8"/>
                </a:solidFill>
                <a:latin typeface="Menlo"/>
                <a:ea typeface="Menlo"/>
                <a:cs typeface="Menlo"/>
              </a:rPr>
              <a:t>0</a:t>
            </a:r>
            <a:r>
              <a:rPr b="0" dirty="0">
                <a:solidFill>
                  <a:srgbClr val="D4D4D4"/>
                </a:solidFill>
                <a:latin typeface="Menlo"/>
                <a:ea typeface="Menlo"/>
                <a:cs typeface="Menlo"/>
              </a:rPr>
              <a:t> </a:t>
            </a:r>
            <a:r>
              <a:rPr b="0" dirty="0">
                <a:solidFill>
                  <a:srgbClr val="C586C0"/>
                </a:solidFill>
                <a:latin typeface="Menlo"/>
                <a:ea typeface="Menlo"/>
                <a:cs typeface="Menlo"/>
              </a:rPr>
              <a:t>then</a:t>
            </a:r>
          </a:p>
        </p:txBody>
      </p:sp>
      <p:sp>
        <p:nvSpPr>
          <p:cNvPr id="10" name="code-line-6">
            <a:extLst>
              <a:ext uri="{FF2B5EF4-FFF2-40B4-BE49-F238E27FC236}">
                <a16:creationId xmlns:a16="http://schemas.microsoft.com/office/drawing/2014/main" id="{9E895F29-04BE-454B-82A1-250A6F39829E}"/>
              </a:ext>
            </a:extLst>
          </p:cNvPr>
          <p:cNvSpPr>
            <a:spLocks noGrp="1"/>
          </p:cNvSpPr>
          <p:nvPr/>
        </p:nvSpPr>
        <p:spPr>
          <a:xfrm>
            <a:off x="790575" y="2996565"/>
            <a:ext cx="3260246" cy="239078"/>
          </a:xfrm>
          <a:prstGeom prst="rect">
            <a:avLst/>
          </a:prstGeom>
          <a:noFill/>
          <a:ln w="0">
            <a:noFill/>
          </a:ln>
        </p:spPr>
        <p:txBody>
          <a:bodyPr wrap="none" lIns="0" tIns="0" rIns="0" bIns="0">
            <a:noAutofit/>
          </a:bodyPr>
          <a:lstStyle>
            <a:defPPr>
              <a:defRPr sz="1275" b="0">
                <a:solidFill>
                  <a:srgbClr val="D4D4D4"/>
                </a:solidFill>
                <a:latin typeface="Menlo"/>
                <a:ea typeface="Menlo"/>
                <a:cs typeface="Menlo"/>
              </a:defRPr>
            </a:defPPr>
            <a:lvl1pPr>
              <a:defRPr sz="1275" b="0">
                <a:solidFill>
                  <a:srgbClr val="D4D4D4"/>
                </a:solidFill>
                <a:latin typeface="Menlo"/>
                <a:ea typeface="Menlo"/>
                <a:cs typeface="Menlo"/>
              </a:defRPr>
            </a:lvl1pPr>
            <a:lvl2pPr>
              <a:defRPr sz="1275" b="0">
                <a:solidFill>
                  <a:srgbClr val="D4D4D4"/>
                </a:solidFill>
                <a:latin typeface="Menlo"/>
                <a:ea typeface="Menlo"/>
                <a:cs typeface="Menlo"/>
              </a:defRPr>
            </a:lvl2pPr>
            <a:lvl3pPr>
              <a:defRPr sz="1275" b="0">
                <a:solidFill>
                  <a:srgbClr val="D4D4D4"/>
                </a:solidFill>
                <a:latin typeface="Menlo"/>
                <a:ea typeface="Menlo"/>
                <a:cs typeface="Menlo"/>
              </a:defRPr>
            </a:lvl3pPr>
            <a:lvl4pPr>
              <a:defRPr sz="1275" b="0">
                <a:solidFill>
                  <a:srgbClr val="D4D4D4"/>
                </a:solidFill>
                <a:latin typeface="Menlo"/>
                <a:ea typeface="Menlo"/>
                <a:cs typeface="Menlo"/>
              </a:defRPr>
            </a:lvl4pPr>
            <a:lvl5pPr>
              <a:defRPr sz="1275" b="0">
                <a:solidFill>
                  <a:srgbClr val="D4D4D4"/>
                </a:solidFill>
                <a:latin typeface="Menlo"/>
                <a:ea typeface="Menlo"/>
                <a:cs typeface="Menlo"/>
              </a:defRPr>
            </a:lvl5pPr>
            <a:lvl6pPr>
              <a:defRPr sz="1275" b="0">
                <a:solidFill>
                  <a:srgbClr val="D4D4D4"/>
                </a:solidFill>
                <a:latin typeface="Menlo"/>
                <a:ea typeface="Menlo"/>
                <a:cs typeface="Menlo"/>
              </a:defRPr>
            </a:lvl6pPr>
            <a:lvl7pPr>
              <a:defRPr sz="1275" b="0">
                <a:solidFill>
                  <a:srgbClr val="D4D4D4"/>
                </a:solidFill>
                <a:latin typeface="Menlo"/>
                <a:ea typeface="Menlo"/>
                <a:cs typeface="Menlo"/>
              </a:defRPr>
            </a:lvl7pPr>
            <a:lvl8pPr>
              <a:defRPr sz="1275" b="0">
                <a:solidFill>
                  <a:srgbClr val="D4D4D4"/>
                </a:solidFill>
                <a:latin typeface="Menlo"/>
                <a:ea typeface="Menlo"/>
                <a:cs typeface="Menlo"/>
              </a:defRPr>
            </a:lvl8pPr>
            <a:lvl9pPr>
              <a:defRPr sz="1275" b="0">
                <a:solidFill>
                  <a:srgbClr val="D4D4D4"/>
                </a:solidFill>
                <a:latin typeface="Menlo"/>
                <a:ea typeface="Menlo"/>
                <a:cs typeface="Menlo"/>
              </a:defRPr>
            </a:lvl9pPr>
          </a:lstStyle>
          <a:p>
            <a:pPr>
              <a:defRPr sz="1275" b="0">
                <a:solidFill>
                  <a:srgbClr val="D4D4D4"/>
                </a:solidFill>
                <a:latin typeface="Menlo"/>
                <a:ea typeface="Menlo"/>
                <a:cs typeface="Menlo"/>
              </a:defRPr>
            </a:pPr>
            <a:r>
              <a:rPr b="0" dirty="0">
                <a:solidFill>
                  <a:srgbClr val="D4D4D4"/>
                </a:solidFill>
                <a:latin typeface="Menlo"/>
                <a:ea typeface="Menlo"/>
                <a:cs typeface="Menlo"/>
              </a:rPr>
              <a:t>        </a:t>
            </a:r>
            <a:r>
              <a:rPr b="0" dirty="0">
                <a:solidFill>
                  <a:srgbClr val="9CDCFE"/>
                </a:solidFill>
                <a:latin typeface="Menlo"/>
                <a:ea typeface="Menlo"/>
                <a:cs typeface="Menlo"/>
              </a:rPr>
              <a:t>remaining</a:t>
            </a:r>
            <a:r>
              <a:rPr b="0" dirty="0">
                <a:solidFill>
                  <a:srgbClr val="D4D4D4"/>
                </a:solidFill>
                <a:latin typeface="Menlo"/>
                <a:ea typeface="Menlo"/>
                <a:cs typeface="Menlo"/>
              </a:rPr>
              <a:t> = </a:t>
            </a:r>
            <a:r>
              <a:rPr b="0" dirty="0">
                <a:solidFill>
                  <a:srgbClr val="9CDCFE"/>
                </a:solidFill>
                <a:latin typeface="Menlo"/>
                <a:ea typeface="Menlo"/>
                <a:cs typeface="Menlo"/>
              </a:rPr>
              <a:t>remaining</a:t>
            </a:r>
            <a:r>
              <a:rPr b="0" dirty="0">
                <a:solidFill>
                  <a:srgbClr val="D4D4D4"/>
                </a:solidFill>
                <a:latin typeface="Menlo"/>
                <a:ea typeface="Menlo"/>
                <a:cs typeface="Menlo"/>
              </a:rPr>
              <a:t> - </a:t>
            </a:r>
            <a:r>
              <a:rPr b="0" dirty="0">
                <a:solidFill>
                  <a:srgbClr val="B5CEA8"/>
                </a:solidFill>
                <a:latin typeface="Menlo"/>
                <a:ea typeface="Menlo"/>
                <a:cs typeface="Menlo"/>
              </a:rPr>
              <a:t>1</a:t>
            </a:r>
          </a:p>
        </p:txBody>
      </p:sp>
      <p:sp>
        <p:nvSpPr>
          <p:cNvPr id="11" name="code-line-7">
            <a:extLst>
              <a:ext uri="{FF2B5EF4-FFF2-40B4-BE49-F238E27FC236}">
                <a16:creationId xmlns:a16="http://schemas.microsoft.com/office/drawing/2014/main" id="{B5E90087-2058-4724-9290-42DBE61E7F20}"/>
              </a:ext>
            </a:extLst>
          </p:cNvPr>
          <p:cNvSpPr>
            <a:spLocks noGrp="1"/>
          </p:cNvSpPr>
          <p:nvPr/>
        </p:nvSpPr>
        <p:spPr>
          <a:xfrm>
            <a:off x="790575" y="3207068"/>
            <a:ext cx="2381479" cy="239078"/>
          </a:xfrm>
          <a:prstGeom prst="rect">
            <a:avLst/>
          </a:prstGeom>
          <a:noFill/>
          <a:ln w="0">
            <a:noFill/>
          </a:ln>
        </p:spPr>
        <p:txBody>
          <a:bodyPr wrap="none" lIns="0" tIns="0" rIns="0" bIns="0">
            <a:noAutofit/>
          </a:bodyPr>
          <a:lstStyle>
            <a:defPPr>
              <a:defRPr sz="1275" b="0">
                <a:solidFill>
                  <a:srgbClr val="D4D4D4"/>
                </a:solidFill>
                <a:latin typeface="Menlo"/>
                <a:ea typeface="Menlo"/>
                <a:cs typeface="Menlo"/>
              </a:defRPr>
            </a:defPPr>
            <a:lvl1pPr>
              <a:defRPr sz="1275" b="0">
                <a:solidFill>
                  <a:srgbClr val="D4D4D4"/>
                </a:solidFill>
                <a:latin typeface="Menlo"/>
                <a:ea typeface="Menlo"/>
                <a:cs typeface="Menlo"/>
              </a:defRPr>
            </a:lvl1pPr>
            <a:lvl2pPr>
              <a:defRPr sz="1275" b="0">
                <a:solidFill>
                  <a:srgbClr val="D4D4D4"/>
                </a:solidFill>
                <a:latin typeface="Menlo"/>
                <a:ea typeface="Menlo"/>
                <a:cs typeface="Menlo"/>
              </a:defRPr>
            </a:lvl2pPr>
            <a:lvl3pPr>
              <a:defRPr sz="1275" b="0">
                <a:solidFill>
                  <a:srgbClr val="D4D4D4"/>
                </a:solidFill>
                <a:latin typeface="Menlo"/>
                <a:ea typeface="Menlo"/>
                <a:cs typeface="Menlo"/>
              </a:defRPr>
            </a:lvl3pPr>
            <a:lvl4pPr>
              <a:defRPr sz="1275" b="0">
                <a:solidFill>
                  <a:srgbClr val="D4D4D4"/>
                </a:solidFill>
                <a:latin typeface="Menlo"/>
                <a:ea typeface="Menlo"/>
                <a:cs typeface="Menlo"/>
              </a:defRPr>
            </a:lvl4pPr>
            <a:lvl5pPr>
              <a:defRPr sz="1275" b="0">
                <a:solidFill>
                  <a:srgbClr val="D4D4D4"/>
                </a:solidFill>
                <a:latin typeface="Menlo"/>
                <a:ea typeface="Menlo"/>
                <a:cs typeface="Menlo"/>
              </a:defRPr>
            </a:lvl5pPr>
            <a:lvl6pPr>
              <a:defRPr sz="1275" b="0">
                <a:solidFill>
                  <a:srgbClr val="D4D4D4"/>
                </a:solidFill>
                <a:latin typeface="Menlo"/>
                <a:ea typeface="Menlo"/>
                <a:cs typeface="Menlo"/>
              </a:defRPr>
            </a:lvl6pPr>
            <a:lvl7pPr>
              <a:defRPr sz="1275" b="0">
                <a:solidFill>
                  <a:srgbClr val="D4D4D4"/>
                </a:solidFill>
                <a:latin typeface="Menlo"/>
                <a:ea typeface="Menlo"/>
                <a:cs typeface="Menlo"/>
              </a:defRPr>
            </a:lvl7pPr>
            <a:lvl8pPr>
              <a:defRPr sz="1275" b="0">
                <a:solidFill>
                  <a:srgbClr val="D4D4D4"/>
                </a:solidFill>
                <a:latin typeface="Menlo"/>
                <a:ea typeface="Menlo"/>
                <a:cs typeface="Menlo"/>
              </a:defRPr>
            </a:lvl8pPr>
            <a:lvl9pPr>
              <a:defRPr sz="1275" b="0">
                <a:solidFill>
                  <a:srgbClr val="D4D4D4"/>
                </a:solidFill>
                <a:latin typeface="Menlo"/>
                <a:ea typeface="Menlo"/>
                <a:cs typeface="Menlo"/>
              </a:defRPr>
            </a:lvl9pPr>
          </a:lstStyle>
          <a:p>
            <a:pPr>
              <a:defRPr sz="1275" b="0">
                <a:solidFill>
                  <a:srgbClr val="D4D4D4"/>
                </a:solidFill>
                <a:latin typeface="Menlo"/>
                <a:ea typeface="Menlo"/>
                <a:cs typeface="Menlo"/>
              </a:defRPr>
            </a:pPr>
            <a:r>
              <a:rPr b="0" dirty="0">
                <a:solidFill>
                  <a:srgbClr val="D4D4D4"/>
                </a:solidFill>
                <a:latin typeface="Menlo"/>
                <a:ea typeface="Menlo"/>
                <a:cs typeface="Menlo"/>
              </a:rPr>
              <a:t>        </a:t>
            </a:r>
            <a:r>
              <a:rPr b="0" dirty="0" err="1">
                <a:solidFill>
                  <a:srgbClr val="9CDCFE"/>
                </a:solidFill>
                <a:latin typeface="Menlo"/>
                <a:ea typeface="Menlo"/>
                <a:cs typeface="Menlo"/>
              </a:rPr>
              <a:t>ngx</a:t>
            </a:r>
            <a:r>
              <a:rPr b="0" dirty="0" err="1">
                <a:solidFill>
                  <a:srgbClr val="D4D4D4"/>
                </a:solidFill>
                <a:latin typeface="Menlo"/>
                <a:ea typeface="Menlo"/>
                <a:cs typeface="Menlo"/>
              </a:rPr>
              <a:t>.</a:t>
            </a:r>
            <a:r>
              <a:rPr b="0" dirty="0" err="1">
                <a:solidFill>
                  <a:srgbClr val="4EC9B0"/>
                </a:solidFill>
                <a:latin typeface="Menlo"/>
                <a:ea typeface="Menlo"/>
                <a:cs typeface="Menlo"/>
              </a:rPr>
              <a:t>status</a:t>
            </a:r>
            <a:r>
              <a:rPr b="0" dirty="0">
                <a:solidFill>
                  <a:srgbClr val="D4D4D4"/>
                </a:solidFill>
                <a:latin typeface="Menlo"/>
                <a:ea typeface="Menlo"/>
                <a:cs typeface="Menlo"/>
              </a:rPr>
              <a:t> = </a:t>
            </a:r>
            <a:r>
              <a:rPr b="0" dirty="0">
                <a:solidFill>
                  <a:srgbClr val="B5CEA8"/>
                </a:solidFill>
                <a:latin typeface="Menlo"/>
                <a:ea typeface="Menlo"/>
                <a:cs typeface="Menlo"/>
              </a:rPr>
              <a:t>500</a:t>
            </a:r>
          </a:p>
        </p:txBody>
      </p:sp>
      <p:sp>
        <p:nvSpPr>
          <p:cNvPr id="12" name="code-line-8">
            <a:extLst>
              <a:ext uri="{FF2B5EF4-FFF2-40B4-BE49-F238E27FC236}">
                <a16:creationId xmlns:a16="http://schemas.microsoft.com/office/drawing/2014/main" id="{3C10244F-6BE5-4667-9998-FFB91FC78216}"/>
              </a:ext>
            </a:extLst>
          </p:cNvPr>
          <p:cNvSpPr>
            <a:spLocks noGrp="1"/>
          </p:cNvSpPr>
          <p:nvPr/>
        </p:nvSpPr>
        <p:spPr>
          <a:xfrm>
            <a:off x="790575" y="3417570"/>
            <a:ext cx="6091828" cy="239078"/>
          </a:xfrm>
          <a:prstGeom prst="rect">
            <a:avLst/>
          </a:prstGeom>
          <a:noFill/>
          <a:ln w="0">
            <a:noFill/>
          </a:ln>
        </p:spPr>
        <p:txBody>
          <a:bodyPr wrap="none" lIns="0" tIns="0" rIns="0" bIns="0">
            <a:noAutofit/>
          </a:bodyPr>
          <a:lstStyle>
            <a:defPPr>
              <a:defRPr sz="1275" b="0">
                <a:solidFill>
                  <a:srgbClr val="D4D4D4"/>
                </a:solidFill>
                <a:latin typeface="Menlo"/>
                <a:ea typeface="Menlo"/>
                <a:cs typeface="Menlo"/>
              </a:defRPr>
            </a:defPPr>
            <a:lvl1pPr>
              <a:defRPr sz="1275" b="0">
                <a:solidFill>
                  <a:srgbClr val="D4D4D4"/>
                </a:solidFill>
                <a:latin typeface="Menlo"/>
                <a:ea typeface="Menlo"/>
                <a:cs typeface="Menlo"/>
              </a:defRPr>
            </a:lvl1pPr>
            <a:lvl2pPr>
              <a:defRPr sz="1275" b="0">
                <a:solidFill>
                  <a:srgbClr val="D4D4D4"/>
                </a:solidFill>
                <a:latin typeface="Menlo"/>
                <a:ea typeface="Menlo"/>
                <a:cs typeface="Menlo"/>
              </a:defRPr>
            </a:lvl2pPr>
            <a:lvl3pPr>
              <a:defRPr sz="1275" b="0">
                <a:solidFill>
                  <a:srgbClr val="D4D4D4"/>
                </a:solidFill>
                <a:latin typeface="Menlo"/>
                <a:ea typeface="Menlo"/>
                <a:cs typeface="Menlo"/>
              </a:defRPr>
            </a:lvl3pPr>
            <a:lvl4pPr>
              <a:defRPr sz="1275" b="0">
                <a:solidFill>
                  <a:srgbClr val="D4D4D4"/>
                </a:solidFill>
                <a:latin typeface="Menlo"/>
                <a:ea typeface="Menlo"/>
                <a:cs typeface="Menlo"/>
              </a:defRPr>
            </a:lvl4pPr>
            <a:lvl5pPr>
              <a:defRPr sz="1275" b="0">
                <a:solidFill>
                  <a:srgbClr val="D4D4D4"/>
                </a:solidFill>
                <a:latin typeface="Menlo"/>
                <a:ea typeface="Menlo"/>
                <a:cs typeface="Menlo"/>
              </a:defRPr>
            </a:lvl5pPr>
            <a:lvl6pPr>
              <a:defRPr sz="1275" b="0">
                <a:solidFill>
                  <a:srgbClr val="D4D4D4"/>
                </a:solidFill>
                <a:latin typeface="Menlo"/>
                <a:ea typeface="Menlo"/>
                <a:cs typeface="Menlo"/>
              </a:defRPr>
            </a:lvl6pPr>
            <a:lvl7pPr>
              <a:defRPr sz="1275" b="0">
                <a:solidFill>
                  <a:srgbClr val="D4D4D4"/>
                </a:solidFill>
                <a:latin typeface="Menlo"/>
                <a:ea typeface="Menlo"/>
                <a:cs typeface="Menlo"/>
              </a:defRPr>
            </a:lvl7pPr>
            <a:lvl8pPr>
              <a:defRPr sz="1275" b="0">
                <a:solidFill>
                  <a:srgbClr val="D4D4D4"/>
                </a:solidFill>
                <a:latin typeface="Menlo"/>
                <a:ea typeface="Menlo"/>
                <a:cs typeface="Menlo"/>
              </a:defRPr>
            </a:lvl8pPr>
            <a:lvl9pPr>
              <a:defRPr sz="1275" b="0">
                <a:solidFill>
                  <a:srgbClr val="D4D4D4"/>
                </a:solidFill>
                <a:latin typeface="Menlo"/>
                <a:ea typeface="Menlo"/>
                <a:cs typeface="Menlo"/>
              </a:defRPr>
            </a:lvl9pPr>
          </a:lstStyle>
          <a:p>
            <a:pPr>
              <a:defRPr sz="1275" b="0">
                <a:solidFill>
                  <a:srgbClr val="D4D4D4"/>
                </a:solidFill>
                <a:latin typeface="Menlo"/>
                <a:ea typeface="Menlo"/>
                <a:cs typeface="Menlo"/>
              </a:defRPr>
            </a:pPr>
            <a:r>
              <a:rPr b="0" dirty="0">
                <a:solidFill>
                  <a:srgbClr val="D4D4D4"/>
                </a:solidFill>
                <a:latin typeface="Menlo"/>
                <a:ea typeface="Menlo"/>
                <a:cs typeface="Menlo"/>
              </a:rPr>
              <a:t>        </a:t>
            </a:r>
            <a:r>
              <a:rPr b="0" dirty="0" err="1">
                <a:solidFill>
                  <a:srgbClr val="9CDCFE"/>
                </a:solidFill>
                <a:latin typeface="Menlo"/>
                <a:ea typeface="Menlo"/>
                <a:cs typeface="Menlo"/>
              </a:rPr>
              <a:t>ngx</a:t>
            </a:r>
            <a:r>
              <a:rPr b="0" dirty="0" err="1">
                <a:solidFill>
                  <a:srgbClr val="D4D4D4"/>
                </a:solidFill>
                <a:latin typeface="Menlo"/>
                <a:ea typeface="Menlo"/>
                <a:cs typeface="Menlo"/>
              </a:rPr>
              <a:t>.</a:t>
            </a:r>
            <a:r>
              <a:rPr b="0" dirty="0" err="1">
                <a:solidFill>
                  <a:srgbClr val="4EC9B0"/>
                </a:solidFill>
                <a:latin typeface="Menlo"/>
                <a:ea typeface="Menlo"/>
                <a:cs typeface="Menlo"/>
              </a:rPr>
              <a:t>header</a:t>
            </a:r>
            <a:r>
              <a:rPr b="0" dirty="0" err="1">
                <a:solidFill>
                  <a:srgbClr val="D4D4D4"/>
                </a:solidFill>
                <a:latin typeface="Menlo"/>
                <a:ea typeface="Menlo"/>
                <a:cs typeface="Menlo"/>
              </a:rPr>
              <a:t>.</a:t>
            </a:r>
            <a:r>
              <a:rPr b="0" dirty="0" err="1">
                <a:solidFill>
                  <a:srgbClr val="4EC9B0"/>
                </a:solidFill>
                <a:latin typeface="Menlo"/>
                <a:ea typeface="Menlo"/>
                <a:cs typeface="Menlo"/>
              </a:rPr>
              <a:t>content_type</a:t>
            </a:r>
            <a:r>
              <a:rPr b="0" dirty="0">
                <a:solidFill>
                  <a:srgbClr val="D4D4D4"/>
                </a:solidFill>
                <a:latin typeface="Menlo"/>
                <a:ea typeface="Menlo"/>
                <a:cs typeface="Menlo"/>
              </a:rPr>
              <a:t> = </a:t>
            </a:r>
            <a:r>
              <a:rPr b="0" dirty="0">
                <a:solidFill>
                  <a:srgbClr val="CE9178"/>
                </a:solidFill>
                <a:latin typeface="Menlo"/>
                <a:ea typeface="Menlo"/>
                <a:cs typeface="Menlo"/>
              </a:rPr>
              <a:t>"application/x-amz-json-1.0"</a:t>
            </a:r>
          </a:p>
        </p:txBody>
      </p:sp>
      <p:sp>
        <p:nvSpPr>
          <p:cNvPr id="13" name="code-line-9">
            <a:extLst>
              <a:ext uri="{FF2B5EF4-FFF2-40B4-BE49-F238E27FC236}">
                <a16:creationId xmlns:a16="http://schemas.microsoft.com/office/drawing/2014/main" id="{4B005DF6-BF47-44EB-99A9-CEDB01C1E4BF}"/>
              </a:ext>
            </a:extLst>
          </p:cNvPr>
          <p:cNvSpPr>
            <a:spLocks noGrp="1"/>
          </p:cNvSpPr>
          <p:nvPr/>
        </p:nvSpPr>
        <p:spPr>
          <a:xfrm>
            <a:off x="790575" y="3628073"/>
            <a:ext cx="4920139" cy="239078"/>
          </a:xfrm>
          <a:prstGeom prst="rect">
            <a:avLst/>
          </a:prstGeom>
          <a:noFill/>
          <a:ln w="0">
            <a:noFill/>
          </a:ln>
        </p:spPr>
        <p:txBody>
          <a:bodyPr wrap="none" lIns="0" tIns="0" rIns="0" bIns="0">
            <a:noAutofit/>
          </a:bodyPr>
          <a:lstStyle>
            <a:defPPr>
              <a:defRPr sz="1275" b="0">
                <a:solidFill>
                  <a:srgbClr val="D4D4D4"/>
                </a:solidFill>
                <a:latin typeface="Menlo"/>
                <a:ea typeface="Menlo"/>
                <a:cs typeface="Menlo"/>
              </a:defRPr>
            </a:defPPr>
            <a:lvl1pPr>
              <a:defRPr sz="1275" b="0">
                <a:solidFill>
                  <a:srgbClr val="D4D4D4"/>
                </a:solidFill>
                <a:latin typeface="Menlo"/>
                <a:ea typeface="Menlo"/>
                <a:cs typeface="Menlo"/>
              </a:defRPr>
            </a:lvl1pPr>
            <a:lvl2pPr>
              <a:defRPr sz="1275" b="0">
                <a:solidFill>
                  <a:srgbClr val="D4D4D4"/>
                </a:solidFill>
                <a:latin typeface="Menlo"/>
                <a:ea typeface="Menlo"/>
                <a:cs typeface="Menlo"/>
              </a:defRPr>
            </a:lvl2pPr>
            <a:lvl3pPr>
              <a:defRPr sz="1275" b="0">
                <a:solidFill>
                  <a:srgbClr val="D4D4D4"/>
                </a:solidFill>
                <a:latin typeface="Menlo"/>
                <a:ea typeface="Menlo"/>
                <a:cs typeface="Menlo"/>
              </a:defRPr>
            </a:lvl3pPr>
            <a:lvl4pPr>
              <a:defRPr sz="1275" b="0">
                <a:solidFill>
                  <a:srgbClr val="D4D4D4"/>
                </a:solidFill>
                <a:latin typeface="Menlo"/>
                <a:ea typeface="Menlo"/>
                <a:cs typeface="Menlo"/>
              </a:defRPr>
            </a:lvl4pPr>
            <a:lvl5pPr>
              <a:defRPr sz="1275" b="0">
                <a:solidFill>
                  <a:srgbClr val="D4D4D4"/>
                </a:solidFill>
                <a:latin typeface="Menlo"/>
                <a:ea typeface="Menlo"/>
                <a:cs typeface="Menlo"/>
              </a:defRPr>
            </a:lvl5pPr>
            <a:lvl6pPr>
              <a:defRPr sz="1275" b="0">
                <a:solidFill>
                  <a:srgbClr val="D4D4D4"/>
                </a:solidFill>
                <a:latin typeface="Menlo"/>
                <a:ea typeface="Menlo"/>
                <a:cs typeface="Menlo"/>
              </a:defRPr>
            </a:lvl6pPr>
            <a:lvl7pPr>
              <a:defRPr sz="1275" b="0">
                <a:solidFill>
                  <a:srgbClr val="D4D4D4"/>
                </a:solidFill>
                <a:latin typeface="Menlo"/>
                <a:ea typeface="Menlo"/>
                <a:cs typeface="Menlo"/>
              </a:defRPr>
            </a:lvl7pPr>
            <a:lvl8pPr>
              <a:defRPr sz="1275" b="0">
                <a:solidFill>
                  <a:srgbClr val="D4D4D4"/>
                </a:solidFill>
                <a:latin typeface="Menlo"/>
                <a:ea typeface="Menlo"/>
                <a:cs typeface="Menlo"/>
              </a:defRPr>
            </a:lvl8pPr>
            <a:lvl9pPr>
              <a:defRPr sz="1275" b="0">
                <a:solidFill>
                  <a:srgbClr val="D4D4D4"/>
                </a:solidFill>
                <a:latin typeface="Menlo"/>
                <a:ea typeface="Menlo"/>
                <a:cs typeface="Menlo"/>
              </a:defRPr>
            </a:lvl9pPr>
          </a:lstStyle>
          <a:p>
            <a:pPr>
              <a:defRPr sz="1275" b="0">
                <a:solidFill>
                  <a:srgbClr val="D4D4D4"/>
                </a:solidFill>
                <a:latin typeface="Menlo"/>
                <a:ea typeface="Menlo"/>
                <a:cs typeface="Menlo"/>
              </a:defRPr>
            </a:pPr>
            <a:r>
              <a:rPr b="0">
                <a:solidFill>
                  <a:srgbClr val="D4D4D4"/>
                </a:solidFill>
                <a:latin typeface="Menlo"/>
                <a:ea typeface="Menlo"/>
                <a:cs typeface="Menlo"/>
              </a:rPr>
              <a:t>        </a:t>
            </a:r>
            <a:r>
              <a:rPr b="0">
                <a:solidFill>
                  <a:srgbClr val="9CDCFE"/>
                </a:solidFill>
                <a:latin typeface="Menlo"/>
                <a:ea typeface="Menlo"/>
                <a:cs typeface="Menlo"/>
              </a:rPr>
              <a:t>ngx</a:t>
            </a:r>
            <a:r>
              <a:rPr b="0">
                <a:solidFill>
                  <a:srgbClr val="D4D4D4"/>
                </a:solidFill>
                <a:latin typeface="Menlo"/>
                <a:ea typeface="Menlo"/>
                <a:cs typeface="Menlo"/>
              </a:rPr>
              <a:t>.</a:t>
            </a:r>
            <a:r>
              <a:rPr b="0">
                <a:solidFill>
                  <a:srgbClr val="DCDCAA"/>
                </a:solidFill>
                <a:latin typeface="Menlo"/>
                <a:ea typeface="Menlo"/>
                <a:cs typeface="Menlo"/>
              </a:rPr>
              <a:t>say</a:t>
            </a:r>
            <a:r>
              <a:rPr b="0">
                <a:solidFill>
                  <a:srgbClr val="D4D4D4"/>
                </a:solidFill>
                <a:latin typeface="Menlo"/>
                <a:ea typeface="Menlo"/>
                <a:cs typeface="Menlo"/>
              </a:rPr>
              <a:t>(</a:t>
            </a:r>
            <a:r>
              <a:rPr b="0">
                <a:solidFill>
                  <a:srgbClr val="CE9178"/>
                </a:solidFill>
                <a:latin typeface="Menlo"/>
                <a:ea typeface="Menlo"/>
                <a:cs typeface="Menlo"/>
              </a:rPr>
              <a:t>[[{"__type":"InternalServerError",</a:t>
            </a:r>
          </a:p>
        </p:txBody>
      </p:sp>
      <p:sp>
        <p:nvSpPr>
          <p:cNvPr id="14" name="code-line-10">
            <a:extLst>
              <a:ext uri="{FF2B5EF4-FFF2-40B4-BE49-F238E27FC236}">
                <a16:creationId xmlns:a16="http://schemas.microsoft.com/office/drawing/2014/main" id="{CCC91F8E-18AE-4A56-AE97-BAD5E1AB2CFA}"/>
              </a:ext>
            </a:extLst>
          </p:cNvPr>
          <p:cNvSpPr>
            <a:spLocks noGrp="1"/>
          </p:cNvSpPr>
          <p:nvPr/>
        </p:nvSpPr>
        <p:spPr>
          <a:xfrm>
            <a:off x="790575" y="3838575"/>
            <a:ext cx="5310702" cy="239078"/>
          </a:xfrm>
          <a:prstGeom prst="rect">
            <a:avLst/>
          </a:prstGeom>
          <a:noFill/>
          <a:ln w="0">
            <a:noFill/>
          </a:ln>
        </p:spPr>
        <p:txBody>
          <a:bodyPr wrap="none" lIns="0" tIns="0" rIns="0" bIns="0">
            <a:noAutofit/>
          </a:bodyPr>
          <a:lstStyle>
            <a:defPPr>
              <a:defRPr sz="1275" b="0">
                <a:solidFill>
                  <a:srgbClr val="D4D4D4"/>
                </a:solidFill>
                <a:latin typeface="Menlo"/>
                <a:ea typeface="Menlo"/>
                <a:cs typeface="Menlo"/>
              </a:defRPr>
            </a:defPPr>
            <a:lvl1pPr>
              <a:defRPr sz="1275" b="0">
                <a:solidFill>
                  <a:srgbClr val="D4D4D4"/>
                </a:solidFill>
                <a:latin typeface="Menlo"/>
                <a:ea typeface="Menlo"/>
                <a:cs typeface="Menlo"/>
              </a:defRPr>
            </a:lvl1pPr>
            <a:lvl2pPr>
              <a:defRPr sz="1275" b="0">
                <a:solidFill>
                  <a:srgbClr val="D4D4D4"/>
                </a:solidFill>
                <a:latin typeface="Menlo"/>
                <a:ea typeface="Menlo"/>
                <a:cs typeface="Menlo"/>
              </a:defRPr>
            </a:lvl2pPr>
            <a:lvl3pPr>
              <a:defRPr sz="1275" b="0">
                <a:solidFill>
                  <a:srgbClr val="D4D4D4"/>
                </a:solidFill>
                <a:latin typeface="Menlo"/>
                <a:ea typeface="Menlo"/>
                <a:cs typeface="Menlo"/>
              </a:defRPr>
            </a:lvl3pPr>
            <a:lvl4pPr>
              <a:defRPr sz="1275" b="0">
                <a:solidFill>
                  <a:srgbClr val="D4D4D4"/>
                </a:solidFill>
                <a:latin typeface="Menlo"/>
                <a:ea typeface="Menlo"/>
                <a:cs typeface="Menlo"/>
              </a:defRPr>
            </a:lvl4pPr>
            <a:lvl5pPr>
              <a:defRPr sz="1275" b="0">
                <a:solidFill>
                  <a:srgbClr val="D4D4D4"/>
                </a:solidFill>
                <a:latin typeface="Menlo"/>
                <a:ea typeface="Menlo"/>
                <a:cs typeface="Menlo"/>
              </a:defRPr>
            </a:lvl5pPr>
            <a:lvl6pPr>
              <a:defRPr sz="1275" b="0">
                <a:solidFill>
                  <a:srgbClr val="D4D4D4"/>
                </a:solidFill>
                <a:latin typeface="Menlo"/>
                <a:ea typeface="Menlo"/>
                <a:cs typeface="Menlo"/>
              </a:defRPr>
            </a:lvl6pPr>
            <a:lvl7pPr>
              <a:defRPr sz="1275" b="0">
                <a:solidFill>
                  <a:srgbClr val="D4D4D4"/>
                </a:solidFill>
                <a:latin typeface="Menlo"/>
                <a:ea typeface="Menlo"/>
                <a:cs typeface="Menlo"/>
              </a:defRPr>
            </a:lvl7pPr>
            <a:lvl8pPr>
              <a:defRPr sz="1275" b="0">
                <a:solidFill>
                  <a:srgbClr val="D4D4D4"/>
                </a:solidFill>
                <a:latin typeface="Menlo"/>
                <a:ea typeface="Menlo"/>
                <a:cs typeface="Menlo"/>
              </a:defRPr>
            </a:lvl8pPr>
            <a:lvl9pPr>
              <a:defRPr sz="1275" b="0">
                <a:solidFill>
                  <a:srgbClr val="D4D4D4"/>
                </a:solidFill>
                <a:latin typeface="Menlo"/>
                <a:ea typeface="Menlo"/>
                <a:cs typeface="Menlo"/>
              </a:defRPr>
            </a:lvl9pPr>
          </a:lstStyle>
          <a:p>
            <a:pPr>
              <a:defRPr sz="1275" b="0">
                <a:solidFill>
                  <a:srgbClr val="D4D4D4"/>
                </a:solidFill>
                <a:latin typeface="Menlo"/>
                <a:ea typeface="Menlo"/>
                <a:cs typeface="Menlo"/>
              </a:defRPr>
            </a:pPr>
            <a:r>
              <a:rPr b="0" dirty="0">
                <a:solidFill>
                  <a:srgbClr val="CE9178"/>
                </a:solidFill>
                <a:latin typeface="Menlo"/>
                <a:ea typeface="Menlo"/>
                <a:cs typeface="Menlo"/>
              </a:rPr>
              <a:t>            "</a:t>
            </a:r>
            <a:r>
              <a:rPr b="0" dirty="0" err="1">
                <a:solidFill>
                  <a:srgbClr val="CE9178"/>
                </a:solidFill>
                <a:latin typeface="Menlo"/>
                <a:ea typeface="Menlo"/>
                <a:cs typeface="Menlo"/>
              </a:rPr>
              <a:t>message":"Temporary</a:t>
            </a:r>
            <a:r>
              <a:rPr b="0" dirty="0">
                <a:solidFill>
                  <a:srgbClr val="CE9178"/>
                </a:solidFill>
                <a:latin typeface="Menlo"/>
                <a:ea typeface="Menlo"/>
                <a:cs typeface="Menlo"/>
              </a:rPr>
              <a:t> DynamoDB failure"}]]</a:t>
            </a:r>
            <a:r>
              <a:rPr b="0" dirty="0">
                <a:solidFill>
                  <a:srgbClr val="D4D4D4"/>
                </a:solidFill>
                <a:latin typeface="Menlo"/>
                <a:ea typeface="Menlo"/>
                <a:cs typeface="Menlo"/>
              </a:rPr>
              <a:t>)</a:t>
            </a:r>
          </a:p>
        </p:txBody>
      </p:sp>
      <p:sp>
        <p:nvSpPr>
          <p:cNvPr id="15" name="code-line-11">
            <a:extLst>
              <a:ext uri="{FF2B5EF4-FFF2-40B4-BE49-F238E27FC236}">
                <a16:creationId xmlns:a16="http://schemas.microsoft.com/office/drawing/2014/main" id="{CE74121D-7ED3-4F2A-B4C4-A4B072BF3BEA}"/>
              </a:ext>
            </a:extLst>
          </p:cNvPr>
          <p:cNvSpPr>
            <a:spLocks noGrp="1"/>
          </p:cNvSpPr>
          <p:nvPr/>
        </p:nvSpPr>
        <p:spPr>
          <a:xfrm>
            <a:off x="790575" y="4049078"/>
            <a:ext cx="2772042" cy="239078"/>
          </a:xfrm>
          <a:prstGeom prst="rect">
            <a:avLst/>
          </a:prstGeom>
          <a:noFill/>
          <a:ln w="0">
            <a:noFill/>
          </a:ln>
        </p:spPr>
        <p:txBody>
          <a:bodyPr wrap="none" lIns="0" tIns="0" rIns="0" bIns="0">
            <a:noAutofit/>
          </a:bodyPr>
          <a:lstStyle>
            <a:defPPr>
              <a:defRPr sz="1275" b="0">
                <a:solidFill>
                  <a:srgbClr val="D4D4D4"/>
                </a:solidFill>
                <a:latin typeface="Menlo"/>
                <a:ea typeface="Menlo"/>
                <a:cs typeface="Menlo"/>
              </a:defRPr>
            </a:defPPr>
            <a:lvl1pPr>
              <a:defRPr sz="1275" b="0">
                <a:solidFill>
                  <a:srgbClr val="D4D4D4"/>
                </a:solidFill>
                <a:latin typeface="Menlo"/>
                <a:ea typeface="Menlo"/>
                <a:cs typeface="Menlo"/>
              </a:defRPr>
            </a:lvl1pPr>
            <a:lvl2pPr>
              <a:defRPr sz="1275" b="0">
                <a:solidFill>
                  <a:srgbClr val="D4D4D4"/>
                </a:solidFill>
                <a:latin typeface="Menlo"/>
                <a:ea typeface="Menlo"/>
                <a:cs typeface="Menlo"/>
              </a:defRPr>
            </a:lvl2pPr>
            <a:lvl3pPr>
              <a:defRPr sz="1275" b="0">
                <a:solidFill>
                  <a:srgbClr val="D4D4D4"/>
                </a:solidFill>
                <a:latin typeface="Menlo"/>
                <a:ea typeface="Menlo"/>
                <a:cs typeface="Menlo"/>
              </a:defRPr>
            </a:lvl3pPr>
            <a:lvl4pPr>
              <a:defRPr sz="1275" b="0">
                <a:solidFill>
                  <a:srgbClr val="D4D4D4"/>
                </a:solidFill>
                <a:latin typeface="Menlo"/>
                <a:ea typeface="Menlo"/>
                <a:cs typeface="Menlo"/>
              </a:defRPr>
            </a:lvl4pPr>
            <a:lvl5pPr>
              <a:defRPr sz="1275" b="0">
                <a:solidFill>
                  <a:srgbClr val="D4D4D4"/>
                </a:solidFill>
                <a:latin typeface="Menlo"/>
                <a:ea typeface="Menlo"/>
                <a:cs typeface="Menlo"/>
              </a:defRPr>
            </a:lvl5pPr>
            <a:lvl6pPr>
              <a:defRPr sz="1275" b="0">
                <a:solidFill>
                  <a:srgbClr val="D4D4D4"/>
                </a:solidFill>
                <a:latin typeface="Menlo"/>
                <a:ea typeface="Menlo"/>
                <a:cs typeface="Menlo"/>
              </a:defRPr>
            </a:lvl6pPr>
            <a:lvl7pPr>
              <a:defRPr sz="1275" b="0">
                <a:solidFill>
                  <a:srgbClr val="D4D4D4"/>
                </a:solidFill>
                <a:latin typeface="Menlo"/>
                <a:ea typeface="Menlo"/>
                <a:cs typeface="Menlo"/>
              </a:defRPr>
            </a:lvl7pPr>
            <a:lvl8pPr>
              <a:defRPr sz="1275" b="0">
                <a:solidFill>
                  <a:srgbClr val="D4D4D4"/>
                </a:solidFill>
                <a:latin typeface="Menlo"/>
                <a:ea typeface="Menlo"/>
                <a:cs typeface="Menlo"/>
              </a:defRPr>
            </a:lvl8pPr>
            <a:lvl9pPr>
              <a:defRPr sz="1275" b="0">
                <a:solidFill>
                  <a:srgbClr val="D4D4D4"/>
                </a:solidFill>
                <a:latin typeface="Menlo"/>
                <a:ea typeface="Menlo"/>
                <a:cs typeface="Menlo"/>
              </a:defRPr>
            </a:lvl9pPr>
          </a:lstStyle>
          <a:p>
            <a:pPr>
              <a:defRPr sz="1275" b="0">
                <a:solidFill>
                  <a:srgbClr val="D4D4D4"/>
                </a:solidFill>
                <a:latin typeface="Menlo"/>
                <a:ea typeface="Menlo"/>
                <a:cs typeface="Menlo"/>
              </a:defRPr>
            </a:pPr>
            <a:r>
              <a:rPr b="0" dirty="0">
                <a:solidFill>
                  <a:srgbClr val="D4D4D4"/>
                </a:solidFill>
                <a:latin typeface="Menlo"/>
                <a:ea typeface="Menlo"/>
                <a:cs typeface="Menlo"/>
              </a:rPr>
              <a:t>        </a:t>
            </a:r>
            <a:r>
              <a:rPr b="0" dirty="0">
                <a:solidFill>
                  <a:srgbClr val="C586C0"/>
                </a:solidFill>
                <a:latin typeface="Menlo"/>
                <a:ea typeface="Menlo"/>
                <a:cs typeface="Menlo"/>
              </a:rPr>
              <a:t>return</a:t>
            </a:r>
            <a:r>
              <a:rPr b="0" dirty="0">
                <a:solidFill>
                  <a:srgbClr val="D4D4D4"/>
                </a:solidFill>
                <a:latin typeface="Menlo"/>
                <a:ea typeface="Menlo"/>
                <a:cs typeface="Menlo"/>
              </a:rPr>
              <a:t> </a:t>
            </a:r>
            <a:r>
              <a:rPr b="0" dirty="0" err="1">
                <a:solidFill>
                  <a:srgbClr val="9CDCFE"/>
                </a:solidFill>
                <a:latin typeface="Menlo"/>
                <a:ea typeface="Menlo"/>
                <a:cs typeface="Menlo"/>
              </a:rPr>
              <a:t>ngx</a:t>
            </a:r>
            <a:r>
              <a:rPr b="0" dirty="0" err="1">
                <a:solidFill>
                  <a:srgbClr val="D4D4D4"/>
                </a:solidFill>
                <a:latin typeface="Menlo"/>
                <a:ea typeface="Menlo"/>
                <a:cs typeface="Menlo"/>
              </a:rPr>
              <a:t>.</a:t>
            </a:r>
            <a:r>
              <a:rPr b="0" dirty="0" err="1">
                <a:solidFill>
                  <a:srgbClr val="DCDCAA"/>
                </a:solidFill>
                <a:latin typeface="Menlo"/>
                <a:ea typeface="Menlo"/>
                <a:cs typeface="Menlo"/>
              </a:rPr>
              <a:t>exit</a:t>
            </a:r>
            <a:r>
              <a:rPr b="0" dirty="0">
                <a:solidFill>
                  <a:srgbClr val="D4D4D4"/>
                </a:solidFill>
                <a:latin typeface="Menlo"/>
                <a:ea typeface="Menlo"/>
                <a:cs typeface="Menlo"/>
              </a:rPr>
              <a:t>(</a:t>
            </a:r>
            <a:r>
              <a:rPr b="0" dirty="0">
                <a:solidFill>
                  <a:srgbClr val="B5CEA8"/>
                </a:solidFill>
                <a:latin typeface="Menlo"/>
                <a:ea typeface="Menlo"/>
                <a:cs typeface="Menlo"/>
              </a:rPr>
              <a:t>500</a:t>
            </a:r>
            <a:r>
              <a:rPr b="0" dirty="0">
                <a:solidFill>
                  <a:srgbClr val="D4D4D4"/>
                </a:solidFill>
                <a:latin typeface="Menlo"/>
                <a:ea typeface="Menlo"/>
                <a:cs typeface="Menlo"/>
              </a:rPr>
              <a:t>)</a:t>
            </a:r>
          </a:p>
        </p:txBody>
      </p:sp>
      <p:sp>
        <p:nvSpPr>
          <p:cNvPr id="16" name="code-line-12">
            <a:extLst>
              <a:ext uri="{FF2B5EF4-FFF2-40B4-BE49-F238E27FC236}">
                <a16:creationId xmlns:a16="http://schemas.microsoft.com/office/drawing/2014/main" id="{6DF6A9BC-24C3-428C-A2FF-86F0D39EEBFD}"/>
              </a:ext>
            </a:extLst>
          </p:cNvPr>
          <p:cNvSpPr>
            <a:spLocks noGrp="1"/>
          </p:cNvSpPr>
          <p:nvPr/>
        </p:nvSpPr>
        <p:spPr>
          <a:xfrm>
            <a:off x="790575" y="4259580"/>
            <a:ext cx="721585" cy="239078"/>
          </a:xfrm>
          <a:prstGeom prst="rect">
            <a:avLst/>
          </a:prstGeom>
          <a:noFill/>
          <a:ln w="0">
            <a:noFill/>
          </a:ln>
        </p:spPr>
        <p:txBody>
          <a:bodyPr wrap="none" lIns="0" tIns="0" rIns="0" bIns="0">
            <a:noAutofit/>
          </a:bodyPr>
          <a:lstStyle>
            <a:defPPr>
              <a:defRPr sz="1275" b="0">
                <a:solidFill>
                  <a:srgbClr val="D4D4D4"/>
                </a:solidFill>
                <a:latin typeface="Menlo"/>
                <a:ea typeface="Menlo"/>
                <a:cs typeface="Menlo"/>
              </a:defRPr>
            </a:defPPr>
            <a:lvl1pPr>
              <a:defRPr sz="1275" b="0">
                <a:solidFill>
                  <a:srgbClr val="D4D4D4"/>
                </a:solidFill>
                <a:latin typeface="Menlo"/>
                <a:ea typeface="Menlo"/>
                <a:cs typeface="Menlo"/>
              </a:defRPr>
            </a:lvl1pPr>
            <a:lvl2pPr>
              <a:defRPr sz="1275" b="0">
                <a:solidFill>
                  <a:srgbClr val="D4D4D4"/>
                </a:solidFill>
                <a:latin typeface="Menlo"/>
                <a:ea typeface="Menlo"/>
                <a:cs typeface="Menlo"/>
              </a:defRPr>
            </a:lvl2pPr>
            <a:lvl3pPr>
              <a:defRPr sz="1275" b="0">
                <a:solidFill>
                  <a:srgbClr val="D4D4D4"/>
                </a:solidFill>
                <a:latin typeface="Menlo"/>
                <a:ea typeface="Menlo"/>
                <a:cs typeface="Menlo"/>
              </a:defRPr>
            </a:lvl3pPr>
            <a:lvl4pPr>
              <a:defRPr sz="1275" b="0">
                <a:solidFill>
                  <a:srgbClr val="D4D4D4"/>
                </a:solidFill>
                <a:latin typeface="Menlo"/>
                <a:ea typeface="Menlo"/>
                <a:cs typeface="Menlo"/>
              </a:defRPr>
            </a:lvl4pPr>
            <a:lvl5pPr>
              <a:defRPr sz="1275" b="0">
                <a:solidFill>
                  <a:srgbClr val="D4D4D4"/>
                </a:solidFill>
                <a:latin typeface="Menlo"/>
                <a:ea typeface="Menlo"/>
                <a:cs typeface="Menlo"/>
              </a:defRPr>
            </a:lvl5pPr>
            <a:lvl6pPr>
              <a:defRPr sz="1275" b="0">
                <a:solidFill>
                  <a:srgbClr val="D4D4D4"/>
                </a:solidFill>
                <a:latin typeface="Menlo"/>
                <a:ea typeface="Menlo"/>
                <a:cs typeface="Menlo"/>
              </a:defRPr>
            </a:lvl6pPr>
            <a:lvl7pPr>
              <a:defRPr sz="1275" b="0">
                <a:solidFill>
                  <a:srgbClr val="D4D4D4"/>
                </a:solidFill>
                <a:latin typeface="Menlo"/>
                <a:ea typeface="Menlo"/>
                <a:cs typeface="Menlo"/>
              </a:defRPr>
            </a:lvl7pPr>
            <a:lvl8pPr>
              <a:defRPr sz="1275" b="0">
                <a:solidFill>
                  <a:srgbClr val="D4D4D4"/>
                </a:solidFill>
                <a:latin typeface="Menlo"/>
                <a:ea typeface="Menlo"/>
                <a:cs typeface="Menlo"/>
              </a:defRPr>
            </a:lvl8pPr>
            <a:lvl9pPr>
              <a:defRPr sz="1275" b="0">
                <a:solidFill>
                  <a:srgbClr val="D4D4D4"/>
                </a:solidFill>
                <a:latin typeface="Menlo"/>
                <a:ea typeface="Menlo"/>
                <a:cs typeface="Menlo"/>
              </a:defRPr>
            </a:lvl9pPr>
          </a:lstStyle>
          <a:p>
            <a:pPr>
              <a:defRPr sz="1275" b="0">
                <a:solidFill>
                  <a:srgbClr val="D4D4D4"/>
                </a:solidFill>
                <a:latin typeface="Menlo"/>
                <a:ea typeface="Menlo"/>
                <a:cs typeface="Menlo"/>
              </a:defRPr>
            </a:pPr>
            <a:r>
              <a:rPr b="0">
                <a:solidFill>
                  <a:srgbClr val="D4D4D4"/>
                </a:solidFill>
                <a:latin typeface="Menlo"/>
                <a:ea typeface="Menlo"/>
                <a:cs typeface="Menlo"/>
              </a:rPr>
              <a:t>    </a:t>
            </a:r>
            <a:r>
              <a:rPr b="0">
                <a:solidFill>
                  <a:srgbClr val="C586C0"/>
                </a:solidFill>
                <a:latin typeface="Menlo"/>
                <a:ea typeface="Menlo"/>
                <a:cs typeface="Menlo"/>
              </a:rPr>
              <a:t>end</a:t>
            </a:r>
          </a:p>
        </p:txBody>
      </p:sp>
      <p:sp>
        <p:nvSpPr>
          <p:cNvPr id="17" name="code-line-13">
            <a:extLst>
              <a:ext uri="{FF2B5EF4-FFF2-40B4-BE49-F238E27FC236}">
                <a16:creationId xmlns:a16="http://schemas.microsoft.com/office/drawing/2014/main" id="{5AFD922D-0797-4EB0-83F6-5396B965631A}"/>
              </a:ext>
            </a:extLst>
          </p:cNvPr>
          <p:cNvSpPr>
            <a:spLocks noGrp="1"/>
          </p:cNvSpPr>
          <p:nvPr/>
        </p:nvSpPr>
        <p:spPr>
          <a:xfrm>
            <a:off x="790575" y="4470083"/>
            <a:ext cx="331022" cy="239078"/>
          </a:xfrm>
          <a:prstGeom prst="rect">
            <a:avLst/>
          </a:prstGeom>
          <a:noFill/>
          <a:ln w="0">
            <a:noFill/>
          </a:ln>
        </p:spPr>
        <p:txBody>
          <a:bodyPr wrap="none" lIns="0" tIns="0" rIns="0" bIns="0">
            <a:noAutofit/>
          </a:bodyPr>
          <a:lstStyle>
            <a:defPPr>
              <a:defRPr sz="1275" b="0">
                <a:solidFill>
                  <a:srgbClr val="D4D4D4"/>
                </a:solidFill>
                <a:latin typeface="Menlo"/>
                <a:ea typeface="Menlo"/>
                <a:cs typeface="Menlo"/>
              </a:defRPr>
            </a:defPPr>
            <a:lvl1pPr>
              <a:defRPr sz="1275" b="0">
                <a:solidFill>
                  <a:srgbClr val="D4D4D4"/>
                </a:solidFill>
                <a:latin typeface="Menlo"/>
                <a:ea typeface="Menlo"/>
                <a:cs typeface="Menlo"/>
              </a:defRPr>
            </a:lvl1pPr>
            <a:lvl2pPr>
              <a:defRPr sz="1275" b="0">
                <a:solidFill>
                  <a:srgbClr val="D4D4D4"/>
                </a:solidFill>
                <a:latin typeface="Menlo"/>
                <a:ea typeface="Menlo"/>
                <a:cs typeface="Menlo"/>
              </a:defRPr>
            </a:lvl2pPr>
            <a:lvl3pPr>
              <a:defRPr sz="1275" b="0">
                <a:solidFill>
                  <a:srgbClr val="D4D4D4"/>
                </a:solidFill>
                <a:latin typeface="Menlo"/>
                <a:ea typeface="Menlo"/>
                <a:cs typeface="Menlo"/>
              </a:defRPr>
            </a:lvl3pPr>
            <a:lvl4pPr>
              <a:defRPr sz="1275" b="0">
                <a:solidFill>
                  <a:srgbClr val="D4D4D4"/>
                </a:solidFill>
                <a:latin typeface="Menlo"/>
                <a:ea typeface="Menlo"/>
                <a:cs typeface="Menlo"/>
              </a:defRPr>
            </a:lvl4pPr>
            <a:lvl5pPr>
              <a:defRPr sz="1275" b="0">
                <a:solidFill>
                  <a:srgbClr val="D4D4D4"/>
                </a:solidFill>
                <a:latin typeface="Menlo"/>
                <a:ea typeface="Menlo"/>
                <a:cs typeface="Menlo"/>
              </a:defRPr>
            </a:lvl5pPr>
            <a:lvl6pPr>
              <a:defRPr sz="1275" b="0">
                <a:solidFill>
                  <a:srgbClr val="D4D4D4"/>
                </a:solidFill>
                <a:latin typeface="Menlo"/>
                <a:ea typeface="Menlo"/>
                <a:cs typeface="Menlo"/>
              </a:defRPr>
            </a:lvl6pPr>
            <a:lvl7pPr>
              <a:defRPr sz="1275" b="0">
                <a:solidFill>
                  <a:srgbClr val="D4D4D4"/>
                </a:solidFill>
                <a:latin typeface="Menlo"/>
                <a:ea typeface="Menlo"/>
                <a:cs typeface="Menlo"/>
              </a:defRPr>
            </a:lvl7pPr>
            <a:lvl8pPr>
              <a:defRPr sz="1275" b="0">
                <a:solidFill>
                  <a:srgbClr val="D4D4D4"/>
                </a:solidFill>
                <a:latin typeface="Menlo"/>
                <a:ea typeface="Menlo"/>
                <a:cs typeface="Menlo"/>
              </a:defRPr>
            </a:lvl8pPr>
            <a:lvl9pPr>
              <a:defRPr sz="1275" b="0">
                <a:solidFill>
                  <a:srgbClr val="D4D4D4"/>
                </a:solidFill>
                <a:latin typeface="Menlo"/>
                <a:ea typeface="Menlo"/>
                <a:cs typeface="Menlo"/>
              </a:defRPr>
            </a:lvl9pPr>
          </a:lstStyle>
          <a:p>
            <a:pPr>
              <a:defRPr sz="1275" b="0">
                <a:solidFill>
                  <a:srgbClr val="D4D4D4"/>
                </a:solidFill>
                <a:latin typeface="Menlo"/>
                <a:ea typeface="Menlo"/>
                <a:cs typeface="Menlo"/>
              </a:defRPr>
            </a:pPr>
            <a:r>
              <a:rPr b="0">
                <a:solidFill>
                  <a:srgbClr val="C586C0"/>
                </a:solidFill>
                <a:latin typeface="Menlo"/>
                <a:ea typeface="Menlo"/>
                <a:cs typeface="Menlo"/>
              </a:rPr>
              <a:t>end</a:t>
            </a:r>
          </a:p>
        </p:txBody>
      </p:sp>
      <p:sp>
        <p:nvSpPr>
          <p:cNvPr id="18" name="cue-29-1-focus">
            <a:extLst>
              <a:ext uri="{FF2B5EF4-FFF2-40B4-BE49-F238E27FC236}">
                <a16:creationId xmlns:a16="http://schemas.microsoft.com/office/drawing/2014/main" id="{412CC238-05C2-43B3-AA78-A84D55F6B743}"/>
              </a:ext>
            </a:extLst>
          </p:cNvPr>
          <p:cNvSpPr>
            <a:spLocks noGrp="1"/>
          </p:cNvSpPr>
          <p:nvPr/>
        </p:nvSpPr>
        <p:spPr>
          <a:xfrm>
            <a:off x="752475" y="1724025"/>
            <a:ext cx="1931375" cy="220028"/>
          </a:xfrm>
          <a:prstGeom prst="rect">
            <a:avLst/>
          </a:prstGeom>
          <a:noFill/>
          <a:ln w="20955">
            <a:solidFill>
              <a:srgbClr val="FF5874"/>
            </a:solidFill>
          </a:ln>
        </p:spPr>
        <p:txBody>
          <a:bodyPr/>
          <a:lstStyle/>
          <a:p>
            <a:endParaRPr lang="en-US"/>
          </a:p>
        </p:txBody>
      </p:sp>
      <p:cxnSp>
        <p:nvCxnSpPr>
          <p:cNvPr id="19" name="cue-29-1-leader-0">
            <a:extLst>
              <a:ext uri="{FF2B5EF4-FFF2-40B4-BE49-F238E27FC236}">
                <a16:creationId xmlns:a16="http://schemas.microsoft.com/office/drawing/2014/main" id="{7C1C44A2-2398-45E4-99DD-D85934C50ABB}"/>
              </a:ext>
            </a:extLst>
          </p:cNvPr>
          <p:cNvCxnSpPr/>
          <p:nvPr/>
        </p:nvCxnSpPr>
        <p:spPr>
          <a:xfrm>
            <a:off x="2712425" y="1834039"/>
            <a:ext cx="859450" cy="0"/>
          </a:xfrm>
          <a:prstGeom prst="straightConnector1">
            <a:avLst/>
          </a:prstGeom>
          <a:ln w="20955">
            <a:solidFill>
              <a:srgbClr val="FF5874"/>
            </a:solidFill>
            <a:headEnd type="triangle" w="sm" len="sm"/>
          </a:ln>
        </p:spPr>
      </p:cxnSp>
      <p:sp>
        <p:nvSpPr>
          <p:cNvPr id="20" name="cue-29-1-label">
            <a:extLst>
              <a:ext uri="{FF2B5EF4-FFF2-40B4-BE49-F238E27FC236}">
                <a16:creationId xmlns:a16="http://schemas.microsoft.com/office/drawing/2014/main" id="{D8CA836B-83CF-481B-B85E-5DFEBBCC5BD7}"/>
              </a:ext>
            </a:extLst>
          </p:cNvPr>
          <p:cNvSpPr>
            <a:spLocks noGrp="1"/>
          </p:cNvSpPr>
          <p:nvPr/>
        </p:nvSpPr>
        <p:spPr>
          <a:xfrm>
            <a:off x="3619500" y="1700689"/>
            <a:ext cx="3857625" cy="266700"/>
          </a:xfrm>
          <a:prstGeom prst="rect">
            <a:avLst/>
          </a:prstGeom>
          <a:solidFill>
            <a:srgbClr val="255DA8"/>
          </a:solidFill>
          <a:ln w="0">
            <a:noFill/>
          </a:ln>
        </p:spPr>
        <p:txBody>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b="0" dirty="0">
                <a:latin typeface="Menlo"/>
                <a:ea typeface="Menlo"/>
                <a:cs typeface="Menlo"/>
              </a:rPr>
              <a:t>remaining</a:t>
            </a:r>
            <a:r>
              <a:rPr b="0" dirty="0">
                <a:latin typeface="Ubuntu Light"/>
                <a:ea typeface="Ubuntu Light"/>
                <a:cs typeface="Ubuntu Light"/>
              </a:rPr>
              <a:t> = </a:t>
            </a:r>
            <a:r>
              <a:rPr b="0" dirty="0">
                <a:latin typeface="Menlo"/>
                <a:ea typeface="Menlo"/>
                <a:cs typeface="Menlo"/>
              </a:rPr>
              <a:t>0</a:t>
            </a:r>
            <a:r>
              <a:rPr b="0" dirty="0">
                <a:latin typeface="Ubuntu Light"/>
                <a:ea typeface="Ubuntu Light"/>
                <a:cs typeface="Ubuntu Light"/>
              </a:rPr>
              <a:t>: NGINX forwards requests</a:t>
            </a:r>
          </a:p>
        </p:txBody>
      </p:sp>
      <p:sp>
        <p:nvSpPr>
          <p:cNvPr id="22" name="cue-29-1-label">
            <a:extLst>
              <a:ext uri="{FF2B5EF4-FFF2-40B4-BE49-F238E27FC236}">
                <a16:creationId xmlns:a16="http://schemas.microsoft.com/office/drawing/2014/main" id="{443780A4-FA66-D617-B5D8-838CA04C46D5}"/>
              </a:ext>
            </a:extLst>
          </p:cNvPr>
          <p:cNvSpPr>
            <a:spLocks noGrp="1"/>
          </p:cNvSpPr>
          <p:nvPr/>
        </p:nvSpPr>
        <p:spPr>
          <a:xfrm>
            <a:off x="5179039" y="2928938"/>
            <a:ext cx="2159214" cy="292197"/>
          </a:xfrm>
          <a:prstGeom prst="rect">
            <a:avLst/>
          </a:prstGeom>
          <a:solidFill>
            <a:srgbClr val="255DA8"/>
          </a:solidFill>
          <a:ln w="0">
            <a:noFill/>
          </a:ln>
        </p:spPr>
        <p:txBody>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defRPr sz="1350" b="0">
                <a:solidFill>
                  <a:srgbClr val="FFFFFF"/>
                </a:solidFill>
                <a:latin typeface="Ubuntu Light"/>
                <a:ea typeface="Ubuntu Light"/>
                <a:cs typeface="Ubuntu Light"/>
              </a:defRPr>
            </a:pPr>
            <a:r>
              <a:rPr lang="en-HK" dirty="0"/>
              <a:t>Return 500 HTTP Error</a:t>
            </a:r>
            <a:endParaRPr b="1" dirty="0">
              <a:latin typeface="Ubuntu" panose="020B0504030602030204" pitchFamily="34" charset="0"/>
            </a:endParaRPr>
          </a:p>
        </p:txBody>
      </p:sp>
      <p:cxnSp>
        <p:nvCxnSpPr>
          <p:cNvPr id="23" name="cue-29-1-leader-0">
            <a:extLst>
              <a:ext uri="{FF2B5EF4-FFF2-40B4-BE49-F238E27FC236}">
                <a16:creationId xmlns:a16="http://schemas.microsoft.com/office/drawing/2014/main" id="{84EDF1EF-6A9E-8152-1ED8-ABD5FFC3AEF7}"/>
              </a:ext>
            </a:extLst>
          </p:cNvPr>
          <p:cNvCxnSpPr>
            <a:cxnSpLocks/>
          </p:cNvCxnSpPr>
          <p:nvPr/>
        </p:nvCxnSpPr>
        <p:spPr>
          <a:xfrm flipV="1">
            <a:off x="3343504" y="3082346"/>
            <a:ext cx="1749677" cy="241989"/>
          </a:xfrm>
          <a:prstGeom prst="straightConnector1">
            <a:avLst/>
          </a:prstGeom>
          <a:ln w="20955">
            <a:solidFill>
              <a:srgbClr val="FF5874"/>
            </a:solidFill>
            <a:headEnd type="triangle" w="sm" len="sm"/>
          </a:ln>
        </p:spPr>
      </p:cxnSp>
      <p:sp>
        <p:nvSpPr>
          <p:cNvPr id="26" name="cue-29-1-focus">
            <a:extLst>
              <a:ext uri="{FF2B5EF4-FFF2-40B4-BE49-F238E27FC236}">
                <a16:creationId xmlns:a16="http://schemas.microsoft.com/office/drawing/2014/main" id="{29C02CF5-41B4-719E-EE8E-C85B6789B655}"/>
              </a:ext>
            </a:extLst>
          </p:cNvPr>
          <p:cNvSpPr>
            <a:spLocks noGrp="1"/>
          </p:cNvSpPr>
          <p:nvPr/>
        </p:nvSpPr>
        <p:spPr>
          <a:xfrm>
            <a:off x="1512161" y="3216593"/>
            <a:ext cx="1722818" cy="215485"/>
          </a:xfrm>
          <a:prstGeom prst="rect">
            <a:avLst/>
          </a:prstGeom>
          <a:noFill/>
          <a:ln w="20955">
            <a:solidFill>
              <a:srgbClr val="FF5874"/>
            </a:solidFill>
          </a:ln>
        </p:spPr>
        <p:txBody>
          <a:bodyPr/>
          <a:lstStyle/>
          <a:p>
            <a:endParaRPr lang="en-US"/>
          </a:p>
        </p:txBody>
      </p:sp>
    </p:spTree>
    <p:extLst>
      <p:ext uri="{BB962C8B-B14F-4D97-AF65-F5344CB8AC3E}">
        <p14:creationId xmlns:p14="http://schemas.microsoft.com/office/powerpoint/2010/main" val="127060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2" grpId="0" animBg="1"/>
      <p:bldP spid="23" grpId="0" animBg="1"/>
      <p:bldP spid="2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lide-title">
            <a:extLst>
              <a:ext uri="{FF2B5EF4-FFF2-40B4-BE49-F238E27FC236}">
                <a16:creationId xmlns:a16="http://schemas.microsoft.com/office/drawing/2014/main" id="{2309571C-C21E-4C84-9AA4-5F28FD4B102E}"/>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lang="en-US" b="0" dirty="0">
                <a:latin typeface="Ubuntu Light"/>
                <a:ea typeface="Ubuntu Light"/>
                <a:cs typeface="Ubuntu Light"/>
              </a:rPr>
              <a:t>Case 2: </a:t>
            </a:r>
            <a:r>
              <a:rPr b="0" dirty="0">
                <a:latin typeface="Ubuntu Light"/>
                <a:ea typeface="Ubuntu Light"/>
                <a:cs typeface="Ubuntu Light"/>
              </a:rPr>
              <a:t>The charge succeeds before the client times out</a:t>
            </a:r>
          </a:p>
        </p:txBody>
      </p:sp>
      <p:sp>
        <p:nvSpPr>
          <p:cNvPr id="2" name="source-label">
            <a:extLst>
              <a:ext uri="{FF2B5EF4-FFF2-40B4-BE49-F238E27FC236}">
                <a16:creationId xmlns:a16="http://schemas.microsoft.com/office/drawing/2014/main" id="{CA4FBD57-A0B5-43B6-B24E-F83222513D98}"/>
              </a:ext>
            </a:extLst>
          </p:cNvPr>
          <p:cNvSpPr>
            <a:spLocks noGrp="1"/>
          </p:cNvSpPr>
          <p:nvPr/>
        </p:nvSpPr>
        <p:spPr>
          <a:xfrm>
            <a:off x="619125" y="1362075"/>
            <a:ext cx="7905750" cy="219075"/>
          </a:xfrm>
          <a:prstGeom prst="rect">
            <a:avLst/>
          </a:prstGeom>
          <a:noFill/>
          <a:ln w="0">
            <a:noFill/>
          </a:ln>
        </p:spPr>
        <p:txBody>
          <a:bodyPr wrap="none" lIns="0" tIns="0" rIns="0" bIns="0" anchor="t">
            <a:noAutofit/>
          </a:bodyPr>
          <a:lstStyle>
            <a:defPPr algn="l">
              <a:defRPr sz="1200" b="0">
                <a:solidFill>
                  <a:srgbClr val="475569"/>
                </a:solidFill>
                <a:latin typeface="Ubuntu Light"/>
                <a:ea typeface="Ubuntu Light"/>
                <a:cs typeface="Ubuntu Light"/>
              </a:defRPr>
            </a:defPPr>
            <a:lvl1pPr algn="l">
              <a:defRPr sz="1200" b="0">
                <a:solidFill>
                  <a:srgbClr val="475569"/>
                </a:solidFill>
                <a:latin typeface="Ubuntu Light"/>
                <a:ea typeface="Ubuntu Light"/>
                <a:cs typeface="Ubuntu Light"/>
              </a:defRPr>
            </a:lvl1pPr>
            <a:lvl2pPr algn="l">
              <a:defRPr sz="1200" b="0">
                <a:solidFill>
                  <a:srgbClr val="475569"/>
                </a:solidFill>
                <a:latin typeface="Ubuntu Light"/>
                <a:ea typeface="Ubuntu Light"/>
                <a:cs typeface="Ubuntu Light"/>
              </a:defRPr>
            </a:lvl2pPr>
            <a:lvl3pPr algn="l">
              <a:defRPr sz="1200" b="0">
                <a:solidFill>
                  <a:srgbClr val="475569"/>
                </a:solidFill>
                <a:latin typeface="Ubuntu Light"/>
                <a:ea typeface="Ubuntu Light"/>
                <a:cs typeface="Ubuntu Light"/>
              </a:defRPr>
            </a:lvl3pPr>
            <a:lvl4pPr algn="l">
              <a:defRPr sz="1200" b="0">
                <a:solidFill>
                  <a:srgbClr val="475569"/>
                </a:solidFill>
                <a:latin typeface="Ubuntu Light"/>
                <a:ea typeface="Ubuntu Light"/>
                <a:cs typeface="Ubuntu Light"/>
              </a:defRPr>
            </a:lvl4pPr>
            <a:lvl5pPr algn="l">
              <a:defRPr sz="1200" b="0">
                <a:solidFill>
                  <a:srgbClr val="475569"/>
                </a:solidFill>
                <a:latin typeface="Ubuntu Light"/>
                <a:ea typeface="Ubuntu Light"/>
                <a:cs typeface="Ubuntu Light"/>
              </a:defRPr>
            </a:lvl5pPr>
            <a:lvl6pPr algn="l">
              <a:defRPr sz="1200" b="0">
                <a:solidFill>
                  <a:srgbClr val="475569"/>
                </a:solidFill>
                <a:latin typeface="Ubuntu Light"/>
                <a:ea typeface="Ubuntu Light"/>
                <a:cs typeface="Ubuntu Light"/>
              </a:defRPr>
            </a:lvl6pPr>
            <a:lvl7pPr algn="l">
              <a:defRPr sz="1200" b="0">
                <a:solidFill>
                  <a:srgbClr val="475569"/>
                </a:solidFill>
                <a:latin typeface="Ubuntu Light"/>
                <a:ea typeface="Ubuntu Light"/>
                <a:cs typeface="Ubuntu Light"/>
              </a:defRPr>
            </a:lvl7pPr>
            <a:lvl8pPr algn="l">
              <a:defRPr sz="1200" b="0">
                <a:solidFill>
                  <a:srgbClr val="475569"/>
                </a:solidFill>
                <a:latin typeface="Ubuntu Light"/>
                <a:ea typeface="Ubuntu Light"/>
                <a:cs typeface="Ubuntu Light"/>
              </a:defRPr>
            </a:lvl8pPr>
            <a:lvl9pPr algn="l">
              <a:defRPr sz="1200" b="0">
                <a:solidFill>
                  <a:srgbClr val="475569"/>
                </a:solidFill>
                <a:latin typeface="Ubuntu Light"/>
                <a:ea typeface="Ubuntu Light"/>
                <a:cs typeface="Ubuntu Light"/>
              </a:defRPr>
            </a:lvl9pPr>
          </a:lstStyle>
          <a:p>
            <a:pPr algn="l">
              <a:defRPr sz="1200" b="0">
                <a:solidFill>
                  <a:srgbClr val="475569"/>
                </a:solidFill>
                <a:latin typeface="Ubuntu Light"/>
                <a:ea typeface="Ubuntu Light"/>
                <a:cs typeface="Ubuntu Light"/>
              </a:defRPr>
            </a:pPr>
            <a:r>
              <a:rPr b="0" dirty="0">
                <a:latin typeface="Ubuntu Light"/>
                <a:ea typeface="Ubuntu Light"/>
                <a:cs typeface="Ubuntu Light"/>
              </a:rPr>
              <a:t>Lua · </a:t>
            </a:r>
            <a:r>
              <a:rPr b="0" dirty="0" err="1">
                <a:latin typeface="Ubuntu Light"/>
                <a:ea typeface="Ubuntu Light"/>
                <a:cs typeface="Ubuntu Light"/>
              </a:rPr>
              <a:t>test_payment_uncertainty.py</a:t>
            </a:r>
            <a:endParaRPr b="0" dirty="0">
              <a:latin typeface="Ubuntu Light"/>
              <a:ea typeface="Ubuntu Light"/>
              <a:cs typeface="Ubuntu Light"/>
            </a:endParaRPr>
          </a:p>
        </p:txBody>
      </p:sp>
      <p:sp>
        <p:nvSpPr>
          <p:cNvPr id="3" name="code-background">
            <a:extLst>
              <a:ext uri="{FF2B5EF4-FFF2-40B4-BE49-F238E27FC236}">
                <a16:creationId xmlns:a16="http://schemas.microsoft.com/office/drawing/2014/main" id="{417B012D-AC37-4D70-8FCA-FCEE9737C688}"/>
              </a:ext>
            </a:extLst>
          </p:cNvPr>
          <p:cNvSpPr>
            <a:spLocks noGrp="1"/>
          </p:cNvSpPr>
          <p:nvPr/>
        </p:nvSpPr>
        <p:spPr>
          <a:xfrm>
            <a:off x="619125" y="2362200"/>
            <a:ext cx="6191250" cy="1905476"/>
          </a:xfrm>
          <a:prstGeom prst="rect">
            <a:avLst/>
          </a:prstGeom>
          <a:solidFill>
            <a:srgbClr val="000000"/>
          </a:solidFill>
          <a:ln w="0">
            <a:noFill/>
          </a:ln>
        </p:spPr>
        <p:txBody>
          <a:bodyPr/>
          <a:lstStyle/>
          <a:p>
            <a:endParaRPr lang="en-US"/>
          </a:p>
        </p:txBody>
      </p:sp>
      <p:sp>
        <p:nvSpPr>
          <p:cNvPr id="4" name="code-line-0">
            <a:extLst>
              <a:ext uri="{FF2B5EF4-FFF2-40B4-BE49-F238E27FC236}">
                <a16:creationId xmlns:a16="http://schemas.microsoft.com/office/drawing/2014/main" id="{875414A0-5391-4B99-B623-9FF79DD0670D}"/>
              </a:ext>
            </a:extLst>
          </p:cNvPr>
          <p:cNvSpPr>
            <a:spLocks noGrp="1"/>
          </p:cNvSpPr>
          <p:nvPr/>
        </p:nvSpPr>
        <p:spPr>
          <a:xfrm>
            <a:off x="790575" y="2476500"/>
            <a:ext cx="4075833"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569CD6"/>
                </a:solidFill>
                <a:latin typeface="Menlo"/>
                <a:ea typeface="Menlo"/>
                <a:cs typeface="Menlo"/>
              </a:rPr>
              <a:t>local</a:t>
            </a:r>
            <a:r>
              <a:rPr b="0" dirty="0">
                <a:solidFill>
                  <a:srgbClr val="D4D4D4"/>
                </a:solidFill>
                <a:latin typeface="Menlo"/>
                <a:ea typeface="Menlo"/>
                <a:cs typeface="Menlo"/>
              </a:rPr>
              <a:t> </a:t>
            </a:r>
            <a:r>
              <a:rPr b="0" dirty="0">
                <a:solidFill>
                  <a:srgbClr val="9CDCFE"/>
                </a:solidFill>
                <a:latin typeface="Menlo"/>
                <a:ea typeface="Menlo"/>
                <a:cs typeface="Menlo"/>
              </a:rPr>
              <a:t>response</a:t>
            </a:r>
            <a:r>
              <a:rPr b="0" dirty="0">
                <a:solidFill>
                  <a:srgbClr val="D4D4D4"/>
                </a:solidFill>
                <a:latin typeface="Menlo"/>
                <a:ea typeface="Menlo"/>
                <a:cs typeface="Menlo"/>
              </a:rPr>
              <a:t> = </a:t>
            </a:r>
            <a:r>
              <a:rPr b="0" dirty="0" err="1">
                <a:solidFill>
                  <a:srgbClr val="9CDCFE"/>
                </a:solidFill>
                <a:latin typeface="Menlo"/>
                <a:ea typeface="Menlo"/>
                <a:cs typeface="Menlo"/>
              </a:rPr>
              <a:t>ngx</a:t>
            </a:r>
            <a:r>
              <a:rPr b="0" dirty="0" err="1">
                <a:solidFill>
                  <a:srgbClr val="D4D4D4"/>
                </a:solidFill>
                <a:latin typeface="Menlo"/>
                <a:ea typeface="Menlo"/>
                <a:cs typeface="Menlo"/>
              </a:rPr>
              <a:t>.</a:t>
            </a:r>
            <a:r>
              <a:rPr b="0" dirty="0" err="1">
                <a:solidFill>
                  <a:srgbClr val="4EC9B0"/>
                </a:solidFill>
                <a:latin typeface="Menlo"/>
                <a:ea typeface="Menlo"/>
                <a:cs typeface="Menlo"/>
              </a:rPr>
              <a:t>location</a:t>
            </a:r>
            <a:r>
              <a:rPr b="0" dirty="0" err="1">
                <a:solidFill>
                  <a:srgbClr val="D4D4D4"/>
                </a:solidFill>
                <a:latin typeface="Menlo"/>
                <a:ea typeface="Menlo"/>
                <a:cs typeface="Menlo"/>
              </a:rPr>
              <a:t>.</a:t>
            </a:r>
            <a:r>
              <a:rPr b="0" dirty="0" err="1">
                <a:solidFill>
                  <a:srgbClr val="DCDCAA"/>
                </a:solidFill>
                <a:latin typeface="Menlo"/>
                <a:ea typeface="Menlo"/>
                <a:cs typeface="Menlo"/>
              </a:rPr>
              <a:t>capture</a:t>
            </a:r>
            <a:r>
              <a:rPr b="0" dirty="0">
                <a:solidFill>
                  <a:srgbClr val="D4D4D4"/>
                </a:solidFill>
                <a:latin typeface="Menlo"/>
                <a:ea typeface="Menlo"/>
                <a:cs typeface="Menlo"/>
              </a:rPr>
              <a:t>(</a:t>
            </a:r>
          </a:p>
        </p:txBody>
      </p:sp>
      <p:sp>
        <p:nvSpPr>
          <p:cNvPr id="5" name="code-line-1">
            <a:extLst>
              <a:ext uri="{FF2B5EF4-FFF2-40B4-BE49-F238E27FC236}">
                <a16:creationId xmlns:a16="http://schemas.microsoft.com/office/drawing/2014/main" id="{33798A01-6FCA-41B1-A5F7-FFB87BA74503}"/>
              </a:ext>
            </a:extLst>
          </p:cNvPr>
          <p:cNvSpPr>
            <a:spLocks noGrp="1"/>
          </p:cNvSpPr>
          <p:nvPr/>
        </p:nvSpPr>
        <p:spPr>
          <a:xfrm>
            <a:off x="790575" y="2749629"/>
            <a:ext cx="3013272"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D4D4D4"/>
                </a:solidFill>
                <a:latin typeface="Menlo"/>
                <a:ea typeface="Menlo"/>
                <a:cs typeface="Menlo"/>
              </a:rPr>
              <a:t>    </a:t>
            </a:r>
            <a:r>
              <a:rPr b="0" dirty="0">
                <a:solidFill>
                  <a:srgbClr val="CE9178"/>
                </a:solidFill>
                <a:latin typeface="Menlo"/>
                <a:ea typeface="Menlo"/>
                <a:cs typeface="Menlo"/>
              </a:rPr>
              <a:t>"/v1/</a:t>
            </a:r>
            <a:r>
              <a:rPr b="0" dirty="0" err="1">
                <a:solidFill>
                  <a:srgbClr val="CE9178"/>
                </a:solidFill>
                <a:latin typeface="Menlo"/>
                <a:ea typeface="Menlo"/>
                <a:cs typeface="Menlo"/>
              </a:rPr>
              <a:t>payment_intents</a:t>
            </a:r>
            <a:r>
              <a:rPr b="0" dirty="0">
                <a:solidFill>
                  <a:srgbClr val="CE9178"/>
                </a:solidFill>
                <a:latin typeface="Menlo"/>
                <a:ea typeface="Menlo"/>
                <a:cs typeface="Menlo"/>
              </a:rPr>
              <a:t>"</a:t>
            </a:r>
            <a:r>
              <a:rPr b="0" dirty="0">
                <a:solidFill>
                  <a:srgbClr val="D4D4D4"/>
                </a:solidFill>
                <a:latin typeface="Menlo"/>
                <a:ea typeface="Menlo"/>
                <a:cs typeface="Menlo"/>
              </a:rPr>
              <a:t>, {</a:t>
            </a:r>
          </a:p>
        </p:txBody>
      </p:sp>
      <p:sp>
        <p:nvSpPr>
          <p:cNvPr id="6" name="code-line-2">
            <a:extLst>
              <a:ext uri="{FF2B5EF4-FFF2-40B4-BE49-F238E27FC236}">
                <a16:creationId xmlns:a16="http://schemas.microsoft.com/office/drawing/2014/main" id="{6A5AE0E8-55BC-4F9C-AEF9-904BFF960AC8}"/>
              </a:ext>
            </a:extLst>
          </p:cNvPr>
          <p:cNvSpPr>
            <a:spLocks noGrp="1"/>
          </p:cNvSpPr>
          <p:nvPr/>
        </p:nvSpPr>
        <p:spPr>
          <a:xfrm>
            <a:off x="790575" y="3022759"/>
            <a:ext cx="2907016"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D4D4D4"/>
                </a:solidFill>
                <a:latin typeface="Menlo"/>
                <a:ea typeface="Menlo"/>
                <a:cs typeface="Menlo"/>
              </a:rPr>
              <a:t>    </a:t>
            </a:r>
            <a:r>
              <a:rPr b="0" dirty="0">
                <a:solidFill>
                  <a:srgbClr val="9CDCFE"/>
                </a:solidFill>
                <a:latin typeface="Menlo"/>
                <a:ea typeface="Menlo"/>
                <a:cs typeface="Menlo"/>
              </a:rPr>
              <a:t>method</a:t>
            </a:r>
            <a:r>
              <a:rPr b="0" dirty="0">
                <a:solidFill>
                  <a:srgbClr val="D4D4D4"/>
                </a:solidFill>
                <a:latin typeface="Menlo"/>
                <a:ea typeface="Menlo"/>
                <a:cs typeface="Menlo"/>
              </a:rPr>
              <a:t> = </a:t>
            </a:r>
            <a:r>
              <a:rPr b="0" dirty="0" err="1">
                <a:solidFill>
                  <a:srgbClr val="9CDCFE"/>
                </a:solidFill>
                <a:latin typeface="Menlo"/>
                <a:ea typeface="Menlo"/>
                <a:cs typeface="Menlo"/>
              </a:rPr>
              <a:t>ngx</a:t>
            </a:r>
            <a:r>
              <a:rPr b="0" dirty="0" err="1">
                <a:solidFill>
                  <a:srgbClr val="D4D4D4"/>
                </a:solidFill>
                <a:latin typeface="Menlo"/>
                <a:ea typeface="Menlo"/>
                <a:cs typeface="Menlo"/>
              </a:rPr>
              <a:t>.</a:t>
            </a:r>
            <a:r>
              <a:rPr b="0" dirty="0" err="1">
                <a:solidFill>
                  <a:srgbClr val="4EC9B0"/>
                </a:solidFill>
                <a:latin typeface="Menlo"/>
                <a:ea typeface="Menlo"/>
                <a:cs typeface="Menlo"/>
              </a:rPr>
              <a:t>HTTP_POST</a:t>
            </a:r>
            <a:r>
              <a:rPr b="0" dirty="0">
                <a:solidFill>
                  <a:srgbClr val="D4D4D4"/>
                </a:solidFill>
                <a:latin typeface="Menlo"/>
                <a:ea typeface="Menlo"/>
                <a:cs typeface="Menlo"/>
              </a:rPr>
              <a:t>,</a:t>
            </a:r>
          </a:p>
        </p:txBody>
      </p:sp>
      <p:sp>
        <p:nvSpPr>
          <p:cNvPr id="7" name="code-line-3">
            <a:extLst>
              <a:ext uri="{FF2B5EF4-FFF2-40B4-BE49-F238E27FC236}">
                <a16:creationId xmlns:a16="http://schemas.microsoft.com/office/drawing/2014/main" id="{D4C5857F-AB8E-476B-AE09-8B478471E10B}"/>
              </a:ext>
            </a:extLst>
          </p:cNvPr>
          <p:cNvSpPr>
            <a:spLocks noGrp="1"/>
          </p:cNvSpPr>
          <p:nvPr/>
        </p:nvSpPr>
        <p:spPr>
          <a:xfrm>
            <a:off x="790575" y="3295888"/>
            <a:ext cx="3757065"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a:solidFill>
                  <a:srgbClr val="D4D4D4"/>
                </a:solidFill>
                <a:latin typeface="Menlo"/>
                <a:ea typeface="Menlo"/>
                <a:cs typeface="Menlo"/>
              </a:rPr>
              <a:t>    </a:t>
            </a:r>
            <a:r>
              <a:rPr b="0">
                <a:solidFill>
                  <a:srgbClr val="9CDCFE"/>
                </a:solidFill>
                <a:latin typeface="Menlo"/>
                <a:ea typeface="Menlo"/>
                <a:cs typeface="Menlo"/>
              </a:rPr>
              <a:t>body</a:t>
            </a:r>
            <a:r>
              <a:rPr b="0">
                <a:solidFill>
                  <a:srgbClr val="D4D4D4"/>
                </a:solidFill>
                <a:latin typeface="Menlo"/>
                <a:ea typeface="Menlo"/>
                <a:cs typeface="Menlo"/>
              </a:rPr>
              <a:t> = </a:t>
            </a:r>
            <a:r>
              <a:rPr b="0">
                <a:solidFill>
                  <a:srgbClr val="9CDCFE"/>
                </a:solidFill>
                <a:latin typeface="Menlo"/>
                <a:ea typeface="Menlo"/>
                <a:cs typeface="Menlo"/>
              </a:rPr>
              <a:t>ngx</a:t>
            </a:r>
            <a:r>
              <a:rPr b="0">
                <a:solidFill>
                  <a:srgbClr val="D4D4D4"/>
                </a:solidFill>
                <a:latin typeface="Menlo"/>
                <a:ea typeface="Menlo"/>
                <a:cs typeface="Menlo"/>
              </a:rPr>
              <a:t>.</a:t>
            </a:r>
            <a:r>
              <a:rPr b="0">
                <a:solidFill>
                  <a:srgbClr val="4EC9B0"/>
                </a:solidFill>
                <a:latin typeface="Menlo"/>
                <a:ea typeface="Menlo"/>
                <a:cs typeface="Menlo"/>
              </a:rPr>
              <a:t>req</a:t>
            </a:r>
            <a:r>
              <a:rPr b="0">
                <a:solidFill>
                  <a:srgbClr val="D4D4D4"/>
                </a:solidFill>
                <a:latin typeface="Menlo"/>
                <a:ea typeface="Menlo"/>
                <a:cs typeface="Menlo"/>
              </a:rPr>
              <a:t>.</a:t>
            </a:r>
            <a:r>
              <a:rPr b="0">
                <a:solidFill>
                  <a:srgbClr val="DCDCAA"/>
                </a:solidFill>
                <a:latin typeface="Menlo"/>
                <a:ea typeface="Menlo"/>
                <a:cs typeface="Menlo"/>
              </a:rPr>
              <a:t>get_body_data</a:t>
            </a:r>
            <a:r>
              <a:rPr b="0">
                <a:solidFill>
                  <a:srgbClr val="D4D4D4"/>
                </a:solidFill>
                <a:latin typeface="Menlo"/>
                <a:ea typeface="Menlo"/>
                <a:cs typeface="Menlo"/>
              </a:rPr>
              <a:t>(),</a:t>
            </a:r>
          </a:p>
        </p:txBody>
      </p:sp>
      <p:sp>
        <p:nvSpPr>
          <p:cNvPr id="8" name="code-line-4">
            <a:extLst>
              <a:ext uri="{FF2B5EF4-FFF2-40B4-BE49-F238E27FC236}">
                <a16:creationId xmlns:a16="http://schemas.microsoft.com/office/drawing/2014/main" id="{AB4C5CD1-2CEF-448E-BAF4-5F2CE9EEEBB8}"/>
              </a:ext>
            </a:extLst>
          </p:cNvPr>
          <p:cNvSpPr>
            <a:spLocks noGrp="1"/>
          </p:cNvSpPr>
          <p:nvPr/>
        </p:nvSpPr>
        <p:spPr>
          <a:xfrm>
            <a:off x="790575" y="3569018"/>
            <a:ext cx="250612"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a:solidFill>
                  <a:srgbClr val="D4D4D4"/>
                </a:solidFill>
                <a:latin typeface="Menlo"/>
                <a:ea typeface="Menlo"/>
                <a:cs typeface="Menlo"/>
              </a:rPr>
              <a:t>})</a:t>
            </a:r>
          </a:p>
        </p:txBody>
      </p:sp>
      <p:sp>
        <p:nvSpPr>
          <p:cNvPr id="9" name="code-line-5">
            <a:extLst>
              <a:ext uri="{FF2B5EF4-FFF2-40B4-BE49-F238E27FC236}">
                <a16:creationId xmlns:a16="http://schemas.microsoft.com/office/drawing/2014/main" id="{614AB302-7752-43F0-A711-00ADF3FB0023}"/>
              </a:ext>
            </a:extLst>
          </p:cNvPr>
          <p:cNvSpPr>
            <a:spLocks noGrp="1"/>
          </p:cNvSpPr>
          <p:nvPr/>
        </p:nvSpPr>
        <p:spPr>
          <a:xfrm>
            <a:off x="790575" y="3842147"/>
            <a:ext cx="1525686"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err="1">
                <a:solidFill>
                  <a:srgbClr val="9CDCFE"/>
                </a:solidFill>
                <a:latin typeface="Menlo"/>
                <a:ea typeface="Menlo"/>
                <a:cs typeface="Menlo"/>
              </a:rPr>
              <a:t>ngx</a:t>
            </a:r>
            <a:r>
              <a:rPr b="0" dirty="0" err="1">
                <a:solidFill>
                  <a:srgbClr val="D4D4D4"/>
                </a:solidFill>
                <a:latin typeface="Menlo"/>
                <a:ea typeface="Menlo"/>
                <a:cs typeface="Menlo"/>
              </a:rPr>
              <a:t>.</a:t>
            </a:r>
            <a:r>
              <a:rPr b="0" dirty="0" err="1">
                <a:solidFill>
                  <a:srgbClr val="DCDCAA"/>
                </a:solidFill>
                <a:latin typeface="Menlo"/>
                <a:ea typeface="Menlo"/>
                <a:cs typeface="Menlo"/>
              </a:rPr>
              <a:t>sleep</a:t>
            </a:r>
            <a:r>
              <a:rPr b="0" dirty="0">
                <a:solidFill>
                  <a:srgbClr val="D4D4D4"/>
                </a:solidFill>
                <a:latin typeface="Menlo"/>
                <a:ea typeface="Menlo"/>
                <a:cs typeface="Menlo"/>
              </a:rPr>
              <a:t>(</a:t>
            </a:r>
            <a:r>
              <a:rPr b="0" dirty="0">
                <a:solidFill>
                  <a:srgbClr val="B5CEA8"/>
                </a:solidFill>
                <a:latin typeface="Menlo"/>
                <a:ea typeface="Menlo"/>
                <a:cs typeface="Menlo"/>
              </a:rPr>
              <a:t>3.5</a:t>
            </a:r>
            <a:r>
              <a:rPr b="0" dirty="0">
                <a:solidFill>
                  <a:srgbClr val="D4D4D4"/>
                </a:solidFill>
                <a:latin typeface="Menlo"/>
                <a:ea typeface="Menlo"/>
                <a:cs typeface="Menlo"/>
              </a:rPr>
              <a:t>)</a:t>
            </a:r>
          </a:p>
        </p:txBody>
      </p:sp>
      <p:sp>
        <p:nvSpPr>
          <p:cNvPr id="10" name="uncertainty-result">
            <a:extLst>
              <a:ext uri="{FF2B5EF4-FFF2-40B4-BE49-F238E27FC236}">
                <a16:creationId xmlns:a16="http://schemas.microsoft.com/office/drawing/2014/main" id="{284B97FA-752B-43DE-89D6-E01C585F2148}"/>
              </a:ext>
            </a:extLst>
          </p:cNvPr>
          <p:cNvSpPr>
            <a:spLocks noGrp="1"/>
          </p:cNvSpPr>
          <p:nvPr/>
        </p:nvSpPr>
        <p:spPr>
          <a:xfrm>
            <a:off x="4260157" y="4467225"/>
            <a:ext cx="2355796" cy="394335"/>
          </a:xfrm>
          <a:prstGeom prst="rect">
            <a:avLst/>
          </a:prstGeom>
          <a:noFill/>
          <a:ln w="0">
            <a:noFill/>
          </a:ln>
        </p:spPr>
        <p:txBody>
          <a:bodyPr wrap="none" lIns="0" tIns="0" rIns="0" bIns="0" anchor="t">
            <a:noAutofit/>
          </a:bodyPr>
          <a:lstStyle>
            <a:defPPr algn="l">
              <a:defRPr sz="1313" b="0">
                <a:solidFill>
                  <a:srgbClr val="202D3E"/>
                </a:solidFill>
                <a:latin typeface="Ubuntu Light"/>
                <a:ea typeface="Ubuntu Light"/>
                <a:cs typeface="Ubuntu Light"/>
              </a:defRPr>
            </a:defPPr>
            <a:lvl1pPr algn="l">
              <a:defRPr sz="1313" b="0">
                <a:solidFill>
                  <a:srgbClr val="202D3E"/>
                </a:solidFill>
                <a:latin typeface="Ubuntu Light"/>
                <a:ea typeface="Ubuntu Light"/>
                <a:cs typeface="Ubuntu Light"/>
              </a:defRPr>
            </a:lvl1pPr>
            <a:lvl2pPr algn="l">
              <a:defRPr sz="1313" b="0">
                <a:solidFill>
                  <a:srgbClr val="202D3E"/>
                </a:solidFill>
                <a:latin typeface="Ubuntu Light"/>
                <a:ea typeface="Ubuntu Light"/>
                <a:cs typeface="Ubuntu Light"/>
              </a:defRPr>
            </a:lvl2pPr>
            <a:lvl3pPr algn="l">
              <a:defRPr sz="1313" b="0">
                <a:solidFill>
                  <a:srgbClr val="202D3E"/>
                </a:solidFill>
                <a:latin typeface="Ubuntu Light"/>
                <a:ea typeface="Ubuntu Light"/>
                <a:cs typeface="Ubuntu Light"/>
              </a:defRPr>
            </a:lvl3pPr>
            <a:lvl4pPr algn="l">
              <a:defRPr sz="1313" b="0">
                <a:solidFill>
                  <a:srgbClr val="202D3E"/>
                </a:solidFill>
                <a:latin typeface="Ubuntu Light"/>
                <a:ea typeface="Ubuntu Light"/>
                <a:cs typeface="Ubuntu Light"/>
              </a:defRPr>
            </a:lvl4pPr>
            <a:lvl5pPr algn="l">
              <a:defRPr sz="1313" b="0">
                <a:solidFill>
                  <a:srgbClr val="202D3E"/>
                </a:solidFill>
                <a:latin typeface="Ubuntu Light"/>
                <a:ea typeface="Ubuntu Light"/>
                <a:cs typeface="Ubuntu Light"/>
              </a:defRPr>
            </a:lvl5pPr>
            <a:lvl6pPr algn="l">
              <a:defRPr sz="1313" b="0">
                <a:solidFill>
                  <a:srgbClr val="202D3E"/>
                </a:solidFill>
                <a:latin typeface="Ubuntu Light"/>
                <a:ea typeface="Ubuntu Light"/>
                <a:cs typeface="Ubuntu Light"/>
              </a:defRPr>
            </a:lvl6pPr>
            <a:lvl7pPr algn="l">
              <a:defRPr sz="1313" b="0">
                <a:solidFill>
                  <a:srgbClr val="202D3E"/>
                </a:solidFill>
                <a:latin typeface="Ubuntu Light"/>
                <a:ea typeface="Ubuntu Light"/>
                <a:cs typeface="Ubuntu Light"/>
              </a:defRPr>
            </a:lvl7pPr>
            <a:lvl8pPr algn="l">
              <a:defRPr sz="1313" b="0">
                <a:solidFill>
                  <a:srgbClr val="202D3E"/>
                </a:solidFill>
                <a:latin typeface="Ubuntu Light"/>
                <a:ea typeface="Ubuntu Light"/>
                <a:cs typeface="Ubuntu Light"/>
              </a:defRPr>
            </a:lvl8pPr>
            <a:lvl9pPr algn="l">
              <a:defRPr sz="1313" b="0">
                <a:solidFill>
                  <a:srgbClr val="202D3E"/>
                </a:solidFill>
                <a:latin typeface="Ubuntu Light"/>
                <a:ea typeface="Ubuntu Light"/>
                <a:cs typeface="Ubuntu Light"/>
              </a:defRPr>
            </a:lvl9pPr>
          </a:lstStyle>
          <a:p>
            <a:pPr algn="l">
              <a:defRPr sz="1313" b="0">
                <a:solidFill>
                  <a:srgbClr val="202D3E"/>
                </a:solidFill>
                <a:latin typeface="Ubuntu Light"/>
                <a:ea typeface="Ubuntu Light"/>
                <a:cs typeface="Ubuntu Light"/>
              </a:defRPr>
            </a:pPr>
            <a:r>
              <a:rPr b="0" dirty="0">
                <a:solidFill>
                  <a:srgbClr val="A92525"/>
                </a:solidFill>
                <a:latin typeface="Ubuntu Light"/>
                <a:ea typeface="Ubuntu Light"/>
                <a:cs typeface="Ubuntu Light"/>
              </a:rPr>
              <a:t>Workflow: </a:t>
            </a:r>
            <a:r>
              <a:rPr b="0" dirty="0">
                <a:solidFill>
                  <a:srgbClr val="A92525"/>
                </a:solidFill>
                <a:latin typeface="Menlo"/>
                <a:ea typeface="Menlo"/>
                <a:cs typeface="Menlo"/>
              </a:rPr>
              <a:t>FAILED</a:t>
            </a:r>
            <a:r>
              <a:rPr b="0" dirty="0">
                <a:solidFill>
                  <a:srgbClr val="202D3E"/>
                </a:solidFill>
                <a:latin typeface="Ubuntu Light"/>
                <a:ea typeface="Ubuntu Light"/>
                <a:cs typeface="Ubuntu Light"/>
              </a:rPr>
              <a:t> · charges: 1</a:t>
            </a:r>
          </a:p>
          <a:p>
            <a:pPr algn="l">
              <a:defRPr sz="1313" b="0">
                <a:solidFill>
                  <a:srgbClr val="202D3E"/>
                </a:solidFill>
                <a:latin typeface="Ubuntu Light"/>
                <a:ea typeface="Ubuntu Light"/>
                <a:cs typeface="Ubuntu Light"/>
              </a:defRPr>
            </a:pPr>
            <a:r>
              <a:rPr b="0" dirty="0">
                <a:solidFill>
                  <a:srgbClr val="126447"/>
                </a:solidFill>
                <a:latin typeface="Ubuntu Light"/>
                <a:ea typeface="Ubuntu Light"/>
                <a:cs typeface="Ubuntu Light"/>
              </a:rPr>
              <a:t>Order: </a:t>
            </a:r>
            <a:r>
              <a:rPr b="0" dirty="0">
                <a:solidFill>
                  <a:srgbClr val="126447"/>
                </a:solidFill>
                <a:latin typeface="Menlo"/>
                <a:ea typeface="Menlo"/>
                <a:cs typeface="Menlo"/>
              </a:rPr>
              <a:t>RESERVED</a:t>
            </a:r>
            <a:r>
              <a:rPr b="0" dirty="0">
                <a:solidFill>
                  <a:srgbClr val="202D3E"/>
                </a:solidFill>
                <a:latin typeface="Ubuntu Light"/>
                <a:ea typeface="Ubuntu Light"/>
                <a:cs typeface="Ubuntu Light"/>
              </a:rPr>
              <a:t> · stock: 8</a:t>
            </a:r>
          </a:p>
        </p:txBody>
      </p:sp>
      <p:sp>
        <p:nvSpPr>
          <p:cNvPr id="11" name="cue-30-1-focus">
            <a:extLst>
              <a:ext uri="{FF2B5EF4-FFF2-40B4-BE49-F238E27FC236}">
                <a16:creationId xmlns:a16="http://schemas.microsoft.com/office/drawing/2014/main" id="{8F5666EB-CA03-4F0D-8FD4-E06DBC9F2B11}"/>
              </a:ext>
            </a:extLst>
          </p:cNvPr>
          <p:cNvSpPr>
            <a:spLocks noGrp="1"/>
          </p:cNvSpPr>
          <p:nvPr/>
        </p:nvSpPr>
        <p:spPr>
          <a:xfrm>
            <a:off x="2558829" y="2466975"/>
            <a:ext cx="2201323" cy="282654"/>
          </a:xfrm>
          <a:prstGeom prst="rect">
            <a:avLst/>
          </a:prstGeom>
          <a:noFill/>
          <a:ln w="20955">
            <a:solidFill>
              <a:srgbClr val="FF5874"/>
            </a:solidFill>
          </a:ln>
        </p:spPr>
        <p:txBody>
          <a:bodyPr/>
          <a:lstStyle/>
          <a:p>
            <a:endParaRPr lang="en-US"/>
          </a:p>
        </p:txBody>
      </p:sp>
      <p:cxnSp>
        <p:nvCxnSpPr>
          <p:cNvPr id="12" name="cue-30-1-leader-0">
            <a:extLst>
              <a:ext uri="{FF2B5EF4-FFF2-40B4-BE49-F238E27FC236}">
                <a16:creationId xmlns:a16="http://schemas.microsoft.com/office/drawing/2014/main" id="{A3B2CC7C-A869-4DCF-BD85-79DCF5613CAE}"/>
              </a:ext>
            </a:extLst>
          </p:cNvPr>
          <p:cNvCxnSpPr/>
          <p:nvPr/>
        </p:nvCxnSpPr>
        <p:spPr>
          <a:xfrm>
            <a:off x="3659491" y="2219325"/>
            <a:ext cx="0" cy="209550"/>
          </a:xfrm>
          <a:prstGeom prst="straightConnector1">
            <a:avLst/>
          </a:prstGeom>
          <a:ln w="20955">
            <a:solidFill>
              <a:srgbClr val="FF5874"/>
            </a:solidFill>
            <a:tailEnd type="triangle" w="sm" len="sm"/>
          </a:ln>
        </p:spPr>
      </p:cxnSp>
      <p:sp>
        <p:nvSpPr>
          <p:cNvPr id="13" name="cue-30-1-label">
            <a:extLst>
              <a:ext uri="{FF2B5EF4-FFF2-40B4-BE49-F238E27FC236}">
                <a16:creationId xmlns:a16="http://schemas.microsoft.com/office/drawing/2014/main" id="{172CA287-35BC-4DF2-8C11-0FEF6C3A98BD}"/>
              </a:ext>
            </a:extLst>
          </p:cNvPr>
          <p:cNvSpPr>
            <a:spLocks noGrp="1"/>
          </p:cNvSpPr>
          <p:nvPr/>
        </p:nvSpPr>
        <p:spPr>
          <a:xfrm>
            <a:off x="1952625" y="1695450"/>
            <a:ext cx="4000500" cy="495300"/>
          </a:xfrm>
          <a:prstGeom prst="rect">
            <a:avLst/>
          </a:prstGeom>
          <a:solidFill>
            <a:srgbClr val="255DA8"/>
          </a:solidFill>
          <a:ln w="0">
            <a:noFill/>
          </a:ln>
        </p:spPr>
        <p:txBody>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lang="en-US" dirty="0"/>
              <a:t>1. </a:t>
            </a:r>
            <a:r>
              <a:rPr b="0" dirty="0">
                <a:latin typeface="Ubuntu Light"/>
                <a:ea typeface="Ubuntu Light"/>
                <a:cs typeface="Ubuntu Light"/>
              </a:rPr>
              <a:t>Charge succeeds</a:t>
            </a:r>
          </a:p>
          <a:p>
            <a:pPr algn="ctr">
              <a:defRPr sz="1350" b="0">
                <a:solidFill>
                  <a:srgbClr val="FFFFFF"/>
                </a:solidFill>
                <a:latin typeface="Ubuntu Light"/>
                <a:ea typeface="Ubuntu Light"/>
                <a:cs typeface="Ubuntu Light"/>
              </a:defRPr>
            </a:pPr>
            <a:r>
              <a:rPr b="0" dirty="0" err="1">
                <a:latin typeface="Ubuntu Light"/>
                <a:ea typeface="Ubuntu Light"/>
                <a:cs typeface="Ubuntu Light"/>
              </a:rPr>
              <a:t>localstripe</a:t>
            </a:r>
            <a:r>
              <a:rPr b="0" dirty="0">
                <a:latin typeface="Ubuntu Light"/>
                <a:ea typeface="Ubuntu Light"/>
                <a:cs typeface="Ubuntu Light"/>
              </a:rPr>
              <a:t> records it before the delay</a:t>
            </a:r>
          </a:p>
        </p:txBody>
      </p:sp>
      <p:sp>
        <p:nvSpPr>
          <p:cNvPr id="14" name="cue-30-2-focus">
            <a:extLst>
              <a:ext uri="{FF2B5EF4-FFF2-40B4-BE49-F238E27FC236}">
                <a16:creationId xmlns:a16="http://schemas.microsoft.com/office/drawing/2014/main" id="{683EEB94-AB41-42D6-8B11-B082DAC706FA}"/>
              </a:ext>
            </a:extLst>
          </p:cNvPr>
          <p:cNvSpPr>
            <a:spLocks noGrp="1"/>
          </p:cNvSpPr>
          <p:nvPr/>
        </p:nvSpPr>
        <p:spPr>
          <a:xfrm>
            <a:off x="752475" y="3832622"/>
            <a:ext cx="1563786" cy="282654"/>
          </a:xfrm>
          <a:prstGeom prst="rect">
            <a:avLst/>
          </a:prstGeom>
          <a:noFill/>
          <a:ln w="20955">
            <a:solidFill>
              <a:srgbClr val="FF5874"/>
            </a:solidFill>
          </a:ln>
        </p:spPr>
        <p:txBody>
          <a:bodyPr/>
          <a:lstStyle/>
          <a:p>
            <a:endParaRPr lang="en-US">
              <a:solidFill>
                <a:srgbClr val="C00000"/>
              </a:solidFill>
            </a:endParaRPr>
          </a:p>
        </p:txBody>
      </p:sp>
      <p:cxnSp>
        <p:nvCxnSpPr>
          <p:cNvPr id="15" name="cue-30-2-leader-0">
            <a:extLst>
              <a:ext uri="{FF2B5EF4-FFF2-40B4-BE49-F238E27FC236}">
                <a16:creationId xmlns:a16="http://schemas.microsoft.com/office/drawing/2014/main" id="{B2A3FCC7-8A6F-41CD-8441-C7E5BFE4774F}"/>
              </a:ext>
            </a:extLst>
          </p:cNvPr>
          <p:cNvCxnSpPr/>
          <p:nvPr/>
        </p:nvCxnSpPr>
        <p:spPr>
          <a:xfrm>
            <a:off x="1534368" y="4153376"/>
            <a:ext cx="0" cy="285274"/>
          </a:xfrm>
          <a:prstGeom prst="straightConnector1">
            <a:avLst/>
          </a:prstGeom>
          <a:ln w="20955">
            <a:solidFill>
              <a:srgbClr val="FF5874"/>
            </a:solidFill>
            <a:headEnd type="triangle" w="sm" len="sm"/>
          </a:ln>
        </p:spPr>
      </p:cxnSp>
      <p:sp>
        <p:nvSpPr>
          <p:cNvPr id="16" name="cue-30-2-label">
            <a:extLst>
              <a:ext uri="{FF2B5EF4-FFF2-40B4-BE49-F238E27FC236}">
                <a16:creationId xmlns:a16="http://schemas.microsoft.com/office/drawing/2014/main" id="{3DFBC1D2-73B3-46D8-B2DC-6D50A86E038F}"/>
              </a:ext>
            </a:extLst>
          </p:cNvPr>
          <p:cNvSpPr>
            <a:spLocks noGrp="1"/>
          </p:cNvSpPr>
          <p:nvPr/>
        </p:nvSpPr>
        <p:spPr>
          <a:xfrm>
            <a:off x="619125" y="4467225"/>
            <a:ext cx="3381375" cy="533400"/>
          </a:xfrm>
          <a:prstGeom prst="rect">
            <a:avLst/>
          </a:prstGeom>
          <a:solidFill>
            <a:srgbClr val="255DA8"/>
          </a:solidFill>
          <a:ln w="0">
            <a:noFill/>
          </a:ln>
        </p:spPr>
        <p:txBody>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b="0" dirty="0">
                <a:latin typeface="Ubuntu Light"/>
                <a:ea typeface="Ubuntu Light"/>
                <a:cs typeface="Ubuntu Light"/>
              </a:rPr>
              <a:t>2</a:t>
            </a:r>
            <a:r>
              <a:rPr lang="en-US" dirty="0"/>
              <a:t>. </a:t>
            </a:r>
            <a:r>
              <a:rPr b="0" dirty="0">
                <a:latin typeface="Ubuntu Light"/>
                <a:ea typeface="Ubuntu Light"/>
                <a:cs typeface="Ubuntu Light"/>
              </a:rPr>
              <a:t>Client times out after 2 s</a:t>
            </a:r>
          </a:p>
          <a:p>
            <a:pPr algn="ctr">
              <a:defRPr sz="1350" b="0">
                <a:solidFill>
                  <a:srgbClr val="FFFFFF"/>
                </a:solidFill>
                <a:latin typeface="Ubuntu Light"/>
                <a:ea typeface="Ubuntu Light"/>
                <a:cs typeface="Ubuntu Light"/>
              </a:defRPr>
            </a:pPr>
            <a:r>
              <a:rPr b="0" dirty="0" err="1">
                <a:latin typeface="Ubuntu Light"/>
                <a:ea typeface="Ubuntu Light"/>
                <a:cs typeface="Ubuntu Light"/>
              </a:rPr>
              <a:t>OpenResty</a:t>
            </a:r>
            <a:r>
              <a:rPr b="0" dirty="0">
                <a:latin typeface="Ubuntu Light"/>
                <a:ea typeface="Ubuntu Light"/>
                <a:cs typeface="Ubuntu Light"/>
              </a:rPr>
              <a:t> holds the reply for 3.5 s</a:t>
            </a:r>
          </a:p>
        </p:txBody>
      </p:sp>
      <p:sp>
        <p:nvSpPr>
          <p:cNvPr id="200" name="pay-flow-title">
            <a:extLst>
              <a:ext uri="{FF2B5EF4-FFF2-40B4-BE49-F238E27FC236}">
                <a16:creationId xmlns:a16="http://schemas.microsoft.com/office/drawing/2014/main" id="{9B7F2E39-FBA8-430D-BDEA-7048AC861A25}"/>
              </a:ext>
            </a:extLst>
          </p:cNvPr>
          <p:cNvSpPr>
            <a:spLocks noGrp="1"/>
          </p:cNvSpPr>
          <p:nvPr/>
        </p:nvSpPr>
        <p:spPr>
          <a:xfrm>
            <a:off x="7429500" y="1362075"/>
            <a:ext cx="1476375" cy="266700"/>
          </a:xfrm>
          <a:prstGeom prst="rect">
            <a:avLst/>
          </a:prstGeom>
          <a:noFill/>
          <a:ln w="0">
            <a:noFill/>
          </a:ln>
        </p:spPr>
        <p:txBody>
          <a:bodyPr wrap="none" lIns="0" tIns="0" rIns="0" bIns="0" anchor="ctr">
            <a:noAutofit/>
          </a:bodyPr>
          <a:lstStyle>
            <a:defPPr algn="ctr">
              <a:defRPr sz="1425" b="1">
                <a:solidFill>
                  <a:srgbClr val="126447"/>
                </a:solidFill>
                <a:latin typeface="Ubuntu Light"/>
                <a:ea typeface="Ubuntu Light"/>
                <a:cs typeface="Ubuntu Light"/>
              </a:defRPr>
            </a:defPPr>
            <a:lvl1pPr algn="ctr">
              <a:defRPr sz="1425" b="1">
                <a:solidFill>
                  <a:srgbClr val="126447"/>
                </a:solidFill>
                <a:latin typeface="Ubuntu Light"/>
                <a:ea typeface="Ubuntu Light"/>
                <a:cs typeface="Ubuntu Light"/>
              </a:defRPr>
            </a:lvl1pPr>
            <a:lvl2pPr algn="ctr">
              <a:defRPr sz="1425" b="1">
                <a:solidFill>
                  <a:srgbClr val="126447"/>
                </a:solidFill>
                <a:latin typeface="Ubuntu Light"/>
                <a:ea typeface="Ubuntu Light"/>
                <a:cs typeface="Ubuntu Light"/>
              </a:defRPr>
            </a:lvl2pPr>
            <a:lvl3pPr algn="ctr">
              <a:defRPr sz="1425" b="1">
                <a:solidFill>
                  <a:srgbClr val="126447"/>
                </a:solidFill>
                <a:latin typeface="Ubuntu Light"/>
                <a:ea typeface="Ubuntu Light"/>
                <a:cs typeface="Ubuntu Light"/>
              </a:defRPr>
            </a:lvl3pPr>
            <a:lvl4pPr algn="ctr">
              <a:defRPr sz="1425" b="1">
                <a:solidFill>
                  <a:srgbClr val="126447"/>
                </a:solidFill>
                <a:latin typeface="Ubuntu Light"/>
                <a:ea typeface="Ubuntu Light"/>
                <a:cs typeface="Ubuntu Light"/>
              </a:defRPr>
            </a:lvl4pPr>
            <a:lvl5pPr algn="ctr">
              <a:defRPr sz="1425" b="1">
                <a:solidFill>
                  <a:srgbClr val="126447"/>
                </a:solidFill>
                <a:latin typeface="Ubuntu Light"/>
                <a:ea typeface="Ubuntu Light"/>
                <a:cs typeface="Ubuntu Light"/>
              </a:defRPr>
            </a:lvl5pPr>
            <a:lvl6pPr algn="ctr">
              <a:defRPr sz="1425" b="1">
                <a:solidFill>
                  <a:srgbClr val="126447"/>
                </a:solidFill>
                <a:latin typeface="Ubuntu Light"/>
                <a:ea typeface="Ubuntu Light"/>
                <a:cs typeface="Ubuntu Light"/>
              </a:defRPr>
            </a:lvl6pPr>
            <a:lvl7pPr algn="ctr">
              <a:defRPr sz="1425" b="1">
                <a:solidFill>
                  <a:srgbClr val="126447"/>
                </a:solidFill>
                <a:latin typeface="Ubuntu Light"/>
                <a:ea typeface="Ubuntu Light"/>
                <a:cs typeface="Ubuntu Light"/>
              </a:defRPr>
            </a:lvl7pPr>
            <a:lvl8pPr algn="ctr">
              <a:defRPr sz="1425" b="1">
                <a:solidFill>
                  <a:srgbClr val="126447"/>
                </a:solidFill>
                <a:latin typeface="Ubuntu Light"/>
                <a:ea typeface="Ubuntu Light"/>
                <a:cs typeface="Ubuntu Light"/>
              </a:defRPr>
            </a:lvl8pPr>
            <a:lvl9pPr algn="ctr">
              <a:defRPr sz="1425" b="1">
                <a:solidFill>
                  <a:srgbClr val="126447"/>
                </a:solidFill>
                <a:latin typeface="Ubuntu Light"/>
                <a:ea typeface="Ubuntu Light"/>
                <a:cs typeface="Ubuntu Light"/>
              </a:defRPr>
            </a:lvl9pPr>
          </a:lstStyle>
          <a:p>
            <a:pPr algn="ctr">
              <a:defRPr sz="1425" b="1">
                <a:solidFill>
                  <a:srgbClr val="126447"/>
                </a:solidFill>
                <a:latin typeface="Ubuntu Light"/>
                <a:ea typeface="Ubuntu Light"/>
                <a:cs typeface="Ubuntu Light"/>
              </a:defRPr>
            </a:pPr>
            <a:r>
              <a:t>Create order</a:t>
            </a:r>
          </a:p>
        </p:txBody>
      </p:sp>
      <p:sp>
        <p:nvSpPr>
          <p:cNvPr id="201" name="pay-merchant">
            <a:extLst>
              <a:ext uri="{FF2B5EF4-FFF2-40B4-BE49-F238E27FC236}">
                <a16:creationId xmlns:a16="http://schemas.microsoft.com/office/drawing/2014/main" id="{D2B738BD-120C-47F9-93EF-5FE759AB83E2}"/>
              </a:ext>
            </a:extLst>
          </p:cNvPr>
          <p:cNvSpPr>
            <a:spLocks noGrp="1"/>
          </p:cNvSpPr>
          <p:nvPr/>
        </p:nvSpPr>
        <p:spPr>
          <a:xfrm>
            <a:off x="7429500" y="1695450"/>
            <a:ext cx="1476375" cy="514350"/>
          </a:xfrm>
          <a:prstGeom prst="roundRect">
            <a:avLst>
              <a:gd name="adj" fmla="val 14815"/>
            </a:avLst>
          </a:prstGeom>
          <a:solidFill>
            <a:srgbClr val="FFFFFF"/>
          </a:solidFill>
          <a:ln w="9525">
            <a:solidFill>
              <a:srgbClr val="475569"/>
            </a:solidFill>
          </a:ln>
        </p:spPr>
        <p:txBody>
          <a:bodyPr wrap="none" lIns="28575" tIns="28575" rIns="28575" bIns="28575" anchor="ctr">
            <a:noAutofit/>
          </a:bodyPr>
          <a:lstStyle>
            <a:defPPr algn="ctr">
              <a:defRPr sz="1350" b="0">
                <a:solidFill>
                  <a:srgbClr val="202D3E"/>
                </a:solidFill>
                <a:latin typeface="Ubuntu Light"/>
                <a:ea typeface="Ubuntu Light"/>
                <a:cs typeface="Ubuntu Light"/>
              </a:defRPr>
            </a:defPPr>
            <a:lvl1pPr algn="ctr">
              <a:defRPr sz="1350" b="0">
                <a:solidFill>
                  <a:srgbClr val="202D3E"/>
                </a:solidFill>
                <a:latin typeface="Ubuntu Light"/>
                <a:ea typeface="Ubuntu Light"/>
                <a:cs typeface="Ubuntu Light"/>
              </a:defRPr>
            </a:lvl1pPr>
            <a:lvl2pPr algn="ctr">
              <a:defRPr sz="1350" b="0">
                <a:solidFill>
                  <a:srgbClr val="202D3E"/>
                </a:solidFill>
                <a:latin typeface="Ubuntu Light"/>
                <a:ea typeface="Ubuntu Light"/>
                <a:cs typeface="Ubuntu Light"/>
              </a:defRPr>
            </a:lvl2pPr>
            <a:lvl3pPr algn="ctr">
              <a:defRPr sz="1350" b="0">
                <a:solidFill>
                  <a:srgbClr val="202D3E"/>
                </a:solidFill>
                <a:latin typeface="Ubuntu Light"/>
                <a:ea typeface="Ubuntu Light"/>
                <a:cs typeface="Ubuntu Light"/>
              </a:defRPr>
            </a:lvl3pPr>
            <a:lvl4pPr algn="ctr">
              <a:defRPr sz="1350" b="0">
                <a:solidFill>
                  <a:srgbClr val="202D3E"/>
                </a:solidFill>
                <a:latin typeface="Ubuntu Light"/>
                <a:ea typeface="Ubuntu Light"/>
                <a:cs typeface="Ubuntu Light"/>
              </a:defRPr>
            </a:lvl4pPr>
            <a:lvl5pPr algn="ctr">
              <a:defRPr sz="1350" b="0">
                <a:solidFill>
                  <a:srgbClr val="202D3E"/>
                </a:solidFill>
                <a:latin typeface="Ubuntu Light"/>
                <a:ea typeface="Ubuntu Light"/>
                <a:cs typeface="Ubuntu Light"/>
              </a:defRPr>
            </a:lvl5pPr>
            <a:lvl6pPr algn="ctr">
              <a:defRPr sz="1350" b="0">
                <a:solidFill>
                  <a:srgbClr val="202D3E"/>
                </a:solidFill>
                <a:latin typeface="Ubuntu Light"/>
                <a:ea typeface="Ubuntu Light"/>
                <a:cs typeface="Ubuntu Light"/>
              </a:defRPr>
            </a:lvl6pPr>
            <a:lvl7pPr algn="ctr">
              <a:defRPr sz="1350" b="0">
                <a:solidFill>
                  <a:srgbClr val="202D3E"/>
                </a:solidFill>
                <a:latin typeface="Ubuntu Light"/>
                <a:ea typeface="Ubuntu Light"/>
                <a:cs typeface="Ubuntu Light"/>
              </a:defRPr>
            </a:lvl7pPr>
            <a:lvl8pPr algn="ctr">
              <a:defRPr sz="1350" b="0">
                <a:solidFill>
                  <a:srgbClr val="202D3E"/>
                </a:solidFill>
                <a:latin typeface="Ubuntu Light"/>
                <a:ea typeface="Ubuntu Light"/>
                <a:cs typeface="Ubuntu Light"/>
              </a:defRPr>
            </a:lvl8pPr>
            <a:lvl9pPr algn="ctr">
              <a:defRPr sz="1350" b="0">
                <a:solidFill>
                  <a:srgbClr val="202D3E"/>
                </a:solidFill>
                <a:latin typeface="Ubuntu Light"/>
                <a:ea typeface="Ubuntu Light"/>
                <a:cs typeface="Ubuntu Light"/>
              </a:defRPr>
            </a:lvl9pPr>
          </a:lstStyle>
          <a:p>
            <a:pPr algn="ctr">
              <a:defRPr sz="1350" b="0">
                <a:solidFill>
                  <a:srgbClr val="202D3E"/>
                </a:solidFill>
                <a:latin typeface="Ubuntu Light"/>
                <a:ea typeface="Ubuntu Light"/>
                <a:cs typeface="Ubuntu Light"/>
              </a:defRPr>
            </a:pPr>
            <a:r>
              <a:t>Await merchant</a:t>
            </a:r>
          </a:p>
          <a:p>
            <a:pPr algn="ctr">
              <a:defRPr sz="1350" b="0">
                <a:solidFill>
                  <a:srgbClr val="202D3E"/>
                </a:solidFill>
                <a:latin typeface="Ubuntu Light"/>
                <a:ea typeface="Ubuntu Light"/>
                <a:cs typeface="Ubuntu Light"/>
              </a:defRPr>
            </a:pPr>
            <a:r>
              <a:t>approval</a:t>
            </a:r>
          </a:p>
        </p:txBody>
      </p:sp>
      <p:cxnSp>
        <p:nvCxnSpPr>
          <p:cNvPr id="202" name="pay-approved">
            <a:extLst>
              <a:ext uri="{FF2B5EF4-FFF2-40B4-BE49-F238E27FC236}">
                <a16:creationId xmlns:a16="http://schemas.microsoft.com/office/drawing/2014/main" id="{CFE2C474-B6C6-4FED-BA51-F918B309A98C}"/>
              </a:ext>
            </a:extLst>
          </p:cNvPr>
          <p:cNvCxnSpPr/>
          <p:nvPr/>
        </p:nvCxnSpPr>
        <p:spPr>
          <a:xfrm>
            <a:off x="8167688" y="2247900"/>
            <a:ext cx="0" cy="352425"/>
          </a:xfrm>
          <a:prstGeom prst="straightConnector1">
            <a:avLst/>
          </a:prstGeom>
          <a:ln w="17145">
            <a:solidFill>
              <a:srgbClr val="202D3E"/>
            </a:solidFill>
            <a:tailEnd type="triangle" w="sm" len="sm"/>
          </a:ln>
        </p:spPr>
      </p:cxnSp>
      <p:sp>
        <p:nvSpPr>
          <p:cNvPr id="203" name="pay-approved-label">
            <a:extLst>
              <a:ext uri="{FF2B5EF4-FFF2-40B4-BE49-F238E27FC236}">
                <a16:creationId xmlns:a16="http://schemas.microsoft.com/office/drawing/2014/main" id="{4C005312-17F5-4FE1-BB76-C75212A6D983}"/>
              </a:ext>
            </a:extLst>
          </p:cNvPr>
          <p:cNvSpPr>
            <a:spLocks noGrp="1"/>
          </p:cNvSpPr>
          <p:nvPr/>
        </p:nvSpPr>
        <p:spPr>
          <a:xfrm>
            <a:off x="6905625" y="2314575"/>
            <a:ext cx="952500" cy="228600"/>
          </a:xfrm>
          <a:prstGeom prst="rect">
            <a:avLst/>
          </a:prstGeom>
          <a:noFill/>
          <a:ln w="0">
            <a:noFill/>
          </a:ln>
        </p:spPr>
        <p:txBody>
          <a:bodyPr wrap="none" lIns="0" tIns="0" rIns="0" bIns="0" anchor="ctr">
            <a:noAutofit/>
          </a:bodyPr>
          <a:lstStyle>
            <a:defPPr algn="ctr">
              <a:defRPr sz="1275" b="0">
                <a:solidFill>
                  <a:srgbClr val="202D3E"/>
                </a:solidFill>
                <a:latin typeface="Ubuntu Light"/>
                <a:ea typeface="Ubuntu Light"/>
                <a:cs typeface="Ubuntu Light"/>
              </a:defRPr>
            </a:defPPr>
            <a:lvl1pPr algn="ctr">
              <a:defRPr sz="1275" b="0">
                <a:solidFill>
                  <a:srgbClr val="202D3E"/>
                </a:solidFill>
                <a:latin typeface="Ubuntu Light"/>
                <a:ea typeface="Ubuntu Light"/>
                <a:cs typeface="Ubuntu Light"/>
              </a:defRPr>
            </a:lvl1pPr>
            <a:lvl2pPr algn="ctr">
              <a:defRPr sz="1275" b="0">
                <a:solidFill>
                  <a:srgbClr val="202D3E"/>
                </a:solidFill>
                <a:latin typeface="Ubuntu Light"/>
                <a:ea typeface="Ubuntu Light"/>
                <a:cs typeface="Ubuntu Light"/>
              </a:defRPr>
            </a:lvl2pPr>
            <a:lvl3pPr algn="ctr">
              <a:defRPr sz="1275" b="0">
                <a:solidFill>
                  <a:srgbClr val="202D3E"/>
                </a:solidFill>
                <a:latin typeface="Ubuntu Light"/>
                <a:ea typeface="Ubuntu Light"/>
                <a:cs typeface="Ubuntu Light"/>
              </a:defRPr>
            </a:lvl3pPr>
            <a:lvl4pPr algn="ctr">
              <a:defRPr sz="1275" b="0">
                <a:solidFill>
                  <a:srgbClr val="202D3E"/>
                </a:solidFill>
                <a:latin typeface="Ubuntu Light"/>
                <a:ea typeface="Ubuntu Light"/>
                <a:cs typeface="Ubuntu Light"/>
              </a:defRPr>
            </a:lvl4pPr>
            <a:lvl5pPr algn="ctr">
              <a:defRPr sz="1275" b="0">
                <a:solidFill>
                  <a:srgbClr val="202D3E"/>
                </a:solidFill>
                <a:latin typeface="Ubuntu Light"/>
                <a:ea typeface="Ubuntu Light"/>
                <a:cs typeface="Ubuntu Light"/>
              </a:defRPr>
            </a:lvl5pPr>
            <a:lvl6pPr algn="ctr">
              <a:defRPr sz="1275" b="0">
                <a:solidFill>
                  <a:srgbClr val="202D3E"/>
                </a:solidFill>
                <a:latin typeface="Ubuntu Light"/>
                <a:ea typeface="Ubuntu Light"/>
                <a:cs typeface="Ubuntu Light"/>
              </a:defRPr>
            </a:lvl6pPr>
            <a:lvl7pPr algn="ctr">
              <a:defRPr sz="1275" b="0">
                <a:solidFill>
                  <a:srgbClr val="202D3E"/>
                </a:solidFill>
                <a:latin typeface="Ubuntu Light"/>
                <a:ea typeface="Ubuntu Light"/>
                <a:cs typeface="Ubuntu Light"/>
              </a:defRPr>
            </a:lvl7pPr>
            <a:lvl8pPr algn="ctr">
              <a:defRPr sz="1275" b="0">
                <a:solidFill>
                  <a:srgbClr val="202D3E"/>
                </a:solidFill>
                <a:latin typeface="Ubuntu Light"/>
                <a:ea typeface="Ubuntu Light"/>
                <a:cs typeface="Ubuntu Light"/>
              </a:defRPr>
            </a:lvl8pPr>
            <a:lvl9pPr algn="ctr">
              <a:defRPr sz="1275" b="0">
                <a:solidFill>
                  <a:srgbClr val="202D3E"/>
                </a:solidFill>
                <a:latin typeface="Ubuntu Light"/>
                <a:ea typeface="Ubuntu Light"/>
                <a:cs typeface="Ubuntu Light"/>
              </a:defRPr>
            </a:lvl9pPr>
          </a:lstStyle>
          <a:p>
            <a:pPr algn="ctr">
              <a:defRPr sz="1275" b="0">
                <a:solidFill>
                  <a:srgbClr val="202D3E"/>
                </a:solidFill>
                <a:latin typeface="Ubuntu Light"/>
                <a:ea typeface="Ubuntu Light"/>
                <a:cs typeface="Ubuntu Light"/>
              </a:defRPr>
            </a:pPr>
            <a:r>
              <a:t>Approved</a:t>
            </a:r>
          </a:p>
        </p:txBody>
      </p:sp>
      <p:sp>
        <p:nvSpPr>
          <p:cNvPr id="204" name="pay-reserve">
            <a:extLst>
              <a:ext uri="{FF2B5EF4-FFF2-40B4-BE49-F238E27FC236}">
                <a16:creationId xmlns:a16="http://schemas.microsoft.com/office/drawing/2014/main" id="{D86EF0CA-94EA-450B-A70C-A60412109F1D}"/>
              </a:ext>
            </a:extLst>
          </p:cNvPr>
          <p:cNvSpPr>
            <a:spLocks noGrp="1"/>
          </p:cNvSpPr>
          <p:nvPr/>
        </p:nvSpPr>
        <p:spPr>
          <a:xfrm>
            <a:off x="7429500" y="2628900"/>
            <a:ext cx="1476375" cy="514350"/>
          </a:xfrm>
          <a:prstGeom prst="roundRect">
            <a:avLst>
              <a:gd name="adj" fmla="val 14815"/>
            </a:avLst>
          </a:prstGeom>
          <a:solidFill>
            <a:srgbClr val="FFFFFF"/>
          </a:solidFill>
          <a:ln w="9525">
            <a:solidFill>
              <a:srgbClr val="475569"/>
            </a:solidFill>
          </a:ln>
        </p:spPr>
        <p:txBody>
          <a:bodyPr wrap="none" lIns="28575" tIns="28575" rIns="28575" bIns="28575" anchor="ctr">
            <a:noAutofit/>
          </a:bodyPr>
          <a:lstStyle>
            <a:defPPr algn="ctr">
              <a:defRPr sz="1350" b="0">
                <a:solidFill>
                  <a:srgbClr val="202D3E"/>
                </a:solidFill>
                <a:latin typeface="Ubuntu Light"/>
                <a:ea typeface="Ubuntu Light"/>
                <a:cs typeface="Ubuntu Light"/>
              </a:defRPr>
            </a:defPPr>
            <a:lvl1pPr algn="ctr">
              <a:defRPr sz="1350" b="0">
                <a:solidFill>
                  <a:srgbClr val="202D3E"/>
                </a:solidFill>
                <a:latin typeface="Ubuntu Light"/>
                <a:ea typeface="Ubuntu Light"/>
                <a:cs typeface="Ubuntu Light"/>
              </a:defRPr>
            </a:lvl1pPr>
            <a:lvl2pPr algn="ctr">
              <a:defRPr sz="1350" b="0">
                <a:solidFill>
                  <a:srgbClr val="202D3E"/>
                </a:solidFill>
                <a:latin typeface="Ubuntu Light"/>
                <a:ea typeface="Ubuntu Light"/>
                <a:cs typeface="Ubuntu Light"/>
              </a:defRPr>
            </a:lvl2pPr>
            <a:lvl3pPr algn="ctr">
              <a:defRPr sz="1350" b="0">
                <a:solidFill>
                  <a:srgbClr val="202D3E"/>
                </a:solidFill>
                <a:latin typeface="Ubuntu Light"/>
                <a:ea typeface="Ubuntu Light"/>
                <a:cs typeface="Ubuntu Light"/>
              </a:defRPr>
            </a:lvl3pPr>
            <a:lvl4pPr algn="ctr">
              <a:defRPr sz="1350" b="0">
                <a:solidFill>
                  <a:srgbClr val="202D3E"/>
                </a:solidFill>
                <a:latin typeface="Ubuntu Light"/>
                <a:ea typeface="Ubuntu Light"/>
                <a:cs typeface="Ubuntu Light"/>
              </a:defRPr>
            </a:lvl4pPr>
            <a:lvl5pPr algn="ctr">
              <a:defRPr sz="1350" b="0">
                <a:solidFill>
                  <a:srgbClr val="202D3E"/>
                </a:solidFill>
                <a:latin typeface="Ubuntu Light"/>
                <a:ea typeface="Ubuntu Light"/>
                <a:cs typeface="Ubuntu Light"/>
              </a:defRPr>
            </a:lvl5pPr>
            <a:lvl6pPr algn="ctr">
              <a:defRPr sz="1350" b="0">
                <a:solidFill>
                  <a:srgbClr val="202D3E"/>
                </a:solidFill>
                <a:latin typeface="Ubuntu Light"/>
                <a:ea typeface="Ubuntu Light"/>
                <a:cs typeface="Ubuntu Light"/>
              </a:defRPr>
            </a:lvl6pPr>
            <a:lvl7pPr algn="ctr">
              <a:defRPr sz="1350" b="0">
                <a:solidFill>
                  <a:srgbClr val="202D3E"/>
                </a:solidFill>
                <a:latin typeface="Ubuntu Light"/>
                <a:ea typeface="Ubuntu Light"/>
                <a:cs typeface="Ubuntu Light"/>
              </a:defRPr>
            </a:lvl7pPr>
            <a:lvl8pPr algn="ctr">
              <a:defRPr sz="1350" b="0">
                <a:solidFill>
                  <a:srgbClr val="202D3E"/>
                </a:solidFill>
                <a:latin typeface="Ubuntu Light"/>
                <a:ea typeface="Ubuntu Light"/>
                <a:cs typeface="Ubuntu Light"/>
              </a:defRPr>
            </a:lvl8pPr>
            <a:lvl9pPr algn="ctr">
              <a:defRPr sz="1350" b="0">
                <a:solidFill>
                  <a:srgbClr val="202D3E"/>
                </a:solidFill>
                <a:latin typeface="Ubuntu Light"/>
                <a:ea typeface="Ubuntu Light"/>
                <a:cs typeface="Ubuntu Light"/>
              </a:defRPr>
            </a:lvl9pPr>
          </a:lstStyle>
          <a:p>
            <a:pPr algn="ctr">
              <a:defRPr sz="1350" b="0">
                <a:solidFill>
                  <a:srgbClr val="202D3E"/>
                </a:solidFill>
                <a:latin typeface="Ubuntu Light"/>
                <a:ea typeface="Ubuntu Light"/>
                <a:cs typeface="Ubuntu Light"/>
              </a:defRPr>
            </a:pPr>
            <a:r>
              <a:t>Reserve</a:t>
            </a:r>
          </a:p>
          <a:p>
            <a:pPr algn="ctr">
              <a:defRPr sz="1350" b="0">
                <a:solidFill>
                  <a:srgbClr val="202D3E"/>
                </a:solidFill>
                <a:latin typeface="Ubuntu Light"/>
                <a:ea typeface="Ubuntu Light"/>
                <a:cs typeface="Ubuntu Light"/>
              </a:defRPr>
            </a:pPr>
            <a:r>
              <a:t>2 units</a:t>
            </a:r>
          </a:p>
        </p:txBody>
      </p:sp>
      <p:sp>
        <p:nvSpPr>
          <p:cNvPr id="205" name="pay-stock-label">
            <a:extLst>
              <a:ext uri="{FF2B5EF4-FFF2-40B4-BE49-F238E27FC236}">
                <a16:creationId xmlns:a16="http://schemas.microsoft.com/office/drawing/2014/main" id="{236AC58C-45F8-44B6-A578-26EB88F1D163}"/>
              </a:ext>
            </a:extLst>
          </p:cNvPr>
          <p:cNvSpPr>
            <a:spLocks noGrp="1"/>
          </p:cNvSpPr>
          <p:nvPr/>
        </p:nvSpPr>
        <p:spPr>
          <a:xfrm>
            <a:off x="6858000" y="3171825"/>
            <a:ext cx="1190625" cy="238125"/>
          </a:xfrm>
          <a:prstGeom prst="rect">
            <a:avLst/>
          </a:prstGeom>
          <a:noFill/>
          <a:ln w="0">
            <a:noFill/>
          </a:ln>
        </p:spPr>
        <p:txBody>
          <a:bodyPr wrap="none" lIns="0" tIns="0" rIns="0" bIns="0" anchor="ctr">
            <a:noAutofit/>
          </a:bodyPr>
          <a:lstStyle>
            <a:defPPr algn="ctr">
              <a:defRPr sz="1275" b="0">
                <a:solidFill>
                  <a:srgbClr val="202D3E"/>
                </a:solidFill>
                <a:latin typeface="Ubuntu Light"/>
                <a:ea typeface="Ubuntu Light"/>
                <a:cs typeface="Ubuntu Light"/>
              </a:defRPr>
            </a:defPPr>
            <a:lvl1pPr algn="ctr">
              <a:defRPr sz="1275" b="0">
                <a:solidFill>
                  <a:srgbClr val="202D3E"/>
                </a:solidFill>
                <a:latin typeface="Ubuntu Light"/>
                <a:ea typeface="Ubuntu Light"/>
                <a:cs typeface="Ubuntu Light"/>
              </a:defRPr>
            </a:lvl1pPr>
            <a:lvl2pPr algn="ctr">
              <a:defRPr sz="1275" b="0">
                <a:solidFill>
                  <a:srgbClr val="202D3E"/>
                </a:solidFill>
                <a:latin typeface="Ubuntu Light"/>
                <a:ea typeface="Ubuntu Light"/>
                <a:cs typeface="Ubuntu Light"/>
              </a:defRPr>
            </a:lvl2pPr>
            <a:lvl3pPr algn="ctr">
              <a:defRPr sz="1275" b="0">
                <a:solidFill>
                  <a:srgbClr val="202D3E"/>
                </a:solidFill>
                <a:latin typeface="Ubuntu Light"/>
                <a:ea typeface="Ubuntu Light"/>
                <a:cs typeface="Ubuntu Light"/>
              </a:defRPr>
            </a:lvl3pPr>
            <a:lvl4pPr algn="ctr">
              <a:defRPr sz="1275" b="0">
                <a:solidFill>
                  <a:srgbClr val="202D3E"/>
                </a:solidFill>
                <a:latin typeface="Ubuntu Light"/>
                <a:ea typeface="Ubuntu Light"/>
                <a:cs typeface="Ubuntu Light"/>
              </a:defRPr>
            </a:lvl4pPr>
            <a:lvl5pPr algn="ctr">
              <a:defRPr sz="1275" b="0">
                <a:solidFill>
                  <a:srgbClr val="202D3E"/>
                </a:solidFill>
                <a:latin typeface="Ubuntu Light"/>
                <a:ea typeface="Ubuntu Light"/>
                <a:cs typeface="Ubuntu Light"/>
              </a:defRPr>
            </a:lvl5pPr>
            <a:lvl6pPr algn="ctr">
              <a:defRPr sz="1275" b="0">
                <a:solidFill>
                  <a:srgbClr val="202D3E"/>
                </a:solidFill>
                <a:latin typeface="Ubuntu Light"/>
                <a:ea typeface="Ubuntu Light"/>
                <a:cs typeface="Ubuntu Light"/>
              </a:defRPr>
            </a:lvl6pPr>
            <a:lvl7pPr algn="ctr">
              <a:defRPr sz="1275" b="0">
                <a:solidFill>
                  <a:srgbClr val="202D3E"/>
                </a:solidFill>
                <a:latin typeface="Ubuntu Light"/>
                <a:ea typeface="Ubuntu Light"/>
                <a:cs typeface="Ubuntu Light"/>
              </a:defRPr>
            </a:lvl7pPr>
            <a:lvl8pPr algn="ctr">
              <a:defRPr sz="1275" b="0">
                <a:solidFill>
                  <a:srgbClr val="202D3E"/>
                </a:solidFill>
                <a:latin typeface="Ubuntu Light"/>
                <a:ea typeface="Ubuntu Light"/>
                <a:cs typeface="Ubuntu Light"/>
              </a:defRPr>
            </a:lvl8pPr>
            <a:lvl9pPr algn="ctr">
              <a:defRPr sz="1275" b="0">
                <a:solidFill>
                  <a:srgbClr val="202D3E"/>
                </a:solidFill>
                <a:latin typeface="Ubuntu Light"/>
                <a:ea typeface="Ubuntu Light"/>
                <a:cs typeface="Ubuntu Light"/>
              </a:defRPr>
            </a:lvl9pPr>
          </a:lstStyle>
          <a:p>
            <a:pPr algn="ctr">
              <a:defRPr sz="1275" b="0">
                <a:solidFill>
                  <a:srgbClr val="202D3E"/>
                </a:solidFill>
                <a:latin typeface="Ubuntu Light"/>
                <a:ea typeface="Ubuntu Light"/>
                <a:cs typeface="Ubuntu Light"/>
              </a:defRPr>
            </a:pPr>
            <a:r>
              <a:t>Stock: 10 → 8</a:t>
            </a:r>
          </a:p>
        </p:txBody>
      </p:sp>
      <p:cxnSp>
        <p:nvCxnSpPr>
          <p:cNvPr id="206" name="pay-reserved">
            <a:extLst>
              <a:ext uri="{FF2B5EF4-FFF2-40B4-BE49-F238E27FC236}">
                <a16:creationId xmlns:a16="http://schemas.microsoft.com/office/drawing/2014/main" id="{BEA3E9C5-76A6-49FC-B0BA-0B3321F18439}"/>
              </a:ext>
            </a:extLst>
          </p:cNvPr>
          <p:cNvCxnSpPr/>
          <p:nvPr/>
        </p:nvCxnSpPr>
        <p:spPr>
          <a:xfrm>
            <a:off x="8167688" y="3181350"/>
            <a:ext cx="0" cy="323850"/>
          </a:xfrm>
          <a:prstGeom prst="straightConnector1">
            <a:avLst/>
          </a:prstGeom>
          <a:ln w="17145">
            <a:solidFill>
              <a:srgbClr val="202D3E"/>
            </a:solidFill>
            <a:tailEnd type="triangle" w="sm" len="sm"/>
          </a:ln>
        </p:spPr>
      </p:cxnSp>
      <p:sp>
        <p:nvSpPr>
          <p:cNvPr id="207" name="pay-charge">
            <a:extLst>
              <a:ext uri="{FF2B5EF4-FFF2-40B4-BE49-F238E27FC236}">
                <a16:creationId xmlns:a16="http://schemas.microsoft.com/office/drawing/2014/main" id="{4E54FE59-72DB-4155-8FC8-92450BAB3BA3}"/>
              </a:ext>
            </a:extLst>
          </p:cNvPr>
          <p:cNvSpPr>
            <a:spLocks noGrp="1"/>
          </p:cNvSpPr>
          <p:nvPr/>
        </p:nvSpPr>
        <p:spPr>
          <a:xfrm>
            <a:off x="7429500" y="3543300"/>
            <a:ext cx="1476375" cy="533400"/>
          </a:xfrm>
          <a:prstGeom prst="roundRect">
            <a:avLst>
              <a:gd name="adj" fmla="val 14286"/>
            </a:avLst>
          </a:prstGeom>
          <a:solidFill>
            <a:srgbClr val="F0F8F3"/>
          </a:solidFill>
          <a:ln w="9525">
            <a:solidFill>
              <a:srgbClr val="126447"/>
            </a:solidFill>
          </a:ln>
        </p:spPr>
        <p:txBody>
          <a:bodyPr wrap="none" lIns="28575" tIns="28575" rIns="28575" bIns="28575" anchor="ctr">
            <a:noAutofit/>
          </a:bodyPr>
          <a:lstStyle>
            <a:defPPr algn="ctr">
              <a:defRPr sz="1350" b="0">
                <a:solidFill>
                  <a:srgbClr val="126447"/>
                </a:solidFill>
                <a:latin typeface="Ubuntu Light"/>
                <a:ea typeface="Ubuntu Light"/>
                <a:cs typeface="Ubuntu Light"/>
              </a:defRPr>
            </a:defPPr>
            <a:lvl1pPr algn="ctr">
              <a:defRPr sz="1350" b="0">
                <a:solidFill>
                  <a:srgbClr val="126447"/>
                </a:solidFill>
                <a:latin typeface="Ubuntu Light"/>
                <a:ea typeface="Ubuntu Light"/>
                <a:cs typeface="Ubuntu Light"/>
              </a:defRPr>
            </a:lvl1pPr>
            <a:lvl2pPr algn="ctr">
              <a:defRPr sz="1350" b="0">
                <a:solidFill>
                  <a:srgbClr val="126447"/>
                </a:solidFill>
                <a:latin typeface="Ubuntu Light"/>
                <a:ea typeface="Ubuntu Light"/>
                <a:cs typeface="Ubuntu Light"/>
              </a:defRPr>
            </a:lvl2pPr>
            <a:lvl3pPr algn="ctr">
              <a:defRPr sz="1350" b="0">
                <a:solidFill>
                  <a:srgbClr val="126447"/>
                </a:solidFill>
                <a:latin typeface="Ubuntu Light"/>
                <a:ea typeface="Ubuntu Light"/>
                <a:cs typeface="Ubuntu Light"/>
              </a:defRPr>
            </a:lvl3pPr>
            <a:lvl4pPr algn="ctr">
              <a:defRPr sz="1350" b="0">
                <a:solidFill>
                  <a:srgbClr val="126447"/>
                </a:solidFill>
                <a:latin typeface="Ubuntu Light"/>
                <a:ea typeface="Ubuntu Light"/>
                <a:cs typeface="Ubuntu Light"/>
              </a:defRPr>
            </a:lvl4pPr>
            <a:lvl5pPr algn="ctr">
              <a:defRPr sz="1350" b="0">
                <a:solidFill>
                  <a:srgbClr val="126447"/>
                </a:solidFill>
                <a:latin typeface="Ubuntu Light"/>
                <a:ea typeface="Ubuntu Light"/>
                <a:cs typeface="Ubuntu Light"/>
              </a:defRPr>
            </a:lvl5pPr>
            <a:lvl6pPr algn="ctr">
              <a:defRPr sz="1350" b="0">
                <a:solidFill>
                  <a:srgbClr val="126447"/>
                </a:solidFill>
                <a:latin typeface="Ubuntu Light"/>
                <a:ea typeface="Ubuntu Light"/>
                <a:cs typeface="Ubuntu Light"/>
              </a:defRPr>
            </a:lvl6pPr>
            <a:lvl7pPr algn="ctr">
              <a:defRPr sz="1350" b="0">
                <a:solidFill>
                  <a:srgbClr val="126447"/>
                </a:solidFill>
                <a:latin typeface="Ubuntu Light"/>
                <a:ea typeface="Ubuntu Light"/>
                <a:cs typeface="Ubuntu Light"/>
              </a:defRPr>
            </a:lvl7pPr>
            <a:lvl8pPr algn="ctr">
              <a:defRPr sz="1350" b="0">
                <a:solidFill>
                  <a:srgbClr val="126447"/>
                </a:solidFill>
                <a:latin typeface="Ubuntu Light"/>
                <a:ea typeface="Ubuntu Light"/>
                <a:cs typeface="Ubuntu Light"/>
              </a:defRPr>
            </a:lvl8pPr>
            <a:lvl9pPr algn="ctr">
              <a:defRPr sz="1350" b="0">
                <a:solidFill>
                  <a:srgbClr val="126447"/>
                </a:solidFill>
                <a:latin typeface="Ubuntu Light"/>
                <a:ea typeface="Ubuntu Light"/>
                <a:cs typeface="Ubuntu Light"/>
              </a:defRPr>
            </a:lvl9pPr>
          </a:lstStyle>
          <a:p>
            <a:pPr algn="ctr">
              <a:defRPr sz="1350" b="0">
                <a:solidFill>
                  <a:srgbClr val="126447"/>
                </a:solidFill>
                <a:latin typeface="Ubuntu Light"/>
                <a:ea typeface="Ubuntu Light"/>
                <a:cs typeface="Ubuntu Light"/>
              </a:defRPr>
            </a:pPr>
            <a:r>
              <a:t>Charge succeeds</a:t>
            </a:r>
          </a:p>
          <a:p>
            <a:pPr algn="ctr">
              <a:defRPr sz="1350" b="0">
                <a:solidFill>
                  <a:srgbClr val="126447"/>
                </a:solidFill>
                <a:latin typeface="Ubuntu Light"/>
                <a:ea typeface="Ubuntu Light"/>
                <a:cs typeface="Ubuntu Light"/>
              </a:defRPr>
            </a:pPr>
            <a:r>
              <a:t>1 charge</a:t>
            </a:r>
          </a:p>
        </p:txBody>
      </p:sp>
      <p:cxnSp>
        <p:nvCxnSpPr>
          <p:cNvPr id="208" name="pay-reply">
            <a:extLst>
              <a:ext uri="{FF2B5EF4-FFF2-40B4-BE49-F238E27FC236}">
                <a16:creationId xmlns:a16="http://schemas.microsoft.com/office/drawing/2014/main" id="{03972051-6205-45CE-B33C-C6E12EE64206}"/>
              </a:ext>
            </a:extLst>
          </p:cNvPr>
          <p:cNvCxnSpPr/>
          <p:nvPr/>
        </p:nvCxnSpPr>
        <p:spPr>
          <a:xfrm>
            <a:off x="8167688" y="4114800"/>
            <a:ext cx="0" cy="304800"/>
          </a:xfrm>
          <a:prstGeom prst="straightConnector1">
            <a:avLst/>
          </a:prstGeom>
          <a:ln w="17145">
            <a:solidFill>
              <a:srgbClr val="A92525"/>
            </a:solidFill>
            <a:tailEnd type="triangle" w="sm" len="sm"/>
          </a:ln>
        </p:spPr>
      </p:cxnSp>
      <p:sp>
        <p:nvSpPr>
          <p:cNvPr id="209" name="pay-timeout">
            <a:extLst>
              <a:ext uri="{FF2B5EF4-FFF2-40B4-BE49-F238E27FC236}">
                <a16:creationId xmlns:a16="http://schemas.microsoft.com/office/drawing/2014/main" id="{CD6AAA35-ED53-46DD-8D7A-3E5051642915}"/>
              </a:ext>
            </a:extLst>
          </p:cNvPr>
          <p:cNvSpPr>
            <a:spLocks noGrp="1"/>
          </p:cNvSpPr>
          <p:nvPr/>
        </p:nvSpPr>
        <p:spPr>
          <a:xfrm>
            <a:off x="7429500" y="4457700"/>
            <a:ext cx="1476375" cy="438150"/>
          </a:xfrm>
          <a:prstGeom prst="roundRect">
            <a:avLst>
              <a:gd name="adj" fmla="val 17391"/>
            </a:avLst>
          </a:prstGeom>
          <a:solidFill>
            <a:srgbClr val="FFF4F4"/>
          </a:solidFill>
          <a:ln w="9525">
            <a:solidFill>
              <a:srgbClr val="A92525"/>
            </a:solidFill>
          </a:ln>
        </p:spPr>
        <p:txBody>
          <a:bodyPr wrap="none" lIns="28575" tIns="28575" rIns="28575" bIns="28575" anchor="ctr">
            <a:noAutofit/>
          </a:bodyPr>
          <a:lstStyle>
            <a:defPPr algn="ctr">
              <a:defRPr sz="1350" b="0">
                <a:solidFill>
                  <a:srgbClr val="A92525"/>
                </a:solidFill>
                <a:latin typeface="Ubuntu Light"/>
                <a:ea typeface="Ubuntu Light"/>
                <a:cs typeface="Ubuntu Light"/>
              </a:defRPr>
            </a:defPPr>
            <a:lvl1pPr algn="ctr">
              <a:defRPr sz="1350" b="0">
                <a:solidFill>
                  <a:srgbClr val="A92525"/>
                </a:solidFill>
                <a:latin typeface="Ubuntu Light"/>
                <a:ea typeface="Ubuntu Light"/>
                <a:cs typeface="Ubuntu Light"/>
              </a:defRPr>
            </a:lvl1pPr>
            <a:lvl2pPr algn="ctr">
              <a:defRPr sz="1350" b="0">
                <a:solidFill>
                  <a:srgbClr val="A92525"/>
                </a:solidFill>
                <a:latin typeface="Ubuntu Light"/>
                <a:ea typeface="Ubuntu Light"/>
                <a:cs typeface="Ubuntu Light"/>
              </a:defRPr>
            </a:lvl2pPr>
            <a:lvl3pPr algn="ctr">
              <a:defRPr sz="1350" b="0">
                <a:solidFill>
                  <a:srgbClr val="A92525"/>
                </a:solidFill>
                <a:latin typeface="Ubuntu Light"/>
                <a:ea typeface="Ubuntu Light"/>
                <a:cs typeface="Ubuntu Light"/>
              </a:defRPr>
            </a:lvl3pPr>
            <a:lvl4pPr algn="ctr">
              <a:defRPr sz="1350" b="0">
                <a:solidFill>
                  <a:srgbClr val="A92525"/>
                </a:solidFill>
                <a:latin typeface="Ubuntu Light"/>
                <a:ea typeface="Ubuntu Light"/>
                <a:cs typeface="Ubuntu Light"/>
              </a:defRPr>
            </a:lvl4pPr>
            <a:lvl5pPr algn="ctr">
              <a:defRPr sz="1350" b="0">
                <a:solidFill>
                  <a:srgbClr val="A92525"/>
                </a:solidFill>
                <a:latin typeface="Ubuntu Light"/>
                <a:ea typeface="Ubuntu Light"/>
                <a:cs typeface="Ubuntu Light"/>
              </a:defRPr>
            </a:lvl5pPr>
            <a:lvl6pPr algn="ctr">
              <a:defRPr sz="1350" b="0">
                <a:solidFill>
                  <a:srgbClr val="A92525"/>
                </a:solidFill>
                <a:latin typeface="Ubuntu Light"/>
                <a:ea typeface="Ubuntu Light"/>
                <a:cs typeface="Ubuntu Light"/>
              </a:defRPr>
            </a:lvl6pPr>
            <a:lvl7pPr algn="ctr">
              <a:defRPr sz="1350" b="0">
                <a:solidFill>
                  <a:srgbClr val="A92525"/>
                </a:solidFill>
                <a:latin typeface="Ubuntu Light"/>
                <a:ea typeface="Ubuntu Light"/>
                <a:cs typeface="Ubuntu Light"/>
              </a:defRPr>
            </a:lvl7pPr>
            <a:lvl8pPr algn="ctr">
              <a:defRPr sz="1350" b="0">
                <a:solidFill>
                  <a:srgbClr val="A92525"/>
                </a:solidFill>
                <a:latin typeface="Ubuntu Light"/>
                <a:ea typeface="Ubuntu Light"/>
                <a:cs typeface="Ubuntu Light"/>
              </a:defRPr>
            </a:lvl8pPr>
            <a:lvl9pPr algn="ctr">
              <a:defRPr sz="1350" b="0">
                <a:solidFill>
                  <a:srgbClr val="A92525"/>
                </a:solidFill>
                <a:latin typeface="Ubuntu Light"/>
                <a:ea typeface="Ubuntu Light"/>
                <a:cs typeface="Ubuntu Light"/>
              </a:defRPr>
            </a:lvl9pPr>
          </a:lstStyle>
          <a:p>
            <a:pPr algn="ctr">
              <a:defRPr sz="1350" b="0">
                <a:solidFill>
                  <a:srgbClr val="A92525"/>
                </a:solidFill>
                <a:latin typeface="Ubuntu Light"/>
                <a:ea typeface="Ubuntu Light"/>
                <a:cs typeface="Ubuntu Light"/>
              </a:defRPr>
            </a:pPr>
            <a:r>
              <a:rPr dirty="0"/>
              <a:t>Reply timeout</a:t>
            </a:r>
          </a:p>
          <a:p>
            <a:pPr algn="ctr">
              <a:defRPr sz="1350" b="0">
                <a:solidFill>
                  <a:srgbClr val="A92525"/>
                </a:solidFill>
                <a:latin typeface="Ubuntu Light"/>
                <a:ea typeface="Ubuntu Light"/>
                <a:cs typeface="Ubuntu Light"/>
              </a:defRPr>
            </a:pPr>
            <a:r>
              <a:rPr dirty="0"/>
              <a:t>2 s</a:t>
            </a:r>
          </a:p>
        </p:txBody>
      </p:sp>
      <p:pic>
        <p:nvPicPr>
          <p:cNvPr id="210" name="Picture 209">
            <a:extLst>
              <a:ext uri="{FF2B5EF4-FFF2-40B4-BE49-F238E27FC236}">
                <a16:creationId xmlns:a16="http://schemas.microsoft.com/office/drawing/2014/main" id="{BBCD7874-213D-441F-A711-0F106C519641}"/>
              </a:ext>
            </a:extLst>
          </p:cNvPr>
          <p:cNvPicPr>
            <a:picLocks noChangeAspect="1"/>
          </p:cNvPicPr>
          <p:nvPr/>
        </p:nvPicPr>
        <p:blipFill>
          <a:blip r:embed="rId3"/>
          <a:stretch/>
        </p:blipFill>
        <p:spPr>
          <a:xfrm>
            <a:off x="8058150" y="4152900"/>
            <a:ext cx="219075" cy="219075"/>
          </a:xfrm>
          <a:prstGeom prst="rect">
            <a:avLst/>
          </a:prstGeom>
        </p:spPr>
      </p:pic>
    </p:spTree>
    <p:extLst>
      <p:ext uri="{BB962C8B-B14F-4D97-AF65-F5344CB8AC3E}">
        <p14:creationId xmlns:p14="http://schemas.microsoft.com/office/powerpoint/2010/main" val="127060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ction-number">
            <a:extLst>
              <a:ext uri="{FF2B5EF4-FFF2-40B4-BE49-F238E27FC236}">
                <a16:creationId xmlns:a16="http://schemas.microsoft.com/office/drawing/2014/main" id="{5F542E91-00F1-48E7-83D6-F02EDD9C6F02}"/>
              </a:ext>
            </a:extLst>
          </p:cNvPr>
          <p:cNvSpPr>
            <a:spLocks noGrp="1"/>
          </p:cNvSpPr>
          <p:nvPr/>
        </p:nvSpPr>
        <p:spPr>
          <a:xfrm>
            <a:off x="619125" y="1190625"/>
            <a:ext cx="7905750" cy="266700"/>
          </a:xfrm>
          <a:prstGeom prst="rect">
            <a:avLst/>
          </a:prstGeom>
          <a:noFill/>
          <a:ln w="0">
            <a:noFill/>
          </a:ln>
        </p:spPr>
        <p:txBody>
          <a:bodyPr wrap="none" lIns="0" tIns="0" rIns="0" bIns="0" anchor="t">
            <a:noAutofit/>
          </a:bodyPr>
          <a:lstStyle>
            <a:defPPr algn="l">
              <a:defRPr sz="1350" b="0">
                <a:solidFill>
                  <a:srgbClr val="B91561"/>
                </a:solidFill>
                <a:latin typeface="Ubuntu Light"/>
                <a:ea typeface="Ubuntu Light"/>
                <a:cs typeface="Ubuntu Light"/>
              </a:defRPr>
            </a:defPPr>
            <a:lvl1pPr algn="l">
              <a:defRPr sz="1350" b="0">
                <a:solidFill>
                  <a:srgbClr val="B91561"/>
                </a:solidFill>
                <a:latin typeface="Ubuntu Light"/>
                <a:ea typeface="Ubuntu Light"/>
                <a:cs typeface="Ubuntu Light"/>
              </a:defRPr>
            </a:lvl1pPr>
            <a:lvl2pPr algn="l">
              <a:defRPr sz="1350" b="0">
                <a:solidFill>
                  <a:srgbClr val="B91561"/>
                </a:solidFill>
                <a:latin typeface="Ubuntu Light"/>
                <a:ea typeface="Ubuntu Light"/>
                <a:cs typeface="Ubuntu Light"/>
              </a:defRPr>
            </a:lvl2pPr>
            <a:lvl3pPr algn="l">
              <a:defRPr sz="1350" b="0">
                <a:solidFill>
                  <a:srgbClr val="B91561"/>
                </a:solidFill>
                <a:latin typeface="Ubuntu Light"/>
                <a:ea typeface="Ubuntu Light"/>
                <a:cs typeface="Ubuntu Light"/>
              </a:defRPr>
            </a:lvl3pPr>
            <a:lvl4pPr algn="l">
              <a:defRPr sz="1350" b="0">
                <a:solidFill>
                  <a:srgbClr val="B91561"/>
                </a:solidFill>
                <a:latin typeface="Ubuntu Light"/>
                <a:ea typeface="Ubuntu Light"/>
                <a:cs typeface="Ubuntu Light"/>
              </a:defRPr>
            </a:lvl4pPr>
            <a:lvl5pPr algn="l">
              <a:defRPr sz="1350" b="0">
                <a:solidFill>
                  <a:srgbClr val="B91561"/>
                </a:solidFill>
                <a:latin typeface="Ubuntu Light"/>
                <a:ea typeface="Ubuntu Light"/>
                <a:cs typeface="Ubuntu Light"/>
              </a:defRPr>
            </a:lvl5pPr>
            <a:lvl6pPr algn="l">
              <a:defRPr sz="1350" b="0">
                <a:solidFill>
                  <a:srgbClr val="B91561"/>
                </a:solidFill>
                <a:latin typeface="Ubuntu Light"/>
                <a:ea typeface="Ubuntu Light"/>
                <a:cs typeface="Ubuntu Light"/>
              </a:defRPr>
            </a:lvl6pPr>
            <a:lvl7pPr algn="l">
              <a:defRPr sz="1350" b="0">
                <a:solidFill>
                  <a:srgbClr val="B91561"/>
                </a:solidFill>
                <a:latin typeface="Ubuntu Light"/>
                <a:ea typeface="Ubuntu Light"/>
                <a:cs typeface="Ubuntu Light"/>
              </a:defRPr>
            </a:lvl7pPr>
            <a:lvl8pPr algn="l">
              <a:defRPr sz="1350" b="0">
                <a:solidFill>
                  <a:srgbClr val="B91561"/>
                </a:solidFill>
                <a:latin typeface="Ubuntu Light"/>
                <a:ea typeface="Ubuntu Light"/>
                <a:cs typeface="Ubuntu Light"/>
              </a:defRPr>
            </a:lvl8pPr>
            <a:lvl9pPr algn="l">
              <a:defRPr sz="1350" b="0">
                <a:solidFill>
                  <a:srgbClr val="B91561"/>
                </a:solidFill>
                <a:latin typeface="Ubuntu Light"/>
                <a:ea typeface="Ubuntu Light"/>
                <a:cs typeface="Ubuntu Light"/>
              </a:defRPr>
            </a:lvl9pPr>
          </a:lstStyle>
          <a:p>
            <a:pPr algn="l">
              <a:defRPr sz="1350" b="0">
                <a:solidFill>
                  <a:srgbClr val="B91561"/>
                </a:solidFill>
                <a:latin typeface="Ubuntu Light"/>
                <a:ea typeface="Ubuntu Light"/>
                <a:cs typeface="Ubuntu Light"/>
              </a:defRPr>
            </a:pPr>
            <a:r>
              <a:rPr sz="1600" b="1" dirty="0">
                <a:latin typeface="Ubuntu Light"/>
                <a:ea typeface="Ubuntu Light"/>
                <a:cs typeface="Ubuntu Light"/>
              </a:rPr>
              <a:t>SECTION 06</a:t>
            </a:r>
          </a:p>
        </p:txBody>
      </p:sp>
      <p:sp>
        <p:nvSpPr>
          <p:cNvPr id="2" name="section-question">
            <a:extLst>
              <a:ext uri="{FF2B5EF4-FFF2-40B4-BE49-F238E27FC236}">
                <a16:creationId xmlns:a16="http://schemas.microsoft.com/office/drawing/2014/main" id="{FBE0A5B6-9E0A-46F8-B588-C229A02B8E10}"/>
              </a:ext>
            </a:extLst>
          </p:cNvPr>
          <p:cNvSpPr>
            <a:spLocks noGrp="1"/>
          </p:cNvSpPr>
          <p:nvPr/>
        </p:nvSpPr>
        <p:spPr>
          <a:xfrm>
            <a:off x="619125" y="1857375"/>
            <a:ext cx="7905750" cy="1905000"/>
          </a:xfrm>
          <a:prstGeom prst="rect">
            <a:avLst/>
          </a:prstGeom>
          <a:noFill/>
          <a:ln w="0">
            <a:noFill/>
          </a:ln>
        </p:spPr>
        <p:txBody>
          <a:bodyPr wrap="none" lIns="0" tIns="0" rIns="0" bIns="0" anchor="t">
            <a:noAutofit/>
          </a:bodyPr>
          <a:lstStyle>
            <a:defPPr algn="l">
              <a:defRPr sz="3300" b="0">
                <a:solidFill>
                  <a:srgbClr val="202D3E"/>
                </a:solidFill>
                <a:latin typeface="Ubuntu Light"/>
                <a:ea typeface="Ubuntu Light"/>
                <a:cs typeface="Ubuntu Light"/>
              </a:defRPr>
            </a:defPPr>
            <a:lvl1pPr algn="l">
              <a:buNone/>
              <a:defRPr sz="3300" b="0">
                <a:solidFill>
                  <a:srgbClr val="202D3E"/>
                </a:solidFill>
                <a:latin typeface="Ubuntu Light"/>
                <a:ea typeface="Ubuntu Light"/>
                <a:cs typeface="Ubuntu Light"/>
              </a:defRPr>
            </a:lvl1pPr>
            <a:lvl2pPr algn="l">
              <a:buNone/>
              <a:defRPr sz="3300" b="0">
                <a:solidFill>
                  <a:srgbClr val="202D3E"/>
                </a:solidFill>
                <a:latin typeface="Ubuntu Light"/>
                <a:ea typeface="Ubuntu Light"/>
                <a:cs typeface="Ubuntu Light"/>
              </a:defRPr>
            </a:lvl2pPr>
            <a:lvl3pPr algn="l">
              <a:buNone/>
              <a:defRPr sz="3300" b="0">
                <a:solidFill>
                  <a:srgbClr val="202D3E"/>
                </a:solidFill>
                <a:latin typeface="Ubuntu Light"/>
                <a:ea typeface="Ubuntu Light"/>
                <a:cs typeface="Ubuntu Light"/>
              </a:defRPr>
            </a:lvl3pPr>
            <a:lvl4pPr algn="l">
              <a:buNone/>
              <a:defRPr sz="3300" b="0">
                <a:solidFill>
                  <a:srgbClr val="202D3E"/>
                </a:solidFill>
                <a:latin typeface="Ubuntu Light"/>
                <a:ea typeface="Ubuntu Light"/>
                <a:cs typeface="Ubuntu Light"/>
              </a:defRPr>
            </a:lvl4pPr>
            <a:lvl5pPr algn="l">
              <a:buNone/>
              <a:defRPr sz="3300" b="0">
                <a:solidFill>
                  <a:srgbClr val="202D3E"/>
                </a:solidFill>
                <a:latin typeface="Ubuntu Light"/>
                <a:ea typeface="Ubuntu Light"/>
                <a:cs typeface="Ubuntu Light"/>
              </a:defRPr>
            </a:lvl5pPr>
            <a:lvl6pPr algn="l">
              <a:buNone/>
              <a:defRPr sz="3300" b="0">
                <a:solidFill>
                  <a:srgbClr val="202D3E"/>
                </a:solidFill>
                <a:latin typeface="Ubuntu Light"/>
                <a:ea typeface="Ubuntu Light"/>
                <a:cs typeface="Ubuntu Light"/>
              </a:defRPr>
            </a:lvl6pPr>
            <a:lvl7pPr algn="l">
              <a:buNone/>
              <a:defRPr sz="3300" b="0">
                <a:solidFill>
                  <a:srgbClr val="202D3E"/>
                </a:solidFill>
                <a:latin typeface="Ubuntu Light"/>
                <a:ea typeface="Ubuntu Light"/>
                <a:cs typeface="Ubuntu Light"/>
              </a:defRPr>
            </a:lvl7pPr>
            <a:lvl8pPr algn="l">
              <a:buNone/>
              <a:defRPr sz="3300" b="0">
                <a:solidFill>
                  <a:srgbClr val="202D3E"/>
                </a:solidFill>
                <a:latin typeface="Ubuntu Light"/>
                <a:ea typeface="Ubuntu Light"/>
                <a:cs typeface="Ubuntu Light"/>
              </a:defRPr>
            </a:lvl8pPr>
            <a:lvl9pPr algn="l">
              <a:buNone/>
              <a:defRPr sz="3300" b="0">
                <a:solidFill>
                  <a:srgbClr val="202D3E"/>
                </a:solidFill>
                <a:latin typeface="Ubuntu Light"/>
                <a:ea typeface="Ubuntu Light"/>
                <a:cs typeface="Ubuntu Light"/>
              </a:defRPr>
            </a:lvl9pPr>
          </a:lstStyle>
          <a:p>
            <a:pPr algn="l">
              <a:buNone/>
              <a:defRPr sz="3300" b="0">
                <a:solidFill>
                  <a:srgbClr val="202D3E"/>
                </a:solidFill>
                <a:latin typeface="Ubuntu Light"/>
                <a:ea typeface="Ubuntu Light"/>
                <a:cs typeface="Ubuntu Light"/>
              </a:defRPr>
            </a:pPr>
            <a:r>
              <a:rPr b="0">
                <a:latin typeface="Ubuntu Light"/>
                <a:ea typeface="Ubuntu Light"/>
                <a:cs typeface="Ubuntu Light"/>
              </a:rPr>
              <a:t>How do we know</a:t>
            </a:r>
          </a:p>
          <a:p>
            <a:pPr algn="l">
              <a:buNone/>
              <a:defRPr sz="3300" b="0">
                <a:solidFill>
                  <a:srgbClr val="202D3E"/>
                </a:solidFill>
                <a:latin typeface="Ubuntu Light"/>
                <a:ea typeface="Ubuntu Light"/>
                <a:cs typeface="Ubuntu Light"/>
              </a:defRPr>
            </a:pPr>
            <a:r>
              <a:rPr b="0">
                <a:latin typeface="Ubuntu Light"/>
                <a:ea typeface="Ubuntu Light"/>
                <a:cs typeface="Ubuntu Light"/>
              </a:rPr>
              <a:t>the recovery worked?</a:t>
            </a:r>
          </a:p>
        </p:txBody>
      </p:sp>
    </p:spTree>
    <p:extLst>
      <p:ext uri="{BB962C8B-B14F-4D97-AF65-F5344CB8AC3E}">
        <p14:creationId xmlns:p14="http://schemas.microsoft.com/office/powerpoint/2010/main" val="81346788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slide-title">
            <a:extLst>
              <a:ext uri="{FF2B5EF4-FFF2-40B4-BE49-F238E27FC236}">
                <a16:creationId xmlns:a16="http://schemas.microsoft.com/office/drawing/2014/main" id="{A985AB11-DA97-4B85-A8E0-8D52E4A942B1}"/>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buNone/>
              <a:defRPr sz="2250" b="0">
                <a:solidFill>
                  <a:srgbClr val="202D3E"/>
                </a:solidFill>
                <a:latin typeface="Ubuntu Light"/>
                <a:ea typeface="Ubuntu Light"/>
                <a:cs typeface="Ubuntu Light"/>
              </a:defRPr>
            </a:lvl1pPr>
            <a:lvl2pPr algn="l">
              <a:buNone/>
              <a:defRPr sz="2250" b="0">
                <a:solidFill>
                  <a:srgbClr val="202D3E"/>
                </a:solidFill>
                <a:latin typeface="Ubuntu Light"/>
                <a:ea typeface="Ubuntu Light"/>
                <a:cs typeface="Ubuntu Light"/>
              </a:defRPr>
            </a:lvl2pPr>
            <a:lvl3pPr algn="l">
              <a:buNone/>
              <a:defRPr sz="2250" b="0">
                <a:solidFill>
                  <a:srgbClr val="202D3E"/>
                </a:solidFill>
                <a:latin typeface="Ubuntu Light"/>
                <a:ea typeface="Ubuntu Light"/>
                <a:cs typeface="Ubuntu Light"/>
              </a:defRPr>
            </a:lvl3pPr>
            <a:lvl4pPr algn="l">
              <a:buNone/>
              <a:defRPr sz="2250" b="0">
                <a:solidFill>
                  <a:srgbClr val="202D3E"/>
                </a:solidFill>
                <a:latin typeface="Ubuntu Light"/>
                <a:ea typeface="Ubuntu Light"/>
                <a:cs typeface="Ubuntu Light"/>
              </a:defRPr>
            </a:lvl4pPr>
            <a:lvl5pPr algn="l">
              <a:buNone/>
              <a:defRPr sz="2250" b="0">
                <a:solidFill>
                  <a:srgbClr val="202D3E"/>
                </a:solidFill>
                <a:latin typeface="Ubuntu Light"/>
                <a:ea typeface="Ubuntu Light"/>
                <a:cs typeface="Ubuntu Light"/>
              </a:defRPr>
            </a:lvl5pPr>
            <a:lvl6pPr algn="l">
              <a:buNone/>
              <a:defRPr sz="2250" b="0">
                <a:solidFill>
                  <a:srgbClr val="202D3E"/>
                </a:solidFill>
                <a:latin typeface="Ubuntu Light"/>
                <a:ea typeface="Ubuntu Light"/>
                <a:cs typeface="Ubuntu Light"/>
              </a:defRPr>
            </a:lvl6pPr>
            <a:lvl7pPr algn="l">
              <a:buNone/>
              <a:defRPr sz="2250" b="0">
                <a:solidFill>
                  <a:srgbClr val="202D3E"/>
                </a:solidFill>
                <a:latin typeface="Ubuntu Light"/>
                <a:ea typeface="Ubuntu Light"/>
                <a:cs typeface="Ubuntu Light"/>
              </a:defRPr>
            </a:lvl7pPr>
            <a:lvl8pPr algn="l">
              <a:buNone/>
              <a:defRPr sz="2250" b="0">
                <a:solidFill>
                  <a:srgbClr val="202D3E"/>
                </a:solidFill>
                <a:latin typeface="Ubuntu Light"/>
                <a:ea typeface="Ubuntu Light"/>
                <a:cs typeface="Ubuntu Light"/>
              </a:defRPr>
            </a:lvl8pPr>
            <a:lvl9pPr algn="l">
              <a:buNone/>
              <a:defRPr sz="2250" b="0">
                <a:solidFill>
                  <a:srgbClr val="202D3E"/>
                </a:solidFill>
                <a:latin typeface="Ubuntu Light"/>
                <a:ea typeface="Ubuntu Light"/>
                <a:cs typeface="Ubuntu Light"/>
              </a:defRPr>
            </a:lvl9pPr>
          </a:lstStyle>
          <a:p>
            <a:pPr algn="l">
              <a:buNone/>
              <a:defRPr sz="2250" b="0">
                <a:solidFill>
                  <a:srgbClr val="202D3E"/>
                </a:solidFill>
                <a:latin typeface="Ubuntu Light"/>
                <a:ea typeface="Ubuntu Light"/>
                <a:cs typeface="Ubuntu Light"/>
              </a:defRPr>
            </a:pPr>
            <a:r>
              <a:rPr b="0">
                <a:latin typeface="Ubuntu Light"/>
                <a:ea typeface="Ubuntu Light"/>
                <a:cs typeface="Ubuntu Light"/>
              </a:rPr>
              <a:t>Stock retry: the results we assert</a:t>
            </a:r>
          </a:p>
        </p:txBody>
      </p:sp>
      <p:sp>
        <p:nvSpPr>
          <p:cNvPr id="2" name="stock-flow-input">
            <a:extLst>
              <a:ext uri="{FF2B5EF4-FFF2-40B4-BE49-F238E27FC236}">
                <a16:creationId xmlns:a16="http://schemas.microsoft.com/office/drawing/2014/main" id="{2B0CF425-C60C-49ED-9AA9-2D67BAFB902E}"/>
              </a:ext>
            </a:extLst>
          </p:cNvPr>
          <p:cNvSpPr>
            <a:spLocks noGrp="1"/>
          </p:cNvSpPr>
          <p:nvPr/>
        </p:nvSpPr>
        <p:spPr>
          <a:xfrm>
            <a:off x="619125" y="1381125"/>
            <a:ext cx="7905750" cy="285750"/>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b="0" dirty="0" err="1">
                <a:latin typeface="Menlo"/>
                <a:ea typeface="Menlo"/>
                <a:cs typeface="Menlo"/>
              </a:rPr>
              <a:t>create_order</a:t>
            </a:r>
            <a:r>
              <a:rPr b="0" dirty="0">
                <a:latin typeface="Ubuntu Light"/>
                <a:ea typeface="Ubuntu Light"/>
                <a:cs typeface="Ubuntu Light"/>
              </a:rPr>
              <a:t> workflow. 2 units. Initial stock: 10.</a:t>
            </a:r>
          </a:p>
        </p:txBody>
      </p:sp>
      <p:sp>
        <p:nvSpPr>
          <p:cNvPr id="3" name="stock-flow-create">
            <a:extLst>
              <a:ext uri="{FF2B5EF4-FFF2-40B4-BE49-F238E27FC236}">
                <a16:creationId xmlns:a16="http://schemas.microsoft.com/office/drawing/2014/main" id="{427373DD-4645-4AD9-B7DB-616CB2770610}"/>
              </a:ext>
            </a:extLst>
          </p:cNvPr>
          <p:cNvSpPr>
            <a:spLocks noGrp="1"/>
          </p:cNvSpPr>
          <p:nvPr/>
        </p:nvSpPr>
        <p:spPr>
          <a:xfrm>
            <a:off x="619125" y="1876425"/>
            <a:ext cx="1714500" cy="571500"/>
          </a:xfrm>
          <a:prstGeom prst="rect">
            <a:avLst/>
          </a:prstGeom>
          <a:solidFill>
            <a:srgbClr val="FFFFFF"/>
          </a:solidFill>
          <a:ln w="11430">
            <a:solidFill>
              <a:srgbClr val="202D3E"/>
            </a:solidFill>
          </a:ln>
        </p:spPr>
        <p:txBody>
          <a:bodyPr/>
          <a:lstStyle/>
          <a:p>
            <a:endParaRPr lang="en-US"/>
          </a:p>
        </p:txBody>
      </p:sp>
      <p:sp>
        <p:nvSpPr>
          <p:cNvPr id="4" name="stock-flow-create-label">
            <a:extLst>
              <a:ext uri="{FF2B5EF4-FFF2-40B4-BE49-F238E27FC236}">
                <a16:creationId xmlns:a16="http://schemas.microsoft.com/office/drawing/2014/main" id="{A56280A7-F0EA-4496-8696-6D159CE728D0}"/>
              </a:ext>
            </a:extLst>
          </p:cNvPr>
          <p:cNvSpPr>
            <a:spLocks noGrp="1"/>
          </p:cNvSpPr>
          <p:nvPr/>
        </p:nvSpPr>
        <p:spPr>
          <a:xfrm>
            <a:off x="714375" y="2038350"/>
            <a:ext cx="1524000" cy="276225"/>
          </a:xfrm>
          <a:prstGeom prst="rect">
            <a:avLst/>
          </a:prstGeom>
          <a:noFill/>
          <a:ln w="0">
            <a:noFill/>
          </a:ln>
        </p:spPr>
        <p:txBody>
          <a:bodyPr wrap="none" lIns="0" tIns="0" rIns="0" bIns="0" anchor="t">
            <a:noAutofit/>
          </a:bodyPr>
          <a:lstStyle>
            <a:defPPr algn="ctr">
              <a:defRPr sz="1575" b="0">
                <a:solidFill>
                  <a:srgbClr val="202D3E"/>
                </a:solidFill>
                <a:latin typeface="Ubuntu Light"/>
                <a:ea typeface="Ubuntu Light"/>
                <a:cs typeface="Ubuntu Light"/>
              </a:defRPr>
            </a:defPPr>
            <a:lvl1pPr algn="ctr">
              <a:defRPr sz="1575" b="0">
                <a:solidFill>
                  <a:srgbClr val="202D3E"/>
                </a:solidFill>
                <a:latin typeface="Ubuntu Light"/>
                <a:ea typeface="Ubuntu Light"/>
                <a:cs typeface="Ubuntu Light"/>
              </a:defRPr>
            </a:lvl1pPr>
            <a:lvl2pPr algn="ctr">
              <a:defRPr sz="1575" b="0">
                <a:solidFill>
                  <a:srgbClr val="202D3E"/>
                </a:solidFill>
                <a:latin typeface="Ubuntu Light"/>
                <a:ea typeface="Ubuntu Light"/>
                <a:cs typeface="Ubuntu Light"/>
              </a:defRPr>
            </a:lvl2pPr>
            <a:lvl3pPr algn="ctr">
              <a:defRPr sz="1575" b="0">
                <a:solidFill>
                  <a:srgbClr val="202D3E"/>
                </a:solidFill>
                <a:latin typeface="Ubuntu Light"/>
                <a:ea typeface="Ubuntu Light"/>
                <a:cs typeface="Ubuntu Light"/>
              </a:defRPr>
            </a:lvl3pPr>
            <a:lvl4pPr algn="ctr">
              <a:defRPr sz="1575" b="0">
                <a:solidFill>
                  <a:srgbClr val="202D3E"/>
                </a:solidFill>
                <a:latin typeface="Ubuntu Light"/>
                <a:ea typeface="Ubuntu Light"/>
                <a:cs typeface="Ubuntu Light"/>
              </a:defRPr>
            </a:lvl4pPr>
            <a:lvl5pPr algn="ctr">
              <a:defRPr sz="1575" b="0">
                <a:solidFill>
                  <a:srgbClr val="202D3E"/>
                </a:solidFill>
                <a:latin typeface="Ubuntu Light"/>
                <a:ea typeface="Ubuntu Light"/>
                <a:cs typeface="Ubuntu Light"/>
              </a:defRPr>
            </a:lvl5pPr>
            <a:lvl6pPr algn="ctr">
              <a:defRPr sz="1575" b="0">
                <a:solidFill>
                  <a:srgbClr val="202D3E"/>
                </a:solidFill>
                <a:latin typeface="Ubuntu Light"/>
                <a:ea typeface="Ubuntu Light"/>
                <a:cs typeface="Ubuntu Light"/>
              </a:defRPr>
            </a:lvl6pPr>
            <a:lvl7pPr algn="ctr">
              <a:defRPr sz="1575" b="0">
                <a:solidFill>
                  <a:srgbClr val="202D3E"/>
                </a:solidFill>
                <a:latin typeface="Ubuntu Light"/>
                <a:ea typeface="Ubuntu Light"/>
                <a:cs typeface="Ubuntu Light"/>
              </a:defRPr>
            </a:lvl7pPr>
            <a:lvl8pPr algn="ctr">
              <a:defRPr sz="1575" b="0">
                <a:solidFill>
                  <a:srgbClr val="202D3E"/>
                </a:solidFill>
                <a:latin typeface="Ubuntu Light"/>
                <a:ea typeface="Ubuntu Light"/>
                <a:cs typeface="Ubuntu Light"/>
              </a:defRPr>
            </a:lvl8pPr>
            <a:lvl9pPr algn="ctr">
              <a:defRPr sz="1575" b="0">
                <a:solidFill>
                  <a:srgbClr val="202D3E"/>
                </a:solidFill>
                <a:latin typeface="Ubuntu Light"/>
                <a:ea typeface="Ubuntu Light"/>
                <a:cs typeface="Ubuntu Light"/>
              </a:defRPr>
            </a:lvl9pPr>
          </a:lstStyle>
          <a:p>
            <a:pPr algn="ctr">
              <a:defRPr sz="1575" b="0">
                <a:solidFill>
                  <a:srgbClr val="202D3E"/>
                </a:solidFill>
                <a:latin typeface="Ubuntu Light"/>
                <a:ea typeface="Ubuntu Light"/>
                <a:cs typeface="Ubuntu Light"/>
              </a:defRPr>
            </a:pPr>
            <a:r>
              <a:rPr b="0" dirty="0">
                <a:latin typeface="Ubuntu Light"/>
                <a:ea typeface="Ubuntu Light"/>
                <a:cs typeface="Ubuntu Light"/>
              </a:rPr>
              <a:t>Create order</a:t>
            </a:r>
          </a:p>
        </p:txBody>
      </p:sp>
      <p:sp>
        <p:nvSpPr>
          <p:cNvPr id="5" name="stock-flow-merchant">
            <a:extLst>
              <a:ext uri="{FF2B5EF4-FFF2-40B4-BE49-F238E27FC236}">
                <a16:creationId xmlns:a16="http://schemas.microsoft.com/office/drawing/2014/main" id="{A72432AD-7D5D-41CA-9C82-FEB220823238}"/>
              </a:ext>
            </a:extLst>
          </p:cNvPr>
          <p:cNvSpPr>
            <a:spLocks noGrp="1"/>
          </p:cNvSpPr>
          <p:nvPr/>
        </p:nvSpPr>
        <p:spPr>
          <a:xfrm>
            <a:off x="619125" y="2809875"/>
            <a:ext cx="1714500" cy="571500"/>
          </a:xfrm>
          <a:prstGeom prst="rect">
            <a:avLst/>
          </a:prstGeom>
          <a:solidFill>
            <a:srgbClr val="FFFFFF"/>
          </a:solidFill>
          <a:ln w="11430">
            <a:solidFill>
              <a:srgbClr val="202D3E"/>
            </a:solidFill>
          </a:ln>
        </p:spPr>
        <p:txBody>
          <a:bodyPr/>
          <a:lstStyle/>
          <a:p>
            <a:endParaRPr lang="en-US"/>
          </a:p>
        </p:txBody>
      </p:sp>
      <p:sp>
        <p:nvSpPr>
          <p:cNvPr id="6" name="stock-flow-merchant-label">
            <a:extLst>
              <a:ext uri="{FF2B5EF4-FFF2-40B4-BE49-F238E27FC236}">
                <a16:creationId xmlns:a16="http://schemas.microsoft.com/office/drawing/2014/main" id="{A3B5350D-7EAE-4A7C-BA05-007D55EBAECC}"/>
              </a:ext>
            </a:extLst>
          </p:cNvPr>
          <p:cNvSpPr>
            <a:spLocks noGrp="1"/>
          </p:cNvSpPr>
          <p:nvPr/>
        </p:nvSpPr>
        <p:spPr>
          <a:xfrm>
            <a:off x="714375" y="2876550"/>
            <a:ext cx="1524000" cy="466725"/>
          </a:xfrm>
          <a:prstGeom prst="rect">
            <a:avLst/>
          </a:prstGeom>
          <a:noFill/>
          <a:ln w="0">
            <a:noFill/>
          </a:ln>
        </p:spPr>
        <p:txBody>
          <a:bodyPr wrap="none" lIns="0" tIns="0" rIns="0" bIns="0" anchor="t">
            <a:noAutofit/>
          </a:bodyPr>
          <a:lstStyle>
            <a:defPPr algn="ctr">
              <a:defRPr sz="1500" b="0">
                <a:solidFill>
                  <a:srgbClr val="202D3E"/>
                </a:solidFill>
                <a:latin typeface="Ubuntu Light"/>
                <a:ea typeface="Ubuntu Light"/>
                <a:cs typeface="Ubuntu Light"/>
              </a:defRPr>
            </a:defPPr>
            <a:lvl1pPr algn="ctr">
              <a:defRPr sz="1500" b="0">
                <a:solidFill>
                  <a:srgbClr val="202D3E"/>
                </a:solidFill>
                <a:latin typeface="Ubuntu Light"/>
                <a:ea typeface="Ubuntu Light"/>
                <a:cs typeface="Ubuntu Light"/>
              </a:defRPr>
            </a:lvl1pPr>
            <a:lvl2pPr algn="ctr">
              <a:defRPr sz="1500" b="0">
                <a:solidFill>
                  <a:srgbClr val="202D3E"/>
                </a:solidFill>
                <a:latin typeface="Ubuntu Light"/>
                <a:ea typeface="Ubuntu Light"/>
                <a:cs typeface="Ubuntu Light"/>
              </a:defRPr>
            </a:lvl2pPr>
            <a:lvl3pPr algn="ctr">
              <a:defRPr sz="1500" b="0">
                <a:solidFill>
                  <a:srgbClr val="202D3E"/>
                </a:solidFill>
                <a:latin typeface="Ubuntu Light"/>
                <a:ea typeface="Ubuntu Light"/>
                <a:cs typeface="Ubuntu Light"/>
              </a:defRPr>
            </a:lvl3pPr>
            <a:lvl4pPr algn="ctr">
              <a:defRPr sz="1500" b="0">
                <a:solidFill>
                  <a:srgbClr val="202D3E"/>
                </a:solidFill>
                <a:latin typeface="Ubuntu Light"/>
                <a:ea typeface="Ubuntu Light"/>
                <a:cs typeface="Ubuntu Light"/>
              </a:defRPr>
            </a:lvl4pPr>
            <a:lvl5pPr algn="ctr">
              <a:defRPr sz="1500" b="0">
                <a:solidFill>
                  <a:srgbClr val="202D3E"/>
                </a:solidFill>
                <a:latin typeface="Ubuntu Light"/>
                <a:ea typeface="Ubuntu Light"/>
                <a:cs typeface="Ubuntu Light"/>
              </a:defRPr>
            </a:lvl5pPr>
            <a:lvl6pPr algn="ctr">
              <a:defRPr sz="1500" b="0">
                <a:solidFill>
                  <a:srgbClr val="202D3E"/>
                </a:solidFill>
                <a:latin typeface="Ubuntu Light"/>
                <a:ea typeface="Ubuntu Light"/>
                <a:cs typeface="Ubuntu Light"/>
              </a:defRPr>
            </a:lvl6pPr>
            <a:lvl7pPr algn="ctr">
              <a:defRPr sz="1500" b="0">
                <a:solidFill>
                  <a:srgbClr val="202D3E"/>
                </a:solidFill>
                <a:latin typeface="Ubuntu Light"/>
                <a:ea typeface="Ubuntu Light"/>
                <a:cs typeface="Ubuntu Light"/>
              </a:defRPr>
            </a:lvl7pPr>
            <a:lvl8pPr algn="ctr">
              <a:defRPr sz="1500" b="0">
                <a:solidFill>
                  <a:srgbClr val="202D3E"/>
                </a:solidFill>
                <a:latin typeface="Ubuntu Light"/>
                <a:ea typeface="Ubuntu Light"/>
                <a:cs typeface="Ubuntu Light"/>
              </a:defRPr>
            </a:lvl8pPr>
            <a:lvl9pPr algn="ctr">
              <a:defRPr sz="1500" b="0">
                <a:solidFill>
                  <a:srgbClr val="202D3E"/>
                </a:solidFill>
                <a:latin typeface="Ubuntu Light"/>
                <a:ea typeface="Ubuntu Light"/>
                <a:cs typeface="Ubuntu Light"/>
              </a:defRPr>
            </a:lvl9pPr>
          </a:lstStyle>
          <a:p>
            <a:pPr algn="ctr">
              <a:defRPr sz="1500" b="0">
                <a:solidFill>
                  <a:srgbClr val="202D3E"/>
                </a:solidFill>
                <a:latin typeface="Ubuntu Light"/>
                <a:ea typeface="Ubuntu Light"/>
                <a:cs typeface="Ubuntu Light"/>
              </a:defRPr>
            </a:pPr>
            <a:r>
              <a:rPr b="0" dirty="0">
                <a:latin typeface="Ubuntu Light"/>
                <a:ea typeface="Ubuntu Light"/>
                <a:cs typeface="Ubuntu Light"/>
              </a:rPr>
              <a:t>Merchant</a:t>
            </a:r>
          </a:p>
          <a:p>
            <a:pPr algn="ctr">
              <a:defRPr sz="1500" b="0">
                <a:solidFill>
                  <a:srgbClr val="202D3E"/>
                </a:solidFill>
                <a:latin typeface="Ubuntu Light"/>
                <a:ea typeface="Ubuntu Light"/>
                <a:cs typeface="Ubuntu Light"/>
              </a:defRPr>
            </a:pPr>
            <a:r>
              <a:rPr b="0" dirty="0">
                <a:latin typeface="Ubuntu Light"/>
                <a:ea typeface="Ubuntu Light"/>
                <a:cs typeface="Ubuntu Light"/>
              </a:rPr>
              <a:t>approves</a:t>
            </a:r>
          </a:p>
        </p:txBody>
      </p:sp>
      <p:cxnSp>
        <p:nvCxnSpPr>
          <p:cNvPr id="7" name="stock-flow-request-approval-0">
            <a:extLst>
              <a:ext uri="{FF2B5EF4-FFF2-40B4-BE49-F238E27FC236}">
                <a16:creationId xmlns:a16="http://schemas.microsoft.com/office/drawing/2014/main" id="{7521A911-2734-4360-A79E-F1854C2B34BC}"/>
              </a:ext>
            </a:extLst>
          </p:cNvPr>
          <p:cNvCxnSpPr>
            <a:cxnSpLocks/>
            <a:stCxn id="3" idx="2"/>
          </p:cNvCxnSpPr>
          <p:nvPr/>
        </p:nvCxnSpPr>
        <p:spPr>
          <a:xfrm>
            <a:off x="1476375" y="2447925"/>
            <a:ext cx="0" cy="361950"/>
          </a:xfrm>
          <a:prstGeom prst="straightConnector1">
            <a:avLst/>
          </a:prstGeom>
          <a:ln w="17145">
            <a:solidFill>
              <a:srgbClr val="202D3E"/>
            </a:solidFill>
            <a:tailEnd type="triangle" w="sm" len="sm"/>
          </a:ln>
        </p:spPr>
      </p:cxnSp>
      <p:sp>
        <p:nvSpPr>
          <p:cNvPr id="8" name="stock-flow-request-label">
            <a:extLst>
              <a:ext uri="{FF2B5EF4-FFF2-40B4-BE49-F238E27FC236}">
                <a16:creationId xmlns:a16="http://schemas.microsoft.com/office/drawing/2014/main" id="{6F1BAA10-348E-40B5-A9FC-11CAD92A8C5B}"/>
              </a:ext>
            </a:extLst>
          </p:cNvPr>
          <p:cNvSpPr>
            <a:spLocks noGrp="1"/>
          </p:cNvSpPr>
          <p:nvPr/>
        </p:nvSpPr>
        <p:spPr>
          <a:xfrm>
            <a:off x="685800" y="2517967"/>
            <a:ext cx="742950" cy="209550"/>
          </a:xfrm>
          <a:prstGeom prst="rect">
            <a:avLst/>
          </a:prstGeom>
          <a:noFill/>
          <a:ln w="0">
            <a:noFill/>
          </a:ln>
        </p:spPr>
        <p:txBody>
          <a:bodyPr wrap="none" lIns="0" tIns="0" rIns="0" bIns="0" anchor="t">
            <a:noAutofit/>
          </a:bodyPr>
          <a:lstStyle>
            <a:defPPr algn="l">
              <a:defRPr sz="1125" b="0">
                <a:solidFill>
                  <a:srgbClr val="202D3E"/>
                </a:solidFill>
                <a:latin typeface="Ubuntu Light"/>
                <a:ea typeface="Ubuntu Light"/>
                <a:cs typeface="Ubuntu Light"/>
              </a:defRPr>
            </a:defPPr>
            <a:lvl1pPr algn="l">
              <a:defRPr sz="1125" b="0">
                <a:solidFill>
                  <a:srgbClr val="202D3E"/>
                </a:solidFill>
                <a:latin typeface="Ubuntu Light"/>
                <a:ea typeface="Ubuntu Light"/>
                <a:cs typeface="Ubuntu Light"/>
              </a:defRPr>
            </a:lvl1pPr>
            <a:lvl2pPr algn="l">
              <a:defRPr sz="1125" b="0">
                <a:solidFill>
                  <a:srgbClr val="202D3E"/>
                </a:solidFill>
                <a:latin typeface="Ubuntu Light"/>
                <a:ea typeface="Ubuntu Light"/>
                <a:cs typeface="Ubuntu Light"/>
              </a:defRPr>
            </a:lvl2pPr>
            <a:lvl3pPr algn="l">
              <a:defRPr sz="1125" b="0">
                <a:solidFill>
                  <a:srgbClr val="202D3E"/>
                </a:solidFill>
                <a:latin typeface="Ubuntu Light"/>
                <a:ea typeface="Ubuntu Light"/>
                <a:cs typeface="Ubuntu Light"/>
              </a:defRPr>
            </a:lvl3pPr>
            <a:lvl4pPr algn="l">
              <a:defRPr sz="1125" b="0">
                <a:solidFill>
                  <a:srgbClr val="202D3E"/>
                </a:solidFill>
                <a:latin typeface="Ubuntu Light"/>
                <a:ea typeface="Ubuntu Light"/>
                <a:cs typeface="Ubuntu Light"/>
              </a:defRPr>
            </a:lvl4pPr>
            <a:lvl5pPr algn="l">
              <a:defRPr sz="1125" b="0">
                <a:solidFill>
                  <a:srgbClr val="202D3E"/>
                </a:solidFill>
                <a:latin typeface="Ubuntu Light"/>
                <a:ea typeface="Ubuntu Light"/>
                <a:cs typeface="Ubuntu Light"/>
              </a:defRPr>
            </a:lvl5pPr>
            <a:lvl6pPr algn="l">
              <a:defRPr sz="1125" b="0">
                <a:solidFill>
                  <a:srgbClr val="202D3E"/>
                </a:solidFill>
                <a:latin typeface="Ubuntu Light"/>
                <a:ea typeface="Ubuntu Light"/>
                <a:cs typeface="Ubuntu Light"/>
              </a:defRPr>
            </a:lvl6pPr>
            <a:lvl7pPr algn="l">
              <a:defRPr sz="1125" b="0">
                <a:solidFill>
                  <a:srgbClr val="202D3E"/>
                </a:solidFill>
                <a:latin typeface="Ubuntu Light"/>
                <a:ea typeface="Ubuntu Light"/>
                <a:cs typeface="Ubuntu Light"/>
              </a:defRPr>
            </a:lvl7pPr>
            <a:lvl8pPr algn="l">
              <a:defRPr sz="1125" b="0">
                <a:solidFill>
                  <a:srgbClr val="202D3E"/>
                </a:solidFill>
                <a:latin typeface="Ubuntu Light"/>
                <a:ea typeface="Ubuntu Light"/>
                <a:cs typeface="Ubuntu Light"/>
              </a:defRPr>
            </a:lvl8pPr>
            <a:lvl9pPr algn="l">
              <a:defRPr sz="1125" b="0">
                <a:solidFill>
                  <a:srgbClr val="202D3E"/>
                </a:solidFill>
                <a:latin typeface="Ubuntu Light"/>
                <a:ea typeface="Ubuntu Light"/>
                <a:cs typeface="Ubuntu Light"/>
              </a:defRPr>
            </a:lvl9pPr>
          </a:lstStyle>
          <a:p>
            <a:pPr algn="l">
              <a:defRPr sz="1125" b="0">
                <a:solidFill>
                  <a:srgbClr val="202D3E"/>
                </a:solidFill>
                <a:latin typeface="Ubuntu Light"/>
                <a:ea typeface="Ubuntu Light"/>
                <a:cs typeface="Ubuntu Light"/>
              </a:defRPr>
            </a:pPr>
            <a:r>
              <a:rPr b="0" dirty="0">
                <a:latin typeface="Ubuntu Light"/>
                <a:ea typeface="Ubuntu Light"/>
                <a:cs typeface="Ubuntu Light"/>
              </a:rPr>
              <a:t>Approval</a:t>
            </a:r>
          </a:p>
        </p:txBody>
      </p:sp>
      <p:sp>
        <p:nvSpPr>
          <p:cNvPr id="9" name="stock-flow-reserve-state">
            <a:extLst>
              <a:ext uri="{FF2B5EF4-FFF2-40B4-BE49-F238E27FC236}">
                <a16:creationId xmlns:a16="http://schemas.microsoft.com/office/drawing/2014/main" id="{83620D3C-6EDE-4439-9348-144EA433026E}"/>
              </a:ext>
            </a:extLst>
          </p:cNvPr>
          <p:cNvSpPr>
            <a:spLocks noGrp="1"/>
          </p:cNvSpPr>
          <p:nvPr/>
        </p:nvSpPr>
        <p:spPr>
          <a:xfrm>
            <a:off x="2952750" y="1809750"/>
            <a:ext cx="2476500" cy="2571750"/>
          </a:xfrm>
          <a:prstGeom prst="rect">
            <a:avLst/>
          </a:prstGeom>
          <a:solidFill>
            <a:srgbClr val="F5F7FB"/>
          </a:solidFill>
          <a:ln w="11430">
            <a:solidFill>
              <a:srgbClr val="9BAFC4"/>
            </a:solidFill>
          </a:ln>
        </p:spPr>
        <p:txBody>
          <a:bodyPr/>
          <a:lstStyle/>
          <a:p>
            <a:endParaRPr lang="en-US"/>
          </a:p>
        </p:txBody>
      </p:sp>
      <p:sp>
        <p:nvSpPr>
          <p:cNvPr id="10" name="stock-flow-reserve-name">
            <a:extLst>
              <a:ext uri="{FF2B5EF4-FFF2-40B4-BE49-F238E27FC236}">
                <a16:creationId xmlns:a16="http://schemas.microsoft.com/office/drawing/2014/main" id="{8B36A931-4501-4095-8112-00033AA154B0}"/>
              </a:ext>
            </a:extLst>
          </p:cNvPr>
          <p:cNvSpPr>
            <a:spLocks noGrp="1"/>
          </p:cNvSpPr>
          <p:nvPr/>
        </p:nvSpPr>
        <p:spPr>
          <a:xfrm>
            <a:off x="3095625" y="1943100"/>
            <a:ext cx="2190750" cy="266700"/>
          </a:xfrm>
          <a:prstGeom prst="rect">
            <a:avLst/>
          </a:prstGeom>
          <a:noFill/>
          <a:ln w="0">
            <a:noFill/>
          </a:ln>
        </p:spPr>
        <p:txBody>
          <a:bodyPr wrap="none" lIns="0" tIns="0" rIns="0" bIns="0" anchor="t">
            <a:noAutofit/>
          </a:bodyPr>
          <a:lstStyle>
            <a:defPPr algn="ctr">
              <a:defRPr sz="1500" b="0">
                <a:solidFill>
                  <a:srgbClr val="202D3E"/>
                </a:solidFill>
                <a:latin typeface="Ubuntu Light"/>
                <a:ea typeface="Ubuntu Light"/>
                <a:cs typeface="Ubuntu Light"/>
              </a:defRPr>
            </a:defPPr>
            <a:lvl1pPr algn="ctr">
              <a:defRPr sz="1500" b="0">
                <a:solidFill>
                  <a:srgbClr val="202D3E"/>
                </a:solidFill>
                <a:latin typeface="Ubuntu Light"/>
                <a:ea typeface="Ubuntu Light"/>
                <a:cs typeface="Ubuntu Light"/>
              </a:defRPr>
            </a:lvl1pPr>
            <a:lvl2pPr algn="ctr">
              <a:defRPr sz="1500" b="0">
                <a:solidFill>
                  <a:srgbClr val="202D3E"/>
                </a:solidFill>
                <a:latin typeface="Ubuntu Light"/>
                <a:ea typeface="Ubuntu Light"/>
                <a:cs typeface="Ubuntu Light"/>
              </a:defRPr>
            </a:lvl2pPr>
            <a:lvl3pPr algn="ctr">
              <a:defRPr sz="1500" b="0">
                <a:solidFill>
                  <a:srgbClr val="202D3E"/>
                </a:solidFill>
                <a:latin typeface="Ubuntu Light"/>
                <a:ea typeface="Ubuntu Light"/>
                <a:cs typeface="Ubuntu Light"/>
              </a:defRPr>
            </a:lvl3pPr>
            <a:lvl4pPr algn="ctr">
              <a:defRPr sz="1500" b="0">
                <a:solidFill>
                  <a:srgbClr val="202D3E"/>
                </a:solidFill>
                <a:latin typeface="Ubuntu Light"/>
                <a:ea typeface="Ubuntu Light"/>
                <a:cs typeface="Ubuntu Light"/>
              </a:defRPr>
            </a:lvl4pPr>
            <a:lvl5pPr algn="ctr">
              <a:defRPr sz="1500" b="0">
                <a:solidFill>
                  <a:srgbClr val="202D3E"/>
                </a:solidFill>
                <a:latin typeface="Ubuntu Light"/>
                <a:ea typeface="Ubuntu Light"/>
                <a:cs typeface="Ubuntu Light"/>
              </a:defRPr>
            </a:lvl5pPr>
            <a:lvl6pPr algn="ctr">
              <a:defRPr sz="1500" b="0">
                <a:solidFill>
                  <a:srgbClr val="202D3E"/>
                </a:solidFill>
                <a:latin typeface="Ubuntu Light"/>
                <a:ea typeface="Ubuntu Light"/>
                <a:cs typeface="Ubuntu Light"/>
              </a:defRPr>
            </a:lvl6pPr>
            <a:lvl7pPr algn="ctr">
              <a:defRPr sz="1500" b="0">
                <a:solidFill>
                  <a:srgbClr val="202D3E"/>
                </a:solidFill>
                <a:latin typeface="Ubuntu Light"/>
                <a:ea typeface="Ubuntu Light"/>
                <a:cs typeface="Ubuntu Light"/>
              </a:defRPr>
            </a:lvl7pPr>
            <a:lvl8pPr algn="ctr">
              <a:defRPr sz="1500" b="0">
                <a:solidFill>
                  <a:srgbClr val="202D3E"/>
                </a:solidFill>
                <a:latin typeface="Ubuntu Light"/>
                <a:ea typeface="Ubuntu Light"/>
                <a:cs typeface="Ubuntu Light"/>
              </a:defRPr>
            </a:lvl8pPr>
            <a:lvl9pPr algn="ctr">
              <a:defRPr sz="1500" b="0">
                <a:solidFill>
                  <a:srgbClr val="202D3E"/>
                </a:solidFill>
                <a:latin typeface="Ubuntu Light"/>
                <a:ea typeface="Ubuntu Light"/>
                <a:cs typeface="Ubuntu Light"/>
              </a:defRPr>
            </a:lvl9pPr>
          </a:lstStyle>
          <a:p>
            <a:pPr algn="ctr">
              <a:defRPr sz="1500" b="0">
                <a:solidFill>
                  <a:srgbClr val="202D3E"/>
                </a:solidFill>
                <a:latin typeface="Ubuntu Light"/>
                <a:ea typeface="Ubuntu Light"/>
                <a:cs typeface="Ubuntu Light"/>
              </a:defRPr>
            </a:pPr>
            <a:r>
              <a:rPr b="0">
                <a:latin typeface="Menlo"/>
                <a:ea typeface="Menlo"/>
                <a:cs typeface="Menlo"/>
              </a:rPr>
              <a:t>ReserveStock</a:t>
            </a:r>
          </a:p>
        </p:txBody>
      </p:sp>
      <p:sp>
        <p:nvSpPr>
          <p:cNvPr id="11" name="stock-flow-attempt-1">
            <a:extLst>
              <a:ext uri="{FF2B5EF4-FFF2-40B4-BE49-F238E27FC236}">
                <a16:creationId xmlns:a16="http://schemas.microsoft.com/office/drawing/2014/main" id="{DDEC04A4-0460-4AE3-9C2F-54C0748D4BE3}"/>
              </a:ext>
            </a:extLst>
          </p:cNvPr>
          <p:cNvSpPr>
            <a:spLocks noGrp="1"/>
          </p:cNvSpPr>
          <p:nvPr/>
        </p:nvSpPr>
        <p:spPr>
          <a:xfrm>
            <a:off x="3143250" y="2381250"/>
            <a:ext cx="2095500" cy="381000"/>
          </a:xfrm>
          <a:prstGeom prst="rect">
            <a:avLst/>
          </a:prstGeom>
          <a:solidFill>
            <a:srgbClr val="FFF5F5"/>
          </a:solidFill>
          <a:ln w="11430">
            <a:solidFill>
              <a:srgbClr val="A92525"/>
            </a:solidFill>
          </a:ln>
        </p:spPr>
        <p:txBody>
          <a:bodyPr/>
          <a:lstStyle/>
          <a:p>
            <a:endParaRPr lang="en-US"/>
          </a:p>
        </p:txBody>
      </p:sp>
      <p:sp>
        <p:nvSpPr>
          <p:cNvPr id="12" name="stock-flow-attempt-1-label">
            <a:extLst>
              <a:ext uri="{FF2B5EF4-FFF2-40B4-BE49-F238E27FC236}">
                <a16:creationId xmlns:a16="http://schemas.microsoft.com/office/drawing/2014/main" id="{87824DA4-3CF5-460D-A32D-31D18729BE4F}"/>
              </a:ext>
            </a:extLst>
          </p:cNvPr>
          <p:cNvSpPr>
            <a:spLocks noGrp="1"/>
          </p:cNvSpPr>
          <p:nvPr/>
        </p:nvSpPr>
        <p:spPr>
          <a:xfrm>
            <a:off x="3238500" y="2447120"/>
            <a:ext cx="1905000" cy="266700"/>
          </a:xfrm>
          <a:prstGeom prst="rect">
            <a:avLst/>
          </a:prstGeom>
          <a:noFill/>
          <a:ln w="0">
            <a:noFill/>
          </a:ln>
        </p:spPr>
        <p:txBody>
          <a:bodyPr wrap="none" lIns="0" tIns="0" rIns="0" bIns="0" anchor="t">
            <a:noAutofit/>
          </a:bodyPr>
          <a:lstStyle>
            <a:defPPr algn="ctr">
              <a:defRPr sz="1500" b="0">
                <a:solidFill>
                  <a:srgbClr val="A92525"/>
                </a:solidFill>
                <a:latin typeface="Ubuntu Light"/>
                <a:ea typeface="Ubuntu Light"/>
                <a:cs typeface="Ubuntu Light"/>
              </a:defRPr>
            </a:defPPr>
            <a:lvl1pPr algn="ctr">
              <a:defRPr sz="1500" b="0">
                <a:solidFill>
                  <a:srgbClr val="A92525"/>
                </a:solidFill>
                <a:latin typeface="Ubuntu Light"/>
                <a:ea typeface="Ubuntu Light"/>
                <a:cs typeface="Ubuntu Light"/>
              </a:defRPr>
            </a:lvl1pPr>
            <a:lvl2pPr algn="ctr">
              <a:defRPr sz="1500" b="0">
                <a:solidFill>
                  <a:srgbClr val="A92525"/>
                </a:solidFill>
                <a:latin typeface="Ubuntu Light"/>
                <a:ea typeface="Ubuntu Light"/>
                <a:cs typeface="Ubuntu Light"/>
              </a:defRPr>
            </a:lvl2pPr>
            <a:lvl3pPr algn="ctr">
              <a:defRPr sz="1500" b="0">
                <a:solidFill>
                  <a:srgbClr val="A92525"/>
                </a:solidFill>
                <a:latin typeface="Ubuntu Light"/>
                <a:ea typeface="Ubuntu Light"/>
                <a:cs typeface="Ubuntu Light"/>
              </a:defRPr>
            </a:lvl3pPr>
            <a:lvl4pPr algn="ctr">
              <a:defRPr sz="1500" b="0">
                <a:solidFill>
                  <a:srgbClr val="A92525"/>
                </a:solidFill>
                <a:latin typeface="Ubuntu Light"/>
                <a:ea typeface="Ubuntu Light"/>
                <a:cs typeface="Ubuntu Light"/>
              </a:defRPr>
            </a:lvl4pPr>
            <a:lvl5pPr algn="ctr">
              <a:defRPr sz="1500" b="0">
                <a:solidFill>
                  <a:srgbClr val="A92525"/>
                </a:solidFill>
                <a:latin typeface="Ubuntu Light"/>
                <a:ea typeface="Ubuntu Light"/>
                <a:cs typeface="Ubuntu Light"/>
              </a:defRPr>
            </a:lvl5pPr>
            <a:lvl6pPr algn="ctr">
              <a:defRPr sz="1500" b="0">
                <a:solidFill>
                  <a:srgbClr val="A92525"/>
                </a:solidFill>
                <a:latin typeface="Ubuntu Light"/>
                <a:ea typeface="Ubuntu Light"/>
                <a:cs typeface="Ubuntu Light"/>
              </a:defRPr>
            </a:lvl6pPr>
            <a:lvl7pPr algn="ctr">
              <a:defRPr sz="1500" b="0">
                <a:solidFill>
                  <a:srgbClr val="A92525"/>
                </a:solidFill>
                <a:latin typeface="Ubuntu Light"/>
                <a:ea typeface="Ubuntu Light"/>
                <a:cs typeface="Ubuntu Light"/>
              </a:defRPr>
            </a:lvl7pPr>
            <a:lvl8pPr algn="ctr">
              <a:defRPr sz="1500" b="0">
                <a:solidFill>
                  <a:srgbClr val="A92525"/>
                </a:solidFill>
                <a:latin typeface="Ubuntu Light"/>
                <a:ea typeface="Ubuntu Light"/>
                <a:cs typeface="Ubuntu Light"/>
              </a:defRPr>
            </a:lvl8pPr>
            <a:lvl9pPr algn="ctr">
              <a:defRPr sz="1500" b="0">
                <a:solidFill>
                  <a:srgbClr val="A92525"/>
                </a:solidFill>
                <a:latin typeface="Ubuntu Light"/>
                <a:ea typeface="Ubuntu Light"/>
                <a:cs typeface="Ubuntu Light"/>
              </a:defRPr>
            </a:lvl9pPr>
          </a:lstStyle>
          <a:p>
            <a:pPr algn="ctr">
              <a:defRPr sz="1500" b="0">
                <a:solidFill>
                  <a:srgbClr val="A92525"/>
                </a:solidFill>
                <a:latin typeface="Ubuntu Light"/>
                <a:ea typeface="Ubuntu Light"/>
                <a:cs typeface="Ubuntu Light"/>
              </a:defRPr>
            </a:pPr>
            <a:r>
              <a:rPr b="0" dirty="0">
                <a:latin typeface="Ubuntu Light"/>
                <a:ea typeface="Ubuntu Light"/>
                <a:cs typeface="Ubuntu Light"/>
              </a:rPr>
              <a:t>1</a:t>
            </a:r>
            <a:r>
              <a:rPr lang="en-US" b="0" dirty="0">
                <a:latin typeface="Ubuntu Light"/>
                <a:ea typeface="Ubuntu Light"/>
                <a:cs typeface="Ubuntu Light"/>
              </a:rPr>
              <a:t>.</a:t>
            </a:r>
            <a:r>
              <a:rPr b="0" dirty="0">
                <a:latin typeface="Ubuntu Light"/>
                <a:ea typeface="Ubuntu Light"/>
                <a:cs typeface="Ubuntu Light"/>
              </a:rPr>
              <a:t>  HTTP 500</a:t>
            </a:r>
          </a:p>
        </p:txBody>
      </p:sp>
      <p:sp>
        <p:nvSpPr>
          <p:cNvPr id="13" name="stock-flow-attempt-2">
            <a:extLst>
              <a:ext uri="{FF2B5EF4-FFF2-40B4-BE49-F238E27FC236}">
                <a16:creationId xmlns:a16="http://schemas.microsoft.com/office/drawing/2014/main" id="{D4BB60EF-02F5-4D9F-908B-76243DA7620F}"/>
              </a:ext>
            </a:extLst>
          </p:cNvPr>
          <p:cNvSpPr>
            <a:spLocks noGrp="1"/>
          </p:cNvSpPr>
          <p:nvPr/>
        </p:nvSpPr>
        <p:spPr>
          <a:xfrm>
            <a:off x="3143250" y="3067050"/>
            <a:ext cx="2095500" cy="361950"/>
          </a:xfrm>
          <a:prstGeom prst="rect">
            <a:avLst/>
          </a:prstGeom>
          <a:solidFill>
            <a:srgbClr val="FFF5F5"/>
          </a:solidFill>
          <a:ln w="11430">
            <a:solidFill>
              <a:srgbClr val="A92525"/>
            </a:solidFill>
          </a:ln>
        </p:spPr>
        <p:txBody>
          <a:bodyPr/>
          <a:lstStyle/>
          <a:p>
            <a:endParaRPr lang="en-US"/>
          </a:p>
        </p:txBody>
      </p:sp>
      <p:sp>
        <p:nvSpPr>
          <p:cNvPr id="14" name="stock-flow-attempt-2-label">
            <a:extLst>
              <a:ext uri="{FF2B5EF4-FFF2-40B4-BE49-F238E27FC236}">
                <a16:creationId xmlns:a16="http://schemas.microsoft.com/office/drawing/2014/main" id="{5488D09C-F29B-4DA2-9CFE-6F6C8733FA27}"/>
              </a:ext>
            </a:extLst>
          </p:cNvPr>
          <p:cNvSpPr>
            <a:spLocks noGrp="1"/>
          </p:cNvSpPr>
          <p:nvPr/>
        </p:nvSpPr>
        <p:spPr>
          <a:xfrm>
            <a:off x="3238500" y="3133725"/>
            <a:ext cx="1905000" cy="266700"/>
          </a:xfrm>
          <a:prstGeom prst="rect">
            <a:avLst/>
          </a:prstGeom>
          <a:noFill/>
          <a:ln w="0">
            <a:noFill/>
          </a:ln>
        </p:spPr>
        <p:txBody>
          <a:bodyPr wrap="none" lIns="0" tIns="0" rIns="0" bIns="0" anchor="t">
            <a:noAutofit/>
          </a:bodyPr>
          <a:lstStyle>
            <a:defPPr algn="ctr">
              <a:defRPr sz="1500" b="0">
                <a:solidFill>
                  <a:srgbClr val="A92525"/>
                </a:solidFill>
                <a:latin typeface="Ubuntu Light"/>
                <a:ea typeface="Ubuntu Light"/>
                <a:cs typeface="Ubuntu Light"/>
              </a:defRPr>
            </a:defPPr>
            <a:lvl1pPr algn="ctr">
              <a:defRPr sz="1500" b="0">
                <a:solidFill>
                  <a:srgbClr val="A92525"/>
                </a:solidFill>
                <a:latin typeface="Ubuntu Light"/>
                <a:ea typeface="Ubuntu Light"/>
                <a:cs typeface="Ubuntu Light"/>
              </a:defRPr>
            </a:lvl1pPr>
            <a:lvl2pPr algn="ctr">
              <a:defRPr sz="1500" b="0">
                <a:solidFill>
                  <a:srgbClr val="A92525"/>
                </a:solidFill>
                <a:latin typeface="Ubuntu Light"/>
                <a:ea typeface="Ubuntu Light"/>
                <a:cs typeface="Ubuntu Light"/>
              </a:defRPr>
            </a:lvl2pPr>
            <a:lvl3pPr algn="ctr">
              <a:defRPr sz="1500" b="0">
                <a:solidFill>
                  <a:srgbClr val="A92525"/>
                </a:solidFill>
                <a:latin typeface="Ubuntu Light"/>
                <a:ea typeface="Ubuntu Light"/>
                <a:cs typeface="Ubuntu Light"/>
              </a:defRPr>
            </a:lvl3pPr>
            <a:lvl4pPr algn="ctr">
              <a:defRPr sz="1500" b="0">
                <a:solidFill>
                  <a:srgbClr val="A92525"/>
                </a:solidFill>
                <a:latin typeface="Ubuntu Light"/>
                <a:ea typeface="Ubuntu Light"/>
                <a:cs typeface="Ubuntu Light"/>
              </a:defRPr>
            </a:lvl4pPr>
            <a:lvl5pPr algn="ctr">
              <a:defRPr sz="1500" b="0">
                <a:solidFill>
                  <a:srgbClr val="A92525"/>
                </a:solidFill>
                <a:latin typeface="Ubuntu Light"/>
                <a:ea typeface="Ubuntu Light"/>
                <a:cs typeface="Ubuntu Light"/>
              </a:defRPr>
            </a:lvl5pPr>
            <a:lvl6pPr algn="ctr">
              <a:defRPr sz="1500" b="0">
                <a:solidFill>
                  <a:srgbClr val="A92525"/>
                </a:solidFill>
                <a:latin typeface="Ubuntu Light"/>
                <a:ea typeface="Ubuntu Light"/>
                <a:cs typeface="Ubuntu Light"/>
              </a:defRPr>
            </a:lvl6pPr>
            <a:lvl7pPr algn="ctr">
              <a:defRPr sz="1500" b="0">
                <a:solidFill>
                  <a:srgbClr val="A92525"/>
                </a:solidFill>
                <a:latin typeface="Ubuntu Light"/>
                <a:ea typeface="Ubuntu Light"/>
                <a:cs typeface="Ubuntu Light"/>
              </a:defRPr>
            </a:lvl7pPr>
            <a:lvl8pPr algn="ctr">
              <a:defRPr sz="1500" b="0">
                <a:solidFill>
                  <a:srgbClr val="A92525"/>
                </a:solidFill>
                <a:latin typeface="Ubuntu Light"/>
                <a:ea typeface="Ubuntu Light"/>
                <a:cs typeface="Ubuntu Light"/>
              </a:defRPr>
            </a:lvl8pPr>
            <a:lvl9pPr algn="ctr">
              <a:defRPr sz="1500" b="0">
                <a:solidFill>
                  <a:srgbClr val="A92525"/>
                </a:solidFill>
                <a:latin typeface="Ubuntu Light"/>
                <a:ea typeface="Ubuntu Light"/>
                <a:cs typeface="Ubuntu Light"/>
              </a:defRPr>
            </a:lvl9pPr>
          </a:lstStyle>
          <a:p>
            <a:pPr algn="ctr">
              <a:defRPr sz="1500" b="0">
                <a:solidFill>
                  <a:srgbClr val="A92525"/>
                </a:solidFill>
                <a:latin typeface="Ubuntu Light"/>
                <a:ea typeface="Ubuntu Light"/>
                <a:cs typeface="Ubuntu Light"/>
              </a:defRPr>
            </a:pPr>
            <a:r>
              <a:rPr b="0" dirty="0">
                <a:latin typeface="Ubuntu Light"/>
                <a:ea typeface="Ubuntu Light"/>
                <a:cs typeface="Ubuntu Light"/>
              </a:rPr>
              <a:t>2</a:t>
            </a:r>
            <a:r>
              <a:rPr lang="en-US" b="0" dirty="0">
                <a:latin typeface="Ubuntu Light"/>
                <a:ea typeface="Ubuntu Light"/>
                <a:cs typeface="Ubuntu Light"/>
              </a:rPr>
              <a:t>.</a:t>
            </a:r>
            <a:r>
              <a:rPr b="0" dirty="0">
                <a:latin typeface="Ubuntu Light"/>
                <a:ea typeface="Ubuntu Light"/>
                <a:cs typeface="Ubuntu Light"/>
              </a:rPr>
              <a:t>  HTTP 500</a:t>
            </a:r>
          </a:p>
        </p:txBody>
      </p:sp>
      <p:sp>
        <p:nvSpPr>
          <p:cNvPr id="15" name="stock-flow-attempt-3">
            <a:extLst>
              <a:ext uri="{FF2B5EF4-FFF2-40B4-BE49-F238E27FC236}">
                <a16:creationId xmlns:a16="http://schemas.microsoft.com/office/drawing/2014/main" id="{6A78FB24-40BF-4169-9AD6-DE0B86B498FE}"/>
              </a:ext>
            </a:extLst>
          </p:cNvPr>
          <p:cNvSpPr>
            <a:spLocks noGrp="1"/>
          </p:cNvSpPr>
          <p:nvPr/>
        </p:nvSpPr>
        <p:spPr>
          <a:xfrm>
            <a:off x="3143250" y="3714750"/>
            <a:ext cx="2095500" cy="514350"/>
          </a:xfrm>
          <a:prstGeom prst="rect">
            <a:avLst/>
          </a:prstGeom>
          <a:solidFill>
            <a:srgbClr val="F1F8F4"/>
          </a:solidFill>
          <a:ln w="11430">
            <a:solidFill>
              <a:srgbClr val="12674D"/>
            </a:solidFill>
          </a:ln>
        </p:spPr>
        <p:txBody>
          <a:bodyPr/>
          <a:lstStyle/>
          <a:p>
            <a:endParaRPr lang="en-US"/>
          </a:p>
        </p:txBody>
      </p:sp>
      <p:sp>
        <p:nvSpPr>
          <p:cNvPr id="16" name="stock-flow-attempt-3-label">
            <a:extLst>
              <a:ext uri="{FF2B5EF4-FFF2-40B4-BE49-F238E27FC236}">
                <a16:creationId xmlns:a16="http://schemas.microsoft.com/office/drawing/2014/main" id="{F8A17D89-DB94-44CB-9864-678F7F2EE70E}"/>
              </a:ext>
            </a:extLst>
          </p:cNvPr>
          <p:cNvSpPr>
            <a:spLocks noGrp="1"/>
          </p:cNvSpPr>
          <p:nvPr/>
        </p:nvSpPr>
        <p:spPr>
          <a:xfrm>
            <a:off x="3238500" y="3771900"/>
            <a:ext cx="1905000" cy="447675"/>
          </a:xfrm>
          <a:prstGeom prst="rect">
            <a:avLst/>
          </a:prstGeom>
          <a:noFill/>
          <a:ln w="0">
            <a:noFill/>
          </a:ln>
        </p:spPr>
        <p:txBody>
          <a:bodyPr wrap="none" lIns="0" tIns="0" rIns="0" bIns="0" anchor="t">
            <a:noAutofit/>
          </a:bodyPr>
          <a:lstStyle>
            <a:defPPr algn="ctr">
              <a:defRPr sz="1350" b="0">
                <a:solidFill>
                  <a:srgbClr val="12674D"/>
                </a:solidFill>
                <a:latin typeface="Ubuntu Light"/>
                <a:ea typeface="Ubuntu Light"/>
                <a:cs typeface="Ubuntu Light"/>
              </a:defRPr>
            </a:defPPr>
            <a:lvl1pPr algn="ctr">
              <a:defRPr sz="1350" b="0">
                <a:solidFill>
                  <a:srgbClr val="12674D"/>
                </a:solidFill>
                <a:latin typeface="Ubuntu Light"/>
                <a:ea typeface="Ubuntu Light"/>
                <a:cs typeface="Ubuntu Light"/>
              </a:defRPr>
            </a:lvl1pPr>
            <a:lvl2pPr algn="ctr">
              <a:defRPr sz="1350" b="0">
                <a:solidFill>
                  <a:srgbClr val="12674D"/>
                </a:solidFill>
                <a:latin typeface="Ubuntu Light"/>
                <a:ea typeface="Ubuntu Light"/>
                <a:cs typeface="Ubuntu Light"/>
              </a:defRPr>
            </a:lvl2pPr>
            <a:lvl3pPr algn="ctr">
              <a:defRPr sz="1350" b="0">
                <a:solidFill>
                  <a:srgbClr val="12674D"/>
                </a:solidFill>
                <a:latin typeface="Ubuntu Light"/>
                <a:ea typeface="Ubuntu Light"/>
                <a:cs typeface="Ubuntu Light"/>
              </a:defRPr>
            </a:lvl3pPr>
            <a:lvl4pPr algn="ctr">
              <a:defRPr sz="1350" b="0">
                <a:solidFill>
                  <a:srgbClr val="12674D"/>
                </a:solidFill>
                <a:latin typeface="Ubuntu Light"/>
                <a:ea typeface="Ubuntu Light"/>
                <a:cs typeface="Ubuntu Light"/>
              </a:defRPr>
            </a:lvl4pPr>
            <a:lvl5pPr algn="ctr">
              <a:defRPr sz="1350" b="0">
                <a:solidFill>
                  <a:srgbClr val="12674D"/>
                </a:solidFill>
                <a:latin typeface="Ubuntu Light"/>
                <a:ea typeface="Ubuntu Light"/>
                <a:cs typeface="Ubuntu Light"/>
              </a:defRPr>
            </a:lvl5pPr>
            <a:lvl6pPr algn="ctr">
              <a:defRPr sz="1350" b="0">
                <a:solidFill>
                  <a:srgbClr val="12674D"/>
                </a:solidFill>
                <a:latin typeface="Ubuntu Light"/>
                <a:ea typeface="Ubuntu Light"/>
                <a:cs typeface="Ubuntu Light"/>
              </a:defRPr>
            </a:lvl6pPr>
            <a:lvl7pPr algn="ctr">
              <a:defRPr sz="1350" b="0">
                <a:solidFill>
                  <a:srgbClr val="12674D"/>
                </a:solidFill>
                <a:latin typeface="Ubuntu Light"/>
                <a:ea typeface="Ubuntu Light"/>
                <a:cs typeface="Ubuntu Light"/>
              </a:defRPr>
            </a:lvl7pPr>
            <a:lvl8pPr algn="ctr">
              <a:defRPr sz="1350" b="0">
                <a:solidFill>
                  <a:srgbClr val="12674D"/>
                </a:solidFill>
                <a:latin typeface="Ubuntu Light"/>
                <a:ea typeface="Ubuntu Light"/>
                <a:cs typeface="Ubuntu Light"/>
              </a:defRPr>
            </a:lvl8pPr>
            <a:lvl9pPr algn="ctr">
              <a:defRPr sz="1350" b="0">
                <a:solidFill>
                  <a:srgbClr val="12674D"/>
                </a:solidFill>
                <a:latin typeface="Ubuntu Light"/>
                <a:ea typeface="Ubuntu Light"/>
                <a:cs typeface="Ubuntu Light"/>
              </a:defRPr>
            </a:lvl9pPr>
          </a:lstStyle>
          <a:p>
            <a:pPr algn="ctr">
              <a:defRPr sz="1350" b="0">
                <a:solidFill>
                  <a:srgbClr val="12674D"/>
                </a:solidFill>
                <a:latin typeface="Ubuntu Light"/>
                <a:ea typeface="Ubuntu Light"/>
                <a:cs typeface="Ubuntu Light"/>
              </a:defRPr>
            </a:pPr>
            <a:r>
              <a:rPr b="0" dirty="0">
                <a:latin typeface="Ubuntu Light"/>
                <a:ea typeface="Ubuntu Light"/>
                <a:cs typeface="Ubuntu Light"/>
              </a:rPr>
              <a:t>3</a:t>
            </a:r>
            <a:r>
              <a:rPr lang="en-US" b="0" dirty="0">
                <a:latin typeface="Ubuntu Light"/>
                <a:ea typeface="Ubuntu Light"/>
                <a:cs typeface="Ubuntu Light"/>
              </a:rPr>
              <a:t>. </a:t>
            </a:r>
            <a:r>
              <a:rPr b="0" dirty="0">
                <a:latin typeface="Ubuntu Light"/>
                <a:ea typeface="Ubuntu Light"/>
                <a:cs typeface="Ubuntu Light"/>
              </a:rPr>
              <a:t>Stock reserved</a:t>
            </a:r>
          </a:p>
          <a:p>
            <a:pPr algn="ctr">
              <a:defRPr sz="1350" b="0">
                <a:solidFill>
                  <a:srgbClr val="12674D"/>
                </a:solidFill>
                <a:latin typeface="Ubuntu Light"/>
                <a:ea typeface="Ubuntu Light"/>
                <a:cs typeface="Ubuntu Light"/>
              </a:defRPr>
            </a:pPr>
            <a:r>
              <a:rPr b="0" dirty="0">
                <a:latin typeface="Ubuntu Light"/>
                <a:ea typeface="Ubuntu Light"/>
                <a:cs typeface="Ubuntu Light"/>
              </a:rPr>
              <a:t>10 → 8 available</a:t>
            </a:r>
          </a:p>
        </p:txBody>
      </p:sp>
      <p:cxnSp>
        <p:nvCxnSpPr>
          <p:cNvPr id="17" name="stock-flow-approved-0">
            <a:extLst>
              <a:ext uri="{FF2B5EF4-FFF2-40B4-BE49-F238E27FC236}">
                <a16:creationId xmlns:a16="http://schemas.microsoft.com/office/drawing/2014/main" id="{7A3A5E57-E07A-45DA-AA2C-DFB3B5321FB8}"/>
              </a:ext>
            </a:extLst>
          </p:cNvPr>
          <p:cNvCxnSpPr/>
          <p:nvPr/>
        </p:nvCxnSpPr>
        <p:spPr>
          <a:xfrm>
            <a:off x="2333625" y="3095625"/>
            <a:ext cx="333375" cy="0"/>
          </a:xfrm>
          <a:prstGeom prst="straightConnector1">
            <a:avLst/>
          </a:prstGeom>
          <a:ln w="17145">
            <a:solidFill>
              <a:srgbClr val="202D3E"/>
            </a:solidFill>
          </a:ln>
        </p:spPr>
      </p:cxnSp>
      <p:cxnSp>
        <p:nvCxnSpPr>
          <p:cNvPr id="18" name="stock-flow-approved-1">
            <a:extLst>
              <a:ext uri="{FF2B5EF4-FFF2-40B4-BE49-F238E27FC236}">
                <a16:creationId xmlns:a16="http://schemas.microsoft.com/office/drawing/2014/main" id="{C9793E14-B96D-49F7-AFF5-377AA826E75F}"/>
              </a:ext>
            </a:extLst>
          </p:cNvPr>
          <p:cNvCxnSpPr>
            <a:cxnSpLocks/>
          </p:cNvCxnSpPr>
          <p:nvPr/>
        </p:nvCxnSpPr>
        <p:spPr>
          <a:xfrm>
            <a:off x="2667000" y="2571750"/>
            <a:ext cx="0" cy="523875"/>
          </a:xfrm>
          <a:prstGeom prst="straightConnector1">
            <a:avLst/>
          </a:prstGeom>
          <a:ln w="17145">
            <a:solidFill>
              <a:srgbClr val="202D3E"/>
            </a:solidFill>
          </a:ln>
        </p:spPr>
      </p:cxnSp>
      <p:cxnSp>
        <p:nvCxnSpPr>
          <p:cNvPr id="19" name="stock-flow-approved-2">
            <a:extLst>
              <a:ext uri="{FF2B5EF4-FFF2-40B4-BE49-F238E27FC236}">
                <a16:creationId xmlns:a16="http://schemas.microsoft.com/office/drawing/2014/main" id="{72ECA651-C20F-47A4-8BE6-A01FC974AEC8}"/>
              </a:ext>
            </a:extLst>
          </p:cNvPr>
          <p:cNvCxnSpPr>
            <a:cxnSpLocks/>
            <a:endCxn id="11" idx="1"/>
          </p:cNvCxnSpPr>
          <p:nvPr/>
        </p:nvCxnSpPr>
        <p:spPr>
          <a:xfrm>
            <a:off x="2667000" y="2571750"/>
            <a:ext cx="476250" cy="0"/>
          </a:xfrm>
          <a:prstGeom prst="straightConnector1">
            <a:avLst/>
          </a:prstGeom>
          <a:ln w="17145">
            <a:solidFill>
              <a:srgbClr val="202D3E"/>
            </a:solidFill>
            <a:tailEnd type="triangle" w="sm" len="sm"/>
          </a:ln>
        </p:spPr>
      </p:cxnSp>
      <p:cxnSp>
        <p:nvCxnSpPr>
          <p:cNvPr id="20" name="stock-flow-retry-one-0">
            <a:extLst>
              <a:ext uri="{FF2B5EF4-FFF2-40B4-BE49-F238E27FC236}">
                <a16:creationId xmlns:a16="http://schemas.microsoft.com/office/drawing/2014/main" id="{AE913B3F-8189-468E-B2D5-C176AEA81CBE}"/>
              </a:ext>
            </a:extLst>
          </p:cNvPr>
          <p:cNvCxnSpPr>
            <a:cxnSpLocks/>
          </p:cNvCxnSpPr>
          <p:nvPr/>
        </p:nvCxnSpPr>
        <p:spPr>
          <a:xfrm>
            <a:off x="4191000" y="2809875"/>
            <a:ext cx="0" cy="238125"/>
          </a:xfrm>
          <a:prstGeom prst="straightConnector1">
            <a:avLst/>
          </a:prstGeom>
          <a:ln w="17145">
            <a:solidFill>
              <a:srgbClr val="A92525"/>
            </a:solidFill>
            <a:tailEnd type="triangle" w="sm" len="sm"/>
          </a:ln>
        </p:spPr>
      </p:cxnSp>
      <p:sp>
        <p:nvSpPr>
          <p:cNvPr id="21" name="stock-flow-retry-one-label">
            <a:extLst>
              <a:ext uri="{FF2B5EF4-FFF2-40B4-BE49-F238E27FC236}">
                <a16:creationId xmlns:a16="http://schemas.microsoft.com/office/drawing/2014/main" id="{2834E516-DDF5-4F46-828A-BF7F96848176}"/>
              </a:ext>
            </a:extLst>
          </p:cNvPr>
          <p:cNvSpPr>
            <a:spLocks noGrp="1"/>
          </p:cNvSpPr>
          <p:nvPr/>
        </p:nvSpPr>
        <p:spPr>
          <a:xfrm>
            <a:off x="4262438" y="2814072"/>
            <a:ext cx="1047750" cy="171450"/>
          </a:xfrm>
          <a:prstGeom prst="rect">
            <a:avLst/>
          </a:prstGeom>
          <a:noFill/>
          <a:ln w="0">
            <a:noFill/>
          </a:ln>
        </p:spPr>
        <p:txBody>
          <a:bodyPr wrap="none" lIns="0" tIns="0" rIns="0" bIns="0" anchor="t">
            <a:noAutofit/>
          </a:bodyPr>
          <a:lstStyle>
            <a:defPPr algn="l">
              <a:defRPr sz="1088" b="0">
                <a:solidFill>
                  <a:srgbClr val="A92525"/>
                </a:solidFill>
                <a:latin typeface="Ubuntu Light"/>
                <a:ea typeface="Ubuntu Light"/>
                <a:cs typeface="Ubuntu Light"/>
              </a:defRPr>
            </a:defPPr>
            <a:lvl1pPr algn="l">
              <a:defRPr sz="1088" b="0">
                <a:solidFill>
                  <a:srgbClr val="A92525"/>
                </a:solidFill>
                <a:latin typeface="Ubuntu Light"/>
                <a:ea typeface="Ubuntu Light"/>
                <a:cs typeface="Ubuntu Light"/>
              </a:defRPr>
            </a:lvl1pPr>
            <a:lvl2pPr algn="l">
              <a:defRPr sz="1088" b="0">
                <a:solidFill>
                  <a:srgbClr val="A92525"/>
                </a:solidFill>
                <a:latin typeface="Ubuntu Light"/>
                <a:ea typeface="Ubuntu Light"/>
                <a:cs typeface="Ubuntu Light"/>
              </a:defRPr>
            </a:lvl2pPr>
            <a:lvl3pPr algn="l">
              <a:defRPr sz="1088" b="0">
                <a:solidFill>
                  <a:srgbClr val="A92525"/>
                </a:solidFill>
                <a:latin typeface="Ubuntu Light"/>
                <a:ea typeface="Ubuntu Light"/>
                <a:cs typeface="Ubuntu Light"/>
              </a:defRPr>
            </a:lvl3pPr>
            <a:lvl4pPr algn="l">
              <a:defRPr sz="1088" b="0">
                <a:solidFill>
                  <a:srgbClr val="A92525"/>
                </a:solidFill>
                <a:latin typeface="Ubuntu Light"/>
                <a:ea typeface="Ubuntu Light"/>
                <a:cs typeface="Ubuntu Light"/>
              </a:defRPr>
            </a:lvl4pPr>
            <a:lvl5pPr algn="l">
              <a:defRPr sz="1088" b="0">
                <a:solidFill>
                  <a:srgbClr val="A92525"/>
                </a:solidFill>
                <a:latin typeface="Ubuntu Light"/>
                <a:ea typeface="Ubuntu Light"/>
                <a:cs typeface="Ubuntu Light"/>
              </a:defRPr>
            </a:lvl5pPr>
            <a:lvl6pPr algn="l">
              <a:defRPr sz="1088" b="0">
                <a:solidFill>
                  <a:srgbClr val="A92525"/>
                </a:solidFill>
                <a:latin typeface="Ubuntu Light"/>
                <a:ea typeface="Ubuntu Light"/>
                <a:cs typeface="Ubuntu Light"/>
              </a:defRPr>
            </a:lvl6pPr>
            <a:lvl7pPr algn="l">
              <a:defRPr sz="1088" b="0">
                <a:solidFill>
                  <a:srgbClr val="A92525"/>
                </a:solidFill>
                <a:latin typeface="Ubuntu Light"/>
                <a:ea typeface="Ubuntu Light"/>
                <a:cs typeface="Ubuntu Light"/>
              </a:defRPr>
            </a:lvl7pPr>
            <a:lvl8pPr algn="l">
              <a:defRPr sz="1088" b="0">
                <a:solidFill>
                  <a:srgbClr val="A92525"/>
                </a:solidFill>
                <a:latin typeface="Ubuntu Light"/>
                <a:ea typeface="Ubuntu Light"/>
                <a:cs typeface="Ubuntu Light"/>
              </a:defRPr>
            </a:lvl8pPr>
            <a:lvl9pPr algn="l">
              <a:defRPr sz="1088" b="0">
                <a:solidFill>
                  <a:srgbClr val="A92525"/>
                </a:solidFill>
                <a:latin typeface="Ubuntu Light"/>
                <a:ea typeface="Ubuntu Light"/>
                <a:cs typeface="Ubuntu Light"/>
              </a:defRPr>
            </a:lvl9pPr>
          </a:lstStyle>
          <a:p>
            <a:pPr algn="l">
              <a:defRPr sz="1088" b="0">
                <a:solidFill>
                  <a:srgbClr val="A92525"/>
                </a:solidFill>
                <a:latin typeface="Ubuntu Light"/>
                <a:ea typeface="Ubuntu Light"/>
                <a:cs typeface="Ubuntu Light"/>
              </a:defRPr>
            </a:pPr>
            <a:r>
              <a:rPr b="0" dirty="0">
                <a:latin typeface="Ubuntu Light"/>
                <a:ea typeface="Ubuntu Light"/>
                <a:cs typeface="Ubuntu Light"/>
              </a:rPr>
              <a:t>Retry (1s)</a:t>
            </a:r>
          </a:p>
        </p:txBody>
      </p:sp>
      <p:cxnSp>
        <p:nvCxnSpPr>
          <p:cNvPr id="22" name="stock-flow-retry-two-0">
            <a:extLst>
              <a:ext uri="{FF2B5EF4-FFF2-40B4-BE49-F238E27FC236}">
                <a16:creationId xmlns:a16="http://schemas.microsoft.com/office/drawing/2014/main" id="{C35B510D-7F64-4364-B853-AC01D2B45C3D}"/>
              </a:ext>
            </a:extLst>
          </p:cNvPr>
          <p:cNvCxnSpPr>
            <a:cxnSpLocks/>
          </p:cNvCxnSpPr>
          <p:nvPr/>
        </p:nvCxnSpPr>
        <p:spPr>
          <a:xfrm>
            <a:off x="4191000" y="3471620"/>
            <a:ext cx="0" cy="224080"/>
          </a:xfrm>
          <a:prstGeom prst="straightConnector1">
            <a:avLst/>
          </a:prstGeom>
          <a:ln w="17145">
            <a:solidFill>
              <a:srgbClr val="A92525"/>
            </a:solidFill>
            <a:tailEnd type="triangle" w="sm" len="sm"/>
          </a:ln>
        </p:spPr>
      </p:cxnSp>
      <p:sp>
        <p:nvSpPr>
          <p:cNvPr id="23" name="stock-flow-retry-two-label">
            <a:extLst>
              <a:ext uri="{FF2B5EF4-FFF2-40B4-BE49-F238E27FC236}">
                <a16:creationId xmlns:a16="http://schemas.microsoft.com/office/drawing/2014/main" id="{750D6377-6512-470E-810F-FCA4AA6F686C}"/>
              </a:ext>
            </a:extLst>
          </p:cNvPr>
          <p:cNvSpPr>
            <a:spLocks noGrp="1"/>
          </p:cNvSpPr>
          <p:nvPr/>
        </p:nvSpPr>
        <p:spPr>
          <a:xfrm>
            <a:off x="4262438" y="3471863"/>
            <a:ext cx="1047750" cy="171450"/>
          </a:xfrm>
          <a:prstGeom prst="rect">
            <a:avLst/>
          </a:prstGeom>
          <a:noFill/>
          <a:ln w="0">
            <a:noFill/>
          </a:ln>
        </p:spPr>
        <p:txBody>
          <a:bodyPr wrap="none" lIns="0" tIns="0" rIns="0" bIns="0" anchor="t">
            <a:noAutofit/>
          </a:bodyPr>
          <a:lstStyle>
            <a:defPPr algn="l">
              <a:defRPr sz="1088" b="0">
                <a:solidFill>
                  <a:srgbClr val="A92525"/>
                </a:solidFill>
                <a:latin typeface="Ubuntu Light"/>
                <a:ea typeface="Ubuntu Light"/>
                <a:cs typeface="Ubuntu Light"/>
              </a:defRPr>
            </a:defPPr>
            <a:lvl1pPr algn="l">
              <a:defRPr sz="1088" b="0">
                <a:solidFill>
                  <a:srgbClr val="A92525"/>
                </a:solidFill>
                <a:latin typeface="Ubuntu Light"/>
                <a:ea typeface="Ubuntu Light"/>
                <a:cs typeface="Ubuntu Light"/>
              </a:defRPr>
            </a:lvl1pPr>
            <a:lvl2pPr algn="l">
              <a:defRPr sz="1088" b="0">
                <a:solidFill>
                  <a:srgbClr val="A92525"/>
                </a:solidFill>
                <a:latin typeface="Ubuntu Light"/>
                <a:ea typeface="Ubuntu Light"/>
                <a:cs typeface="Ubuntu Light"/>
              </a:defRPr>
            </a:lvl2pPr>
            <a:lvl3pPr algn="l">
              <a:defRPr sz="1088" b="0">
                <a:solidFill>
                  <a:srgbClr val="A92525"/>
                </a:solidFill>
                <a:latin typeface="Ubuntu Light"/>
                <a:ea typeface="Ubuntu Light"/>
                <a:cs typeface="Ubuntu Light"/>
              </a:defRPr>
            </a:lvl3pPr>
            <a:lvl4pPr algn="l">
              <a:defRPr sz="1088" b="0">
                <a:solidFill>
                  <a:srgbClr val="A92525"/>
                </a:solidFill>
                <a:latin typeface="Ubuntu Light"/>
                <a:ea typeface="Ubuntu Light"/>
                <a:cs typeface="Ubuntu Light"/>
              </a:defRPr>
            </a:lvl4pPr>
            <a:lvl5pPr algn="l">
              <a:defRPr sz="1088" b="0">
                <a:solidFill>
                  <a:srgbClr val="A92525"/>
                </a:solidFill>
                <a:latin typeface="Ubuntu Light"/>
                <a:ea typeface="Ubuntu Light"/>
                <a:cs typeface="Ubuntu Light"/>
              </a:defRPr>
            </a:lvl5pPr>
            <a:lvl6pPr algn="l">
              <a:defRPr sz="1088" b="0">
                <a:solidFill>
                  <a:srgbClr val="A92525"/>
                </a:solidFill>
                <a:latin typeface="Ubuntu Light"/>
                <a:ea typeface="Ubuntu Light"/>
                <a:cs typeface="Ubuntu Light"/>
              </a:defRPr>
            </a:lvl6pPr>
            <a:lvl7pPr algn="l">
              <a:defRPr sz="1088" b="0">
                <a:solidFill>
                  <a:srgbClr val="A92525"/>
                </a:solidFill>
                <a:latin typeface="Ubuntu Light"/>
                <a:ea typeface="Ubuntu Light"/>
                <a:cs typeface="Ubuntu Light"/>
              </a:defRPr>
            </a:lvl7pPr>
            <a:lvl8pPr algn="l">
              <a:defRPr sz="1088" b="0">
                <a:solidFill>
                  <a:srgbClr val="A92525"/>
                </a:solidFill>
                <a:latin typeface="Ubuntu Light"/>
                <a:ea typeface="Ubuntu Light"/>
                <a:cs typeface="Ubuntu Light"/>
              </a:defRPr>
            </a:lvl8pPr>
            <a:lvl9pPr algn="l">
              <a:defRPr sz="1088" b="0">
                <a:solidFill>
                  <a:srgbClr val="A92525"/>
                </a:solidFill>
                <a:latin typeface="Ubuntu Light"/>
                <a:ea typeface="Ubuntu Light"/>
                <a:cs typeface="Ubuntu Light"/>
              </a:defRPr>
            </a:lvl9pPr>
          </a:lstStyle>
          <a:p>
            <a:pPr algn="l">
              <a:defRPr sz="1088" b="0">
                <a:solidFill>
                  <a:srgbClr val="A92525"/>
                </a:solidFill>
                <a:latin typeface="Ubuntu Light"/>
                <a:ea typeface="Ubuntu Light"/>
                <a:cs typeface="Ubuntu Light"/>
              </a:defRPr>
            </a:pPr>
            <a:r>
              <a:rPr b="0" dirty="0">
                <a:latin typeface="Ubuntu Light"/>
                <a:ea typeface="Ubuntu Light"/>
                <a:cs typeface="Ubuntu Light"/>
              </a:rPr>
              <a:t>Retry (2s)</a:t>
            </a:r>
          </a:p>
        </p:txBody>
      </p:sp>
      <p:sp>
        <p:nvSpPr>
          <p:cNvPr id="24" name="stock-flow-fault">
            <a:extLst>
              <a:ext uri="{FF2B5EF4-FFF2-40B4-BE49-F238E27FC236}">
                <a16:creationId xmlns:a16="http://schemas.microsoft.com/office/drawing/2014/main" id="{69F4D07F-E405-4DEC-9358-53BF2BAD26F9}"/>
              </a:ext>
            </a:extLst>
          </p:cNvPr>
          <p:cNvSpPr>
            <a:spLocks noGrp="1"/>
          </p:cNvSpPr>
          <p:nvPr/>
        </p:nvSpPr>
        <p:spPr>
          <a:xfrm>
            <a:off x="619125" y="3619500"/>
            <a:ext cx="1952625" cy="685800"/>
          </a:xfrm>
          <a:prstGeom prst="rect">
            <a:avLst/>
          </a:prstGeom>
          <a:noFill/>
          <a:ln w="0">
            <a:noFill/>
          </a:ln>
        </p:spPr>
        <p:txBody>
          <a:bodyPr wrap="none" lIns="0" tIns="0" rIns="0" bIns="0" anchor="t">
            <a:noAutofit/>
          </a:bodyPr>
          <a:lstStyle>
            <a:defPPr algn="l">
              <a:defRPr sz="1350" b="0">
                <a:solidFill>
                  <a:srgbClr val="A92525"/>
                </a:solidFill>
                <a:latin typeface="Ubuntu Light"/>
                <a:ea typeface="Ubuntu Light"/>
                <a:cs typeface="Ubuntu Light"/>
              </a:defRPr>
            </a:defPPr>
            <a:lvl1pPr algn="l">
              <a:defRPr sz="1350" b="0">
                <a:solidFill>
                  <a:srgbClr val="A92525"/>
                </a:solidFill>
                <a:latin typeface="Ubuntu Light"/>
                <a:ea typeface="Ubuntu Light"/>
                <a:cs typeface="Ubuntu Light"/>
              </a:defRPr>
            </a:lvl1pPr>
            <a:lvl2pPr algn="l">
              <a:defRPr sz="1350" b="0">
                <a:solidFill>
                  <a:srgbClr val="A92525"/>
                </a:solidFill>
                <a:latin typeface="Ubuntu Light"/>
                <a:ea typeface="Ubuntu Light"/>
                <a:cs typeface="Ubuntu Light"/>
              </a:defRPr>
            </a:lvl2pPr>
            <a:lvl3pPr algn="l">
              <a:defRPr sz="1350" b="0">
                <a:solidFill>
                  <a:srgbClr val="A92525"/>
                </a:solidFill>
                <a:latin typeface="Ubuntu Light"/>
                <a:ea typeface="Ubuntu Light"/>
                <a:cs typeface="Ubuntu Light"/>
              </a:defRPr>
            </a:lvl3pPr>
            <a:lvl4pPr algn="l">
              <a:defRPr sz="1350" b="0">
                <a:solidFill>
                  <a:srgbClr val="A92525"/>
                </a:solidFill>
                <a:latin typeface="Ubuntu Light"/>
                <a:ea typeface="Ubuntu Light"/>
                <a:cs typeface="Ubuntu Light"/>
              </a:defRPr>
            </a:lvl4pPr>
            <a:lvl5pPr algn="l">
              <a:defRPr sz="1350" b="0">
                <a:solidFill>
                  <a:srgbClr val="A92525"/>
                </a:solidFill>
                <a:latin typeface="Ubuntu Light"/>
                <a:ea typeface="Ubuntu Light"/>
                <a:cs typeface="Ubuntu Light"/>
              </a:defRPr>
            </a:lvl5pPr>
            <a:lvl6pPr algn="l">
              <a:defRPr sz="1350" b="0">
                <a:solidFill>
                  <a:srgbClr val="A92525"/>
                </a:solidFill>
                <a:latin typeface="Ubuntu Light"/>
                <a:ea typeface="Ubuntu Light"/>
                <a:cs typeface="Ubuntu Light"/>
              </a:defRPr>
            </a:lvl6pPr>
            <a:lvl7pPr algn="l">
              <a:defRPr sz="1350" b="0">
                <a:solidFill>
                  <a:srgbClr val="A92525"/>
                </a:solidFill>
                <a:latin typeface="Ubuntu Light"/>
                <a:ea typeface="Ubuntu Light"/>
                <a:cs typeface="Ubuntu Light"/>
              </a:defRPr>
            </a:lvl7pPr>
            <a:lvl8pPr algn="l">
              <a:defRPr sz="1350" b="0">
                <a:solidFill>
                  <a:srgbClr val="A92525"/>
                </a:solidFill>
                <a:latin typeface="Ubuntu Light"/>
                <a:ea typeface="Ubuntu Light"/>
                <a:cs typeface="Ubuntu Light"/>
              </a:defRPr>
            </a:lvl8pPr>
            <a:lvl9pPr algn="l">
              <a:defRPr sz="1350" b="0">
                <a:solidFill>
                  <a:srgbClr val="A92525"/>
                </a:solidFill>
                <a:latin typeface="Ubuntu Light"/>
                <a:ea typeface="Ubuntu Light"/>
                <a:cs typeface="Ubuntu Light"/>
              </a:defRPr>
            </a:lvl9pPr>
          </a:lstStyle>
          <a:p>
            <a:pPr algn="l">
              <a:defRPr sz="1350" b="0">
                <a:solidFill>
                  <a:srgbClr val="A92525"/>
                </a:solidFill>
                <a:latin typeface="Ubuntu Light"/>
                <a:ea typeface="Ubuntu Light"/>
                <a:cs typeface="Ubuntu Light"/>
              </a:defRPr>
            </a:pPr>
            <a:r>
              <a:rPr b="0">
                <a:latin typeface="Ubuntu Light"/>
                <a:ea typeface="Ubuntu Light"/>
                <a:cs typeface="Ubuntu Light"/>
              </a:rPr>
              <a:t>OpenResty blocks</a:t>
            </a:r>
          </a:p>
          <a:p>
            <a:pPr algn="l">
              <a:defRPr sz="1350" b="0">
                <a:solidFill>
                  <a:srgbClr val="A92525"/>
                </a:solidFill>
                <a:latin typeface="Ubuntu Light"/>
                <a:ea typeface="Ubuntu Light"/>
                <a:cs typeface="Ubuntu Light"/>
              </a:defRPr>
            </a:pPr>
            <a:r>
              <a:rPr b="0">
                <a:latin typeface="Ubuntu Light"/>
                <a:ea typeface="Ubuntu Light"/>
                <a:cs typeface="Ubuntu Light"/>
              </a:rPr>
              <a:t>first 2 writes</a:t>
            </a:r>
          </a:p>
          <a:p>
            <a:pPr algn="l">
              <a:defRPr sz="1350" b="0">
                <a:solidFill>
                  <a:srgbClr val="A92525"/>
                </a:solidFill>
                <a:latin typeface="Ubuntu Light"/>
                <a:ea typeface="Ubuntu Light"/>
                <a:cs typeface="Ubuntu Light"/>
              </a:defRPr>
            </a:pPr>
            <a:r>
              <a:rPr b="0">
                <a:latin typeface="Ubuntu Light"/>
                <a:ea typeface="Ubuntu Light"/>
                <a:cs typeface="Ubuntu Light"/>
              </a:rPr>
              <a:t>before DynamoDB</a:t>
            </a:r>
          </a:p>
        </p:txBody>
      </p:sp>
      <p:cxnSp>
        <p:nvCxnSpPr>
          <p:cNvPr id="25" name="stock-flow-injected-failure-0">
            <a:extLst>
              <a:ext uri="{FF2B5EF4-FFF2-40B4-BE49-F238E27FC236}">
                <a16:creationId xmlns:a16="http://schemas.microsoft.com/office/drawing/2014/main" id="{8772B088-6DBD-45A2-8AD2-B6BC0237C49E}"/>
              </a:ext>
            </a:extLst>
          </p:cNvPr>
          <p:cNvCxnSpPr/>
          <p:nvPr/>
        </p:nvCxnSpPr>
        <p:spPr>
          <a:xfrm>
            <a:off x="2571750" y="3905250"/>
            <a:ext cx="238125" cy="0"/>
          </a:xfrm>
          <a:prstGeom prst="straightConnector1">
            <a:avLst/>
          </a:prstGeom>
          <a:ln w="17145">
            <a:solidFill>
              <a:srgbClr val="A92525"/>
            </a:solidFill>
          </a:ln>
        </p:spPr>
      </p:cxnSp>
      <p:cxnSp>
        <p:nvCxnSpPr>
          <p:cNvPr id="26" name="stock-flow-injected-failure-1">
            <a:extLst>
              <a:ext uri="{FF2B5EF4-FFF2-40B4-BE49-F238E27FC236}">
                <a16:creationId xmlns:a16="http://schemas.microsoft.com/office/drawing/2014/main" id="{EB80DB0D-1454-4519-A759-90B82C15F9F6}"/>
              </a:ext>
            </a:extLst>
          </p:cNvPr>
          <p:cNvCxnSpPr>
            <a:cxnSpLocks/>
          </p:cNvCxnSpPr>
          <p:nvPr/>
        </p:nvCxnSpPr>
        <p:spPr>
          <a:xfrm>
            <a:off x="2809875" y="3248025"/>
            <a:ext cx="0" cy="657225"/>
          </a:xfrm>
          <a:prstGeom prst="straightConnector1">
            <a:avLst/>
          </a:prstGeom>
          <a:ln w="17145">
            <a:solidFill>
              <a:srgbClr val="A92525"/>
            </a:solidFill>
          </a:ln>
        </p:spPr>
      </p:cxnSp>
      <p:cxnSp>
        <p:nvCxnSpPr>
          <p:cNvPr id="27" name="stock-flow-injected-failure-2">
            <a:extLst>
              <a:ext uri="{FF2B5EF4-FFF2-40B4-BE49-F238E27FC236}">
                <a16:creationId xmlns:a16="http://schemas.microsoft.com/office/drawing/2014/main" id="{AE602035-3343-4927-9C6A-5881C201BAF7}"/>
              </a:ext>
            </a:extLst>
          </p:cNvPr>
          <p:cNvCxnSpPr>
            <a:cxnSpLocks/>
            <a:endCxn id="13" idx="1"/>
          </p:cNvCxnSpPr>
          <p:nvPr/>
        </p:nvCxnSpPr>
        <p:spPr>
          <a:xfrm>
            <a:off x="2809875" y="3248025"/>
            <a:ext cx="333375" cy="0"/>
          </a:xfrm>
          <a:prstGeom prst="straightConnector1">
            <a:avLst/>
          </a:prstGeom>
          <a:ln w="17145">
            <a:solidFill>
              <a:srgbClr val="A92525"/>
            </a:solidFill>
            <a:tailEnd type="triangle" w="sm" len="sm"/>
          </a:ln>
        </p:spPr>
      </p:cxnSp>
      <p:sp>
        <p:nvSpPr>
          <p:cNvPr id="28" name="stock-flow-charge">
            <a:extLst>
              <a:ext uri="{FF2B5EF4-FFF2-40B4-BE49-F238E27FC236}">
                <a16:creationId xmlns:a16="http://schemas.microsoft.com/office/drawing/2014/main" id="{1427AFF0-3561-4352-BBB8-2AE0D400241E}"/>
              </a:ext>
            </a:extLst>
          </p:cNvPr>
          <p:cNvSpPr>
            <a:spLocks noGrp="1"/>
          </p:cNvSpPr>
          <p:nvPr/>
        </p:nvSpPr>
        <p:spPr>
          <a:xfrm>
            <a:off x="6238875" y="3695700"/>
            <a:ext cx="2286000" cy="552450"/>
          </a:xfrm>
          <a:prstGeom prst="rect">
            <a:avLst/>
          </a:prstGeom>
          <a:solidFill>
            <a:srgbClr val="F1F8F4"/>
          </a:solidFill>
          <a:ln w="11430">
            <a:solidFill>
              <a:srgbClr val="12674D"/>
            </a:solidFill>
          </a:ln>
        </p:spPr>
        <p:txBody>
          <a:bodyPr/>
          <a:lstStyle/>
          <a:p>
            <a:endParaRPr lang="en-US"/>
          </a:p>
        </p:txBody>
      </p:sp>
      <p:sp>
        <p:nvSpPr>
          <p:cNvPr id="29" name="stock-flow-charge-label">
            <a:extLst>
              <a:ext uri="{FF2B5EF4-FFF2-40B4-BE49-F238E27FC236}">
                <a16:creationId xmlns:a16="http://schemas.microsoft.com/office/drawing/2014/main" id="{806E461B-77EF-4A73-8F74-F2070C4C79BD}"/>
              </a:ext>
            </a:extLst>
          </p:cNvPr>
          <p:cNvSpPr>
            <a:spLocks noGrp="1"/>
          </p:cNvSpPr>
          <p:nvPr/>
        </p:nvSpPr>
        <p:spPr>
          <a:xfrm>
            <a:off x="6334125" y="3743325"/>
            <a:ext cx="2095500" cy="457200"/>
          </a:xfrm>
          <a:prstGeom prst="rect">
            <a:avLst/>
          </a:prstGeom>
          <a:noFill/>
          <a:ln w="0">
            <a:noFill/>
          </a:ln>
        </p:spPr>
        <p:txBody>
          <a:bodyPr wrap="none" lIns="0" tIns="0" rIns="0" bIns="0" anchor="t">
            <a:noAutofit/>
          </a:bodyPr>
          <a:lstStyle>
            <a:defPPr algn="ctr">
              <a:defRPr sz="1425" b="0">
                <a:solidFill>
                  <a:srgbClr val="12674D"/>
                </a:solidFill>
                <a:latin typeface="Ubuntu Light"/>
                <a:ea typeface="Ubuntu Light"/>
                <a:cs typeface="Ubuntu Light"/>
              </a:defRPr>
            </a:defPPr>
            <a:lvl1pPr algn="ctr">
              <a:defRPr sz="1425" b="0">
                <a:solidFill>
                  <a:srgbClr val="12674D"/>
                </a:solidFill>
                <a:latin typeface="Ubuntu Light"/>
                <a:ea typeface="Ubuntu Light"/>
                <a:cs typeface="Ubuntu Light"/>
              </a:defRPr>
            </a:lvl1pPr>
            <a:lvl2pPr algn="ctr">
              <a:defRPr sz="1425" b="0">
                <a:solidFill>
                  <a:srgbClr val="12674D"/>
                </a:solidFill>
                <a:latin typeface="Ubuntu Light"/>
                <a:ea typeface="Ubuntu Light"/>
                <a:cs typeface="Ubuntu Light"/>
              </a:defRPr>
            </a:lvl2pPr>
            <a:lvl3pPr algn="ctr">
              <a:defRPr sz="1425" b="0">
                <a:solidFill>
                  <a:srgbClr val="12674D"/>
                </a:solidFill>
                <a:latin typeface="Ubuntu Light"/>
                <a:ea typeface="Ubuntu Light"/>
                <a:cs typeface="Ubuntu Light"/>
              </a:defRPr>
            </a:lvl3pPr>
            <a:lvl4pPr algn="ctr">
              <a:defRPr sz="1425" b="0">
                <a:solidFill>
                  <a:srgbClr val="12674D"/>
                </a:solidFill>
                <a:latin typeface="Ubuntu Light"/>
                <a:ea typeface="Ubuntu Light"/>
                <a:cs typeface="Ubuntu Light"/>
              </a:defRPr>
            </a:lvl4pPr>
            <a:lvl5pPr algn="ctr">
              <a:defRPr sz="1425" b="0">
                <a:solidFill>
                  <a:srgbClr val="12674D"/>
                </a:solidFill>
                <a:latin typeface="Ubuntu Light"/>
                <a:ea typeface="Ubuntu Light"/>
                <a:cs typeface="Ubuntu Light"/>
              </a:defRPr>
            </a:lvl5pPr>
            <a:lvl6pPr algn="ctr">
              <a:defRPr sz="1425" b="0">
                <a:solidFill>
                  <a:srgbClr val="12674D"/>
                </a:solidFill>
                <a:latin typeface="Ubuntu Light"/>
                <a:ea typeface="Ubuntu Light"/>
                <a:cs typeface="Ubuntu Light"/>
              </a:defRPr>
            </a:lvl6pPr>
            <a:lvl7pPr algn="ctr">
              <a:defRPr sz="1425" b="0">
                <a:solidFill>
                  <a:srgbClr val="12674D"/>
                </a:solidFill>
                <a:latin typeface="Ubuntu Light"/>
                <a:ea typeface="Ubuntu Light"/>
                <a:cs typeface="Ubuntu Light"/>
              </a:defRPr>
            </a:lvl7pPr>
            <a:lvl8pPr algn="ctr">
              <a:defRPr sz="1425" b="0">
                <a:solidFill>
                  <a:srgbClr val="12674D"/>
                </a:solidFill>
                <a:latin typeface="Ubuntu Light"/>
                <a:ea typeface="Ubuntu Light"/>
                <a:cs typeface="Ubuntu Light"/>
              </a:defRPr>
            </a:lvl8pPr>
            <a:lvl9pPr algn="ctr">
              <a:defRPr sz="1425" b="0">
                <a:solidFill>
                  <a:srgbClr val="12674D"/>
                </a:solidFill>
                <a:latin typeface="Ubuntu Light"/>
                <a:ea typeface="Ubuntu Light"/>
                <a:cs typeface="Ubuntu Light"/>
              </a:defRPr>
            </a:lvl9pPr>
          </a:lstStyle>
          <a:p>
            <a:pPr algn="ctr">
              <a:defRPr sz="1425" b="0">
                <a:solidFill>
                  <a:srgbClr val="12674D"/>
                </a:solidFill>
                <a:latin typeface="Ubuntu Light"/>
                <a:ea typeface="Ubuntu Light"/>
                <a:cs typeface="Ubuntu Light"/>
              </a:defRPr>
            </a:pPr>
            <a:r>
              <a:rPr b="0">
                <a:latin typeface="Menlo"/>
                <a:ea typeface="Menlo"/>
                <a:cs typeface="Menlo"/>
              </a:rPr>
              <a:t>ChargePayment</a:t>
            </a:r>
          </a:p>
          <a:p>
            <a:pPr algn="ctr">
              <a:defRPr sz="1425" b="0">
                <a:solidFill>
                  <a:srgbClr val="12674D"/>
                </a:solidFill>
                <a:latin typeface="Ubuntu Light"/>
                <a:ea typeface="Ubuntu Light"/>
                <a:cs typeface="Ubuntu Light"/>
              </a:defRPr>
            </a:pPr>
            <a:r>
              <a:rPr b="0">
                <a:latin typeface="Ubuntu Light"/>
                <a:ea typeface="Ubuntu Light"/>
                <a:cs typeface="Ubuntu Light"/>
              </a:rPr>
              <a:t>1 charge</a:t>
            </a:r>
          </a:p>
        </p:txBody>
      </p:sp>
      <p:cxnSp>
        <p:nvCxnSpPr>
          <p:cNvPr id="30" name="stock-flow-reserved-0">
            <a:extLst>
              <a:ext uri="{FF2B5EF4-FFF2-40B4-BE49-F238E27FC236}">
                <a16:creationId xmlns:a16="http://schemas.microsoft.com/office/drawing/2014/main" id="{734D8EB0-AB32-47A0-B120-D0257FC424CA}"/>
              </a:ext>
            </a:extLst>
          </p:cNvPr>
          <p:cNvCxnSpPr/>
          <p:nvPr/>
        </p:nvCxnSpPr>
        <p:spPr>
          <a:xfrm>
            <a:off x="5238750" y="3971925"/>
            <a:ext cx="1000125" cy="0"/>
          </a:xfrm>
          <a:prstGeom prst="straightConnector1">
            <a:avLst/>
          </a:prstGeom>
          <a:ln w="17145">
            <a:solidFill>
              <a:srgbClr val="12674D"/>
            </a:solidFill>
            <a:tailEnd type="triangle" w="sm" len="sm"/>
          </a:ln>
        </p:spPr>
      </p:cxnSp>
      <p:sp>
        <p:nvSpPr>
          <p:cNvPr id="31" name="stock-flow-reserved-label">
            <a:extLst>
              <a:ext uri="{FF2B5EF4-FFF2-40B4-BE49-F238E27FC236}">
                <a16:creationId xmlns:a16="http://schemas.microsoft.com/office/drawing/2014/main" id="{7BEB5FC6-EBA2-4C38-AD98-723A0CF33244}"/>
              </a:ext>
            </a:extLst>
          </p:cNvPr>
          <p:cNvSpPr>
            <a:spLocks noGrp="1"/>
          </p:cNvSpPr>
          <p:nvPr/>
        </p:nvSpPr>
        <p:spPr>
          <a:xfrm>
            <a:off x="5495925" y="3714750"/>
            <a:ext cx="685800" cy="209550"/>
          </a:xfrm>
          <a:prstGeom prst="rect">
            <a:avLst/>
          </a:prstGeom>
          <a:noFill/>
          <a:ln w="0">
            <a:noFill/>
          </a:ln>
        </p:spPr>
        <p:txBody>
          <a:bodyPr wrap="none" lIns="0" tIns="0" rIns="0" bIns="0" anchor="t">
            <a:noAutofit/>
          </a:bodyPr>
          <a:lstStyle>
            <a:defPPr algn="l">
              <a:defRPr sz="1200" b="0">
                <a:solidFill>
                  <a:srgbClr val="12674D"/>
                </a:solidFill>
                <a:latin typeface="Ubuntu Light"/>
                <a:ea typeface="Ubuntu Light"/>
                <a:cs typeface="Ubuntu Light"/>
              </a:defRPr>
            </a:defPPr>
            <a:lvl1pPr algn="l">
              <a:defRPr sz="1200" b="0">
                <a:solidFill>
                  <a:srgbClr val="12674D"/>
                </a:solidFill>
                <a:latin typeface="Ubuntu Light"/>
                <a:ea typeface="Ubuntu Light"/>
                <a:cs typeface="Ubuntu Light"/>
              </a:defRPr>
            </a:lvl1pPr>
            <a:lvl2pPr algn="l">
              <a:defRPr sz="1200" b="0">
                <a:solidFill>
                  <a:srgbClr val="12674D"/>
                </a:solidFill>
                <a:latin typeface="Ubuntu Light"/>
                <a:ea typeface="Ubuntu Light"/>
                <a:cs typeface="Ubuntu Light"/>
              </a:defRPr>
            </a:lvl2pPr>
            <a:lvl3pPr algn="l">
              <a:defRPr sz="1200" b="0">
                <a:solidFill>
                  <a:srgbClr val="12674D"/>
                </a:solidFill>
                <a:latin typeface="Ubuntu Light"/>
                <a:ea typeface="Ubuntu Light"/>
                <a:cs typeface="Ubuntu Light"/>
              </a:defRPr>
            </a:lvl3pPr>
            <a:lvl4pPr algn="l">
              <a:defRPr sz="1200" b="0">
                <a:solidFill>
                  <a:srgbClr val="12674D"/>
                </a:solidFill>
                <a:latin typeface="Ubuntu Light"/>
                <a:ea typeface="Ubuntu Light"/>
                <a:cs typeface="Ubuntu Light"/>
              </a:defRPr>
            </a:lvl4pPr>
            <a:lvl5pPr algn="l">
              <a:defRPr sz="1200" b="0">
                <a:solidFill>
                  <a:srgbClr val="12674D"/>
                </a:solidFill>
                <a:latin typeface="Ubuntu Light"/>
                <a:ea typeface="Ubuntu Light"/>
                <a:cs typeface="Ubuntu Light"/>
              </a:defRPr>
            </a:lvl5pPr>
            <a:lvl6pPr algn="l">
              <a:defRPr sz="1200" b="0">
                <a:solidFill>
                  <a:srgbClr val="12674D"/>
                </a:solidFill>
                <a:latin typeface="Ubuntu Light"/>
                <a:ea typeface="Ubuntu Light"/>
                <a:cs typeface="Ubuntu Light"/>
              </a:defRPr>
            </a:lvl6pPr>
            <a:lvl7pPr algn="l">
              <a:defRPr sz="1200" b="0">
                <a:solidFill>
                  <a:srgbClr val="12674D"/>
                </a:solidFill>
                <a:latin typeface="Ubuntu Light"/>
                <a:ea typeface="Ubuntu Light"/>
                <a:cs typeface="Ubuntu Light"/>
              </a:defRPr>
            </a:lvl7pPr>
            <a:lvl8pPr algn="l">
              <a:defRPr sz="1200" b="0">
                <a:solidFill>
                  <a:srgbClr val="12674D"/>
                </a:solidFill>
                <a:latin typeface="Ubuntu Light"/>
                <a:ea typeface="Ubuntu Light"/>
                <a:cs typeface="Ubuntu Light"/>
              </a:defRPr>
            </a:lvl8pPr>
            <a:lvl9pPr algn="l">
              <a:defRPr sz="1200" b="0">
                <a:solidFill>
                  <a:srgbClr val="12674D"/>
                </a:solidFill>
                <a:latin typeface="Ubuntu Light"/>
                <a:ea typeface="Ubuntu Light"/>
                <a:cs typeface="Ubuntu Light"/>
              </a:defRPr>
            </a:lvl9pPr>
          </a:lstStyle>
          <a:p>
            <a:pPr algn="l">
              <a:defRPr sz="1200" b="0">
                <a:solidFill>
                  <a:srgbClr val="12674D"/>
                </a:solidFill>
                <a:latin typeface="Ubuntu Light"/>
                <a:ea typeface="Ubuntu Light"/>
                <a:cs typeface="Ubuntu Light"/>
              </a:defRPr>
            </a:pPr>
            <a:r>
              <a:rPr b="0">
                <a:latin typeface="Ubuntu Light"/>
                <a:ea typeface="Ubuntu Light"/>
                <a:cs typeface="Ubuntu Light"/>
              </a:rPr>
              <a:t>Reserved</a:t>
            </a:r>
          </a:p>
        </p:txBody>
      </p:sp>
      <p:cxnSp>
        <p:nvCxnSpPr>
          <p:cNvPr id="32" name="stock-flow-paid-0">
            <a:extLst>
              <a:ext uri="{FF2B5EF4-FFF2-40B4-BE49-F238E27FC236}">
                <a16:creationId xmlns:a16="http://schemas.microsoft.com/office/drawing/2014/main" id="{BD38D796-C965-4DB4-9309-9B9F8500A637}"/>
              </a:ext>
            </a:extLst>
          </p:cNvPr>
          <p:cNvCxnSpPr/>
          <p:nvPr/>
        </p:nvCxnSpPr>
        <p:spPr>
          <a:xfrm>
            <a:off x="7381875" y="4248150"/>
            <a:ext cx="0" cy="228600"/>
          </a:xfrm>
          <a:prstGeom prst="straightConnector1">
            <a:avLst/>
          </a:prstGeom>
          <a:ln w="17145">
            <a:solidFill>
              <a:srgbClr val="12674D"/>
            </a:solidFill>
            <a:tailEnd type="triangle" w="sm" len="sm"/>
          </a:ln>
        </p:spPr>
      </p:cxnSp>
      <p:sp>
        <p:nvSpPr>
          <p:cNvPr id="33" name="stock-flow-paid-label">
            <a:extLst>
              <a:ext uri="{FF2B5EF4-FFF2-40B4-BE49-F238E27FC236}">
                <a16:creationId xmlns:a16="http://schemas.microsoft.com/office/drawing/2014/main" id="{4D90D26C-C901-4D67-8E7D-CD446705866F}"/>
              </a:ext>
            </a:extLst>
          </p:cNvPr>
          <p:cNvSpPr>
            <a:spLocks noGrp="1"/>
          </p:cNvSpPr>
          <p:nvPr/>
        </p:nvSpPr>
        <p:spPr>
          <a:xfrm>
            <a:off x="7524750" y="4267200"/>
            <a:ext cx="952500" cy="190500"/>
          </a:xfrm>
          <a:prstGeom prst="rect">
            <a:avLst/>
          </a:prstGeom>
          <a:noFill/>
          <a:ln w="0">
            <a:noFill/>
          </a:ln>
        </p:spPr>
        <p:txBody>
          <a:bodyPr wrap="none" lIns="0" tIns="0" rIns="0" bIns="0" anchor="t">
            <a:noAutofit/>
          </a:bodyPr>
          <a:lstStyle>
            <a:defPPr algn="l">
              <a:defRPr sz="1125" b="0">
                <a:solidFill>
                  <a:srgbClr val="12674D"/>
                </a:solidFill>
                <a:latin typeface="Ubuntu Light"/>
                <a:ea typeface="Ubuntu Light"/>
                <a:cs typeface="Ubuntu Light"/>
              </a:defRPr>
            </a:defPPr>
            <a:lvl1pPr algn="l">
              <a:defRPr sz="1125" b="0">
                <a:solidFill>
                  <a:srgbClr val="12674D"/>
                </a:solidFill>
                <a:latin typeface="Ubuntu Light"/>
                <a:ea typeface="Ubuntu Light"/>
                <a:cs typeface="Ubuntu Light"/>
              </a:defRPr>
            </a:lvl1pPr>
            <a:lvl2pPr algn="l">
              <a:defRPr sz="1125" b="0">
                <a:solidFill>
                  <a:srgbClr val="12674D"/>
                </a:solidFill>
                <a:latin typeface="Ubuntu Light"/>
                <a:ea typeface="Ubuntu Light"/>
                <a:cs typeface="Ubuntu Light"/>
              </a:defRPr>
            </a:lvl2pPr>
            <a:lvl3pPr algn="l">
              <a:defRPr sz="1125" b="0">
                <a:solidFill>
                  <a:srgbClr val="12674D"/>
                </a:solidFill>
                <a:latin typeface="Ubuntu Light"/>
                <a:ea typeface="Ubuntu Light"/>
                <a:cs typeface="Ubuntu Light"/>
              </a:defRPr>
            </a:lvl3pPr>
            <a:lvl4pPr algn="l">
              <a:defRPr sz="1125" b="0">
                <a:solidFill>
                  <a:srgbClr val="12674D"/>
                </a:solidFill>
                <a:latin typeface="Ubuntu Light"/>
                <a:ea typeface="Ubuntu Light"/>
                <a:cs typeface="Ubuntu Light"/>
              </a:defRPr>
            </a:lvl4pPr>
            <a:lvl5pPr algn="l">
              <a:defRPr sz="1125" b="0">
                <a:solidFill>
                  <a:srgbClr val="12674D"/>
                </a:solidFill>
                <a:latin typeface="Ubuntu Light"/>
                <a:ea typeface="Ubuntu Light"/>
                <a:cs typeface="Ubuntu Light"/>
              </a:defRPr>
            </a:lvl5pPr>
            <a:lvl6pPr algn="l">
              <a:defRPr sz="1125" b="0">
                <a:solidFill>
                  <a:srgbClr val="12674D"/>
                </a:solidFill>
                <a:latin typeface="Ubuntu Light"/>
                <a:ea typeface="Ubuntu Light"/>
                <a:cs typeface="Ubuntu Light"/>
              </a:defRPr>
            </a:lvl6pPr>
            <a:lvl7pPr algn="l">
              <a:defRPr sz="1125" b="0">
                <a:solidFill>
                  <a:srgbClr val="12674D"/>
                </a:solidFill>
                <a:latin typeface="Ubuntu Light"/>
                <a:ea typeface="Ubuntu Light"/>
                <a:cs typeface="Ubuntu Light"/>
              </a:defRPr>
            </a:lvl7pPr>
            <a:lvl8pPr algn="l">
              <a:defRPr sz="1125" b="0">
                <a:solidFill>
                  <a:srgbClr val="12674D"/>
                </a:solidFill>
                <a:latin typeface="Ubuntu Light"/>
                <a:ea typeface="Ubuntu Light"/>
                <a:cs typeface="Ubuntu Light"/>
              </a:defRPr>
            </a:lvl8pPr>
            <a:lvl9pPr algn="l">
              <a:defRPr sz="1125" b="0">
                <a:solidFill>
                  <a:srgbClr val="12674D"/>
                </a:solidFill>
                <a:latin typeface="Ubuntu Light"/>
                <a:ea typeface="Ubuntu Light"/>
                <a:cs typeface="Ubuntu Light"/>
              </a:defRPr>
            </a:lvl9pPr>
          </a:lstStyle>
          <a:p>
            <a:pPr algn="l">
              <a:defRPr sz="1125" b="0">
                <a:solidFill>
                  <a:srgbClr val="12674D"/>
                </a:solidFill>
                <a:latin typeface="Ubuntu Light"/>
                <a:ea typeface="Ubuntu Light"/>
                <a:cs typeface="Ubuntu Light"/>
              </a:defRPr>
            </a:pPr>
            <a:r>
              <a:rPr b="0">
                <a:latin typeface="Ubuntu Light"/>
                <a:ea typeface="Ubuntu Light"/>
                <a:cs typeface="Ubuntu Light"/>
              </a:rPr>
              <a:t>Paid</a:t>
            </a:r>
          </a:p>
        </p:txBody>
      </p:sp>
      <p:sp>
        <p:nvSpPr>
          <p:cNvPr id="34" name="stock-flow-confirmed">
            <a:extLst>
              <a:ext uri="{FF2B5EF4-FFF2-40B4-BE49-F238E27FC236}">
                <a16:creationId xmlns:a16="http://schemas.microsoft.com/office/drawing/2014/main" id="{6CBE148B-D678-45E9-9194-19EB27A1AD3B}"/>
              </a:ext>
            </a:extLst>
          </p:cNvPr>
          <p:cNvSpPr>
            <a:spLocks noGrp="1"/>
          </p:cNvSpPr>
          <p:nvPr/>
        </p:nvSpPr>
        <p:spPr>
          <a:xfrm>
            <a:off x="6238875" y="4476750"/>
            <a:ext cx="2286000" cy="428625"/>
          </a:xfrm>
          <a:prstGeom prst="rect">
            <a:avLst/>
          </a:prstGeom>
          <a:solidFill>
            <a:srgbClr val="F1F8F4"/>
          </a:solidFill>
          <a:ln w="11430">
            <a:solidFill>
              <a:srgbClr val="12674D"/>
            </a:solidFill>
          </a:ln>
        </p:spPr>
        <p:txBody>
          <a:bodyPr/>
          <a:lstStyle/>
          <a:p>
            <a:endParaRPr lang="en-US"/>
          </a:p>
        </p:txBody>
      </p:sp>
      <p:sp>
        <p:nvSpPr>
          <p:cNvPr id="35" name="stock-flow-confirmed-label">
            <a:extLst>
              <a:ext uri="{FF2B5EF4-FFF2-40B4-BE49-F238E27FC236}">
                <a16:creationId xmlns:a16="http://schemas.microsoft.com/office/drawing/2014/main" id="{5EBA3EA7-44E0-420C-87E9-BBD57FA30ADB}"/>
              </a:ext>
            </a:extLst>
          </p:cNvPr>
          <p:cNvSpPr>
            <a:spLocks noGrp="1"/>
          </p:cNvSpPr>
          <p:nvPr/>
        </p:nvSpPr>
        <p:spPr>
          <a:xfrm>
            <a:off x="6334125" y="4495800"/>
            <a:ext cx="2095500" cy="390525"/>
          </a:xfrm>
          <a:prstGeom prst="rect">
            <a:avLst/>
          </a:prstGeom>
          <a:noFill/>
          <a:ln w="0">
            <a:noFill/>
          </a:ln>
        </p:spPr>
        <p:txBody>
          <a:bodyPr wrap="none" lIns="0" tIns="0" rIns="0" bIns="0" anchor="t">
            <a:noAutofit/>
          </a:bodyPr>
          <a:lstStyle>
            <a:defPPr algn="ctr">
              <a:defRPr sz="1275" b="0">
                <a:solidFill>
                  <a:srgbClr val="12674D"/>
                </a:solidFill>
                <a:latin typeface="Ubuntu Light"/>
                <a:ea typeface="Ubuntu Light"/>
                <a:cs typeface="Ubuntu Light"/>
              </a:defRPr>
            </a:defPPr>
            <a:lvl1pPr algn="ctr">
              <a:defRPr sz="1275" b="0">
                <a:solidFill>
                  <a:srgbClr val="12674D"/>
                </a:solidFill>
                <a:latin typeface="Ubuntu Light"/>
                <a:ea typeface="Ubuntu Light"/>
                <a:cs typeface="Ubuntu Light"/>
              </a:defRPr>
            </a:lvl1pPr>
            <a:lvl2pPr algn="ctr">
              <a:defRPr sz="1275" b="0">
                <a:solidFill>
                  <a:srgbClr val="12674D"/>
                </a:solidFill>
                <a:latin typeface="Ubuntu Light"/>
                <a:ea typeface="Ubuntu Light"/>
                <a:cs typeface="Ubuntu Light"/>
              </a:defRPr>
            </a:lvl2pPr>
            <a:lvl3pPr algn="ctr">
              <a:defRPr sz="1275" b="0">
                <a:solidFill>
                  <a:srgbClr val="12674D"/>
                </a:solidFill>
                <a:latin typeface="Ubuntu Light"/>
                <a:ea typeface="Ubuntu Light"/>
                <a:cs typeface="Ubuntu Light"/>
              </a:defRPr>
            </a:lvl3pPr>
            <a:lvl4pPr algn="ctr">
              <a:defRPr sz="1275" b="0">
                <a:solidFill>
                  <a:srgbClr val="12674D"/>
                </a:solidFill>
                <a:latin typeface="Ubuntu Light"/>
                <a:ea typeface="Ubuntu Light"/>
                <a:cs typeface="Ubuntu Light"/>
              </a:defRPr>
            </a:lvl4pPr>
            <a:lvl5pPr algn="ctr">
              <a:defRPr sz="1275" b="0">
                <a:solidFill>
                  <a:srgbClr val="12674D"/>
                </a:solidFill>
                <a:latin typeface="Ubuntu Light"/>
                <a:ea typeface="Ubuntu Light"/>
                <a:cs typeface="Ubuntu Light"/>
              </a:defRPr>
            </a:lvl5pPr>
            <a:lvl6pPr algn="ctr">
              <a:defRPr sz="1275" b="0">
                <a:solidFill>
                  <a:srgbClr val="12674D"/>
                </a:solidFill>
                <a:latin typeface="Ubuntu Light"/>
                <a:ea typeface="Ubuntu Light"/>
                <a:cs typeface="Ubuntu Light"/>
              </a:defRPr>
            </a:lvl6pPr>
            <a:lvl7pPr algn="ctr">
              <a:defRPr sz="1275" b="0">
                <a:solidFill>
                  <a:srgbClr val="12674D"/>
                </a:solidFill>
                <a:latin typeface="Ubuntu Light"/>
                <a:ea typeface="Ubuntu Light"/>
                <a:cs typeface="Ubuntu Light"/>
              </a:defRPr>
            </a:lvl7pPr>
            <a:lvl8pPr algn="ctr">
              <a:defRPr sz="1275" b="0">
                <a:solidFill>
                  <a:srgbClr val="12674D"/>
                </a:solidFill>
                <a:latin typeface="Ubuntu Light"/>
                <a:ea typeface="Ubuntu Light"/>
                <a:cs typeface="Ubuntu Light"/>
              </a:defRPr>
            </a:lvl8pPr>
            <a:lvl9pPr algn="ctr">
              <a:defRPr sz="1275" b="0">
                <a:solidFill>
                  <a:srgbClr val="12674D"/>
                </a:solidFill>
                <a:latin typeface="Ubuntu Light"/>
                <a:ea typeface="Ubuntu Light"/>
                <a:cs typeface="Ubuntu Light"/>
              </a:defRPr>
            </a:lvl9pPr>
          </a:lstStyle>
          <a:p>
            <a:pPr algn="ctr">
              <a:defRPr sz="1275" b="0">
                <a:solidFill>
                  <a:srgbClr val="12674D"/>
                </a:solidFill>
                <a:latin typeface="Ubuntu Light"/>
                <a:ea typeface="Ubuntu Light"/>
                <a:cs typeface="Ubuntu Light"/>
              </a:defRPr>
            </a:pPr>
            <a:r>
              <a:rPr b="0">
                <a:latin typeface="Ubuntu Light"/>
                <a:ea typeface="Ubuntu Light"/>
                <a:cs typeface="Ubuntu Light"/>
              </a:rPr>
              <a:t>ConfirmOrder</a:t>
            </a:r>
          </a:p>
          <a:p>
            <a:pPr algn="ctr">
              <a:defRPr sz="1275" b="0">
                <a:solidFill>
                  <a:srgbClr val="12674D"/>
                </a:solidFill>
                <a:latin typeface="Ubuntu Light"/>
                <a:ea typeface="Ubuntu Light"/>
                <a:cs typeface="Ubuntu Light"/>
              </a:defRPr>
            </a:pPr>
            <a:r>
              <a:rPr b="0">
                <a:latin typeface="Menlo"/>
                <a:ea typeface="Menlo"/>
                <a:cs typeface="Menlo"/>
              </a:rPr>
              <a:t>CONFIRMED</a:t>
            </a:r>
          </a:p>
        </p:txBody>
      </p:sp>
    </p:spTree>
    <p:extLst>
      <p:ext uri="{BB962C8B-B14F-4D97-AF65-F5344CB8AC3E}">
        <p14:creationId xmlns:p14="http://schemas.microsoft.com/office/powerpoint/2010/main" val="127060086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emo-title">
            <a:extLst>
              <a:ext uri="{FF2B5EF4-FFF2-40B4-BE49-F238E27FC236}">
                <a16:creationId xmlns:a16="http://schemas.microsoft.com/office/drawing/2014/main" id="{A8C4CA0E-15F5-4912-8FB7-2B550CA63D9E}"/>
              </a:ext>
            </a:extLst>
          </p:cNvPr>
          <p:cNvSpPr>
            <a:spLocks noGrp="1"/>
          </p:cNvSpPr>
          <p:nvPr/>
        </p:nvSpPr>
        <p:spPr>
          <a:xfrm>
            <a:off x="619125" y="952500"/>
            <a:ext cx="7905750" cy="1571625"/>
          </a:xfrm>
          <a:prstGeom prst="rect">
            <a:avLst/>
          </a:prstGeom>
          <a:noFill/>
          <a:ln w="0">
            <a:noFill/>
          </a:ln>
        </p:spPr>
        <p:txBody>
          <a:bodyPr wrap="none" lIns="0" tIns="0" rIns="0" bIns="0" anchor="ctr">
            <a:noAutofit/>
          </a:bodyPr>
          <a:lstStyle>
            <a:defPPr algn="ctr">
              <a:defRPr sz="5100" b="0">
                <a:solidFill>
                  <a:srgbClr val="202D3E"/>
                </a:solidFill>
                <a:latin typeface="Ubuntu Light"/>
                <a:ea typeface="Ubuntu Light"/>
                <a:cs typeface="Ubuntu Light"/>
              </a:defRPr>
            </a:defPPr>
            <a:lvl1pPr algn="ctr">
              <a:buNone/>
              <a:defRPr sz="5100" b="0">
                <a:solidFill>
                  <a:srgbClr val="202D3E"/>
                </a:solidFill>
                <a:latin typeface="Ubuntu Light"/>
                <a:ea typeface="Ubuntu Light"/>
                <a:cs typeface="Ubuntu Light"/>
              </a:defRPr>
            </a:lvl1pPr>
            <a:lvl2pPr algn="ctr">
              <a:buNone/>
              <a:defRPr sz="5100" b="0">
                <a:solidFill>
                  <a:srgbClr val="202D3E"/>
                </a:solidFill>
                <a:latin typeface="Ubuntu Light"/>
                <a:ea typeface="Ubuntu Light"/>
                <a:cs typeface="Ubuntu Light"/>
              </a:defRPr>
            </a:lvl2pPr>
            <a:lvl3pPr algn="ctr">
              <a:buNone/>
              <a:defRPr sz="5100" b="0">
                <a:solidFill>
                  <a:srgbClr val="202D3E"/>
                </a:solidFill>
                <a:latin typeface="Ubuntu Light"/>
                <a:ea typeface="Ubuntu Light"/>
                <a:cs typeface="Ubuntu Light"/>
              </a:defRPr>
            </a:lvl3pPr>
            <a:lvl4pPr algn="ctr">
              <a:buNone/>
              <a:defRPr sz="5100" b="0">
                <a:solidFill>
                  <a:srgbClr val="202D3E"/>
                </a:solidFill>
                <a:latin typeface="Ubuntu Light"/>
                <a:ea typeface="Ubuntu Light"/>
                <a:cs typeface="Ubuntu Light"/>
              </a:defRPr>
            </a:lvl4pPr>
            <a:lvl5pPr algn="ctr">
              <a:buNone/>
              <a:defRPr sz="5100" b="0">
                <a:solidFill>
                  <a:srgbClr val="202D3E"/>
                </a:solidFill>
                <a:latin typeface="Ubuntu Light"/>
                <a:ea typeface="Ubuntu Light"/>
                <a:cs typeface="Ubuntu Light"/>
              </a:defRPr>
            </a:lvl5pPr>
            <a:lvl6pPr algn="ctr">
              <a:buNone/>
              <a:defRPr sz="5100" b="0">
                <a:solidFill>
                  <a:srgbClr val="202D3E"/>
                </a:solidFill>
                <a:latin typeface="Ubuntu Light"/>
                <a:ea typeface="Ubuntu Light"/>
                <a:cs typeface="Ubuntu Light"/>
              </a:defRPr>
            </a:lvl6pPr>
            <a:lvl7pPr algn="ctr">
              <a:buNone/>
              <a:defRPr sz="5100" b="0">
                <a:solidFill>
                  <a:srgbClr val="202D3E"/>
                </a:solidFill>
                <a:latin typeface="Ubuntu Light"/>
                <a:ea typeface="Ubuntu Light"/>
                <a:cs typeface="Ubuntu Light"/>
              </a:defRPr>
            </a:lvl7pPr>
            <a:lvl8pPr algn="ctr">
              <a:buNone/>
              <a:defRPr sz="5100" b="0">
                <a:solidFill>
                  <a:srgbClr val="202D3E"/>
                </a:solidFill>
                <a:latin typeface="Ubuntu Light"/>
                <a:ea typeface="Ubuntu Light"/>
                <a:cs typeface="Ubuntu Light"/>
              </a:defRPr>
            </a:lvl8pPr>
            <a:lvl9pPr algn="ctr">
              <a:buNone/>
              <a:defRPr sz="5100" b="0">
                <a:solidFill>
                  <a:srgbClr val="202D3E"/>
                </a:solidFill>
                <a:latin typeface="Ubuntu Light"/>
                <a:ea typeface="Ubuntu Light"/>
                <a:cs typeface="Ubuntu Light"/>
              </a:defRPr>
            </a:lvl9pPr>
          </a:lstStyle>
          <a:p>
            <a:pPr algn="ctr">
              <a:buNone/>
              <a:defRPr sz="5100" b="0">
                <a:solidFill>
                  <a:srgbClr val="202D3E"/>
                </a:solidFill>
                <a:latin typeface="Ubuntu Light"/>
                <a:ea typeface="Ubuntu Light"/>
                <a:cs typeface="Ubuntu Light"/>
              </a:defRPr>
            </a:pPr>
            <a:r>
              <a:rPr b="0">
                <a:latin typeface="Ubuntu Light"/>
                <a:ea typeface="Ubuntu Light"/>
                <a:cs typeface="Ubuntu Light"/>
              </a:rPr>
              <a:t>Demo</a:t>
            </a:r>
          </a:p>
        </p:txBody>
      </p:sp>
      <p:sp>
        <p:nvSpPr>
          <p:cNvPr id="2" name="demo-topic">
            <a:extLst>
              <a:ext uri="{FF2B5EF4-FFF2-40B4-BE49-F238E27FC236}">
                <a16:creationId xmlns:a16="http://schemas.microsoft.com/office/drawing/2014/main" id="{3BA97EB1-BE47-49B7-8D6E-05E1363D5AF9}"/>
              </a:ext>
            </a:extLst>
          </p:cNvPr>
          <p:cNvSpPr>
            <a:spLocks noGrp="1"/>
          </p:cNvSpPr>
          <p:nvPr/>
        </p:nvSpPr>
        <p:spPr>
          <a:xfrm>
            <a:off x="619125" y="2619375"/>
            <a:ext cx="7905750" cy="428625"/>
          </a:xfrm>
          <a:prstGeom prst="rect">
            <a:avLst/>
          </a:prstGeom>
          <a:noFill/>
          <a:ln w="0">
            <a:noFill/>
          </a:ln>
        </p:spPr>
        <p:txBody>
          <a:bodyPr wrap="none" lIns="0" tIns="0" rIns="0" bIns="0" anchor="t">
            <a:noAutofit/>
          </a:bodyPr>
          <a:lstStyle>
            <a:defPPr algn="ctr">
              <a:defRPr sz="1950" b="0">
                <a:solidFill>
                  <a:srgbClr val="475569"/>
                </a:solidFill>
                <a:latin typeface="Ubuntu Light"/>
                <a:ea typeface="Ubuntu Light"/>
                <a:cs typeface="Ubuntu Light"/>
              </a:defRPr>
            </a:defPPr>
            <a:lvl1pPr algn="ctr">
              <a:buNone/>
              <a:defRPr sz="1950" b="0">
                <a:solidFill>
                  <a:srgbClr val="475569"/>
                </a:solidFill>
                <a:latin typeface="Ubuntu Light"/>
                <a:ea typeface="Ubuntu Light"/>
                <a:cs typeface="Ubuntu Light"/>
              </a:defRPr>
            </a:lvl1pPr>
            <a:lvl2pPr algn="ctr">
              <a:buNone/>
              <a:defRPr sz="1950" b="0">
                <a:solidFill>
                  <a:srgbClr val="475569"/>
                </a:solidFill>
                <a:latin typeface="Ubuntu Light"/>
                <a:ea typeface="Ubuntu Light"/>
                <a:cs typeface="Ubuntu Light"/>
              </a:defRPr>
            </a:lvl2pPr>
            <a:lvl3pPr algn="ctr">
              <a:buNone/>
              <a:defRPr sz="1950" b="0">
                <a:solidFill>
                  <a:srgbClr val="475569"/>
                </a:solidFill>
                <a:latin typeface="Ubuntu Light"/>
                <a:ea typeface="Ubuntu Light"/>
                <a:cs typeface="Ubuntu Light"/>
              </a:defRPr>
            </a:lvl3pPr>
            <a:lvl4pPr algn="ctr">
              <a:buNone/>
              <a:defRPr sz="1950" b="0">
                <a:solidFill>
                  <a:srgbClr val="475569"/>
                </a:solidFill>
                <a:latin typeface="Ubuntu Light"/>
                <a:ea typeface="Ubuntu Light"/>
                <a:cs typeface="Ubuntu Light"/>
              </a:defRPr>
            </a:lvl4pPr>
            <a:lvl5pPr algn="ctr">
              <a:buNone/>
              <a:defRPr sz="1950" b="0">
                <a:solidFill>
                  <a:srgbClr val="475569"/>
                </a:solidFill>
                <a:latin typeface="Ubuntu Light"/>
                <a:ea typeface="Ubuntu Light"/>
                <a:cs typeface="Ubuntu Light"/>
              </a:defRPr>
            </a:lvl5pPr>
            <a:lvl6pPr algn="ctr">
              <a:buNone/>
              <a:defRPr sz="1950" b="0">
                <a:solidFill>
                  <a:srgbClr val="475569"/>
                </a:solidFill>
                <a:latin typeface="Ubuntu Light"/>
                <a:ea typeface="Ubuntu Light"/>
                <a:cs typeface="Ubuntu Light"/>
              </a:defRPr>
            </a:lvl6pPr>
            <a:lvl7pPr algn="ctr">
              <a:buNone/>
              <a:defRPr sz="1950" b="0">
                <a:solidFill>
                  <a:srgbClr val="475569"/>
                </a:solidFill>
                <a:latin typeface="Ubuntu Light"/>
                <a:ea typeface="Ubuntu Light"/>
                <a:cs typeface="Ubuntu Light"/>
              </a:defRPr>
            </a:lvl7pPr>
            <a:lvl8pPr algn="ctr">
              <a:buNone/>
              <a:defRPr sz="1950" b="0">
                <a:solidFill>
                  <a:srgbClr val="475569"/>
                </a:solidFill>
                <a:latin typeface="Ubuntu Light"/>
                <a:ea typeface="Ubuntu Light"/>
                <a:cs typeface="Ubuntu Light"/>
              </a:defRPr>
            </a:lvl8pPr>
            <a:lvl9pPr algn="ctr">
              <a:buNone/>
              <a:defRPr sz="1950" b="0">
                <a:solidFill>
                  <a:srgbClr val="475569"/>
                </a:solidFill>
                <a:latin typeface="Ubuntu Light"/>
                <a:ea typeface="Ubuntu Light"/>
                <a:cs typeface="Ubuntu Light"/>
              </a:defRPr>
            </a:lvl9pPr>
          </a:lstStyle>
          <a:p>
            <a:pPr algn="ctr">
              <a:buNone/>
              <a:defRPr sz="1950" b="0">
                <a:solidFill>
                  <a:srgbClr val="475569"/>
                </a:solidFill>
                <a:latin typeface="Ubuntu Light"/>
                <a:ea typeface="Ubuntu Light"/>
                <a:cs typeface="Ubuntu Light"/>
              </a:defRPr>
            </a:pPr>
            <a:r>
              <a:rPr b="0">
                <a:latin typeface="Ubuntu Light"/>
                <a:ea typeface="Ubuntu Light"/>
                <a:cs typeface="Ubuntu Light"/>
              </a:rPr>
              <a:t>Stock retry: one test and its coverage</a:t>
            </a:r>
          </a:p>
        </p:txBody>
      </p:sp>
      <p:sp>
        <p:nvSpPr>
          <p:cNvPr id="5" name="demo-command">
            <a:extLst>
              <a:ext uri="{FF2B5EF4-FFF2-40B4-BE49-F238E27FC236}">
                <a16:creationId xmlns:a16="http://schemas.microsoft.com/office/drawing/2014/main" id="{60A2BDEA-D8F9-489D-ABE8-1527B7DD2C6A}"/>
              </a:ext>
            </a:extLst>
          </p:cNvPr>
          <p:cNvSpPr>
            <a:spLocks noGrp="1"/>
          </p:cNvSpPr>
          <p:nvPr/>
        </p:nvSpPr>
        <p:spPr>
          <a:xfrm>
            <a:off x="857250" y="3238500"/>
            <a:ext cx="7429500" cy="1619250"/>
          </a:xfrm>
          <a:prstGeom prst="rect">
            <a:avLst/>
          </a:prstGeom>
          <a:solidFill>
            <a:srgbClr val="000000"/>
          </a:solidFill>
          <a:ln w="0">
            <a:noFill/>
          </a:ln>
        </p:spPr>
        <p:txBody>
          <a:bodyPr wrap="none" lIns="171450" tIns="171450" rIns="171450" bIns="171450" anchor="t">
            <a:noAutofit/>
          </a:bodyPr>
          <a:lstStyle>
            <a:defPPr algn="l">
              <a:defRPr sz="1388" b="0">
                <a:solidFill>
                  <a:srgbClr val="D1D5DB"/>
                </a:solidFill>
                <a:latin typeface="Menlo"/>
                <a:ea typeface="Menlo"/>
                <a:cs typeface="Menlo"/>
              </a:defRPr>
            </a:defPPr>
            <a:lvl1pPr algn="l">
              <a:buNone/>
              <a:defRPr sz="1350" b="0">
                <a:solidFill>
                  <a:srgbClr val="D4D4D4"/>
                </a:solidFill>
                <a:latin typeface="Menlo"/>
                <a:ea typeface="Menlo"/>
                <a:cs typeface="Menlo"/>
              </a:defRPr>
            </a:lvl1pPr>
            <a:lvl2pPr algn="l">
              <a:buNone/>
              <a:defRPr sz="1350" b="0">
                <a:solidFill>
                  <a:srgbClr val="D4D4D4"/>
                </a:solidFill>
                <a:latin typeface="Menlo"/>
                <a:ea typeface="Menlo"/>
                <a:cs typeface="Menlo"/>
              </a:defRPr>
            </a:lvl2pPr>
            <a:lvl3pPr algn="l">
              <a:buNone/>
              <a:defRPr sz="1350" b="0">
                <a:solidFill>
                  <a:srgbClr val="D4D4D4"/>
                </a:solidFill>
                <a:latin typeface="Menlo"/>
                <a:ea typeface="Menlo"/>
                <a:cs typeface="Menlo"/>
              </a:defRPr>
            </a:lvl3pPr>
            <a:lvl4pPr algn="l">
              <a:buNone/>
              <a:defRPr sz="1350" b="0">
                <a:solidFill>
                  <a:srgbClr val="D4D4D4"/>
                </a:solidFill>
                <a:latin typeface="Menlo"/>
                <a:ea typeface="Menlo"/>
                <a:cs typeface="Menlo"/>
              </a:defRPr>
            </a:lvl4pPr>
            <a:lvl5pPr algn="l">
              <a:buNone/>
              <a:defRPr sz="1350" b="0">
                <a:solidFill>
                  <a:srgbClr val="D4D4D4"/>
                </a:solidFill>
                <a:latin typeface="Menlo"/>
                <a:ea typeface="Menlo"/>
                <a:cs typeface="Menlo"/>
              </a:defRPr>
            </a:lvl5pPr>
            <a:lvl6pPr algn="l">
              <a:buNone/>
              <a:defRPr sz="1350" b="0">
                <a:solidFill>
                  <a:srgbClr val="D4D4D4"/>
                </a:solidFill>
                <a:latin typeface="Menlo"/>
                <a:ea typeface="Menlo"/>
                <a:cs typeface="Menlo"/>
              </a:defRPr>
            </a:lvl6pPr>
            <a:lvl7pPr algn="l">
              <a:buNone/>
              <a:defRPr sz="1350" b="0">
                <a:solidFill>
                  <a:srgbClr val="D4D4D4"/>
                </a:solidFill>
                <a:latin typeface="Menlo"/>
                <a:ea typeface="Menlo"/>
                <a:cs typeface="Menlo"/>
              </a:defRPr>
            </a:lvl7pPr>
            <a:lvl8pPr algn="l">
              <a:buNone/>
              <a:defRPr sz="1350" b="0">
                <a:solidFill>
                  <a:srgbClr val="D4D4D4"/>
                </a:solidFill>
                <a:latin typeface="Menlo"/>
                <a:ea typeface="Menlo"/>
                <a:cs typeface="Menlo"/>
              </a:defRPr>
            </a:lvl8pPr>
            <a:lvl9pPr algn="l">
              <a:buNone/>
              <a:defRPr sz="1350" b="0">
                <a:solidFill>
                  <a:srgbClr val="D4D4D4"/>
                </a:solidFill>
                <a:latin typeface="Menlo"/>
                <a:ea typeface="Menlo"/>
                <a:cs typeface="Menlo"/>
              </a:defRPr>
            </a:lvl9pPr>
          </a:lstStyle>
          <a:p>
            <a:pPr algn="l">
              <a:lnSpc>
                <a:spcPct val="132000"/>
              </a:lnSpc>
              <a:buNone/>
              <a:defRPr sz="1388" b="0">
                <a:solidFill>
                  <a:srgbClr val="D1D5DB"/>
                </a:solidFill>
                <a:latin typeface="Menlo"/>
                <a:ea typeface="Menlo"/>
                <a:cs typeface="Menlo"/>
              </a:defRPr>
            </a:pPr>
            <a:r>
              <a:rPr sz="1388" b="0" dirty="0" err="1">
                <a:solidFill>
                  <a:srgbClr val="D1D5DB"/>
                </a:solidFill>
                <a:latin typeface="Menlo"/>
                <a:ea typeface="Menlo"/>
                <a:cs typeface="Menlo"/>
              </a:rPr>
              <a:t>case_name</a:t>
            </a:r>
            <a:r>
              <a:rPr sz="1388" b="0" dirty="0">
                <a:solidFill>
                  <a:srgbClr val="D1D5DB"/>
                </a:solidFill>
                <a:latin typeface="Menlo"/>
                <a:ea typeface="Menlo"/>
                <a:cs typeface="Menlo"/>
              </a:rPr>
              <a:t>=</a:t>
            </a:r>
            <a:r>
              <a:rPr sz="1388" b="0" dirty="0" err="1">
                <a:solidFill>
                  <a:srgbClr val="D1D5DB"/>
                </a:solidFill>
                <a:latin typeface="Menlo"/>
                <a:ea typeface="Menlo"/>
                <a:cs typeface="Menlo"/>
              </a:rPr>
              <a:t>test_order_transaction_retry_recovers_before_payment</a:t>
            </a:r>
            <a:endParaRPr sz="1388" b="0" dirty="0">
              <a:solidFill>
                <a:srgbClr val="D1D5DB"/>
              </a:solidFill>
              <a:latin typeface="Menlo"/>
              <a:ea typeface="Menlo"/>
              <a:cs typeface="Menlo"/>
            </a:endParaRPr>
          </a:p>
          <a:p>
            <a:pPr algn="l">
              <a:lnSpc>
                <a:spcPct val="132000"/>
              </a:lnSpc>
              <a:buNone/>
              <a:defRPr sz="1388" b="0">
                <a:solidFill>
                  <a:srgbClr val="D1D5DB"/>
                </a:solidFill>
                <a:latin typeface="Menlo"/>
                <a:ea typeface="Menlo"/>
                <a:cs typeface="Menlo"/>
              </a:defRPr>
            </a:pPr>
            <a:r>
              <a:rPr sz="1388" b="0" dirty="0">
                <a:solidFill>
                  <a:srgbClr val="D1D5DB"/>
                </a:solidFill>
                <a:latin typeface="Menlo"/>
                <a:ea typeface="Menlo"/>
                <a:cs typeface="Menlo"/>
              </a:rPr>
              <a:t>COVERAGE_FAIL_UNDER=0 mise run test -- \</a:t>
            </a:r>
          </a:p>
          <a:p>
            <a:pPr algn="l">
              <a:lnSpc>
                <a:spcPct val="132000"/>
              </a:lnSpc>
              <a:buNone/>
              <a:defRPr sz="1388" b="0">
                <a:solidFill>
                  <a:srgbClr val="D1D5DB"/>
                </a:solidFill>
                <a:latin typeface="Menlo"/>
                <a:ea typeface="Menlo"/>
                <a:cs typeface="Menlo"/>
              </a:defRPr>
            </a:pPr>
            <a:r>
              <a:rPr sz="1388" b="0" dirty="0">
                <a:solidFill>
                  <a:srgbClr val="D1D5DB"/>
                </a:solidFill>
                <a:latin typeface="Menlo"/>
                <a:ea typeface="Menlo"/>
                <a:cs typeface="Menlo"/>
              </a:rPr>
              <a:t>  tests/</a:t>
            </a:r>
            <a:r>
              <a:rPr sz="1388" b="0" dirty="0" err="1">
                <a:solidFill>
                  <a:srgbClr val="D1D5DB"/>
                </a:solidFill>
                <a:latin typeface="Menlo"/>
                <a:ea typeface="Menlo"/>
                <a:cs typeface="Menlo"/>
              </a:rPr>
              <a:t>test_workflows</a:t>
            </a:r>
            <a:r>
              <a:rPr sz="1388" b="0" dirty="0">
                <a:solidFill>
                  <a:srgbClr val="D1D5DB"/>
                </a:solidFill>
                <a:latin typeface="Menlo"/>
                <a:ea typeface="Menlo"/>
                <a:cs typeface="Menlo"/>
              </a:rPr>
              <a:t>/</a:t>
            </a:r>
            <a:r>
              <a:rPr sz="1388" b="0" dirty="0" err="1">
                <a:solidFill>
                  <a:srgbClr val="D1D5DB"/>
                </a:solidFill>
                <a:latin typeface="Menlo"/>
                <a:ea typeface="Menlo"/>
                <a:cs typeface="Menlo"/>
              </a:rPr>
              <a:t>test_stock_reservation.py</a:t>
            </a:r>
            <a:r>
              <a:rPr sz="1388" b="0" dirty="0">
                <a:solidFill>
                  <a:srgbClr val="D1D5DB"/>
                </a:solidFill>
                <a:latin typeface="Menlo"/>
                <a:ea typeface="Menlo"/>
                <a:cs typeface="Menlo"/>
              </a:rPr>
              <a:t>::$</a:t>
            </a:r>
            <a:r>
              <a:rPr sz="1388" b="0" dirty="0" err="1">
                <a:solidFill>
                  <a:srgbClr val="D1D5DB"/>
                </a:solidFill>
                <a:latin typeface="Menlo"/>
                <a:ea typeface="Menlo"/>
                <a:cs typeface="Menlo"/>
              </a:rPr>
              <a:t>case_name</a:t>
            </a:r>
            <a:endParaRPr sz="1350" b="0" dirty="0">
              <a:solidFill>
                <a:srgbClr val="D4D4D4"/>
              </a:solidFill>
              <a:latin typeface="Menlo"/>
              <a:ea typeface="Menlo"/>
              <a:cs typeface="Menlo"/>
            </a:endParaRPr>
          </a:p>
          <a:p>
            <a:pPr>
              <a:lnSpc>
                <a:spcPct val="145000"/>
              </a:lnSpc>
              <a:buNone/>
              <a:defRPr sz="1350" b="0">
                <a:solidFill>
                  <a:srgbClr val="D4D4D4"/>
                </a:solidFill>
                <a:latin typeface="Menlo"/>
                <a:ea typeface="Menlo"/>
                <a:cs typeface="Menlo"/>
              </a:defRPr>
            </a:pPr>
            <a:endParaRPr sz="1350" b="0" dirty="0">
              <a:solidFill>
                <a:srgbClr val="D4D4D4"/>
              </a:solidFill>
              <a:latin typeface="Menlo"/>
              <a:ea typeface="Menlo"/>
              <a:cs typeface="Menlo"/>
            </a:endParaRPr>
          </a:p>
          <a:p>
            <a:pPr algn="l">
              <a:lnSpc>
                <a:spcPct val="132000"/>
              </a:lnSpc>
              <a:buNone/>
              <a:defRPr sz="1388" b="0">
                <a:solidFill>
                  <a:srgbClr val="D1D5DB"/>
                </a:solidFill>
                <a:latin typeface="Menlo"/>
                <a:ea typeface="Menlo"/>
                <a:cs typeface="Menlo"/>
              </a:defRPr>
            </a:pPr>
            <a:r>
              <a:rPr sz="1388" b="0" dirty="0">
                <a:solidFill>
                  <a:srgbClr val="D1D5DB"/>
                </a:solidFill>
                <a:latin typeface="Menlo"/>
                <a:ea typeface="Menlo"/>
                <a:cs typeface="Menlo"/>
              </a:rPr>
              <a:t>open output/</a:t>
            </a:r>
            <a:r>
              <a:rPr sz="1388" b="0" dirty="0" err="1">
                <a:solidFill>
                  <a:srgbClr val="D1D5DB"/>
                </a:solidFill>
                <a:latin typeface="Menlo"/>
                <a:ea typeface="Menlo"/>
                <a:cs typeface="Menlo"/>
              </a:rPr>
              <a:t>htmlcov</a:t>
            </a:r>
            <a:r>
              <a:rPr sz="1388" b="0" dirty="0">
                <a:solidFill>
                  <a:srgbClr val="D1D5DB"/>
                </a:solidFill>
                <a:latin typeface="Menlo"/>
                <a:ea typeface="Menlo"/>
                <a:cs typeface="Menlo"/>
              </a:rPr>
              <a:t>/</a:t>
            </a:r>
            <a:r>
              <a:rPr sz="1388" b="0" dirty="0" err="1">
                <a:solidFill>
                  <a:srgbClr val="D1D5DB"/>
                </a:solidFill>
                <a:latin typeface="Menlo"/>
                <a:ea typeface="Menlo"/>
                <a:cs typeface="Menlo"/>
              </a:rPr>
              <a:t>index.html</a:t>
            </a:r>
            <a:endParaRPr sz="1350" b="0" dirty="0">
              <a:solidFill>
                <a:srgbClr val="D4D4D4"/>
              </a:solidFill>
              <a:latin typeface="Menlo"/>
              <a:ea typeface="Menlo"/>
              <a:cs typeface="Menlo"/>
            </a:endParaRPr>
          </a:p>
        </p:txBody>
      </p:sp>
    </p:spTree>
    <p:extLst>
      <p:ext uri="{BB962C8B-B14F-4D97-AF65-F5344CB8AC3E}">
        <p14:creationId xmlns:p14="http://schemas.microsoft.com/office/powerpoint/2010/main" val="127060086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2EE20-C2B9-0F97-DCB4-757EFCF67A5A}"/>
            </a:ext>
          </a:extLst>
        </p:cNvPr>
        <p:cNvGrpSpPr/>
        <p:nvPr/>
      </p:nvGrpSpPr>
      <p:grpSpPr>
        <a:xfrm>
          <a:off x="0" y="0"/>
          <a:ext cx="0" cy="0"/>
          <a:chOff x="0" y="0"/>
          <a:chExt cx="0" cy="0"/>
        </a:xfrm>
      </p:grpSpPr>
      <p:sp>
        <p:nvSpPr>
          <p:cNvPr id="12" name="slide-title">
            <a:extLst>
              <a:ext uri="{FF2B5EF4-FFF2-40B4-BE49-F238E27FC236}">
                <a16:creationId xmlns:a16="http://schemas.microsoft.com/office/drawing/2014/main" id="{8D23ABCB-6544-85E1-F90A-7742EBA9A54D}"/>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buNone/>
              <a:defRPr sz="2250" b="0">
                <a:solidFill>
                  <a:srgbClr val="202D3E"/>
                </a:solidFill>
                <a:latin typeface="Ubuntu Light"/>
                <a:ea typeface="Ubuntu Light"/>
                <a:cs typeface="Ubuntu Light"/>
              </a:defRPr>
            </a:lvl1pPr>
            <a:lvl2pPr algn="l">
              <a:buNone/>
              <a:defRPr sz="2250" b="0">
                <a:solidFill>
                  <a:srgbClr val="202D3E"/>
                </a:solidFill>
                <a:latin typeface="Ubuntu Light"/>
                <a:ea typeface="Ubuntu Light"/>
                <a:cs typeface="Ubuntu Light"/>
              </a:defRPr>
            </a:lvl2pPr>
            <a:lvl3pPr algn="l">
              <a:buNone/>
              <a:defRPr sz="2250" b="0">
                <a:solidFill>
                  <a:srgbClr val="202D3E"/>
                </a:solidFill>
                <a:latin typeface="Ubuntu Light"/>
                <a:ea typeface="Ubuntu Light"/>
                <a:cs typeface="Ubuntu Light"/>
              </a:defRPr>
            </a:lvl3pPr>
            <a:lvl4pPr algn="l">
              <a:buNone/>
              <a:defRPr sz="2250" b="0">
                <a:solidFill>
                  <a:srgbClr val="202D3E"/>
                </a:solidFill>
                <a:latin typeface="Ubuntu Light"/>
                <a:ea typeface="Ubuntu Light"/>
                <a:cs typeface="Ubuntu Light"/>
              </a:defRPr>
            </a:lvl4pPr>
            <a:lvl5pPr algn="l">
              <a:buNone/>
              <a:defRPr sz="2250" b="0">
                <a:solidFill>
                  <a:srgbClr val="202D3E"/>
                </a:solidFill>
                <a:latin typeface="Ubuntu Light"/>
                <a:ea typeface="Ubuntu Light"/>
                <a:cs typeface="Ubuntu Light"/>
              </a:defRPr>
            </a:lvl5pPr>
            <a:lvl6pPr algn="l">
              <a:buNone/>
              <a:defRPr sz="2250" b="0">
                <a:solidFill>
                  <a:srgbClr val="202D3E"/>
                </a:solidFill>
                <a:latin typeface="Ubuntu Light"/>
                <a:ea typeface="Ubuntu Light"/>
                <a:cs typeface="Ubuntu Light"/>
              </a:defRPr>
            </a:lvl6pPr>
            <a:lvl7pPr algn="l">
              <a:buNone/>
              <a:defRPr sz="2250" b="0">
                <a:solidFill>
                  <a:srgbClr val="202D3E"/>
                </a:solidFill>
                <a:latin typeface="Ubuntu Light"/>
                <a:ea typeface="Ubuntu Light"/>
                <a:cs typeface="Ubuntu Light"/>
              </a:defRPr>
            </a:lvl7pPr>
            <a:lvl8pPr algn="l">
              <a:buNone/>
              <a:defRPr sz="2250" b="0">
                <a:solidFill>
                  <a:srgbClr val="202D3E"/>
                </a:solidFill>
                <a:latin typeface="Ubuntu Light"/>
                <a:ea typeface="Ubuntu Light"/>
                <a:cs typeface="Ubuntu Light"/>
              </a:defRPr>
            </a:lvl8pPr>
            <a:lvl9pPr algn="l">
              <a:buNone/>
              <a:defRPr sz="2250" b="0">
                <a:solidFill>
                  <a:srgbClr val="202D3E"/>
                </a:solidFill>
                <a:latin typeface="Ubuntu Light"/>
                <a:ea typeface="Ubuntu Light"/>
                <a:cs typeface="Ubuntu Light"/>
              </a:defRPr>
            </a:lvl9pPr>
          </a:lstStyle>
          <a:p>
            <a:pPr algn="l">
              <a:buNone/>
              <a:defRPr sz="2250" b="0">
                <a:solidFill>
                  <a:srgbClr val="202D3E"/>
                </a:solidFill>
                <a:latin typeface="Ubuntu Light"/>
                <a:ea typeface="Ubuntu Light"/>
                <a:cs typeface="Ubuntu Light"/>
              </a:defRPr>
            </a:pPr>
            <a:r>
              <a:rPr b="0">
                <a:latin typeface="Ubuntu Light"/>
                <a:ea typeface="Ubuntu Light"/>
                <a:cs typeface="Ubuntu Light"/>
              </a:rPr>
              <a:t>Coverage across all 36 tests</a:t>
            </a:r>
          </a:p>
        </p:txBody>
      </p:sp>
      <p:sp>
        <p:nvSpPr>
          <p:cNvPr id="2" name="report-scope-transition">
            <a:extLst>
              <a:ext uri="{FF2B5EF4-FFF2-40B4-BE49-F238E27FC236}">
                <a16:creationId xmlns:a16="http://schemas.microsoft.com/office/drawing/2014/main" id="{10E47662-E633-D75F-1DB6-96C2601220BC}"/>
              </a:ext>
            </a:extLst>
          </p:cNvPr>
          <p:cNvSpPr>
            <a:spLocks noGrp="1"/>
          </p:cNvSpPr>
          <p:nvPr/>
        </p:nvSpPr>
        <p:spPr>
          <a:xfrm>
            <a:off x="619125" y="1333500"/>
            <a:ext cx="7905750" cy="276225"/>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b="0">
                <a:latin typeface="Ubuntu Light"/>
                <a:ea typeface="Ubuntu Light"/>
                <a:cs typeface="Ubuntu Light"/>
              </a:rPr>
              <a:t>36 tests: workflow E2E + Lambda integrations</a:t>
            </a:r>
          </a:p>
        </p:txBody>
      </p:sp>
      <p:sp>
        <p:nvSpPr>
          <p:cNvPr id="3" name="statement-total">
            <a:extLst>
              <a:ext uri="{FF2B5EF4-FFF2-40B4-BE49-F238E27FC236}">
                <a16:creationId xmlns:a16="http://schemas.microsoft.com/office/drawing/2014/main" id="{EF095552-6B59-DA97-0ECA-62D078A75985}"/>
              </a:ext>
            </a:extLst>
          </p:cNvPr>
          <p:cNvSpPr>
            <a:spLocks noGrp="1"/>
          </p:cNvSpPr>
          <p:nvPr/>
        </p:nvSpPr>
        <p:spPr>
          <a:xfrm>
            <a:off x="619125" y="1762125"/>
            <a:ext cx="3714750" cy="533400"/>
          </a:xfrm>
          <a:prstGeom prst="rect">
            <a:avLst/>
          </a:prstGeom>
          <a:noFill/>
          <a:ln w="0">
            <a:noFill/>
          </a:ln>
        </p:spPr>
        <p:txBody>
          <a:bodyPr wrap="none" lIns="0" tIns="0" rIns="0" bIns="0" anchor="t">
            <a:noAutofit/>
          </a:bodyPr>
          <a:lstStyle>
            <a:defPPr algn="l">
              <a:defRPr sz="3150" b="0">
                <a:solidFill>
                  <a:srgbClr val="126447"/>
                </a:solidFill>
                <a:latin typeface="Ubuntu Light"/>
                <a:ea typeface="Ubuntu Light"/>
                <a:cs typeface="Ubuntu Light"/>
              </a:defRPr>
            </a:defPPr>
            <a:lvl1pPr algn="l">
              <a:defRPr sz="3150" b="0">
                <a:solidFill>
                  <a:srgbClr val="126447"/>
                </a:solidFill>
                <a:latin typeface="Ubuntu Light"/>
                <a:ea typeface="Ubuntu Light"/>
                <a:cs typeface="Ubuntu Light"/>
              </a:defRPr>
            </a:lvl1pPr>
            <a:lvl2pPr algn="l">
              <a:defRPr sz="3150" b="0">
                <a:solidFill>
                  <a:srgbClr val="126447"/>
                </a:solidFill>
                <a:latin typeface="Ubuntu Light"/>
                <a:ea typeface="Ubuntu Light"/>
                <a:cs typeface="Ubuntu Light"/>
              </a:defRPr>
            </a:lvl2pPr>
            <a:lvl3pPr algn="l">
              <a:defRPr sz="3150" b="0">
                <a:solidFill>
                  <a:srgbClr val="126447"/>
                </a:solidFill>
                <a:latin typeface="Ubuntu Light"/>
                <a:ea typeface="Ubuntu Light"/>
                <a:cs typeface="Ubuntu Light"/>
              </a:defRPr>
            </a:lvl3pPr>
            <a:lvl4pPr algn="l">
              <a:defRPr sz="3150" b="0">
                <a:solidFill>
                  <a:srgbClr val="126447"/>
                </a:solidFill>
                <a:latin typeface="Ubuntu Light"/>
                <a:ea typeface="Ubuntu Light"/>
                <a:cs typeface="Ubuntu Light"/>
              </a:defRPr>
            </a:lvl4pPr>
            <a:lvl5pPr algn="l">
              <a:defRPr sz="3150" b="0">
                <a:solidFill>
                  <a:srgbClr val="126447"/>
                </a:solidFill>
                <a:latin typeface="Ubuntu Light"/>
                <a:ea typeface="Ubuntu Light"/>
                <a:cs typeface="Ubuntu Light"/>
              </a:defRPr>
            </a:lvl5pPr>
            <a:lvl6pPr algn="l">
              <a:defRPr sz="3150" b="0">
                <a:solidFill>
                  <a:srgbClr val="126447"/>
                </a:solidFill>
                <a:latin typeface="Ubuntu Light"/>
                <a:ea typeface="Ubuntu Light"/>
                <a:cs typeface="Ubuntu Light"/>
              </a:defRPr>
            </a:lvl6pPr>
            <a:lvl7pPr algn="l">
              <a:defRPr sz="3150" b="0">
                <a:solidFill>
                  <a:srgbClr val="126447"/>
                </a:solidFill>
                <a:latin typeface="Ubuntu Light"/>
                <a:ea typeface="Ubuntu Light"/>
                <a:cs typeface="Ubuntu Light"/>
              </a:defRPr>
            </a:lvl7pPr>
            <a:lvl8pPr algn="l">
              <a:defRPr sz="3150" b="0">
                <a:solidFill>
                  <a:srgbClr val="126447"/>
                </a:solidFill>
                <a:latin typeface="Ubuntu Light"/>
                <a:ea typeface="Ubuntu Light"/>
                <a:cs typeface="Ubuntu Light"/>
              </a:defRPr>
            </a:lvl8pPr>
            <a:lvl9pPr algn="l">
              <a:defRPr sz="3150" b="0">
                <a:solidFill>
                  <a:srgbClr val="126447"/>
                </a:solidFill>
                <a:latin typeface="Ubuntu Light"/>
                <a:ea typeface="Ubuntu Light"/>
                <a:cs typeface="Ubuntu Light"/>
              </a:defRPr>
            </a:lvl9pPr>
          </a:lstStyle>
          <a:p>
            <a:pPr algn="l">
              <a:defRPr sz="3150" b="0">
                <a:solidFill>
                  <a:srgbClr val="126447"/>
                </a:solidFill>
                <a:latin typeface="Ubuntu Light"/>
                <a:ea typeface="Ubuntu Light"/>
                <a:cs typeface="Ubuntu Light"/>
              </a:defRPr>
            </a:pPr>
            <a:r>
              <a:rPr b="0">
                <a:latin typeface="Ubuntu Light"/>
                <a:ea typeface="Ubuntu Light"/>
                <a:cs typeface="Ubuntu Light"/>
              </a:rPr>
              <a:t>250 / 250</a:t>
            </a:r>
          </a:p>
        </p:txBody>
      </p:sp>
      <p:sp>
        <p:nvSpPr>
          <p:cNvPr id="4" name="statement-label">
            <a:extLst>
              <a:ext uri="{FF2B5EF4-FFF2-40B4-BE49-F238E27FC236}">
                <a16:creationId xmlns:a16="http://schemas.microsoft.com/office/drawing/2014/main" id="{78DB24FA-433F-848A-98E4-AE7FD59DAC13}"/>
              </a:ext>
            </a:extLst>
          </p:cNvPr>
          <p:cNvSpPr>
            <a:spLocks noGrp="1"/>
          </p:cNvSpPr>
          <p:nvPr/>
        </p:nvSpPr>
        <p:spPr>
          <a:xfrm>
            <a:off x="619125" y="2314575"/>
            <a:ext cx="4000500" cy="285750"/>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b="0">
                <a:latin typeface="Ubuntu Light"/>
                <a:ea typeface="Ubuntu Light"/>
                <a:cs typeface="Ubuntu Light"/>
              </a:rPr>
              <a:t>Python statement lines executed</a:t>
            </a:r>
          </a:p>
        </p:txBody>
      </p:sp>
      <p:sp>
        <p:nvSpPr>
          <p:cNvPr id="5" name="branch-total">
            <a:extLst>
              <a:ext uri="{FF2B5EF4-FFF2-40B4-BE49-F238E27FC236}">
                <a16:creationId xmlns:a16="http://schemas.microsoft.com/office/drawing/2014/main" id="{F1F22490-B561-E225-6CC1-8E6590E46B95}"/>
              </a:ext>
            </a:extLst>
          </p:cNvPr>
          <p:cNvSpPr>
            <a:spLocks noGrp="1"/>
          </p:cNvSpPr>
          <p:nvPr/>
        </p:nvSpPr>
        <p:spPr>
          <a:xfrm>
            <a:off x="619125" y="2881312"/>
            <a:ext cx="3524250" cy="533400"/>
          </a:xfrm>
          <a:prstGeom prst="rect">
            <a:avLst/>
          </a:prstGeom>
          <a:noFill/>
          <a:ln w="0">
            <a:noFill/>
          </a:ln>
        </p:spPr>
        <p:txBody>
          <a:bodyPr wrap="none" lIns="0" tIns="0" rIns="0" bIns="0" anchor="t">
            <a:noAutofit/>
          </a:bodyPr>
          <a:lstStyle>
            <a:defPPr algn="l">
              <a:defRPr sz="3150" b="0">
                <a:solidFill>
                  <a:srgbClr val="126447"/>
                </a:solidFill>
                <a:latin typeface="Ubuntu Light"/>
                <a:ea typeface="Ubuntu Light"/>
                <a:cs typeface="Ubuntu Light"/>
              </a:defRPr>
            </a:defPPr>
            <a:lvl1pPr algn="l">
              <a:defRPr sz="3150" b="0">
                <a:solidFill>
                  <a:srgbClr val="126447"/>
                </a:solidFill>
                <a:latin typeface="Ubuntu Light"/>
                <a:ea typeface="Ubuntu Light"/>
                <a:cs typeface="Ubuntu Light"/>
              </a:defRPr>
            </a:lvl1pPr>
            <a:lvl2pPr algn="l">
              <a:defRPr sz="3150" b="0">
                <a:solidFill>
                  <a:srgbClr val="126447"/>
                </a:solidFill>
                <a:latin typeface="Ubuntu Light"/>
                <a:ea typeface="Ubuntu Light"/>
                <a:cs typeface="Ubuntu Light"/>
              </a:defRPr>
            </a:lvl2pPr>
            <a:lvl3pPr algn="l">
              <a:defRPr sz="3150" b="0">
                <a:solidFill>
                  <a:srgbClr val="126447"/>
                </a:solidFill>
                <a:latin typeface="Ubuntu Light"/>
                <a:ea typeface="Ubuntu Light"/>
                <a:cs typeface="Ubuntu Light"/>
              </a:defRPr>
            </a:lvl3pPr>
            <a:lvl4pPr algn="l">
              <a:defRPr sz="3150" b="0">
                <a:solidFill>
                  <a:srgbClr val="126447"/>
                </a:solidFill>
                <a:latin typeface="Ubuntu Light"/>
                <a:ea typeface="Ubuntu Light"/>
                <a:cs typeface="Ubuntu Light"/>
              </a:defRPr>
            </a:lvl4pPr>
            <a:lvl5pPr algn="l">
              <a:defRPr sz="3150" b="0">
                <a:solidFill>
                  <a:srgbClr val="126447"/>
                </a:solidFill>
                <a:latin typeface="Ubuntu Light"/>
                <a:ea typeface="Ubuntu Light"/>
                <a:cs typeface="Ubuntu Light"/>
              </a:defRPr>
            </a:lvl5pPr>
            <a:lvl6pPr algn="l">
              <a:defRPr sz="3150" b="0">
                <a:solidFill>
                  <a:srgbClr val="126447"/>
                </a:solidFill>
                <a:latin typeface="Ubuntu Light"/>
                <a:ea typeface="Ubuntu Light"/>
                <a:cs typeface="Ubuntu Light"/>
              </a:defRPr>
            </a:lvl6pPr>
            <a:lvl7pPr algn="l">
              <a:defRPr sz="3150" b="0">
                <a:solidFill>
                  <a:srgbClr val="126447"/>
                </a:solidFill>
                <a:latin typeface="Ubuntu Light"/>
                <a:ea typeface="Ubuntu Light"/>
                <a:cs typeface="Ubuntu Light"/>
              </a:defRPr>
            </a:lvl7pPr>
            <a:lvl8pPr algn="l">
              <a:defRPr sz="3150" b="0">
                <a:solidFill>
                  <a:srgbClr val="126447"/>
                </a:solidFill>
                <a:latin typeface="Ubuntu Light"/>
                <a:ea typeface="Ubuntu Light"/>
                <a:cs typeface="Ubuntu Light"/>
              </a:defRPr>
            </a:lvl8pPr>
            <a:lvl9pPr algn="l">
              <a:defRPr sz="3150" b="0">
                <a:solidFill>
                  <a:srgbClr val="126447"/>
                </a:solidFill>
                <a:latin typeface="Ubuntu Light"/>
                <a:ea typeface="Ubuntu Light"/>
                <a:cs typeface="Ubuntu Light"/>
              </a:defRPr>
            </a:lvl9pPr>
          </a:lstStyle>
          <a:p>
            <a:pPr algn="l">
              <a:defRPr sz="3150" b="0">
                <a:solidFill>
                  <a:srgbClr val="126447"/>
                </a:solidFill>
                <a:latin typeface="Ubuntu Light"/>
                <a:ea typeface="Ubuntu Light"/>
                <a:cs typeface="Ubuntu Light"/>
              </a:defRPr>
            </a:pPr>
            <a:r>
              <a:rPr b="0" dirty="0">
                <a:latin typeface="Ubuntu Light"/>
                <a:ea typeface="Ubuntu Light"/>
                <a:cs typeface="Ubuntu Light"/>
              </a:rPr>
              <a:t>30 / 30</a:t>
            </a:r>
          </a:p>
        </p:txBody>
      </p:sp>
      <p:sp>
        <p:nvSpPr>
          <p:cNvPr id="6" name="branch-label">
            <a:extLst>
              <a:ext uri="{FF2B5EF4-FFF2-40B4-BE49-F238E27FC236}">
                <a16:creationId xmlns:a16="http://schemas.microsoft.com/office/drawing/2014/main" id="{DCF5DFD7-20F3-F11F-FE6A-FF25DE293F67}"/>
              </a:ext>
            </a:extLst>
          </p:cNvPr>
          <p:cNvSpPr>
            <a:spLocks noGrp="1"/>
          </p:cNvSpPr>
          <p:nvPr/>
        </p:nvSpPr>
        <p:spPr>
          <a:xfrm>
            <a:off x="619125" y="3433762"/>
            <a:ext cx="3524250" cy="285750"/>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b="0">
                <a:latin typeface="Ubuntu Light"/>
                <a:ea typeface="Ubuntu Light"/>
                <a:cs typeface="Ubuntu Light"/>
              </a:rPr>
              <a:t>Branch outcomes reached</a:t>
            </a:r>
          </a:p>
        </p:txBody>
      </p:sp>
      <p:pic>
        <p:nvPicPr>
          <p:cNvPr id="7" name="Picture 6" descr="Native coverage.py report with test function name contexts">
            <a:extLst>
              <a:ext uri="{FF2B5EF4-FFF2-40B4-BE49-F238E27FC236}">
                <a16:creationId xmlns:a16="http://schemas.microsoft.com/office/drawing/2014/main" id="{A2F0971D-E7E1-0273-EA29-620127DF74F6}"/>
              </a:ext>
            </a:extLst>
          </p:cNvPr>
          <p:cNvPicPr>
            <a:picLocks noChangeAspect="1"/>
          </p:cNvPicPr>
          <p:nvPr/>
        </p:nvPicPr>
        <p:blipFill>
          <a:blip r:embed="rId3"/>
          <a:stretch>
            <a:fillRect/>
          </a:stretch>
        </p:blipFill>
        <p:spPr>
          <a:xfrm>
            <a:off x="4013691" y="1709738"/>
            <a:ext cx="4649496" cy="3371481"/>
          </a:xfrm>
          <a:prstGeom prst="rect">
            <a:avLst/>
          </a:prstGeom>
        </p:spPr>
      </p:pic>
    </p:spTree>
    <p:extLst>
      <p:ext uri="{BB962C8B-B14F-4D97-AF65-F5344CB8AC3E}">
        <p14:creationId xmlns:p14="http://schemas.microsoft.com/office/powerpoint/2010/main" val="167152458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ction-number">
            <a:extLst>
              <a:ext uri="{FF2B5EF4-FFF2-40B4-BE49-F238E27FC236}">
                <a16:creationId xmlns:a16="http://schemas.microsoft.com/office/drawing/2014/main" id="{0B530D1F-3894-4281-8B64-C17EBD7DDC35}"/>
              </a:ext>
            </a:extLst>
          </p:cNvPr>
          <p:cNvSpPr>
            <a:spLocks noGrp="1"/>
          </p:cNvSpPr>
          <p:nvPr/>
        </p:nvSpPr>
        <p:spPr>
          <a:xfrm>
            <a:off x="619125" y="1190625"/>
            <a:ext cx="7905750" cy="266700"/>
          </a:xfrm>
          <a:prstGeom prst="rect">
            <a:avLst/>
          </a:prstGeom>
          <a:noFill/>
          <a:ln w="0">
            <a:noFill/>
          </a:ln>
        </p:spPr>
        <p:txBody>
          <a:bodyPr wrap="none" lIns="0" tIns="0" rIns="0" bIns="0" anchor="t">
            <a:noAutofit/>
          </a:bodyPr>
          <a:lstStyle>
            <a:defPPr algn="l">
              <a:defRPr sz="1350" b="0">
                <a:solidFill>
                  <a:srgbClr val="B91561"/>
                </a:solidFill>
                <a:latin typeface="Ubuntu Light"/>
                <a:ea typeface="Ubuntu Light"/>
                <a:cs typeface="Ubuntu Light"/>
              </a:defRPr>
            </a:defPPr>
            <a:lvl1pPr algn="l">
              <a:defRPr sz="1350" b="0">
                <a:solidFill>
                  <a:srgbClr val="B91561"/>
                </a:solidFill>
                <a:latin typeface="Ubuntu Light"/>
                <a:ea typeface="Ubuntu Light"/>
                <a:cs typeface="Ubuntu Light"/>
              </a:defRPr>
            </a:lvl1pPr>
            <a:lvl2pPr algn="l">
              <a:defRPr sz="1350" b="0">
                <a:solidFill>
                  <a:srgbClr val="B91561"/>
                </a:solidFill>
                <a:latin typeface="Ubuntu Light"/>
                <a:ea typeface="Ubuntu Light"/>
                <a:cs typeface="Ubuntu Light"/>
              </a:defRPr>
            </a:lvl2pPr>
            <a:lvl3pPr algn="l">
              <a:defRPr sz="1350" b="0">
                <a:solidFill>
                  <a:srgbClr val="B91561"/>
                </a:solidFill>
                <a:latin typeface="Ubuntu Light"/>
                <a:ea typeface="Ubuntu Light"/>
                <a:cs typeface="Ubuntu Light"/>
              </a:defRPr>
            </a:lvl3pPr>
            <a:lvl4pPr algn="l">
              <a:defRPr sz="1350" b="0">
                <a:solidFill>
                  <a:srgbClr val="B91561"/>
                </a:solidFill>
                <a:latin typeface="Ubuntu Light"/>
                <a:ea typeface="Ubuntu Light"/>
                <a:cs typeface="Ubuntu Light"/>
              </a:defRPr>
            </a:lvl4pPr>
            <a:lvl5pPr algn="l">
              <a:defRPr sz="1350" b="0">
                <a:solidFill>
                  <a:srgbClr val="B91561"/>
                </a:solidFill>
                <a:latin typeface="Ubuntu Light"/>
                <a:ea typeface="Ubuntu Light"/>
                <a:cs typeface="Ubuntu Light"/>
              </a:defRPr>
            </a:lvl5pPr>
            <a:lvl6pPr algn="l">
              <a:defRPr sz="1350" b="0">
                <a:solidFill>
                  <a:srgbClr val="B91561"/>
                </a:solidFill>
                <a:latin typeface="Ubuntu Light"/>
                <a:ea typeface="Ubuntu Light"/>
                <a:cs typeface="Ubuntu Light"/>
              </a:defRPr>
            </a:lvl6pPr>
            <a:lvl7pPr algn="l">
              <a:defRPr sz="1350" b="0">
                <a:solidFill>
                  <a:srgbClr val="B91561"/>
                </a:solidFill>
                <a:latin typeface="Ubuntu Light"/>
                <a:ea typeface="Ubuntu Light"/>
                <a:cs typeface="Ubuntu Light"/>
              </a:defRPr>
            </a:lvl7pPr>
            <a:lvl8pPr algn="l">
              <a:defRPr sz="1350" b="0">
                <a:solidFill>
                  <a:srgbClr val="B91561"/>
                </a:solidFill>
                <a:latin typeface="Ubuntu Light"/>
                <a:ea typeface="Ubuntu Light"/>
                <a:cs typeface="Ubuntu Light"/>
              </a:defRPr>
            </a:lvl8pPr>
            <a:lvl9pPr algn="l">
              <a:defRPr sz="1350" b="0">
                <a:solidFill>
                  <a:srgbClr val="B91561"/>
                </a:solidFill>
                <a:latin typeface="Ubuntu Light"/>
                <a:ea typeface="Ubuntu Light"/>
                <a:cs typeface="Ubuntu Light"/>
              </a:defRPr>
            </a:lvl9pPr>
          </a:lstStyle>
          <a:p>
            <a:pPr algn="l">
              <a:defRPr sz="1350" b="0">
                <a:solidFill>
                  <a:srgbClr val="B91561"/>
                </a:solidFill>
                <a:latin typeface="Ubuntu Light"/>
                <a:ea typeface="Ubuntu Light"/>
                <a:cs typeface="Ubuntu Light"/>
              </a:defRPr>
            </a:pPr>
            <a:r>
              <a:rPr sz="1600" b="1" dirty="0">
                <a:latin typeface="Ubuntu Light"/>
                <a:ea typeface="Ubuntu Light"/>
                <a:cs typeface="Ubuntu Light"/>
              </a:rPr>
              <a:t>SECTION 07</a:t>
            </a:r>
          </a:p>
        </p:txBody>
      </p:sp>
      <p:sp>
        <p:nvSpPr>
          <p:cNvPr id="2" name="section-question">
            <a:extLst>
              <a:ext uri="{FF2B5EF4-FFF2-40B4-BE49-F238E27FC236}">
                <a16:creationId xmlns:a16="http://schemas.microsoft.com/office/drawing/2014/main" id="{713E878A-72C4-4B25-BC69-DF1437F3C212}"/>
              </a:ext>
            </a:extLst>
          </p:cNvPr>
          <p:cNvSpPr>
            <a:spLocks noGrp="1"/>
          </p:cNvSpPr>
          <p:nvPr/>
        </p:nvSpPr>
        <p:spPr>
          <a:xfrm>
            <a:off x="619125" y="1857375"/>
            <a:ext cx="7905750" cy="1905000"/>
          </a:xfrm>
          <a:prstGeom prst="rect">
            <a:avLst/>
          </a:prstGeom>
          <a:noFill/>
          <a:ln w="0">
            <a:noFill/>
          </a:ln>
        </p:spPr>
        <p:txBody>
          <a:bodyPr wrap="none" lIns="0" tIns="0" rIns="0" bIns="0" anchor="t">
            <a:noAutofit/>
          </a:bodyPr>
          <a:lstStyle>
            <a:defPPr algn="l">
              <a:defRPr sz="3300" b="0">
                <a:solidFill>
                  <a:srgbClr val="202D3E"/>
                </a:solidFill>
                <a:latin typeface="Ubuntu Light"/>
                <a:ea typeface="Ubuntu Light"/>
                <a:cs typeface="Ubuntu Light"/>
              </a:defRPr>
            </a:defPPr>
            <a:lvl1pPr algn="l">
              <a:defRPr sz="3300" b="0">
                <a:solidFill>
                  <a:srgbClr val="202D3E"/>
                </a:solidFill>
                <a:latin typeface="Ubuntu Light"/>
                <a:ea typeface="Ubuntu Light"/>
                <a:cs typeface="Ubuntu Light"/>
              </a:defRPr>
            </a:lvl1pPr>
            <a:lvl2pPr algn="l">
              <a:defRPr sz="3300" b="0">
                <a:solidFill>
                  <a:srgbClr val="202D3E"/>
                </a:solidFill>
                <a:latin typeface="Ubuntu Light"/>
                <a:ea typeface="Ubuntu Light"/>
                <a:cs typeface="Ubuntu Light"/>
              </a:defRPr>
            </a:lvl2pPr>
            <a:lvl3pPr algn="l">
              <a:defRPr sz="3300" b="0">
                <a:solidFill>
                  <a:srgbClr val="202D3E"/>
                </a:solidFill>
                <a:latin typeface="Ubuntu Light"/>
                <a:ea typeface="Ubuntu Light"/>
                <a:cs typeface="Ubuntu Light"/>
              </a:defRPr>
            </a:lvl3pPr>
            <a:lvl4pPr algn="l">
              <a:defRPr sz="3300" b="0">
                <a:solidFill>
                  <a:srgbClr val="202D3E"/>
                </a:solidFill>
                <a:latin typeface="Ubuntu Light"/>
                <a:ea typeface="Ubuntu Light"/>
                <a:cs typeface="Ubuntu Light"/>
              </a:defRPr>
            </a:lvl4pPr>
            <a:lvl5pPr algn="l">
              <a:defRPr sz="3300" b="0">
                <a:solidFill>
                  <a:srgbClr val="202D3E"/>
                </a:solidFill>
                <a:latin typeface="Ubuntu Light"/>
                <a:ea typeface="Ubuntu Light"/>
                <a:cs typeface="Ubuntu Light"/>
              </a:defRPr>
            </a:lvl5pPr>
            <a:lvl6pPr algn="l">
              <a:defRPr sz="3300" b="0">
                <a:solidFill>
                  <a:srgbClr val="202D3E"/>
                </a:solidFill>
                <a:latin typeface="Ubuntu Light"/>
                <a:ea typeface="Ubuntu Light"/>
                <a:cs typeface="Ubuntu Light"/>
              </a:defRPr>
            </a:lvl6pPr>
            <a:lvl7pPr algn="l">
              <a:defRPr sz="3300" b="0">
                <a:solidFill>
                  <a:srgbClr val="202D3E"/>
                </a:solidFill>
                <a:latin typeface="Ubuntu Light"/>
                <a:ea typeface="Ubuntu Light"/>
                <a:cs typeface="Ubuntu Light"/>
              </a:defRPr>
            </a:lvl7pPr>
            <a:lvl8pPr algn="l">
              <a:defRPr sz="3300" b="0">
                <a:solidFill>
                  <a:srgbClr val="202D3E"/>
                </a:solidFill>
                <a:latin typeface="Ubuntu Light"/>
                <a:ea typeface="Ubuntu Light"/>
                <a:cs typeface="Ubuntu Light"/>
              </a:defRPr>
            </a:lvl8pPr>
            <a:lvl9pPr algn="l">
              <a:defRPr sz="3300" b="0">
                <a:solidFill>
                  <a:srgbClr val="202D3E"/>
                </a:solidFill>
                <a:latin typeface="Ubuntu Light"/>
                <a:ea typeface="Ubuntu Light"/>
                <a:cs typeface="Ubuntu Light"/>
              </a:defRPr>
            </a:lvl9pPr>
          </a:lstStyle>
          <a:p>
            <a:pPr algn="l">
              <a:defRPr sz="3300" b="0">
                <a:solidFill>
                  <a:srgbClr val="202D3E"/>
                </a:solidFill>
                <a:latin typeface="Ubuntu Light"/>
                <a:ea typeface="Ubuntu Light"/>
                <a:cs typeface="Ubuntu Light"/>
              </a:defRPr>
            </a:pPr>
            <a:r>
              <a:rPr b="0">
                <a:latin typeface="Ubuntu Light"/>
                <a:ea typeface="Ubuntu Light"/>
                <a:cs typeface="Ubuntu Light"/>
              </a:rPr>
              <a:t>What can we claim</a:t>
            </a:r>
          </a:p>
          <a:p>
            <a:pPr algn="l">
              <a:defRPr sz="3300" b="0">
                <a:solidFill>
                  <a:srgbClr val="202D3E"/>
                </a:solidFill>
                <a:latin typeface="Ubuntu Light"/>
                <a:ea typeface="Ubuntu Light"/>
                <a:cs typeface="Ubuntu Light"/>
              </a:defRPr>
            </a:pPr>
            <a:r>
              <a:rPr b="0">
                <a:latin typeface="Ubuntu Light"/>
                <a:ea typeface="Ubuntu Light"/>
                <a:cs typeface="Ubuntu Light"/>
              </a:rPr>
              <a:t>from these results?</a:t>
            </a:r>
          </a:p>
        </p:txBody>
      </p:sp>
    </p:spTree>
    <p:extLst>
      <p:ext uri="{BB962C8B-B14F-4D97-AF65-F5344CB8AC3E}">
        <p14:creationId xmlns:p14="http://schemas.microsoft.com/office/powerpoint/2010/main" val="81346788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title">
            <a:extLst>
              <a:ext uri="{FF2B5EF4-FFF2-40B4-BE49-F238E27FC236}">
                <a16:creationId xmlns:a16="http://schemas.microsoft.com/office/drawing/2014/main" id="{6F5B5E35-EA4F-43A9-830D-3692898D3657}"/>
              </a:ext>
            </a:extLst>
          </p:cNvPr>
          <p:cNvSpPr>
            <a:spLocks noGrp="1"/>
          </p:cNvSpPr>
          <p:nvPr/>
        </p:nvSpPr>
        <p:spPr>
          <a:xfrm>
            <a:off x="619125" y="752475"/>
            <a:ext cx="7905750" cy="457200"/>
          </a:xfrm>
          <a:prstGeom prst="rect">
            <a:avLst/>
          </a:prstGeom>
          <a:noFill/>
          <a:ln w="0">
            <a:noFill/>
          </a:ln>
        </p:spPr>
        <p:txBody xmlns:a="http://schemas.openxmlformats.org/drawingml/2006/main" xmlns:p="http://schemas.openxmlformats.org/presentationml/2006/main">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lang="en-US" b="0" dirty="0">
                <a:latin typeface="Ubuntu Light"/>
                <a:ea typeface="Ubuntu Light"/>
                <a:cs typeface="Ubuntu Light"/>
              </a:rPr>
              <a:t>Limits of local testing</a:t>
            </a:r>
          </a:p>
        </p:txBody>
      </p:sp>
      <p:graphicFrame>
        <p:nvGraphicFramePr>
          <p:cNvPr id="2" name="Table 1">
            <a:extLst>
              <a:ext uri="{FF2B5EF4-FFF2-40B4-BE49-F238E27FC236}">
                <a16:creationId xmlns:a16="http://schemas.microsoft.com/office/drawing/2014/main" id="{A0E14B9C-3C40-4B18-8194-36298F23C9D7}"/>
              </a:ext>
            </a:extLst>
          </p:cNvPr>
          <p:cNvGraphicFramePr/>
          <p:nvPr>
            <p:extLst>
              <p:ext uri="{D42A27DB-BD31-4B8C-83A1-F6EECF244321}">
                <p14:modId xmlns:p14="http://schemas.microsoft.com/office/powerpoint/2010/main" val="6638518"/>
              </p:ext>
            </p:extLst>
          </p:nvPr>
        </p:nvGraphicFramePr>
        <p:xfrm>
          <a:off x="619125" y="1619250"/>
          <a:ext cx="7905750" cy="2038350"/>
        </p:xfrm>
        <a:graphic>
          <a:graphicData uri="http://schemas.openxmlformats.org/drawingml/2006/table">
            <a:tbl>
              <a:tblPr firstRow="1"/>
              <a:tblGrid>
                <a:gridCol w="4619625">
                  <a:extLst>
                    <a:ext uri="{9D8B030D-6E8A-4147-A177-3AD203B41FA5}">
                      <a16:colId xmlns:a16="http://schemas.microsoft.com/office/drawing/2014/main" val="20000"/>
                    </a:ext>
                  </a:extLst>
                </a:gridCol>
                <a:gridCol w="3286125">
                  <a:extLst>
                    <a:ext uri="{9D8B030D-6E8A-4147-A177-3AD203B41FA5}">
                      <a16:colId xmlns:a16="http://schemas.microsoft.com/office/drawing/2014/main" val="20001"/>
                    </a:ext>
                  </a:extLst>
                </a:gridCol>
              </a:tblGrid>
              <a:tr h="679450">
                <a:tc>
                  <a:txBody>
                    <a:bodyPr/>
                    <a:lstStyle/>
                    <a:p>
                      <a:pPr algn="l"/>
                      <a:r>
                        <a:rPr lang="en-US" sz="1575" b="0" dirty="0">
                          <a:solidFill>
                            <a:srgbClr val="FFFFFF"/>
                          </a:solidFill>
                          <a:latin typeface="Ubuntu Light"/>
                          <a:ea typeface="Ubuntu Light"/>
                          <a:cs typeface="Ubuntu Light"/>
                        </a:rPr>
                        <a:t>L</a:t>
                      </a:r>
                      <a:r>
                        <a:rPr sz="1575" b="0" dirty="0">
                          <a:solidFill>
                            <a:srgbClr val="FFFFFF"/>
                          </a:solidFill>
                          <a:latin typeface="Ubuntu Light"/>
                          <a:ea typeface="Ubuntu Light"/>
                          <a:cs typeface="Ubuntu Light"/>
                        </a:rPr>
                        <a:t>imitation</a:t>
                      </a:r>
                    </a:p>
                  </a:txBody>
                  <a:tcPr anchor="ctr">
                    <a:lnL w="9525">
                      <a:solidFill>
                        <a:srgbClr val="D6DFE9"/>
                      </a:solidFill>
                      <a:prstDash val="solid"/>
                    </a:lnL>
                    <a:lnR w="9525">
                      <a:solidFill>
                        <a:srgbClr val="D6DFE9"/>
                      </a:solidFill>
                      <a:prstDash val="solid"/>
                    </a:lnR>
                    <a:lnT w="9525">
                      <a:solidFill>
                        <a:srgbClr val="D6DFE9"/>
                      </a:solidFill>
                      <a:prstDash val="solid"/>
                    </a:lnT>
                    <a:lnB w="9525">
                      <a:solidFill>
                        <a:srgbClr val="D6DFE9"/>
                      </a:solidFill>
                      <a:prstDash val="solid"/>
                    </a:lnB>
                    <a:solidFill>
                      <a:srgbClr val="202D3E"/>
                    </a:solidFill>
                  </a:tcPr>
                </a:tc>
                <a:tc>
                  <a:txBody>
                    <a:bodyPr/>
                    <a:lstStyle/>
                    <a:p>
                      <a:pPr algn="l"/>
                      <a:r>
                        <a:rPr sz="1575" b="0" dirty="0">
                          <a:solidFill>
                            <a:srgbClr val="FFFFFF"/>
                          </a:solidFill>
                          <a:latin typeface="Ubuntu Light"/>
                          <a:ea typeface="Ubuntu Light"/>
                          <a:cs typeface="Ubuntu Light"/>
                        </a:rPr>
                        <a:t>What to check </a:t>
                      </a:r>
                      <a:r>
                        <a:rPr lang="en-US" sz="1575" b="0" dirty="0">
                          <a:solidFill>
                            <a:srgbClr val="FFFFFF"/>
                          </a:solidFill>
                          <a:latin typeface="Ubuntu Light"/>
                          <a:ea typeface="Ubuntu Light"/>
                          <a:cs typeface="Ubuntu Light"/>
                        </a:rPr>
                        <a:t>after local e2e test</a:t>
                      </a:r>
                      <a:endParaRPr sz="1575" b="0" dirty="0">
                        <a:solidFill>
                          <a:srgbClr val="FFFFFF"/>
                        </a:solidFill>
                        <a:latin typeface="Ubuntu Light"/>
                        <a:ea typeface="Ubuntu Light"/>
                        <a:cs typeface="Ubuntu Light"/>
                      </a:endParaRPr>
                    </a:p>
                  </a:txBody>
                  <a:tcPr anchor="ctr">
                    <a:lnL w="9525" cap="flat" cmpd="sng" algn="ctr">
                      <a:solidFill>
                        <a:srgbClr val="D6DFE9"/>
                      </a:solidFill>
                      <a:prstDash val="solid"/>
                      <a:round/>
                      <a:headEnd type="none" w="med" len="med"/>
                      <a:tailEnd type="none" w="med" len="med"/>
                    </a:lnL>
                    <a:lnR w="9525">
                      <a:solidFill>
                        <a:srgbClr val="D6DFE9"/>
                      </a:solidFill>
                      <a:prstDash val="solid"/>
                    </a:lnR>
                    <a:lnT w="9525">
                      <a:solidFill>
                        <a:srgbClr val="D6DFE9"/>
                      </a:solidFill>
                      <a:prstDash val="solid"/>
                    </a:lnT>
                    <a:lnB w="9525">
                      <a:solidFill>
                        <a:srgbClr val="D6DFE9"/>
                      </a:solidFill>
                      <a:prstDash val="solid"/>
                    </a:lnB>
                    <a:solidFill>
                      <a:srgbClr val="202D3E"/>
                    </a:solidFill>
                  </a:tcPr>
                </a:tc>
                <a:extLst>
                  <a:ext uri="{0D108BD9-81ED-4DB2-BD59-A6C34878D82A}">
                    <a16:rowId xmlns:a16="http://schemas.microsoft.com/office/drawing/2014/main" val="10000"/>
                  </a:ext>
                </a:extLst>
              </a:tr>
              <a:tr h="679450">
                <a:tc>
                  <a:txBody>
                    <a:bodyPr/>
                    <a:lstStyle/>
                    <a:p>
                      <a:pPr algn="l"/>
                      <a:r>
                        <a:rPr sz="1575" b="0" dirty="0" err="1">
                          <a:solidFill>
                            <a:srgbClr val="202D3E"/>
                          </a:solidFill>
                          <a:latin typeface="Ubuntu Light"/>
                          <a:ea typeface="Ubuntu Light"/>
                          <a:cs typeface="Ubuntu Light"/>
                        </a:rPr>
                        <a:t>localstripe</a:t>
                      </a:r>
                      <a:r>
                        <a:rPr sz="1575" b="0" dirty="0">
                          <a:solidFill>
                            <a:srgbClr val="202D3E"/>
                          </a:solidFill>
                          <a:latin typeface="Ubuntu Light"/>
                          <a:ea typeface="Ubuntu Light"/>
                          <a:cs typeface="Ubuntu Light"/>
                        </a:rPr>
                        <a:t>: no </a:t>
                      </a:r>
                      <a:r>
                        <a:rPr sz="1575" b="0" dirty="0">
                          <a:solidFill>
                            <a:srgbClr val="202D3E"/>
                          </a:solidFill>
                          <a:latin typeface="Menlo"/>
                          <a:ea typeface="Menlo"/>
                          <a:cs typeface="Menlo"/>
                        </a:rPr>
                        <a:t>Idempotency-Key</a:t>
                      </a:r>
                      <a:r>
                        <a:rPr sz="1575" b="0" dirty="0">
                          <a:solidFill>
                            <a:srgbClr val="202D3E"/>
                          </a:solidFill>
                          <a:latin typeface="Ubuntu Light"/>
                          <a:ea typeface="Ubuntu Light"/>
                          <a:cs typeface="Ubuntu Light"/>
                        </a:rPr>
                        <a:t> support</a:t>
                      </a:r>
                    </a:p>
                  </a:txBody>
                  <a:tcPr anchor="ctr">
                    <a:lnL w="9525">
                      <a:solidFill>
                        <a:srgbClr val="D6DFE9"/>
                      </a:solidFill>
                      <a:prstDash val="solid"/>
                    </a:lnL>
                    <a:lnR w="9525">
                      <a:solidFill>
                        <a:srgbClr val="D6DFE9"/>
                      </a:solidFill>
                      <a:prstDash val="solid"/>
                    </a:lnR>
                    <a:lnT w="9525" cap="flat" cmpd="sng" algn="ctr">
                      <a:solidFill>
                        <a:srgbClr val="D6DFE9"/>
                      </a:solidFill>
                      <a:prstDash val="solid"/>
                      <a:round/>
                      <a:headEnd type="none" w="med" len="med"/>
                      <a:tailEnd type="none" w="med" len="med"/>
                    </a:lnT>
                    <a:lnB w="9525">
                      <a:solidFill>
                        <a:srgbClr val="D6DFE9"/>
                      </a:solidFill>
                      <a:prstDash val="solid"/>
                    </a:lnB>
                    <a:solidFill>
                      <a:srgbClr val="FFFFFF"/>
                    </a:solidFill>
                  </a:tcPr>
                </a:tc>
                <a:tc>
                  <a:txBody>
                    <a:bodyPr/>
                    <a:lstStyle/>
                    <a:p>
                      <a:pPr algn="l"/>
                      <a:r>
                        <a:rPr sz="1575" b="0" dirty="0">
                          <a:solidFill>
                            <a:srgbClr val="202D3E"/>
                          </a:solidFill>
                          <a:latin typeface="Ubuntu Light"/>
                          <a:ea typeface="Ubuntu Light"/>
                          <a:cs typeface="Ubuntu Light"/>
                        </a:rPr>
                        <a:t>Payment retries in </a:t>
                      </a:r>
                      <a:r>
                        <a:rPr lang="en-US" sz="1575" b="0" dirty="0">
                          <a:solidFill>
                            <a:srgbClr val="202D3E"/>
                          </a:solidFill>
                          <a:latin typeface="Ubuntu Light"/>
                          <a:ea typeface="Ubuntu Light"/>
                          <a:cs typeface="Ubuntu Light"/>
                        </a:rPr>
                        <a:t/>
                      </a:r>
                      <a:r>
                        <a:rPr sz="1575" b="0" dirty="0">
                          <a:solidFill>
                            <a:srgbClr val="202D3E"/>
                          </a:solidFill>
                          <a:latin typeface="Ubuntu Light"/>
                          <a:ea typeface="Ubuntu Light"/>
                          <a:cs typeface="Ubuntu Light"/>
                        </a:rPr>
                        <a:t>Stripe’s sandbox</a:t>
                      </a:r>
                    </a:p>
                  </a:txBody>
                  <a:tcPr anchor="ctr">
                    <a:lnL w="9525" cap="flat" cmpd="sng" algn="ctr">
                      <a:solidFill>
                        <a:srgbClr val="D6DFE9"/>
                      </a:solidFill>
                      <a:prstDash val="solid"/>
                      <a:round/>
                      <a:headEnd type="none" w="med" len="med"/>
                      <a:tailEnd type="none" w="med" len="med"/>
                    </a:lnL>
                    <a:lnR w="9525">
                      <a:solidFill>
                        <a:srgbClr val="D6DFE9"/>
                      </a:solidFill>
                      <a:prstDash val="solid"/>
                    </a:lnR>
                    <a:lnT w="9525" cap="flat" cmpd="sng" algn="ctr">
                      <a:solidFill>
                        <a:srgbClr val="D6DFE9"/>
                      </a:solidFill>
                      <a:prstDash val="solid"/>
                      <a:round/>
                      <a:headEnd type="none" w="med" len="med"/>
                      <a:tailEnd type="none" w="med" len="med"/>
                    </a:lnT>
                    <a:lnB w="9525">
                      <a:solidFill>
                        <a:srgbClr val="D6DFE9"/>
                      </a:solidFill>
                      <a:prstDash val="solid"/>
                    </a:lnB>
                    <a:solidFill>
                      <a:srgbClr val="FFFFFF"/>
                    </a:solidFill>
                  </a:tcPr>
                </a:tc>
                <a:extLst>
                  <a:ext uri="{0D108BD9-81ED-4DB2-BD59-A6C34878D82A}">
                    <a16:rowId xmlns:a16="http://schemas.microsoft.com/office/drawing/2014/main" val="10001"/>
                  </a:ext>
                </a:extLst>
              </a:tr>
              <a:tr h="679450">
                <a:tc>
                  <a:txBody>
                    <a:bodyPr/>
                    <a:lstStyle/>
                    <a:p>
                      <a:pPr algn="l"/>
                      <a:r>
                        <a:rPr sz="1575" b="0" dirty="0">
                          <a:solidFill>
                            <a:srgbClr val="202D3E"/>
                          </a:solidFill>
                          <a:latin typeface="Ubuntu Light"/>
                          <a:ea typeface="Ubuntu Light"/>
                          <a:cs typeface="Ubuntu Light"/>
                        </a:rPr>
                        <a:t>Floci 2.3.0 accepts </a:t>
                      </a:r>
                      <a:r>
                        <a:rPr sz="1575" b="1" dirty="0">
                          <a:solidFill>
                            <a:srgbClr val="202D3E"/>
                          </a:solidFill>
                          <a:latin typeface="Ubuntu Light"/>
                          <a:ea typeface="Ubuntu Light"/>
                          <a:cs typeface="Ubuntu Light"/>
                        </a:rPr>
                        <a:t>expired </a:t>
                      </a:r>
                      <a:r>
                        <a:rPr lang="en-US" sz="1575" b="1" dirty="0">
                          <a:solidFill>
                            <a:srgbClr val="202D3E"/>
                          </a:solidFill>
                          <a:latin typeface="Ubuntu Light"/>
                          <a:ea typeface="Ubuntu Light"/>
                          <a:cs typeface="Ubuntu Light"/>
                        </a:rPr>
                        <a:t>Step Functions </a:t>
                      </a:r>
                      <a:r>
                        <a:rPr sz="1575" b="1" dirty="0">
                          <a:solidFill>
                            <a:srgbClr val="202D3E"/>
                          </a:solidFill>
                          <a:latin typeface="Ubuntu Light"/>
                          <a:ea typeface="Ubuntu Light"/>
                          <a:cs typeface="Ubuntu Light"/>
                        </a:rPr>
                        <a:t>task tokens</a:t>
                      </a:r>
                    </a:p>
                  </a:txBody>
                  <a:tcPr anchor="ctr">
                    <a:lnL w="9525">
                      <a:solidFill>
                        <a:srgbClr val="D6DFE9"/>
                      </a:solidFill>
                      <a:prstDash val="solid"/>
                    </a:lnL>
                    <a:lnR w="9525">
                      <a:solidFill>
                        <a:srgbClr val="D6DFE9"/>
                      </a:solidFill>
                      <a:prstDash val="solid"/>
                    </a:lnR>
                    <a:lnT w="9525" cap="flat" cmpd="sng" algn="ctr">
                      <a:solidFill>
                        <a:srgbClr val="D6DFE9"/>
                      </a:solidFill>
                      <a:prstDash val="solid"/>
                      <a:round/>
                      <a:headEnd type="none" w="med" len="med"/>
                      <a:tailEnd type="none" w="med" len="med"/>
                    </a:lnT>
                    <a:lnB w="9525">
                      <a:solidFill>
                        <a:srgbClr val="D6DFE9"/>
                      </a:solidFill>
                      <a:prstDash val="solid"/>
                    </a:lnB>
                    <a:solidFill>
                      <a:srgbClr val="F2F5F8"/>
                    </a:solidFill>
                  </a:tcPr>
                </a:tc>
                <a:tc>
                  <a:txBody>
                    <a:bodyPr/>
                    <a:lstStyle/>
                    <a:p>
                      <a:pPr algn="l"/>
                      <a:r>
                        <a:rPr sz="1575" b="0" dirty="0">
                          <a:solidFill>
                            <a:srgbClr val="202D3E"/>
                          </a:solidFill>
                          <a:latin typeface="Ubuntu Light"/>
                          <a:ea typeface="Ubuntu Light"/>
                          <a:cs typeface="Ubuntu Light"/>
                        </a:rPr>
                        <a:t>Token expiry on</a:t>
                      </a:r>
                      <a:r>
                        <a:rPr lang="en-US" sz="1575" b="0" dirty="0">
                          <a:solidFill>
                            <a:srgbClr val="202D3E"/>
                          </a:solidFill>
                          <a:latin typeface="Ubuntu Light"/>
                          <a:ea typeface="Ubuntu Light"/>
                          <a:cs typeface="Ubuntu Light"/>
                        </a:rPr>
                        <a:t> real</a:t>
                      </a:r>
                      <a:r>
                        <a:rPr sz="1575" b="0" dirty="0">
                          <a:solidFill>
                            <a:srgbClr val="202D3E"/>
                          </a:solidFill>
                          <a:latin typeface="Ubuntu Light"/>
                          <a:ea typeface="Ubuntu Light"/>
                          <a:cs typeface="Ubuntu Light"/>
                        </a:rPr>
                        <a:t> AWS</a:t>
                      </a:r>
                    </a:p>
                  </a:txBody>
                  <a:tcPr anchor="ctr">
                    <a:lnL w="9525" cap="flat" cmpd="sng" algn="ctr">
                      <a:solidFill>
                        <a:srgbClr val="D6DFE9"/>
                      </a:solidFill>
                      <a:prstDash val="solid"/>
                      <a:round/>
                      <a:headEnd type="none" w="med" len="med"/>
                      <a:tailEnd type="none" w="med" len="med"/>
                    </a:lnL>
                    <a:lnR w="9525">
                      <a:solidFill>
                        <a:srgbClr val="D6DFE9"/>
                      </a:solidFill>
                      <a:prstDash val="solid"/>
                    </a:lnR>
                    <a:lnT w="9525" cap="flat" cmpd="sng" algn="ctr">
                      <a:solidFill>
                        <a:srgbClr val="D6DFE9"/>
                      </a:solidFill>
                      <a:prstDash val="solid"/>
                      <a:round/>
                      <a:headEnd type="none" w="med" len="med"/>
                      <a:tailEnd type="none" w="med" len="med"/>
                    </a:lnT>
                    <a:lnB w="9525">
                      <a:solidFill>
                        <a:srgbClr val="D6DFE9"/>
                      </a:solidFill>
                      <a:prstDash val="solid"/>
                    </a:lnB>
                    <a:solidFill>
                      <a:srgbClr val="F2F5F8"/>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2706008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title">
            <a:extLst>
              <a:ext uri="{FF2B5EF4-FFF2-40B4-BE49-F238E27FC236}">
                <a16:creationId xmlns:a16="http://schemas.microsoft.com/office/drawing/2014/main" id="{4D51B994-614F-4290-A9D7-08A0CF077772}"/>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b="0" dirty="0">
                <a:latin typeface="Ubuntu Light"/>
                <a:ea typeface="Ubuntu Light"/>
                <a:cs typeface="Ubuntu Light"/>
              </a:rPr>
              <a:t>100% of which code, exercised by which tests?</a:t>
            </a:r>
          </a:p>
        </p:txBody>
      </p:sp>
      <p:sp>
        <p:nvSpPr>
          <p:cNvPr id="2" name="scope-label">
            <a:extLst>
              <a:ext uri="{FF2B5EF4-FFF2-40B4-BE49-F238E27FC236}">
                <a16:creationId xmlns:a16="http://schemas.microsoft.com/office/drawing/2014/main" id="{18EFFE96-E143-4540-92B0-08476E6389D7}"/>
              </a:ext>
            </a:extLst>
          </p:cNvPr>
          <p:cNvSpPr>
            <a:spLocks noGrp="1"/>
          </p:cNvSpPr>
          <p:nvPr/>
        </p:nvSpPr>
        <p:spPr>
          <a:xfrm>
            <a:off x="619125" y="1657350"/>
            <a:ext cx="1905000" cy="304800"/>
          </a:xfrm>
          <a:prstGeom prst="rect">
            <a:avLst/>
          </a:prstGeom>
          <a:noFill/>
          <a:ln w="0">
            <a:noFill/>
          </a:ln>
        </p:spPr>
        <p:txBody>
          <a:bodyPr wrap="none" lIns="0" tIns="0" rIns="0" bIns="0" anchor="t">
            <a:noAutofit/>
          </a:bodyPr>
          <a:lstStyle>
            <a:defPPr algn="l">
              <a:defRPr sz="1725" b="0">
                <a:solidFill>
                  <a:srgbClr val="B91561"/>
                </a:solidFill>
                <a:latin typeface="Ubuntu Light"/>
                <a:ea typeface="Ubuntu Light"/>
                <a:cs typeface="Ubuntu Light"/>
              </a:defRPr>
            </a:defPPr>
            <a:lvl1pPr algn="l">
              <a:defRPr sz="1725" b="0">
                <a:solidFill>
                  <a:srgbClr val="B91561"/>
                </a:solidFill>
                <a:latin typeface="Ubuntu Light"/>
                <a:ea typeface="Ubuntu Light"/>
                <a:cs typeface="Ubuntu Light"/>
              </a:defRPr>
            </a:lvl1pPr>
            <a:lvl2pPr algn="l">
              <a:defRPr sz="1725" b="0">
                <a:solidFill>
                  <a:srgbClr val="B91561"/>
                </a:solidFill>
                <a:latin typeface="Ubuntu Light"/>
                <a:ea typeface="Ubuntu Light"/>
                <a:cs typeface="Ubuntu Light"/>
              </a:defRPr>
            </a:lvl2pPr>
            <a:lvl3pPr algn="l">
              <a:defRPr sz="1725" b="0">
                <a:solidFill>
                  <a:srgbClr val="B91561"/>
                </a:solidFill>
                <a:latin typeface="Ubuntu Light"/>
                <a:ea typeface="Ubuntu Light"/>
                <a:cs typeface="Ubuntu Light"/>
              </a:defRPr>
            </a:lvl3pPr>
            <a:lvl4pPr algn="l">
              <a:defRPr sz="1725" b="0">
                <a:solidFill>
                  <a:srgbClr val="B91561"/>
                </a:solidFill>
                <a:latin typeface="Ubuntu Light"/>
                <a:ea typeface="Ubuntu Light"/>
                <a:cs typeface="Ubuntu Light"/>
              </a:defRPr>
            </a:lvl4pPr>
            <a:lvl5pPr algn="l">
              <a:defRPr sz="1725" b="0">
                <a:solidFill>
                  <a:srgbClr val="B91561"/>
                </a:solidFill>
                <a:latin typeface="Ubuntu Light"/>
                <a:ea typeface="Ubuntu Light"/>
                <a:cs typeface="Ubuntu Light"/>
              </a:defRPr>
            </a:lvl5pPr>
            <a:lvl6pPr algn="l">
              <a:defRPr sz="1725" b="0">
                <a:solidFill>
                  <a:srgbClr val="B91561"/>
                </a:solidFill>
                <a:latin typeface="Ubuntu Light"/>
                <a:ea typeface="Ubuntu Light"/>
                <a:cs typeface="Ubuntu Light"/>
              </a:defRPr>
            </a:lvl6pPr>
            <a:lvl7pPr algn="l">
              <a:defRPr sz="1725" b="0">
                <a:solidFill>
                  <a:srgbClr val="B91561"/>
                </a:solidFill>
                <a:latin typeface="Ubuntu Light"/>
                <a:ea typeface="Ubuntu Light"/>
                <a:cs typeface="Ubuntu Light"/>
              </a:defRPr>
            </a:lvl7pPr>
            <a:lvl8pPr algn="l">
              <a:defRPr sz="1725" b="0">
                <a:solidFill>
                  <a:srgbClr val="B91561"/>
                </a:solidFill>
                <a:latin typeface="Ubuntu Light"/>
                <a:ea typeface="Ubuntu Light"/>
                <a:cs typeface="Ubuntu Light"/>
              </a:defRPr>
            </a:lvl8pPr>
            <a:lvl9pPr algn="l">
              <a:defRPr sz="1725" b="0">
                <a:solidFill>
                  <a:srgbClr val="B91561"/>
                </a:solidFill>
                <a:latin typeface="Ubuntu Light"/>
                <a:ea typeface="Ubuntu Light"/>
                <a:cs typeface="Ubuntu Light"/>
              </a:defRPr>
            </a:lvl9pPr>
          </a:lstStyle>
          <a:p>
            <a:pPr algn="l">
              <a:defRPr sz="1725" b="0">
                <a:solidFill>
                  <a:srgbClr val="B91561"/>
                </a:solidFill>
                <a:latin typeface="Ubuntu Light"/>
                <a:ea typeface="Ubuntu Light"/>
                <a:cs typeface="Ubuntu Light"/>
              </a:defRPr>
            </a:pPr>
            <a:r>
              <a:rPr b="0" dirty="0">
                <a:latin typeface="Ubuntu Light"/>
                <a:ea typeface="Ubuntu Light"/>
                <a:cs typeface="Ubuntu Light"/>
              </a:rPr>
              <a:t>Coverage</a:t>
            </a:r>
          </a:p>
        </p:txBody>
      </p:sp>
      <p:sp>
        <p:nvSpPr>
          <p:cNvPr id="3" name="scope-answer">
            <a:extLst>
              <a:ext uri="{FF2B5EF4-FFF2-40B4-BE49-F238E27FC236}">
                <a16:creationId xmlns:a16="http://schemas.microsoft.com/office/drawing/2014/main" id="{E9EFC35F-F015-4D15-B237-F25251D37B0C}"/>
              </a:ext>
            </a:extLst>
          </p:cNvPr>
          <p:cNvSpPr>
            <a:spLocks noGrp="1"/>
          </p:cNvSpPr>
          <p:nvPr/>
        </p:nvSpPr>
        <p:spPr>
          <a:xfrm>
            <a:off x="3365834" y="1657350"/>
            <a:ext cx="5810250" cy="342900"/>
          </a:xfrm>
          <a:prstGeom prst="rect">
            <a:avLst/>
          </a:prstGeom>
          <a:noFill/>
          <a:ln w="0">
            <a:noFill/>
          </a:ln>
        </p:spPr>
        <p:txBody>
          <a:bodyPr wrap="none" lIns="0" tIns="0" rIns="0" bIns="0" anchor="t">
            <a:noAutofit/>
          </a:bodyPr>
          <a:lstStyle>
            <a:defPPr algn="l">
              <a:defRPr sz="1725" b="0">
                <a:solidFill>
                  <a:srgbClr val="202D3E"/>
                </a:solidFill>
                <a:latin typeface="Ubuntu Light"/>
                <a:ea typeface="Ubuntu Light"/>
                <a:cs typeface="Ubuntu Light"/>
              </a:defRPr>
            </a:defPPr>
            <a:lvl1pPr algn="l">
              <a:defRPr sz="1725" b="0">
                <a:solidFill>
                  <a:srgbClr val="202D3E"/>
                </a:solidFill>
                <a:latin typeface="Ubuntu Light"/>
                <a:ea typeface="Ubuntu Light"/>
                <a:cs typeface="Ubuntu Light"/>
              </a:defRPr>
            </a:lvl1pPr>
            <a:lvl2pPr algn="l">
              <a:defRPr sz="1725" b="0">
                <a:solidFill>
                  <a:srgbClr val="202D3E"/>
                </a:solidFill>
                <a:latin typeface="Ubuntu Light"/>
                <a:ea typeface="Ubuntu Light"/>
                <a:cs typeface="Ubuntu Light"/>
              </a:defRPr>
            </a:lvl2pPr>
            <a:lvl3pPr algn="l">
              <a:defRPr sz="1725" b="0">
                <a:solidFill>
                  <a:srgbClr val="202D3E"/>
                </a:solidFill>
                <a:latin typeface="Ubuntu Light"/>
                <a:ea typeface="Ubuntu Light"/>
                <a:cs typeface="Ubuntu Light"/>
              </a:defRPr>
            </a:lvl3pPr>
            <a:lvl4pPr algn="l">
              <a:defRPr sz="1725" b="0">
                <a:solidFill>
                  <a:srgbClr val="202D3E"/>
                </a:solidFill>
                <a:latin typeface="Ubuntu Light"/>
                <a:ea typeface="Ubuntu Light"/>
                <a:cs typeface="Ubuntu Light"/>
              </a:defRPr>
            </a:lvl4pPr>
            <a:lvl5pPr algn="l">
              <a:defRPr sz="1725" b="0">
                <a:solidFill>
                  <a:srgbClr val="202D3E"/>
                </a:solidFill>
                <a:latin typeface="Ubuntu Light"/>
                <a:ea typeface="Ubuntu Light"/>
                <a:cs typeface="Ubuntu Light"/>
              </a:defRPr>
            </a:lvl5pPr>
            <a:lvl6pPr algn="l">
              <a:defRPr sz="1725" b="0">
                <a:solidFill>
                  <a:srgbClr val="202D3E"/>
                </a:solidFill>
                <a:latin typeface="Ubuntu Light"/>
                <a:ea typeface="Ubuntu Light"/>
                <a:cs typeface="Ubuntu Light"/>
              </a:defRPr>
            </a:lvl6pPr>
            <a:lvl7pPr algn="l">
              <a:defRPr sz="1725" b="0">
                <a:solidFill>
                  <a:srgbClr val="202D3E"/>
                </a:solidFill>
                <a:latin typeface="Ubuntu Light"/>
                <a:ea typeface="Ubuntu Light"/>
                <a:cs typeface="Ubuntu Light"/>
              </a:defRPr>
            </a:lvl7pPr>
            <a:lvl8pPr algn="l">
              <a:defRPr sz="1725" b="0">
                <a:solidFill>
                  <a:srgbClr val="202D3E"/>
                </a:solidFill>
                <a:latin typeface="Ubuntu Light"/>
                <a:ea typeface="Ubuntu Light"/>
                <a:cs typeface="Ubuntu Light"/>
              </a:defRPr>
            </a:lvl8pPr>
            <a:lvl9pPr algn="l">
              <a:defRPr sz="1725" b="0">
                <a:solidFill>
                  <a:srgbClr val="202D3E"/>
                </a:solidFill>
                <a:latin typeface="Ubuntu Light"/>
                <a:ea typeface="Ubuntu Light"/>
                <a:cs typeface="Ubuntu Light"/>
              </a:defRPr>
            </a:lvl9pPr>
          </a:lstStyle>
          <a:p>
            <a:pPr algn="l">
              <a:defRPr sz="1725" b="0">
                <a:solidFill>
                  <a:srgbClr val="202D3E"/>
                </a:solidFill>
                <a:latin typeface="Ubuntu Light"/>
                <a:ea typeface="Ubuntu Light"/>
                <a:cs typeface="Ubuntu Light"/>
              </a:defRPr>
            </a:pPr>
            <a:r>
              <a:rPr b="0" dirty="0">
                <a:latin typeface="Ubuntu Light"/>
                <a:ea typeface="Ubuntu Light"/>
                <a:cs typeface="Ubuntu Light"/>
              </a:rPr>
              <a:t>Did the payment-rejection branch run?</a:t>
            </a:r>
          </a:p>
        </p:txBody>
      </p:sp>
      <p:sp>
        <p:nvSpPr>
          <p:cNvPr id="4" name="context-label">
            <a:extLst>
              <a:ext uri="{FF2B5EF4-FFF2-40B4-BE49-F238E27FC236}">
                <a16:creationId xmlns:a16="http://schemas.microsoft.com/office/drawing/2014/main" id="{D6111811-B0A0-4163-AFA5-D61C3353F0DD}"/>
              </a:ext>
            </a:extLst>
          </p:cNvPr>
          <p:cNvSpPr>
            <a:spLocks noGrp="1"/>
          </p:cNvSpPr>
          <p:nvPr/>
        </p:nvSpPr>
        <p:spPr>
          <a:xfrm>
            <a:off x="619124" y="2638425"/>
            <a:ext cx="2469857" cy="611921"/>
          </a:xfrm>
          <a:prstGeom prst="rect">
            <a:avLst/>
          </a:prstGeom>
          <a:noFill/>
          <a:ln w="0">
            <a:noFill/>
          </a:ln>
        </p:spPr>
        <p:txBody xmlns:a="http://schemas.openxmlformats.org/drawingml/2006/main" xmlns:p="http://schemas.openxmlformats.org/presentationml/2006/main">
          <a:bodyPr wrap="none" lIns="0" tIns="0" rIns="0" bIns="0" anchor="t">
            <a:noAutofit/>
          </a:bodyPr>
          <a:lstStyle>
            <a:defPPr algn="l">
              <a:defRPr sz="1725" b="0">
                <a:solidFill>
                  <a:srgbClr val="B91561"/>
                </a:solidFill>
                <a:latin typeface="Ubuntu Light"/>
                <a:ea typeface="Ubuntu Light"/>
                <a:cs typeface="Ubuntu Light"/>
              </a:defRPr>
            </a:defPPr>
            <a:lvl1pPr algn="l">
              <a:defRPr sz="1725" b="0">
                <a:solidFill>
                  <a:srgbClr val="B91561"/>
                </a:solidFill>
                <a:latin typeface="Ubuntu Light"/>
                <a:ea typeface="Ubuntu Light"/>
                <a:cs typeface="Ubuntu Light"/>
              </a:defRPr>
            </a:lvl1pPr>
            <a:lvl2pPr algn="l">
              <a:defRPr sz="1725" b="0">
                <a:solidFill>
                  <a:srgbClr val="B91561"/>
                </a:solidFill>
                <a:latin typeface="Ubuntu Light"/>
                <a:ea typeface="Ubuntu Light"/>
                <a:cs typeface="Ubuntu Light"/>
              </a:defRPr>
            </a:lvl2pPr>
            <a:lvl3pPr algn="l">
              <a:defRPr sz="1725" b="0">
                <a:solidFill>
                  <a:srgbClr val="B91561"/>
                </a:solidFill>
                <a:latin typeface="Ubuntu Light"/>
                <a:ea typeface="Ubuntu Light"/>
                <a:cs typeface="Ubuntu Light"/>
              </a:defRPr>
            </a:lvl3pPr>
            <a:lvl4pPr algn="l">
              <a:defRPr sz="1725" b="0">
                <a:solidFill>
                  <a:srgbClr val="B91561"/>
                </a:solidFill>
                <a:latin typeface="Ubuntu Light"/>
                <a:ea typeface="Ubuntu Light"/>
                <a:cs typeface="Ubuntu Light"/>
              </a:defRPr>
            </a:lvl4pPr>
            <a:lvl5pPr algn="l">
              <a:defRPr sz="1725" b="0">
                <a:solidFill>
                  <a:srgbClr val="B91561"/>
                </a:solidFill>
                <a:latin typeface="Ubuntu Light"/>
                <a:ea typeface="Ubuntu Light"/>
                <a:cs typeface="Ubuntu Light"/>
              </a:defRPr>
            </a:lvl5pPr>
            <a:lvl6pPr algn="l">
              <a:defRPr sz="1725" b="0">
                <a:solidFill>
                  <a:srgbClr val="B91561"/>
                </a:solidFill>
                <a:latin typeface="Ubuntu Light"/>
                <a:ea typeface="Ubuntu Light"/>
                <a:cs typeface="Ubuntu Light"/>
              </a:defRPr>
            </a:lvl6pPr>
            <a:lvl7pPr algn="l">
              <a:defRPr sz="1725" b="0">
                <a:solidFill>
                  <a:srgbClr val="B91561"/>
                </a:solidFill>
                <a:latin typeface="Ubuntu Light"/>
                <a:ea typeface="Ubuntu Light"/>
                <a:cs typeface="Ubuntu Light"/>
              </a:defRPr>
            </a:lvl7pPr>
            <a:lvl8pPr algn="l">
              <a:defRPr sz="1725" b="0">
                <a:solidFill>
                  <a:srgbClr val="B91561"/>
                </a:solidFill>
                <a:latin typeface="Ubuntu Light"/>
                <a:ea typeface="Ubuntu Light"/>
                <a:cs typeface="Ubuntu Light"/>
              </a:defRPr>
            </a:lvl8pPr>
            <a:lvl9pPr algn="l">
              <a:defRPr sz="1725" b="0">
                <a:solidFill>
                  <a:srgbClr val="B91561"/>
                </a:solidFill>
                <a:latin typeface="Ubuntu Light"/>
                <a:ea typeface="Ubuntu Light"/>
                <a:cs typeface="Ubuntu Light"/>
              </a:defRPr>
            </a:lvl9pPr>
          </a:lstStyle>
          <a:p>
            <a:pPr algn="l">
              <a:defRPr sz="1725" b="0">
                <a:solidFill>
                  <a:srgbClr val="B91561"/>
                </a:solidFill>
                <a:latin typeface="Ubuntu Light"/>
                <a:ea typeface="Ubuntu Light"/>
                <a:cs typeface="Ubuntu Light"/>
              </a:defRPr>
            </a:pPr>
            <a:r>
              <a:rPr b="0" dirty="0">
                <a:latin typeface="Ubuntu Light"/>
                <a:ea typeface="Ubuntu Light"/>
                <a:cs typeface="Ubuntu Light"/>
              </a:rPr>
              <a:t>Test context</a:t>
            </a:r>
          </a:p>
        </p:txBody>
      </p:sp>
      <p:sp>
        <p:nvSpPr>
          <p:cNvPr id="5" name="context-answer">
            <a:extLst>
              <a:ext uri="{FF2B5EF4-FFF2-40B4-BE49-F238E27FC236}">
                <a16:creationId xmlns:a16="http://schemas.microsoft.com/office/drawing/2014/main" id="{F3404D54-61F0-43B9-9157-5B6D359F9CFB}"/>
              </a:ext>
            </a:extLst>
          </p:cNvPr>
          <p:cNvSpPr>
            <a:spLocks noGrp="1"/>
          </p:cNvSpPr>
          <p:nvPr/>
        </p:nvSpPr>
        <p:spPr>
          <a:xfrm>
            <a:off x="3365834" y="2638425"/>
            <a:ext cx="5810250" cy="342900"/>
          </a:xfrm>
          <a:prstGeom prst="rect">
            <a:avLst/>
          </a:prstGeom>
          <a:noFill/>
          <a:ln w="0">
            <a:noFill/>
          </a:ln>
        </p:spPr>
        <p:txBody>
          <a:bodyPr wrap="none" lIns="0" tIns="0" rIns="0" bIns="0" anchor="t">
            <a:noAutofit/>
          </a:bodyPr>
          <a:lstStyle>
            <a:defPPr algn="l">
              <a:defRPr sz="1725" b="0">
                <a:solidFill>
                  <a:srgbClr val="202D3E"/>
                </a:solidFill>
                <a:latin typeface="Ubuntu Light"/>
                <a:ea typeface="Ubuntu Light"/>
                <a:cs typeface="Ubuntu Light"/>
              </a:defRPr>
            </a:defPPr>
            <a:lvl1pPr algn="l">
              <a:defRPr sz="1725" b="0">
                <a:solidFill>
                  <a:srgbClr val="202D3E"/>
                </a:solidFill>
                <a:latin typeface="Ubuntu Light"/>
                <a:ea typeface="Ubuntu Light"/>
                <a:cs typeface="Ubuntu Light"/>
              </a:defRPr>
            </a:lvl1pPr>
            <a:lvl2pPr algn="l">
              <a:defRPr sz="1725" b="0">
                <a:solidFill>
                  <a:srgbClr val="202D3E"/>
                </a:solidFill>
                <a:latin typeface="Ubuntu Light"/>
                <a:ea typeface="Ubuntu Light"/>
                <a:cs typeface="Ubuntu Light"/>
              </a:defRPr>
            </a:lvl2pPr>
            <a:lvl3pPr algn="l">
              <a:defRPr sz="1725" b="0">
                <a:solidFill>
                  <a:srgbClr val="202D3E"/>
                </a:solidFill>
                <a:latin typeface="Ubuntu Light"/>
                <a:ea typeface="Ubuntu Light"/>
                <a:cs typeface="Ubuntu Light"/>
              </a:defRPr>
            </a:lvl3pPr>
            <a:lvl4pPr algn="l">
              <a:defRPr sz="1725" b="0">
                <a:solidFill>
                  <a:srgbClr val="202D3E"/>
                </a:solidFill>
                <a:latin typeface="Ubuntu Light"/>
                <a:ea typeface="Ubuntu Light"/>
                <a:cs typeface="Ubuntu Light"/>
              </a:defRPr>
            </a:lvl4pPr>
            <a:lvl5pPr algn="l">
              <a:defRPr sz="1725" b="0">
                <a:solidFill>
                  <a:srgbClr val="202D3E"/>
                </a:solidFill>
                <a:latin typeface="Ubuntu Light"/>
                <a:ea typeface="Ubuntu Light"/>
                <a:cs typeface="Ubuntu Light"/>
              </a:defRPr>
            </a:lvl5pPr>
            <a:lvl6pPr algn="l">
              <a:defRPr sz="1725" b="0">
                <a:solidFill>
                  <a:srgbClr val="202D3E"/>
                </a:solidFill>
                <a:latin typeface="Ubuntu Light"/>
                <a:ea typeface="Ubuntu Light"/>
                <a:cs typeface="Ubuntu Light"/>
              </a:defRPr>
            </a:lvl6pPr>
            <a:lvl7pPr algn="l">
              <a:defRPr sz="1725" b="0">
                <a:solidFill>
                  <a:srgbClr val="202D3E"/>
                </a:solidFill>
                <a:latin typeface="Ubuntu Light"/>
                <a:ea typeface="Ubuntu Light"/>
                <a:cs typeface="Ubuntu Light"/>
              </a:defRPr>
            </a:lvl7pPr>
            <a:lvl8pPr algn="l">
              <a:defRPr sz="1725" b="0">
                <a:solidFill>
                  <a:srgbClr val="202D3E"/>
                </a:solidFill>
                <a:latin typeface="Ubuntu Light"/>
                <a:ea typeface="Ubuntu Light"/>
                <a:cs typeface="Ubuntu Light"/>
              </a:defRPr>
            </a:lvl8pPr>
            <a:lvl9pPr algn="l">
              <a:defRPr sz="1725" b="0">
                <a:solidFill>
                  <a:srgbClr val="202D3E"/>
                </a:solidFill>
                <a:latin typeface="Ubuntu Light"/>
                <a:ea typeface="Ubuntu Light"/>
                <a:cs typeface="Ubuntu Light"/>
              </a:defRPr>
            </a:lvl9pPr>
          </a:lstStyle>
          <a:p>
            <a:pPr algn="l">
              <a:defRPr sz="1725" b="0">
                <a:solidFill>
                  <a:srgbClr val="202D3E"/>
                </a:solidFill>
                <a:latin typeface="Ubuntu Light"/>
                <a:ea typeface="Ubuntu Light"/>
                <a:cs typeface="Ubuntu Light"/>
              </a:defRPr>
            </a:pPr>
            <a:r>
              <a:rPr b="0" dirty="0">
                <a:latin typeface="Ubuntu Light"/>
                <a:ea typeface="Ubuntu Light"/>
                <a:cs typeface="Ubuntu Light"/>
              </a:rPr>
              <a:t>Which test ran it?</a:t>
            </a:r>
          </a:p>
        </p:txBody>
      </p:sp>
      <p:sp>
        <p:nvSpPr>
          <p:cNvPr id="6" name="assertion-label">
            <a:extLst>
              <a:ext uri="{FF2B5EF4-FFF2-40B4-BE49-F238E27FC236}">
                <a16:creationId xmlns:a16="http://schemas.microsoft.com/office/drawing/2014/main" id="{34C7154E-3526-408A-A2BF-6C9439243110}"/>
              </a:ext>
            </a:extLst>
          </p:cNvPr>
          <p:cNvSpPr>
            <a:spLocks noGrp="1"/>
          </p:cNvSpPr>
          <p:nvPr/>
        </p:nvSpPr>
        <p:spPr>
          <a:xfrm>
            <a:off x="619125" y="3619500"/>
            <a:ext cx="1905000" cy="304800"/>
          </a:xfrm>
          <a:prstGeom prst="rect">
            <a:avLst/>
          </a:prstGeom>
          <a:noFill/>
          <a:ln w="0">
            <a:noFill/>
          </a:ln>
        </p:spPr>
        <p:txBody>
          <a:bodyPr wrap="none" lIns="0" tIns="0" rIns="0" bIns="0" anchor="t">
            <a:noAutofit/>
          </a:bodyPr>
          <a:lstStyle>
            <a:defPPr algn="l">
              <a:defRPr sz="1725" b="0">
                <a:solidFill>
                  <a:srgbClr val="B91561"/>
                </a:solidFill>
                <a:latin typeface="Ubuntu Light"/>
                <a:ea typeface="Ubuntu Light"/>
                <a:cs typeface="Ubuntu Light"/>
              </a:defRPr>
            </a:defPPr>
            <a:lvl1pPr algn="l">
              <a:defRPr sz="1725" b="0">
                <a:solidFill>
                  <a:srgbClr val="B91561"/>
                </a:solidFill>
                <a:latin typeface="Ubuntu Light"/>
                <a:ea typeface="Ubuntu Light"/>
                <a:cs typeface="Ubuntu Light"/>
              </a:defRPr>
            </a:lvl1pPr>
            <a:lvl2pPr algn="l">
              <a:defRPr sz="1725" b="0">
                <a:solidFill>
                  <a:srgbClr val="B91561"/>
                </a:solidFill>
                <a:latin typeface="Ubuntu Light"/>
                <a:ea typeface="Ubuntu Light"/>
                <a:cs typeface="Ubuntu Light"/>
              </a:defRPr>
            </a:lvl2pPr>
            <a:lvl3pPr algn="l">
              <a:defRPr sz="1725" b="0">
                <a:solidFill>
                  <a:srgbClr val="B91561"/>
                </a:solidFill>
                <a:latin typeface="Ubuntu Light"/>
                <a:ea typeface="Ubuntu Light"/>
                <a:cs typeface="Ubuntu Light"/>
              </a:defRPr>
            </a:lvl3pPr>
            <a:lvl4pPr algn="l">
              <a:defRPr sz="1725" b="0">
                <a:solidFill>
                  <a:srgbClr val="B91561"/>
                </a:solidFill>
                <a:latin typeface="Ubuntu Light"/>
                <a:ea typeface="Ubuntu Light"/>
                <a:cs typeface="Ubuntu Light"/>
              </a:defRPr>
            </a:lvl4pPr>
            <a:lvl5pPr algn="l">
              <a:defRPr sz="1725" b="0">
                <a:solidFill>
                  <a:srgbClr val="B91561"/>
                </a:solidFill>
                <a:latin typeface="Ubuntu Light"/>
                <a:ea typeface="Ubuntu Light"/>
                <a:cs typeface="Ubuntu Light"/>
              </a:defRPr>
            </a:lvl5pPr>
            <a:lvl6pPr algn="l">
              <a:defRPr sz="1725" b="0">
                <a:solidFill>
                  <a:srgbClr val="B91561"/>
                </a:solidFill>
                <a:latin typeface="Ubuntu Light"/>
                <a:ea typeface="Ubuntu Light"/>
                <a:cs typeface="Ubuntu Light"/>
              </a:defRPr>
            </a:lvl6pPr>
            <a:lvl7pPr algn="l">
              <a:defRPr sz="1725" b="0">
                <a:solidFill>
                  <a:srgbClr val="B91561"/>
                </a:solidFill>
                <a:latin typeface="Ubuntu Light"/>
                <a:ea typeface="Ubuntu Light"/>
                <a:cs typeface="Ubuntu Light"/>
              </a:defRPr>
            </a:lvl7pPr>
            <a:lvl8pPr algn="l">
              <a:defRPr sz="1725" b="0">
                <a:solidFill>
                  <a:srgbClr val="B91561"/>
                </a:solidFill>
                <a:latin typeface="Ubuntu Light"/>
                <a:ea typeface="Ubuntu Light"/>
                <a:cs typeface="Ubuntu Light"/>
              </a:defRPr>
            </a:lvl8pPr>
            <a:lvl9pPr algn="l">
              <a:defRPr sz="1725" b="0">
                <a:solidFill>
                  <a:srgbClr val="B91561"/>
                </a:solidFill>
                <a:latin typeface="Ubuntu Light"/>
                <a:ea typeface="Ubuntu Light"/>
                <a:cs typeface="Ubuntu Light"/>
              </a:defRPr>
            </a:lvl9pPr>
          </a:lstStyle>
          <a:p>
            <a:pPr algn="l">
              <a:defRPr sz="1725" b="0">
                <a:solidFill>
                  <a:srgbClr val="B91561"/>
                </a:solidFill>
                <a:latin typeface="Ubuntu Light"/>
                <a:ea typeface="Ubuntu Light"/>
                <a:cs typeface="Ubuntu Light"/>
              </a:defRPr>
            </a:pPr>
            <a:r>
              <a:rPr b="0">
                <a:latin typeface="Ubuntu Light"/>
                <a:ea typeface="Ubuntu Light"/>
                <a:cs typeface="Ubuntu Light"/>
              </a:rPr>
              <a:t>Assertions</a:t>
            </a:r>
          </a:p>
        </p:txBody>
      </p:sp>
      <p:sp>
        <p:nvSpPr>
          <p:cNvPr id="7" name="assertion-answer">
            <a:extLst>
              <a:ext uri="{FF2B5EF4-FFF2-40B4-BE49-F238E27FC236}">
                <a16:creationId xmlns:a16="http://schemas.microsoft.com/office/drawing/2014/main" id="{5B9C17EE-77C4-4331-9BD8-B94B0ACA586B}"/>
              </a:ext>
            </a:extLst>
          </p:cNvPr>
          <p:cNvSpPr>
            <a:spLocks noGrp="1"/>
          </p:cNvSpPr>
          <p:nvPr/>
        </p:nvSpPr>
        <p:spPr>
          <a:xfrm>
            <a:off x="3365834" y="3619500"/>
            <a:ext cx="5810250" cy="666750"/>
          </a:xfrm>
          <a:prstGeom prst="rect">
            <a:avLst/>
          </a:prstGeom>
          <a:noFill/>
          <a:ln w="0">
            <a:noFill/>
          </a:ln>
        </p:spPr>
        <p:txBody xmlns:a="http://schemas.openxmlformats.org/drawingml/2006/main" xmlns:p="http://schemas.openxmlformats.org/presentationml/2006/main">
          <a:bodyPr wrap="none" lIns="0" tIns="0" rIns="0" bIns="0" anchor="t">
            <a:noAutofit/>
          </a:bodyPr>
          <a:lstStyle>
            <a:defPPr algn="l">
              <a:defRPr sz="1725" b="0">
                <a:solidFill>
                  <a:srgbClr val="202D3E"/>
                </a:solidFill>
                <a:latin typeface="Ubuntu Light"/>
                <a:ea typeface="Ubuntu Light"/>
                <a:cs typeface="Ubuntu Light"/>
              </a:defRPr>
            </a:defPPr>
            <a:lvl1pPr algn="l">
              <a:defRPr sz="1725" b="0">
                <a:solidFill>
                  <a:srgbClr val="202D3E"/>
                </a:solidFill>
                <a:latin typeface="Ubuntu Light"/>
                <a:ea typeface="Ubuntu Light"/>
                <a:cs typeface="Ubuntu Light"/>
              </a:defRPr>
            </a:lvl1pPr>
            <a:lvl2pPr algn="l">
              <a:defRPr sz="1725" b="0">
                <a:solidFill>
                  <a:srgbClr val="202D3E"/>
                </a:solidFill>
                <a:latin typeface="Ubuntu Light"/>
                <a:ea typeface="Ubuntu Light"/>
                <a:cs typeface="Ubuntu Light"/>
              </a:defRPr>
            </a:lvl2pPr>
            <a:lvl3pPr algn="l">
              <a:defRPr sz="1725" b="0">
                <a:solidFill>
                  <a:srgbClr val="202D3E"/>
                </a:solidFill>
                <a:latin typeface="Ubuntu Light"/>
                <a:ea typeface="Ubuntu Light"/>
                <a:cs typeface="Ubuntu Light"/>
              </a:defRPr>
            </a:lvl3pPr>
            <a:lvl4pPr algn="l">
              <a:defRPr sz="1725" b="0">
                <a:solidFill>
                  <a:srgbClr val="202D3E"/>
                </a:solidFill>
                <a:latin typeface="Ubuntu Light"/>
                <a:ea typeface="Ubuntu Light"/>
                <a:cs typeface="Ubuntu Light"/>
              </a:defRPr>
            </a:lvl4pPr>
            <a:lvl5pPr algn="l">
              <a:defRPr sz="1725" b="0">
                <a:solidFill>
                  <a:srgbClr val="202D3E"/>
                </a:solidFill>
                <a:latin typeface="Ubuntu Light"/>
                <a:ea typeface="Ubuntu Light"/>
                <a:cs typeface="Ubuntu Light"/>
              </a:defRPr>
            </a:lvl5pPr>
            <a:lvl6pPr algn="l">
              <a:defRPr sz="1725" b="0">
                <a:solidFill>
                  <a:srgbClr val="202D3E"/>
                </a:solidFill>
                <a:latin typeface="Ubuntu Light"/>
                <a:ea typeface="Ubuntu Light"/>
                <a:cs typeface="Ubuntu Light"/>
              </a:defRPr>
            </a:lvl6pPr>
            <a:lvl7pPr algn="l">
              <a:defRPr sz="1725" b="0">
                <a:solidFill>
                  <a:srgbClr val="202D3E"/>
                </a:solidFill>
                <a:latin typeface="Ubuntu Light"/>
                <a:ea typeface="Ubuntu Light"/>
                <a:cs typeface="Ubuntu Light"/>
              </a:defRPr>
            </a:lvl7pPr>
            <a:lvl8pPr algn="l">
              <a:defRPr sz="1725" b="0">
                <a:solidFill>
                  <a:srgbClr val="202D3E"/>
                </a:solidFill>
                <a:latin typeface="Ubuntu Light"/>
                <a:ea typeface="Ubuntu Light"/>
                <a:cs typeface="Ubuntu Light"/>
              </a:defRPr>
            </a:lvl8pPr>
            <a:lvl9pPr algn="l">
              <a:defRPr sz="1725" b="0">
                <a:solidFill>
                  <a:srgbClr val="202D3E"/>
                </a:solidFill>
                <a:latin typeface="Ubuntu Light"/>
                <a:ea typeface="Ubuntu Light"/>
                <a:cs typeface="Ubuntu Light"/>
              </a:defRPr>
            </a:lvl9pPr>
          </a:lstStyle>
          <a:p>
            <a:pPr algn="l">
              <a:defRPr sz="1725" b="0">
                <a:solidFill>
                  <a:srgbClr val="202D3E"/>
                </a:solidFill>
                <a:latin typeface="Ubuntu Light"/>
                <a:ea typeface="Ubuntu Light"/>
                <a:cs typeface="Ubuntu Light"/>
              </a:defRPr>
            </a:pPr>
            <a:r>
              <a:rPr lang="en-US" b="0" dirty="0">
                <a:latin typeface="Ubuntu Light"/>
                <a:ea typeface="Ubuntu Light"/>
                <a:cs typeface="Ubuntu Light"/>
              </a:rPr>
              <a:t>Order cancelled,</a:t>
            </a:r>
          </a:p>
          <a:p>
            <a:pPr algn="l">
              <a:defRPr sz="1725" b="0">
                <a:solidFill>
                  <a:srgbClr val="202D3E"/>
                </a:solidFill>
                <a:latin typeface="Ubuntu Light"/>
                <a:ea typeface="Ubuntu Light"/>
                <a:cs typeface="Ubuntu Light"/>
              </a:defRPr>
            </a:pPr>
            <a:r>
              <a:rPr lang="en-US" b="0" dirty="0">
                <a:latin typeface="Ubuntu Light"/>
                <a:ea typeface="Ubuntu Light"/>
                <a:cs typeface="Ubuntu Light"/>
              </a:rPr>
              <a:t>stock restored,</a:t>
            </a:r>
          </a:p>
          <a:p>
            <a:pPr algn="l">
              <a:defRPr sz="1725" b="0">
                <a:solidFill>
                  <a:srgbClr val="202D3E"/>
                </a:solidFill>
                <a:latin typeface="Ubuntu Light"/>
                <a:ea typeface="Ubuntu Light"/>
                <a:cs typeface="Ubuntu Light"/>
              </a:defRPr>
            </a:pPr>
            <a:r>
              <a:rPr lang="en-US" b="0" dirty="0">
                <a:latin typeface="Ubuntu Light"/>
                <a:ea typeface="Ubuntu Light"/>
                <a:cs typeface="Ubuntu Light"/>
              </a:rPr>
              <a:t>and no charge created?</a:t>
            </a:r>
          </a:p>
        </p:txBody>
      </p:sp>
    </p:spTree>
    <p:extLst>
      <p:ext uri="{BB962C8B-B14F-4D97-AF65-F5344CB8AC3E}">
        <p14:creationId xmlns:p14="http://schemas.microsoft.com/office/powerpoint/2010/main" val="12706008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A35552-428F-5123-F328-F6C7CA7100A3}"/>
            </a:ext>
          </a:extLst>
        </p:cNvPr>
        <p:cNvGrpSpPr/>
        <p:nvPr/>
      </p:nvGrpSpPr>
      <p:grpSpPr>
        <a:xfrm>
          <a:off x="0" y="0"/>
          <a:ext cx="0" cy="0"/>
          <a:chOff x="0" y="0"/>
          <a:chExt cx="0" cy="0"/>
        </a:xfrm>
      </p:grpSpPr>
      <p:sp>
        <p:nvSpPr>
          <p:cNvPr id="3" name="alex-profile">
            <a:extLst>
              <a:ext uri="{FF2B5EF4-FFF2-40B4-BE49-F238E27FC236}">
                <a16:creationId xmlns:a16="http://schemas.microsoft.com/office/drawing/2014/main" id="{2A845B8E-F5A5-BD6E-7CE2-38CE61474BE3}"/>
              </a:ext>
            </a:extLst>
          </p:cNvPr>
          <p:cNvSpPr>
            <a:spLocks noGrp="1"/>
          </p:cNvSpPr>
          <p:nvPr/>
        </p:nvSpPr>
        <p:spPr>
          <a:xfrm>
            <a:off x="619125" y="2971800"/>
            <a:ext cx="3714750" cy="870284"/>
          </a:xfrm>
          <a:prstGeom prst="rect">
            <a:avLst/>
          </a:prstGeom>
          <a:noFill/>
          <a:ln w="0">
            <a:noFill/>
          </a:ln>
        </p:spPr>
        <p:txBody>
          <a:bodyPr wrap="none" lIns="0" tIns="0" rIns="0" bIns="0" anchor="t">
            <a:noAutofit/>
          </a:bodyPr>
          <a:lstStyle>
            <a:defPPr algn="l">
              <a:defRPr sz="1650" b="0">
                <a:solidFill>
                  <a:srgbClr val="202D3E"/>
                </a:solidFill>
                <a:latin typeface="Ubuntu Light"/>
                <a:ea typeface="Ubuntu Light"/>
                <a:cs typeface="Ubuntu Light"/>
              </a:defRPr>
            </a:defPPr>
            <a:lvl1pPr algn="l">
              <a:defRPr sz="1650" b="0">
                <a:solidFill>
                  <a:srgbClr val="202D3E"/>
                </a:solidFill>
                <a:latin typeface="Ubuntu Light"/>
                <a:ea typeface="Ubuntu Light"/>
                <a:cs typeface="Ubuntu Light"/>
              </a:defRPr>
            </a:lvl1pPr>
            <a:lvl2pPr algn="l">
              <a:defRPr sz="1650" b="0">
                <a:solidFill>
                  <a:srgbClr val="202D3E"/>
                </a:solidFill>
                <a:latin typeface="Ubuntu Light"/>
                <a:ea typeface="Ubuntu Light"/>
                <a:cs typeface="Ubuntu Light"/>
              </a:defRPr>
            </a:lvl2pPr>
            <a:lvl3pPr algn="l">
              <a:defRPr sz="1650" b="0">
                <a:solidFill>
                  <a:srgbClr val="202D3E"/>
                </a:solidFill>
                <a:latin typeface="Ubuntu Light"/>
                <a:ea typeface="Ubuntu Light"/>
                <a:cs typeface="Ubuntu Light"/>
              </a:defRPr>
            </a:lvl3pPr>
            <a:lvl4pPr algn="l">
              <a:defRPr sz="1650" b="0">
                <a:solidFill>
                  <a:srgbClr val="202D3E"/>
                </a:solidFill>
                <a:latin typeface="Ubuntu Light"/>
                <a:ea typeface="Ubuntu Light"/>
                <a:cs typeface="Ubuntu Light"/>
              </a:defRPr>
            </a:lvl4pPr>
            <a:lvl5pPr algn="l">
              <a:defRPr sz="1650" b="0">
                <a:solidFill>
                  <a:srgbClr val="202D3E"/>
                </a:solidFill>
                <a:latin typeface="Ubuntu Light"/>
                <a:ea typeface="Ubuntu Light"/>
                <a:cs typeface="Ubuntu Light"/>
              </a:defRPr>
            </a:lvl5pPr>
            <a:lvl6pPr algn="l">
              <a:defRPr sz="1650" b="0">
                <a:solidFill>
                  <a:srgbClr val="202D3E"/>
                </a:solidFill>
                <a:latin typeface="Ubuntu Light"/>
                <a:ea typeface="Ubuntu Light"/>
                <a:cs typeface="Ubuntu Light"/>
              </a:defRPr>
            </a:lvl6pPr>
            <a:lvl7pPr algn="l">
              <a:defRPr sz="1650" b="0">
                <a:solidFill>
                  <a:srgbClr val="202D3E"/>
                </a:solidFill>
                <a:latin typeface="Ubuntu Light"/>
                <a:ea typeface="Ubuntu Light"/>
                <a:cs typeface="Ubuntu Light"/>
              </a:defRPr>
            </a:lvl7pPr>
            <a:lvl8pPr algn="l">
              <a:defRPr sz="1650" b="0">
                <a:solidFill>
                  <a:srgbClr val="202D3E"/>
                </a:solidFill>
                <a:latin typeface="Ubuntu Light"/>
                <a:ea typeface="Ubuntu Light"/>
                <a:cs typeface="Ubuntu Light"/>
              </a:defRPr>
            </a:lvl8pPr>
            <a:lvl9pPr algn="l">
              <a:defRPr sz="1650" b="0">
                <a:solidFill>
                  <a:srgbClr val="202D3E"/>
                </a:solidFill>
                <a:latin typeface="Ubuntu Light"/>
                <a:ea typeface="Ubuntu Light"/>
                <a:cs typeface="Ubuntu Light"/>
              </a:defRPr>
            </a:lvl9pPr>
          </a:lstStyle>
          <a:p>
            <a:pPr algn="l">
              <a:defRPr sz="1650" b="0">
                <a:solidFill>
                  <a:srgbClr val="202D3E"/>
                </a:solidFill>
                <a:latin typeface="Ubuntu Light"/>
                <a:ea typeface="Ubuntu Light"/>
                <a:cs typeface="Ubuntu Light"/>
              </a:defRPr>
            </a:pPr>
            <a:endParaRPr b="0" dirty="0">
              <a:solidFill>
                <a:srgbClr val="075A8C"/>
              </a:solidFill>
              <a:latin typeface="Ubuntu Light"/>
              <a:ea typeface="Ubuntu Light"/>
              <a:cs typeface="Ubuntu Light"/>
              <a:hlinkClick r:id="rId3"/>
            </a:endParaRPr>
          </a:p>
        </p:txBody>
      </p:sp>
      <p:sp>
        <p:nvSpPr>
          <p:cNvPr id="5" name="sky-profile">
            <a:extLst>
              <a:ext uri="{FF2B5EF4-FFF2-40B4-BE49-F238E27FC236}">
                <a16:creationId xmlns:a16="http://schemas.microsoft.com/office/drawing/2014/main" id="{FB724FF6-4D3F-A287-5398-D029CC168650}"/>
              </a:ext>
            </a:extLst>
          </p:cNvPr>
          <p:cNvSpPr>
            <a:spLocks noGrp="1"/>
          </p:cNvSpPr>
          <p:nvPr/>
        </p:nvSpPr>
        <p:spPr>
          <a:xfrm>
            <a:off x="5048250" y="2971800"/>
            <a:ext cx="3476625" cy="285750"/>
          </a:xfrm>
          <a:prstGeom prst="rect">
            <a:avLst/>
          </a:prstGeom>
          <a:noFill/>
          <a:ln w="0">
            <a:noFill/>
          </a:ln>
        </p:spPr>
        <p:txBody>
          <a:bodyPr wrap="none" lIns="0" tIns="0" rIns="0" bIns="0" anchor="t">
            <a:noAutofit/>
          </a:bodyPr>
          <a:lstStyle>
            <a:defPPr algn="l">
              <a:defRPr sz="1650" b="0">
                <a:solidFill>
                  <a:srgbClr val="202D3E"/>
                </a:solidFill>
                <a:latin typeface="Ubuntu Light"/>
                <a:ea typeface="Ubuntu Light"/>
                <a:cs typeface="Ubuntu Light"/>
              </a:defRPr>
            </a:defPPr>
            <a:lvl1pPr algn="l">
              <a:defRPr sz="1650" b="0">
                <a:solidFill>
                  <a:srgbClr val="202D3E"/>
                </a:solidFill>
                <a:latin typeface="Ubuntu Light"/>
                <a:ea typeface="Ubuntu Light"/>
                <a:cs typeface="Ubuntu Light"/>
              </a:defRPr>
            </a:lvl1pPr>
            <a:lvl2pPr algn="l">
              <a:defRPr sz="1650" b="0">
                <a:solidFill>
                  <a:srgbClr val="202D3E"/>
                </a:solidFill>
                <a:latin typeface="Ubuntu Light"/>
                <a:ea typeface="Ubuntu Light"/>
                <a:cs typeface="Ubuntu Light"/>
              </a:defRPr>
            </a:lvl2pPr>
            <a:lvl3pPr algn="l">
              <a:defRPr sz="1650" b="0">
                <a:solidFill>
                  <a:srgbClr val="202D3E"/>
                </a:solidFill>
                <a:latin typeface="Ubuntu Light"/>
                <a:ea typeface="Ubuntu Light"/>
                <a:cs typeface="Ubuntu Light"/>
              </a:defRPr>
            </a:lvl3pPr>
            <a:lvl4pPr algn="l">
              <a:defRPr sz="1650" b="0">
                <a:solidFill>
                  <a:srgbClr val="202D3E"/>
                </a:solidFill>
                <a:latin typeface="Ubuntu Light"/>
                <a:ea typeface="Ubuntu Light"/>
                <a:cs typeface="Ubuntu Light"/>
              </a:defRPr>
            </a:lvl4pPr>
            <a:lvl5pPr algn="l">
              <a:defRPr sz="1650" b="0">
                <a:solidFill>
                  <a:srgbClr val="202D3E"/>
                </a:solidFill>
                <a:latin typeface="Ubuntu Light"/>
                <a:ea typeface="Ubuntu Light"/>
                <a:cs typeface="Ubuntu Light"/>
              </a:defRPr>
            </a:lvl5pPr>
            <a:lvl6pPr algn="l">
              <a:defRPr sz="1650" b="0">
                <a:solidFill>
                  <a:srgbClr val="202D3E"/>
                </a:solidFill>
                <a:latin typeface="Ubuntu Light"/>
                <a:ea typeface="Ubuntu Light"/>
                <a:cs typeface="Ubuntu Light"/>
              </a:defRPr>
            </a:lvl6pPr>
            <a:lvl7pPr algn="l">
              <a:defRPr sz="1650" b="0">
                <a:solidFill>
                  <a:srgbClr val="202D3E"/>
                </a:solidFill>
                <a:latin typeface="Ubuntu Light"/>
                <a:ea typeface="Ubuntu Light"/>
                <a:cs typeface="Ubuntu Light"/>
              </a:defRPr>
            </a:lvl7pPr>
            <a:lvl8pPr algn="l">
              <a:defRPr sz="1650" b="0">
                <a:solidFill>
                  <a:srgbClr val="202D3E"/>
                </a:solidFill>
                <a:latin typeface="Ubuntu Light"/>
                <a:ea typeface="Ubuntu Light"/>
                <a:cs typeface="Ubuntu Light"/>
              </a:defRPr>
            </a:lvl8pPr>
            <a:lvl9pPr algn="l">
              <a:defRPr sz="1650" b="0">
                <a:solidFill>
                  <a:srgbClr val="202D3E"/>
                </a:solidFill>
                <a:latin typeface="Ubuntu Light"/>
                <a:ea typeface="Ubuntu Light"/>
                <a:cs typeface="Ubuntu Light"/>
              </a:defRPr>
            </a:lvl9pPr>
          </a:lstStyle>
          <a:p>
            <a:pPr algn="l">
              <a:defRPr sz="1650" b="0">
                <a:solidFill>
                  <a:srgbClr val="202D3E"/>
                </a:solidFill>
                <a:latin typeface="Ubuntu Light"/>
                <a:ea typeface="Ubuntu Light"/>
                <a:cs typeface="Ubuntu Light"/>
              </a:defRPr>
            </a:pPr>
            <a:endParaRPr b="0" dirty="0">
              <a:solidFill>
                <a:srgbClr val="075A8C"/>
              </a:solidFill>
              <a:latin typeface="Ubuntu Light"/>
              <a:ea typeface="Ubuntu Light"/>
              <a:cs typeface="Ubuntu Light"/>
              <a:hlinkClick r:id="rId4"/>
            </a:endParaRPr>
          </a:p>
        </p:txBody>
      </p:sp>
      <p:sp>
        <p:nvSpPr>
          <p:cNvPr id="8" name="slide-title">
            <a:extLst>
              <a:ext uri="{FF2B5EF4-FFF2-40B4-BE49-F238E27FC236}">
                <a16:creationId xmlns:a16="http://schemas.microsoft.com/office/drawing/2014/main" id="{167C5C8F-D978-6D22-7F76-B6A0871007E2}"/>
              </a:ext>
            </a:extLst>
          </p:cNvPr>
          <p:cNvSpPr>
            <a:spLocks noGrp="1"/>
          </p:cNvSpPr>
          <p:nvPr/>
        </p:nvSpPr>
        <p:spPr>
          <a:xfrm>
            <a:off x="619125" y="1026945"/>
            <a:ext cx="7905750" cy="3089609"/>
          </a:xfrm>
          <a:prstGeom prst="rect">
            <a:avLst/>
          </a:prstGeom>
          <a:noFill/>
          <a:ln w="0">
            <a:noFill/>
          </a:ln>
        </p:spPr>
        <p:txBody>
          <a:bodyPr wrap="none" lIns="0" tIns="0" rIns="0" bIns="0" anchor="ctr">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ctr">
              <a:defRPr sz="2250" b="0">
                <a:solidFill>
                  <a:srgbClr val="202D3E"/>
                </a:solidFill>
                <a:latin typeface="Ubuntu Light"/>
                <a:ea typeface="Ubuntu Light"/>
                <a:cs typeface="Ubuntu Light"/>
              </a:defRPr>
            </a:pPr>
            <a:r>
              <a:rPr lang="en-US" sz="3200" b="0" dirty="0">
                <a:latin typeface="Ubuntu Light"/>
                <a:ea typeface="Ubuntu Light"/>
                <a:cs typeface="Ubuntu Light"/>
              </a:rPr>
              <a:t>Q&amp;A</a:t>
            </a:r>
            <a:endParaRPr sz="3200" b="0" dirty="0">
              <a:latin typeface="Ubuntu Light"/>
              <a:ea typeface="Ubuntu Light"/>
              <a:cs typeface="Ubuntu Light"/>
            </a:endParaRPr>
          </a:p>
        </p:txBody>
      </p:sp>
      <p:sp>
        <p:nvSpPr>
          <p:cNvPr id="9" name="alex">
            <a:extLst>
              <a:ext uri="{FF2B5EF4-FFF2-40B4-BE49-F238E27FC236}">
                <a16:creationId xmlns:a16="http://schemas.microsoft.com/office/drawing/2014/main" id="{7044D3C8-4771-BB54-51BE-D0C6B5EF0EB3}"/>
              </a:ext>
            </a:extLst>
          </p:cNvPr>
          <p:cNvSpPr>
            <a:spLocks noGrp="1"/>
          </p:cNvSpPr>
          <p:nvPr/>
        </p:nvSpPr>
        <p:spPr>
          <a:xfrm>
            <a:off x="619125" y="2916404"/>
            <a:ext cx="3714750" cy="981075"/>
          </a:xfrm>
          <a:prstGeom prst="rect">
            <a:avLst/>
          </a:prstGeom>
          <a:noFill/>
          <a:ln w="0">
            <a:noFill/>
          </a:ln>
        </p:spPr>
        <p:txBody>
          <a:bodyPr wrap="none" lIns="0" tIns="0" rIns="0" bIns="0" anchor="t">
            <a:noAutofit/>
          </a:bodyPr>
          <a:lstStyle>
            <a:defPPr algn="l">
              <a:defRPr sz="1950" b="0">
                <a:solidFill>
                  <a:srgbClr val="202D3E"/>
                </a:solidFill>
                <a:latin typeface="Ubuntu Light"/>
                <a:ea typeface="Ubuntu Light"/>
                <a:cs typeface="Ubuntu Light"/>
              </a:defRPr>
            </a:defPPr>
            <a:lvl1pPr algn="l">
              <a:defRPr sz="1950" b="0">
                <a:solidFill>
                  <a:srgbClr val="202D3E"/>
                </a:solidFill>
                <a:latin typeface="Ubuntu Light"/>
                <a:ea typeface="Ubuntu Light"/>
                <a:cs typeface="Ubuntu Light"/>
              </a:defRPr>
            </a:lvl1pPr>
            <a:lvl2pPr algn="l">
              <a:defRPr sz="1950" b="0">
                <a:solidFill>
                  <a:srgbClr val="202D3E"/>
                </a:solidFill>
                <a:latin typeface="Ubuntu Light"/>
                <a:ea typeface="Ubuntu Light"/>
                <a:cs typeface="Ubuntu Light"/>
              </a:defRPr>
            </a:lvl2pPr>
            <a:lvl3pPr algn="l">
              <a:defRPr sz="1950" b="0">
                <a:solidFill>
                  <a:srgbClr val="202D3E"/>
                </a:solidFill>
                <a:latin typeface="Ubuntu Light"/>
                <a:ea typeface="Ubuntu Light"/>
                <a:cs typeface="Ubuntu Light"/>
              </a:defRPr>
            </a:lvl3pPr>
            <a:lvl4pPr algn="l">
              <a:defRPr sz="1950" b="0">
                <a:solidFill>
                  <a:srgbClr val="202D3E"/>
                </a:solidFill>
                <a:latin typeface="Ubuntu Light"/>
                <a:ea typeface="Ubuntu Light"/>
                <a:cs typeface="Ubuntu Light"/>
              </a:defRPr>
            </a:lvl4pPr>
            <a:lvl5pPr algn="l">
              <a:defRPr sz="1950" b="0">
                <a:solidFill>
                  <a:srgbClr val="202D3E"/>
                </a:solidFill>
                <a:latin typeface="Ubuntu Light"/>
                <a:ea typeface="Ubuntu Light"/>
                <a:cs typeface="Ubuntu Light"/>
              </a:defRPr>
            </a:lvl5pPr>
            <a:lvl6pPr algn="l">
              <a:defRPr sz="1950" b="0">
                <a:solidFill>
                  <a:srgbClr val="202D3E"/>
                </a:solidFill>
                <a:latin typeface="Ubuntu Light"/>
                <a:ea typeface="Ubuntu Light"/>
                <a:cs typeface="Ubuntu Light"/>
              </a:defRPr>
            </a:lvl6pPr>
            <a:lvl7pPr algn="l">
              <a:defRPr sz="1950" b="0">
                <a:solidFill>
                  <a:srgbClr val="202D3E"/>
                </a:solidFill>
                <a:latin typeface="Ubuntu Light"/>
                <a:ea typeface="Ubuntu Light"/>
                <a:cs typeface="Ubuntu Light"/>
              </a:defRPr>
            </a:lvl7pPr>
            <a:lvl8pPr algn="l">
              <a:defRPr sz="1950" b="0">
                <a:solidFill>
                  <a:srgbClr val="202D3E"/>
                </a:solidFill>
                <a:latin typeface="Ubuntu Light"/>
                <a:ea typeface="Ubuntu Light"/>
                <a:cs typeface="Ubuntu Light"/>
              </a:defRPr>
            </a:lvl8pPr>
            <a:lvl9pPr algn="l">
              <a:defRPr sz="1950" b="0">
                <a:solidFill>
                  <a:srgbClr val="202D3E"/>
                </a:solidFill>
                <a:latin typeface="Ubuntu Light"/>
                <a:ea typeface="Ubuntu Light"/>
                <a:cs typeface="Ubuntu Light"/>
              </a:defRPr>
            </a:lvl9pPr>
          </a:lstStyle>
          <a:p>
            <a:pPr marL="342900" indent="-342900" algn="l">
              <a:buFont typeface="Arial" panose="020B0604020202020204" pitchFamily="34" charset="0"/>
              <a:buChar char="•"/>
              <a:defRPr sz="1950" b="0">
                <a:solidFill>
                  <a:srgbClr val="202D3E"/>
                </a:solidFill>
                <a:latin typeface="Ubuntu Light"/>
                <a:ea typeface="Ubuntu Light"/>
                <a:cs typeface="Ubuntu Light"/>
              </a:defRPr>
            </a:pPr>
            <a:endParaRPr b="0" dirty="0">
              <a:latin typeface="Ubuntu Light"/>
              <a:ea typeface="Ubuntu Light"/>
              <a:cs typeface="Ubuntu Light"/>
            </a:endParaRPr>
          </a:p>
        </p:txBody>
      </p:sp>
    </p:spTree>
    <p:extLst>
      <p:ext uri="{BB962C8B-B14F-4D97-AF65-F5344CB8AC3E}">
        <p14:creationId xmlns:p14="http://schemas.microsoft.com/office/powerpoint/2010/main" val="163755083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931A50E4-880B-F6C7-4286-D20AA5D2B3EE}"/>
              </a:ext>
            </a:extLst>
          </p:cNvPr>
          <p:cNvPicPr>
            <a:picLocks noChangeAspect="1"/>
          </p:cNvPicPr>
          <p:nvPr/>
        </p:nvPicPr>
        <p:blipFill>
          <a:blip r:embed="rId3"/>
          <a:stretch>
            <a:fillRect/>
          </a:stretch>
        </p:blipFill>
        <p:spPr>
          <a:xfrm>
            <a:off x="1266008" y="646924"/>
            <a:ext cx="6611983" cy="3660136"/>
          </a:xfrm>
          <a:prstGeom prst="rect">
            <a:avLst/>
          </a:prstGeom>
        </p:spPr>
      </p:pic>
      <p:sp>
        <p:nvSpPr>
          <p:cNvPr id="9" name="cue-34-1-label">
            <a:extLst>
              <a:ext uri="{FF2B5EF4-FFF2-40B4-BE49-F238E27FC236}">
                <a16:creationId xmlns:a16="http://schemas.microsoft.com/office/drawing/2014/main" id="{255989DD-9775-BEC4-BEC7-D79BB9DE4198}"/>
              </a:ext>
            </a:extLst>
          </p:cNvPr>
          <p:cNvSpPr>
            <a:spLocks noGrp="1"/>
          </p:cNvSpPr>
          <p:nvPr/>
        </p:nvSpPr>
        <p:spPr>
          <a:xfrm>
            <a:off x="6510680" y="2451846"/>
            <a:ext cx="2099310" cy="825364"/>
          </a:xfrm>
          <a:prstGeom prst="rect">
            <a:avLst/>
          </a:prstGeom>
          <a:solidFill>
            <a:srgbClr val="255DA8"/>
          </a:solidFill>
          <a:ln w="0">
            <a:noFill/>
          </a:ln>
        </p:spPr>
        <p:txBody>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lang="en-US" b="0" dirty="0">
                <a:latin typeface="Ubuntu Light"/>
                <a:ea typeface="Ubuntu Light"/>
                <a:cs typeface="Ubuntu Light"/>
              </a:rPr>
              <a:t>14</a:t>
            </a:r>
            <a:r>
              <a:rPr lang="en-US" b="0" baseline="30000" dirty="0">
                <a:latin typeface="Ubuntu Light"/>
                <a:ea typeface="Ubuntu Light"/>
                <a:cs typeface="Ubuntu Light"/>
              </a:rPr>
              <a:t>th</a:t>
            </a:r>
            <a:r>
              <a:rPr lang="en-US" b="0" dirty="0">
                <a:latin typeface="Ubuntu Light"/>
                <a:ea typeface="Ubuntu Light"/>
                <a:cs typeface="Ubuntu Light"/>
              </a:rPr>
              <a:t> Nov – 15</a:t>
            </a:r>
            <a:r>
              <a:rPr lang="en-US" baseline="30000" dirty="0"/>
              <a:t>th</a:t>
            </a:r>
            <a:r>
              <a:rPr lang="en-US" b="0" dirty="0">
                <a:latin typeface="Ubuntu Light"/>
                <a:ea typeface="Ubuntu Light"/>
                <a:cs typeface="Ubuntu Light"/>
              </a:rPr>
              <a:t> Nov</a:t>
            </a:r>
          </a:p>
          <a:p>
            <a:pPr algn="ctr">
              <a:defRPr sz="1350" b="0">
                <a:solidFill>
                  <a:srgbClr val="FFFFFF"/>
                </a:solidFill>
                <a:latin typeface="Ubuntu Light"/>
                <a:ea typeface="Ubuntu Light"/>
                <a:cs typeface="Ubuntu Light"/>
              </a:defRPr>
            </a:pPr>
            <a:endParaRPr lang="en-US" b="0" dirty="0">
              <a:latin typeface="Ubuntu Light"/>
              <a:ea typeface="Ubuntu Light"/>
              <a:cs typeface="Ubuntu Light"/>
            </a:endParaRPr>
          </a:p>
          <a:p>
            <a:pPr algn="ctr">
              <a:defRPr sz="1350" b="0">
                <a:solidFill>
                  <a:srgbClr val="FFFFFF"/>
                </a:solidFill>
                <a:latin typeface="Ubuntu Light"/>
                <a:ea typeface="Ubuntu Light"/>
                <a:cs typeface="Ubuntu Light"/>
              </a:defRPr>
            </a:pPr>
            <a:r>
              <a:rPr lang="en-US" dirty="0"/>
              <a:t>See you in PyCon HK!</a:t>
            </a:r>
            <a:endParaRPr b="0" dirty="0">
              <a:latin typeface="Ubuntu Light"/>
              <a:ea typeface="Ubuntu Light"/>
              <a:cs typeface="Ubuntu Light"/>
            </a:endParaRPr>
          </a:p>
        </p:txBody>
      </p:sp>
    </p:spTree>
    <p:extLst>
      <p:ext uri="{BB962C8B-B14F-4D97-AF65-F5344CB8AC3E}">
        <p14:creationId xmlns:p14="http://schemas.microsoft.com/office/powerpoint/2010/main" val="127060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ction-number">
            <a:extLst>
              <a:ext uri="{FF2B5EF4-FFF2-40B4-BE49-F238E27FC236}">
                <a16:creationId xmlns:a16="http://schemas.microsoft.com/office/drawing/2014/main" id="{0B530D1F-3894-4281-8B64-C17EBD7DDC35}"/>
              </a:ext>
            </a:extLst>
          </p:cNvPr>
          <p:cNvSpPr>
            <a:spLocks noGrp="1"/>
          </p:cNvSpPr>
          <p:nvPr/>
        </p:nvSpPr>
        <p:spPr>
          <a:xfrm>
            <a:off x="619125" y="1190625"/>
            <a:ext cx="7905750" cy="266700"/>
          </a:xfrm>
          <a:prstGeom prst="rect">
            <a:avLst/>
          </a:prstGeom>
          <a:noFill/>
          <a:ln w="0">
            <a:noFill/>
          </a:ln>
        </p:spPr>
        <p:txBody xmlns:a="http://schemas.openxmlformats.org/drawingml/2006/main" xmlns:p="http://schemas.openxmlformats.org/presentationml/2006/main">
          <a:bodyPr wrap="none" lIns="0" tIns="0" rIns="0" bIns="0" anchor="t">
            <a:noAutofit/>
          </a:bodyPr>
          <a:lstStyle>
            <a:defPPr algn="l">
              <a:defRPr sz="1350" b="0">
                <a:solidFill>
                  <a:srgbClr val="B91561"/>
                </a:solidFill>
                <a:latin typeface="Ubuntu Light"/>
                <a:ea typeface="Ubuntu Light"/>
                <a:cs typeface="Ubuntu Light"/>
              </a:defRPr>
            </a:defPPr>
            <a:lvl1pPr algn="l">
              <a:defRPr sz="1350" b="0">
                <a:solidFill>
                  <a:srgbClr val="B91561"/>
                </a:solidFill>
                <a:latin typeface="Ubuntu Light"/>
                <a:ea typeface="Ubuntu Light"/>
                <a:cs typeface="Ubuntu Light"/>
              </a:defRPr>
            </a:lvl1pPr>
            <a:lvl2pPr algn="l">
              <a:defRPr sz="1350" b="0">
                <a:solidFill>
                  <a:srgbClr val="B91561"/>
                </a:solidFill>
                <a:latin typeface="Ubuntu Light"/>
                <a:ea typeface="Ubuntu Light"/>
                <a:cs typeface="Ubuntu Light"/>
              </a:defRPr>
            </a:lvl2pPr>
            <a:lvl3pPr algn="l">
              <a:defRPr sz="1350" b="0">
                <a:solidFill>
                  <a:srgbClr val="B91561"/>
                </a:solidFill>
                <a:latin typeface="Ubuntu Light"/>
                <a:ea typeface="Ubuntu Light"/>
                <a:cs typeface="Ubuntu Light"/>
              </a:defRPr>
            </a:lvl3pPr>
            <a:lvl4pPr algn="l">
              <a:defRPr sz="1350" b="0">
                <a:solidFill>
                  <a:srgbClr val="B91561"/>
                </a:solidFill>
                <a:latin typeface="Ubuntu Light"/>
                <a:ea typeface="Ubuntu Light"/>
                <a:cs typeface="Ubuntu Light"/>
              </a:defRPr>
            </a:lvl4pPr>
            <a:lvl5pPr algn="l">
              <a:defRPr sz="1350" b="0">
                <a:solidFill>
                  <a:srgbClr val="B91561"/>
                </a:solidFill>
                <a:latin typeface="Ubuntu Light"/>
                <a:ea typeface="Ubuntu Light"/>
                <a:cs typeface="Ubuntu Light"/>
              </a:defRPr>
            </a:lvl5pPr>
            <a:lvl6pPr algn="l">
              <a:defRPr sz="1350" b="0">
                <a:solidFill>
                  <a:srgbClr val="B91561"/>
                </a:solidFill>
                <a:latin typeface="Ubuntu Light"/>
                <a:ea typeface="Ubuntu Light"/>
                <a:cs typeface="Ubuntu Light"/>
              </a:defRPr>
            </a:lvl6pPr>
            <a:lvl7pPr algn="l">
              <a:defRPr sz="1350" b="0">
                <a:solidFill>
                  <a:srgbClr val="B91561"/>
                </a:solidFill>
                <a:latin typeface="Ubuntu Light"/>
                <a:ea typeface="Ubuntu Light"/>
                <a:cs typeface="Ubuntu Light"/>
              </a:defRPr>
            </a:lvl7pPr>
            <a:lvl8pPr algn="l">
              <a:defRPr sz="1350" b="0">
                <a:solidFill>
                  <a:srgbClr val="B91561"/>
                </a:solidFill>
                <a:latin typeface="Ubuntu Light"/>
                <a:ea typeface="Ubuntu Light"/>
                <a:cs typeface="Ubuntu Light"/>
              </a:defRPr>
            </a:lvl8pPr>
            <a:lvl9pPr algn="l">
              <a:defRPr sz="1350" b="0">
                <a:solidFill>
                  <a:srgbClr val="B91561"/>
                </a:solidFill>
                <a:latin typeface="Ubuntu Light"/>
                <a:ea typeface="Ubuntu Light"/>
                <a:cs typeface="Ubuntu Light"/>
              </a:defRPr>
            </a:lvl9pPr>
          </a:lstStyle>
          <a:p>
            <a:pPr algn="l">
              <a:defRPr sz="1350" b="0">
                <a:solidFill>
                  <a:srgbClr val="B91561"/>
                </a:solidFill>
                <a:latin typeface="Ubuntu Light"/>
                <a:ea typeface="Ubuntu Light"/>
                <a:cs typeface="Ubuntu Light"/>
              </a:defRPr>
            </a:pPr>
            <a:r>
              <a:rPr sz="1600" b="1" dirty="0">
                <a:latin typeface="Ubuntu Light"/>
                <a:ea typeface="Ubuntu Light"/>
                <a:cs typeface="Ubuntu Light"/>
              </a:rPr>
              <a:t>BONUS</a:t>
            </a:r>
          </a:p>
        </p:txBody>
      </p:sp>
      <p:sp>
        <p:nvSpPr>
          <p:cNvPr id="2" name="section-question">
            <a:extLst>
              <a:ext uri="{FF2B5EF4-FFF2-40B4-BE49-F238E27FC236}">
                <a16:creationId xmlns:a16="http://schemas.microsoft.com/office/drawing/2014/main" id="{713E878A-72C4-4B25-BC69-DF1437F3C212}"/>
              </a:ext>
            </a:extLst>
          </p:cNvPr>
          <p:cNvSpPr>
            <a:spLocks noGrp="1"/>
          </p:cNvSpPr>
          <p:nvPr/>
        </p:nvSpPr>
        <p:spPr>
          <a:xfrm>
            <a:off x="619125" y="1857375"/>
            <a:ext cx="7905750" cy="1905000"/>
          </a:xfrm>
          <a:prstGeom prst="rect">
            <a:avLst/>
          </a:prstGeom>
          <a:noFill/>
          <a:ln w="0">
            <a:noFill/>
          </a:ln>
        </p:spPr>
        <p:txBody xmlns:a="http://schemas.openxmlformats.org/drawingml/2006/main" xmlns:p="http://schemas.openxmlformats.org/presentationml/2006/main">
          <a:bodyPr wrap="none" lIns="0" tIns="0" rIns="0" bIns="0" anchor="t">
            <a:noAutofit/>
          </a:bodyPr>
          <a:lstStyle>
            <a:defPPr algn="l">
              <a:defRPr sz="3300" b="0">
                <a:solidFill>
                  <a:srgbClr val="202D3E"/>
                </a:solidFill>
                <a:latin typeface="Ubuntu Light"/>
                <a:ea typeface="Ubuntu Light"/>
                <a:cs typeface="Ubuntu Light"/>
              </a:defRPr>
            </a:defPPr>
            <a:lvl1pPr algn="l">
              <a:defRPr sz="3300" b="0">
                <a:solidFill>
                  <a:srgbClr val="202D3E"/>
                </a:solidFill>
                <a:latin typeface="Ubuntu Light"/>
                <a:ea typeface="Ubuntu Light"/>
                <a:cs typeface="Ubuntu Light"/>
              </a:defRPr>
            </a:lvl1pPr>
            <a:lvl2pPr algn="l">
              <a:defRPr sz="3300" b="0">
                <a:solidFill>
                  <a:srgbClr val="202D3E"/>
                </a:solidFill>
                <a:latin typeface="Ubuntu Light"/>
                <a:ea typeface="Ubuntu Light"/>
                <a:cs typeface="Ubuntu Light"/>
              </a:defRPr>
            </a:lvl2pPr>
            <a:lvl3pPr algn="l">
              <a:defRPr sz="3300" b="0">
                <a:solidFill>
                  <a:srgbClr val="202D3E"/>
                </a:solidFill>
                <a:latin typeface="Ubuntu Light"/>
                <a:ea typeface="Ubuntu Light"/>
                <a:cs typeface="Ubuntu Light"/>
              </a:defRPr>
            </a:lvl3pPr>
            <a:lvl4pPr algn="l">
              <a:defRPr sz="3300" b="0">
                <a:solidFill>
                  <a:srgbClr val="202D3E"/>
                </a:solidFill>
                <a:latin typeface="Ubuntu Light"/>
                <a:ea typeface="Ubuntu Light"/>
                <a:cs typeface="Ubuntu Light"/>
              </a:defRPr>
            </a:lvl4pPr>
            <a:lvl5pPr algn="l">
              <a:defRPr sz="3300" b="0">
                <a:solidFill>
                  <a:srgbClr val="202D3E"/>
                </a:solidFill>
                <a:latin typeface="Ubuntu Light"/>
                <a:ea typeface="Ubuntu Light"/>
                <a:cs typeface="Ubuntu Light"/>
              </a:defRPr>
            </a:lvl5pPr>
            <a:lvl6pPr algn="l">
              <a:defRPr sz="3300" b="0">
                <a:solidFill>
                  <a:srgbClr val="202D3E"/>
                </a:solidFill>
                <a:latin typeface="Ubuntu Light"/>
                <a:ea typeface="Ubuntu Light"/>
                <a:cs typeface="Ubuntu Light"/>
              </a:defRPr>
            </a:lvl6pPr>
            <a:lvl7pPr algn="l">
              <a:defRPr sz="3300" b="0">
                <a:solidFill>
                  <a:srgbClr val="202D3E"/>
                </a:solidFill>
                <a:latin typeface="Ubuntu Light"/>
                <a:ea typeface="Ubuntu Light"/>
                <a:cs typeface="Ubuntu Light"/>
              </a:defRPr>
            </a:lvl7pPr>
            <a:lvl8pPr algn="l">
              <a:defRPr sz="3300" b="0">
                <a:solidFill>
                  <a:srgbClr val="202D3E"/>
                </a:solidFill>
                <a:latin typeface="Ubuntu Light"/>
                <a:ea typeface="Ubuntu Light"/>
                <a:cs typeface="Ubuntu Light"/>
              </a:defRPr>
            </a:lvl8pPr>
            <a:lvl9pPr algn="l">
              <a:defRPr sz="3300" b="0">
                <a:solidFill>
                  <a:srgbClr val="202D3E"/>
                </a:solidFill>
                <a:latin typeface="Ubuntu Light"/>
                <a:ea typeface="Ubuntu Light"/>
                <a:cs typeface="Ubuntu Light"/>
              </a:defRPr>
            </a:lvl9pPr>
          </a:lstStyle>
          <a:p>
            <a:pPr algn="l">
              <a:defRPr sz="3300" b="0">
                <a:solidFill>
                  <a:srgbClr val="202D3E"/>
                </a:solidFill>
                <a:latin typeface="Ubuntu Light"/>
                <a:ea typeface="Ubuntu Light"/>
                <a:cs typeface="Ubuntu Light"/>
              </a:defRPr>
            </a:pPr>
            <a:r>
              <a:rPr b="0">
                <a:latin typeface="Ubuntu Light"/>
                <a:ea typeface="Ubuntu Light"/>
                <a:cs typeface="Ubuntu Light"/>
              </a:rPr>
              <a:t>Lambda Durable Functions</a:t>
            </a:r>
          </a:p>
          <a:p>
            <a:pPr algn="l">
              <a:defRPr sz="3300" b="0">
                <a:solidFill>
                  <a:srgbClr val="202D3E"/>
                </a:solidFill>
                <a:latin typeface="Ubuntu Light"/>
                <a:ea typeface="Ubuntu Light"/>
                <a:cs typeface="Ubuntu Light"/>
              </a:defRPr>
            </a:pPr>
            <a:r>
              <a:rPr b="0">
                <a:latin typeface="Ubuntu Light"/>
                <a:ea typeface="Ubuntu Light"/>
                <a:cs typeface="Ubuntu Light"/>
              </a:rPr>
              <a:t>with MiniStack</a:t>
            </a:r>
          </a:p>
        </p:txBody>
      </p:sp>
    </p:spTree>
    <p:extLst>
      <p:ext uri="{BB962C8B-B14F-4D97-AF65-F5344CB8AC3E}">
        <p14:creationId xmlns:p14="http://schemas.microsoft.com/office/powerpoint/2010/main" val="813467880"/>
      </p:ext>
    </p:extLst>
  </p:cSld>
  <p:clrMapOvr>
    <a:masterClrMapping/>
  </p:clrMapOvr>
</p:sld>
</file>

<file path=ppt/slides/slide4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sp>
        <p:nvSpPr>
          <p:cNvPr id="25" name="slide-title">
            <a:extLst>
              <a:ext uri="{FF2B5EF4-FFF2-40B4-BE49-F238E27FC236}">
                <ns2:creationId id="{E15695B8-83FC-4DDE-BDA7-958DD1411A28}"/>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a:solidFill>
                  <a:srgbClr val="202D3E"/>
                </a:solidFill>
                <a:latin typeface="Ubuntu Light"/>
                <a:ea typeface="Ubuntu Light"/>
                <a:cs typeface="Ubuntu Light"/>
              </a:defRPr>
            </a:defPPr>
            <a:lvl1pPr algn="l">
              <a:defRPr sz="2250">
                <a:solidFill>
                  <a:srgbClr val="202D3E"/>
                </a:solidFill>
                <a:latin typeface="Ubuntu Light"/>
                <a:ea typeface="Ubuntu Light"/>
                <a:cs typeface="Ubuntu Light"/>
              </a:defRPr>
            </a:lvl1pPr>
            <a:lvl2pPr algn="l">
              <a:defRPr sz="2250">
                <a:solidFill>
                  <a:srgbClr val="202D3E"/>
                </a:solidFill>
                <a:latin typeface="Ubuntu Light"/>
                <a:ea typeface="Ubuntu Light"/>
                <a:cs typeface="Ubuntu Light"/>
              </a:defRPr>
            </a:lvl2pPr>
            <a:lvl3pPr algn="l">
              <a:defRPr sz="2250">
                <a:solidFill>
                  <a:srgbClr val="202D3E"/>
                </a:solidFill>
                <a:latin typeface="Ubuntu Light"/>
                <a:ea typeface="Ubuntu Light"/>
                <a:cs typeface="Ubuntu Light"/>
              </a:defRPr>
            </a:lvl3pPr>
            <a:lvl4pPr algn="l">
              <a:defRPr sz="2250">
                <a:solidFill>
                  <a:srgbClr val="202D3E"/>
                </a:solidFill>
                <a:latin typeface="Ubuntu Light"/>
                <a:ea typeface="Ubuntu Light"/>
                <a:cs typeface="Ubuntu Light"/>
              </a:defRPr>
            </a:lvl4pPr>
            <a:lvl5pPr algn="l">
              <a:defRPr sz="2250">
                <a:solidFill>
                  <a:srgbClr val="202D3E"/>
                </a:solidFill>
                <a:latin typeface="Ubuntu Light"/>
                <a:ea typeface="Ubuntu Light"/>
                <a:cs typeface="Ubuntu Light"/>
              </a:defRPr>
            </a:lvl5pPr>
            <a:lvl6pPr algn="l">
              <a:defRPr sz="2250">
                <a:solidFill>
                  <a:srgbClr val="202D3E"/>
                </a:solidFill>
                <a:latin typeface="Ubuntu Light"/>
                <a:ea typeface="Ubuntu Light"/>
                <a:cs typeface="Ubuntu Light"/>
              </a:defRPr>
            </a:lvl6pPr>
            <a:lvl7pPr algn="l">
              <a:defRPr sz="2250">
                <a:solidFill>
                  <a:srgbClr val="202D3E"/>
                </a:solidFill>
                <a:latin typeface="Ubuntu Light"/>
                <a:ea typeface="Ubuntu Light"/>
                <a:cs typeface="Ubuntu Light"/>
              </a:defRPr>
            </a:lvl7pPr>
            <a:lvl8pPr algn="l">
              <a:defRPr sz="2250">
                <a:solidFill>
                  <a:srgbClr val="202D3E"/>
                </a:solidFill>
                <a:latin typeface="Ubuntu Light"/>
                <a:ea typeface="Ubuntu Light"/>
                <a:cs typeface="Ubuntu Light"/>
              </a:defRPr>
            </a:lvl8pPr>
            <a:lvl9pPr algn="l">
              <a:defRPr sz="2250">
                <a:solidFill>
                  <a:srgbClr val="202D3E"/>
                </a:solidFill>
                <a:latin typeface="Ubuntu Light"/>
                <a:ea typeface="Ubuntu Light"/>
                <a:cs typeface="Ubuntu Light"/>
              </a:defRPr>
            </a:lvl9pPr>
          </a:lstStyle>
          <a:p>
            <a:pPr algn="l">
              <a:defRPr sz="2250">
                <a:solidFill>
                  <a:srgbClr val="202D3E"/>
                </a:solidFill>
                <a:latin typeface="Ubuntu Light"/>
                <a:ea typeface="Ubuntu Light"/>
                <a:cs typeface="Ubuntu Light"/>
              </a:defRPr>
            </a:pPr>
            <a:r>
              <a:rPr sz="2250">
                <a:solidFill>
                  <a:srgbClr val="202D3E"/>
                </a:solidFill>
                <a:latin typeface="Ubuntu Light"/>
                <a:ea typeface="Ubuntu Light"/>
                <a:cs typeface="Ubuntu Light"/>
              </a:rPr>
              <a:t>The approval-success flow in Step Functions and Python</a:t>
            </a:r>
          </a:p>
        </p:txBody>
      </p:sp>
      <p:sp>
        <p:nvSpPr>
          <p:cNvPr id="2" name="lead">
            <a:extLst>
              <a:ext uri="{FF2B5EF4-FFF2-40B4-BE49-F238E27FC236}">
                <ns2:creationId id="{DEFAB2F5-05C6-4D03-9831-8C9F6EEC3373}"/>
              </a:ext>
            </a:extLst>
          </p:cNvPr>
          <p:cNvSpPr>
            <a:spLocks noGrp="1"/>
          </p:cNvSpPr>
          <p:nvPr/>
        </p:nvSpPr>
        <p:spPr>
          <a:xfrm>
            <a:off x="619125" y="1381125"/>
            <a:ext cx="7905750" cy="285750"/>
          </a:xfrm>
          <a:prstGeom prst="rect">
            <a:avLst/>
          </a:prstGeom>
          <a:noFill/>
          <a:ln w="0">
            <a:noFill/>
          </a:ln>
        </p:spPr>
        <p:txBody>
          <a:bodyPr wrap="none" lIns="0" tIns="0" rIns="0" bIns="0" anchor="t">
            <a:noAutofit/>
          </a:bodyPr>
          <a:lstStyle>
            <a:defPPr algn="l">
              <a:defRPr sz="1575">
                <a:solidFill>
                  <a:srgbClr val="202D3E"/>
                </a:solidFill>
                <a:latin typeface="Ubuntu Light"/>
                <a:ea typeface="Ubuntu Light"/>
                <a:cs typeface="Ubuntu Light"/>
              </a:defRPr>
            </a:defPPr>
            <a:lvl1pPr algn="l">
              <a:defRPr sz="1575">
                <a:solidFill>
                  <a:srgbClr val="202D3E"/>
                </a:solidFill>
                <a:latin typeface="Ubuntu Light"/>
                <a:ea typeface="Ubuntu Light"/>
                <a:cs typeface="Ubuntu Light"/>
              </a:defRPr>
            </a:lvl1pPr>
            <a:lvl2pPr algn="l">
              <a:defRPr sz="1575">
                <a:solidFill>
                  <a:srgbClr val="202D3E"/>
                </a:solidFill>
                <a:latin typeface="Ubuntu Light"/>
                <a:ea typeface="Ubuntu Light"/>
                <a:cs typeface="Ubuntu Light"/>
              </a:defRPr>
            </a:lvl2pPr>
            <a:lvl3pPr algn="l">
              <a:defRPr sz="1575">
                <a:solidFill>
                  <a:srgbClr val="202D3E"/>
                </a:solidFill>
                <a:latin typeface="Ubuntu Light"/>
                <a:ea typeface="Ubuntu Light"/>
                <a:cs typeface="Ubuntu Light"/>
              </a:defRPr>
            </a:lvl3pPr>
            <a:lvl4pPr algn="l">
              <a:defRPr sz="1575">
                <a:solidFill>
                  <a:srgbClr val="202D3E"/>
                </a:solidFill>
                <a:latin typeface="Ubuntu Light"/>
                <a:ea typeface="Ubuntu Light"/>
                <a:cs typeface="Ubuntu Light"/>
              </a:defRPr>
            </a:lvl4pPr>
            <a:lvl5pPr algn="l">
              <a:defRPr sz="1575">
                <a:solidFill>
                  <a:srgbClr val="202D3E"/>
                </a:solidFill>
                <a:latin typeface="Ubuntu Light"/>
                <a:ea typeface="Ubuntu Light"/>
                <a:cs typeface="Ubuntu Light"/>
              </a:defRPr>
            </a:lvl5pPr>
            <a:lvl6pPr algn="l">
              <a:defRPr sz="1575">
                <a:solidFill>
                  <a:srgbClr val="202D3E"/>
                </a:solidFill>
                <a:latin typeface="Ubuntu Light"/>
                <a:ea typeface="Ubuntu Light"/>
                <a:cs typeface="Ubuntu Light"/>
              </a:defRPr>
            </a:lvl6pPr>
            <a:lvl7pPr algn="l">
              <a:defRPr sz="1575">
                <a:solidFill>
                  <a:srgbClr val="202D3E"/>
                </a:solidFill>
                <a:latin typeface="Ubuntu Light"/>
                <a:ea typeface="Ubuntu Light"/>
                <a:cs typeface="Ubuntu Light"/>
              </a:defRPr>
            </a:lvl7pPr>
            <a:lvl8pPr algn="l">
              <a:defRPr sz="1575">
                <a:solidFill>
                  <a:srgbClr val="202D3E"/>
                </a:solidFill>
                <a:latin typeface="Ubuntu Light"/>
                <a:ea typeface="Ubuntu Light"/>
                <a:cs typeface="Ubuntu Light"/>
              </a:defRPr>
            </a:lvl8pPr>
            <a:lvl9pPr algn="l">
              <a:defRPr sz="1575">
                <a:solidFill>
                  <a:srgbClr val="202D3E"/>
                </a:solidFill>
                <a:latin typeface="Ubuntu Light"/>
                <a:ea typeface="Ubuntu Light"/>
                <a:cs typeface="Ubuntu Light"/>
              </a:defRPr>
            </a:lvl9pPr>
          </a:lstStyle>
          <a:p>
            <a:pPr algn="l">
              <a:defRPr sz="1575">
                <a:solidFill>
                  <a:srgbClr val="202D3E"/>
                </a:solidFill>
                <a:latin typeface="Ubuntu Light"/>
                <a:ea typeface="Ubuntu Light"/>
                <a:cs typeface="Ubuntu Light"/>
              </a:defRPr>
            </a:pPr>
            <a:r>
              <a:rPr sz="1575">
                <a:solidFill>
                  <a:srgbClr val="202D3E"/>
                </a:solidFill>
                <a:latin typeface="Ubuntu Light"/>
                <a:ea typeface="Ubuntu Light"/>
                <a:cs typeface="Ubuntu Light"/>
              </a:rPr>
              <a:t>The states run in the same order; Python replaces the ASL definition.</a:t>
            </a:r>
          </a:p>
        </p:txBody>
      </p:sp>
      <p:pic>
        <p:nvPicPr>
          <p:cNvPr id="3" name="">
            <a:extLst>
              <a:ext uri="{FF2B5EF4-FFF2-40B4-BE49-F238E27FC236}">
                <ns2:creationId id="{2B6260DD-28B9-43B6-94AF-9C969B612CE9}"/>
              </a:ext>
            </a:extLst>
          </p:cNvPr>
          <p:cNvPicPr>
            <a:picLocks noChangeAspect="1"/>
          </p:cNvPicPr>
          <p:nvPr/>
        </p:nvPicPr>
        <p:blipFill>
          <a:blip r:embed="R407dbf5f35a543e7"/>
          <a:stretch/>
        </p:blipFill>
        <p:spPr>
          <a:xfrm>
            <a:off x="733425" y="1819275"/>
            <a:ext cx="361950" cy="361950"/>
          </a:xfrm>
          <a:prstGeom prst="rect">
            <a:avLst/>
          </a:prstGeom>
        </p:spPr>
      </p:pic>
      <p:sp>
        <p:nvSpPr>
          <p:cNvPr id="4" name="states-label">
            <a:extLst>
              <a:ext uri="{FF2B5EF4-FFF2-40B4-BE49-F238E27FC236}">
                <ns2:creationId id="{5C5F7475-CD3A-482D-8C5A-ED975368F879}"/>
              </a:ext>
            </a:extLst>
          </p:cNvPr>
          <p:cNvSpPr>
            <a:spLocks noGrp="1"/>
          </p:cNvSpPr>
          <p:nvPr/>
        </p:nvSpPr>
        <p:spPr>
          <a:xfrm>
            <a:off x="1209675" y="1914525"/>
            <a:ext cx="2333625" cy="266700"/>
          </a:xfrm>
          <a:prstGeom prst="rect">
            <a:avLst/>
          </a:prstGeom>
          <a:noFill/>
          <a:ln w="0">
            <a:noFill/>
          </a:ln>
        </p:spPr>
        <p:txBody>
          <a:bodyPr wrap="none" lIns="0" tIns="0" rIns="0" bIns="0" anchor="t">
            <a:noAutofit/>
          </a:bodyPr>
          <a:lstStyle>
            <a:defPPr algn="l">
              <a:defRPr sz="1425">
                <a:solidFill>
                  <a:srgbClr val="202D3E"/>
                </a:solidFill>
                <a:latin typeface="Ubuntu Light"/>
                <a:ea typeface="Ubuntu Light"/>
                <a:cs typeface="Ubuntu Light"/>
              </a:defRPr>
            </a:defPPr>
            <a:lvl1pPr algn="l">
              <a:defRPr sz="1425">
                <a:solidFill>
                  <a:srgbClr val="202D3E"/>
                </a:solidFill>
                <a:latin typeface="Ubuntu Light"/>
                <a:ea typeface="Ubuntu Light"/>
                <a:cs typeface="Ubuntu Light"/>
              </a:defRPr>
            </a:lvl1pPr>
            <a:lvl2pPr algn="l">
              <a:defRPr sz="1425">
                <a:solidFill>
                  <a:srgbClr val="202D3E"/>
                </a:solidFill>
                <a:latin typeface="Ubuntu Light"/>
                <a:ea typeface="Ubuntu Light"/>
                <a:cs typeface="Ubuntu Light"/>
              </a:defRPr>
            </a:lvl2pPr>
            <a:lvl3pPr algn="l">
              <a:defRPr sz="1425">
                <a:solidFill>
                  <a:srgbClr val="202D3E"/>
                </a:solidFill>
                <a:latin typeface="Ubuntu Light"/>
                <a:ea typeface="Ubuntu Light"/>
                <a:cs typeface="Ubuntu Light"/>
              </a:defRPr>
            </a:lvl3pPr>
            <a:lvl4pPr algn="l">
              <a:defRPr sz="1425">
                <a:solidFill>
                  <a:srgbClr val="202D3E"/>
                </a:solidFill>
                <a:latin typeface="Ubuntu Light"/>
                <a:ea typeface="Ubuntu Light"/>
                <a:cs typeface="Ubuntu Light"/>
              </a:defRPr>
            </a:lvl4pPr>
            <a:lvl5pPr algn="l">
              <a:defRPr sz="1425">
                <a:solidFill>
                  <a:srgbClr val="202D3E"/>
                </a:solidFill>
                <a:latin typeface="Ubuntu Light"/>
                <a:ea typeface="Ubuntu Light"/>
                <a:cs typeface="Ubuntu Light"/>
              </a:defRPr>
            </a:lvl5pPr>
            <a:lvl6pPr algn="l">
              <a:defRPr sz="1425">
                <a:solidFill>
                  <a:srgbClr val="202D3E"/>
                </a:solidFill>
                <a:latin typeface="Ubuntu Light"/>
                <a:ea typeface="Ubuntu Light"/>
                <a:cs typeface="Ubuntu Light"/>
              </a:defRPr>
            </a:lvl6pPr>
            <a:lvl7pPr algn="l">
              <a:defRPr sz="1425">
                <a:solidFill>
                  <a:srgbClr val="202D3E"/>
                </a:solidFill>
                <a:latin typeface="Ubuntu Light"/>
                <a:ea typeface="Ubuntu Light"/>
                <a:cs typeface="Ubuntu Light"/>
              </a:defRPr>
            </a:lvl7pPr>
            <a:lvl8pPr algn="l">
              <a:defRPr sz="1425">
                <a:solidFill>
                  <a:srgbClr val="202D3E"/>
                </a:solidFill>
                <a:latin typeface="Ubuntu Light"/>
                <a:ea typeface="Ubuntu Light"/>
                <a:cs typeface="Ubuntu Light"/>
              </a:defRPr>
            </a:lvl8pPr>
            <a:lvl9pPr algn="l">
              <a:defRPr sz="1425">
                <a:solidFill>
                  <a:srgbClr val="202D3E"/>
                </a:solidFill>
                <a:latin typeface="Ubuntu Light"/>
                <a:ea typeface="Ubuntu Light"/>
                <a:cs typeface="Ubuntu Light"/>
              </a:defRPr>
            </a:lvl9pPr>
          </a:lstStyle>
          <a:p>
            <a:pPr algn="l">
              <a:defRPr sz="1425">
                <a:solidFill>
                  <a:srgbClr val="202D3E"/>
                </a:solidFill>
                <a:latin typeface="Ubuntu Light"/>
                <a:ea typeface="Ubuntu Light"/>
                <a:cs typeface="Ubuntu Light"/>
              </a:defRPr>
            </a:pPr>
            <a:r>
              <a:rPr sz="1425">
                <a:solidFill>
                  <a:srgbClr val="202D3E"/>
                </a:solidFill>
                <a:latin typeface="Ubuntu Light"/>
                <a:ea typeface="Ubuntu Light"/>
                <a:cs typeface="Ubuntu Light"/>
              </a:rPr>
              <a:t>Step Functions states</a:t>
            </a:r>
          </a:p>
        </p:txBody>
      </p:sp>
      <p:pic>
        <p:nvPicPr>
          <p:cNvPr id="5" name="">
            <a:extLst>
              <a:ext uri="{FF2B5EF4-FFF2-40B4-BE49-F238E27FC236}">
                <ns2:creationId id="{F55C7EB5-D716-4A08-BA5F-2797F1F025E1}"/>
              </a:ext>
            </a:extLst>
          </p:cNvPr>
          <p:cNvPicPr>
            <a:picLocks noChangeAspect="1"/>
          </p:cNvPicPr>
          <p:nvPr/>
        </p:nvPicPr>
        <p:blipFill>
          <a:blip r:embed="R5f3a658888f9446d"/>
          <a:stretch/>
        </p:blipFill>
        <p:spPr>
          <a:xfrm>
            <a:off x="3829050" y="1819275"/>
            <a:ext cx="361950" cy="361950"/>
          </a:xfrm>
          <a:prstGeom prst="rect">
            <a:avLst/>
          </a:prstGeom>
        </p:spPr>
      </p:pic>
      <p:sp>
        <p:nvSpPr>
          <p:cNvPr id="6" name="python-label">
            <a:extLst>
              <a:ext uri="{FF2B5EF4-FFF2-40B4-BE49-F238E27FC236}">
                <ns2:creationId id="{76DA629C-5B63-4C9B-BC2E-06925C22BE57}"/>
              </a:ext>
            </a:extLst>
          </p:cNvPr>
          <p:cNvSpPr>
            <a:spLocks noGrp="1"/>
          </p:cNvSpPr>
          <p:nvPr/>
        </p:nvSpPr>
        <p:spPr>
          <a:xfrm>
            <a:off x="4314825" y="1914525"/>
            <a:ext cx="4095750" cy="266700"/>
          </a:xfrm>
          <a:prstGeom prst="rect">
            <a:avLst/>
          </a:prstGeom>
          <a:noFill/>
          <a:ln w="0">
            <a:noFill/>
          </a:ln>
        </p:spPr>
        <p:txBody>
          <a:bodyPr wrap="none" lIns="0" tIns="0" rIns="0" bIns="0" anchor="t">
            <a:noAutofit/>
          </a:bodyPr>
          <a:lstStyle>
            <a:defPPr algn="l">
              <a:defRPr sz="1425">
                <a:solidFill>
                  <a:srgbClr val="202D3E"/>
                </a:solidFill>
                <a:latin typeface="Ubuntu Light"/>
                <a:ea typeface="Ubuntu Light"/>
                <a:cs typeface="Ubuntu Light"/>
              </a:defRPr>
            </a:defPPr>
            <a:lvl1pPr algn="l">
              <a:defRPr sz="1425">
                <a:solidFill>
                  <a:srgbClr val="202D3E"/>
                </a:solidFill>
                <a:latin typeface="Ubuntu Light"/>
                <a:ea typeface="Ubuntu Light"/>
                <a:cs typeface="Ubuntu Light"/>
              </a:defRPr>
            </a:lvl1pPr>
            <a:lvl2pPr algn="l">
              <a:defRPr sz="1425">
                <a:solidFill>
                  <a:srgbClr val="202D3E"/>
                </a:solidFill>
                <a:latin typeface="Ubuntu Light"/>
                <a:ea typeface="Ubuntu Light"/>
                <a:cs typeface="Ubuntu Light"/>
              </a:defRPr>
            </a:lvl2pPr>
            <a:lvl3pPr algn="l">
              <a:defRPr sz="1425">
                <a:solidFill>
                  <a:srgbClr val="202D3E"/>
                </a:solidFill>
                <a:latin typeface="Ubuntu Light"/>
                <a:ea typeface="Ubuntu Light"/>
                <a:cs typeface="Ubuntu Light"/>
              </a:defRPr>
            </a:lvl3pPr>
            <a:lvl4pPr algn="l">
              <a:defRPr sz="1425">
                <a:solidFill>
                  <a:srgbClr val="202D3E"/>
                </a:solidFill>
                <a:latin typeface="Ubuntu Light"/>
                <a:ea typeface="Ubuntu Light"/>
                <a:cs typeface="Ubuntu Light"/>
              </a:defRPr>
            </a:lvl4pPr>
            <a:lvl5pPr algn="l">
              <a:defRPr sz="1425">
                <a:solidFill>
                  <a:srgbClr val="202D3E"/>
                </a:solidFill>
                <a:latin typeface="Ubuntu Light"/>
                <a:ea typeface="Ubuntu Light"/>
                <a:cs typeface="Ubuntu Light"/>
              </a:defRPr>
            </a:lvl5pPr>
            <a:lvl6pPr algn="l">
              <a:defRPr sz="1425">
                <a:solidFill>
                  <a:srgbClr val="202D3E"/>
                </a:solidFill>
                <a:latin typeface="Ubuntu Light"/>
                <a:ea typeface="Ubuntu Light"/>
                <a:cs typeface="Ubuntu Light"/>
              </a:defRPr>
            </a:lvl6pPr>
            <a:lvl7pPr algn="l">
              <a:defRPr sz="1425">
                <a:solidFill>
                  <a:srgbClr val="202D3E"/>
                </a:solidFill>
                <a:latin typeface="Ubuntu Light"/>
                <a:ea typeface="Ubuntu Light"/>
                <a:cs typeface="Ubuntu Light"/>
              </a:defRPr>
            </a:lvl7pPr>
            <a:lvl8pPr algn="l">
              <a:defRPr sz="1425">
                <a:solidFill>
                  <a:srgbClr val="202D3E"/>
                </a:solidFill>
                <a:latin typeface="Ubuntu Light"/>
                <a:ea typeface="Ubuntu Light"/>
                <a:cs typeface="Ubuntu Light"/>
              </a:defRPr>
            </a:lvl8pPr>
            <a:lvl9pPr algn="l">
              <a:defRPr sz="1425">
                <a:solidFill>
                  <a:srgbClr val="202D3E"/>
                </a:solidFill>
                <a:latin typeface="Ubuntu Light"/>
                <a:ea typeface="Ubuntu Light"/>
                <a:cs typeface="Ubuntu Light"/>
              </a:defRPr>
            </a:lvl9pPr>
          </a:lstStyle>
          <a:p>
            <a:pPr algn="l">
              <a:defRPr sz="1425">
                <a:solidFill>
                  <a:srgbClr val="202D3E"/>
                </a:solidFill>
                <a:latin typeface="Ubuntu Light"/>
                <a:ea typeface="Ubuntu Light"/>
                <a:cs typeface="Ubuntu Light"/>
              </a:defRPr>
            </a:pPr>
            <a:r>
              <a:rPr sz="1425">
                <a:solidFill>
                  <a:srgbClr val="202D3E"/>
                </a:solidFill>
                <a:latin typeface="Ubuntu Light"/>
                <a:ea typeface="Ubuntu Light"/>
                <a:cs typeface="Ubuntu Light"/>
              </a:rPr>
              <a:t>Durable Python operations</a:t>
            </a:r>
          </a:p>
        </p:txBody>
      </p:sp>
      <p:sp>
        <p:nvSpPr>
          <p:cNvPr id="7" name="code-background">
            <a:extLst>
              <a:ext uri="{FF2B5EF4-FFF2-40B4-BE49-F238E27FC236}">
                <ns2:creationId id="{9910BD52-0E97-4F34-A928-AEBE943A64F6}"/>
              </a:ext>
            </a:extLst>
          </p:cNvPr>
          <p:cNvSpPr>
            <a:spLocks noGrp="1"/>
          </p:cNvSpPr>
          <p:nvPr/>
        </p:nvSpPr>
        <p:spPr>
          <a:xfrm>
            <a:off x="3790950" y="2333625"/>
            <a:ext cx="4714875" cy="1800225"/>
          </a:xfrm>
          <a:prstGeom prst="rect">
            <a:avLst/>
          </a:prstGeom>
          <a:solidFill>
            <a:srgbClr val="000000"/>
          </a:solidFill>
          <a:ln w="0">
            <a:noFill/>
          </a:ln>
        </p:spPr>
      </p:sp>
      <p:sp>
        <p:nvSpPr>
          <p:cNvPr id="8" name="state-0">
            <a:extLst>
              <a:ext uri="{FF2B5EF4-FFF2-40B4-BE49-F238E27FC236}">
                <ns2:creationId id="{E62E415B-200A-4EF5-AEE5-1F08BC2AE817}"/>
              </a:ext>
            </a:extLst>
          </p:cNvPr>
          <p:cNvSpPr>
            <a:spLocks noGrp="1"/>
          </p:cNvSpPr>
          <p:nvPr/>
        </p:nvSpPr>
        <p:spPr>
          <a:xfrm>
            <a:off x="742950" y="2428875"/>
            <a:ext cx="2638425" cy="257175"/>
          </a:xfrm>
          <a:prstGeom prst="rect">
            <a:avLst/>
          </a:prstGeom>
          <a:noFill/>
          <a:ln w="0">
            <a:noFill/>
          </a:ln>
        </p:spPr>
        <p:txBody>
          <a:bodyPr wrap="none" lIns="0" tIns="0" rIns="0" bIns="0" anchor="t">
            <a:noAutofit/>
          </a:bodyPr>
          <a:lstStyle>
            <a:defPPr algn="l">
              <a:defRPr sz="1350">
                <a:solidFill>
                  <a:srgbClr val="202D3E"/>
                </a:solidFill>
                <a:latin typeface="Menlo"/>
                <a:ea typeface="Menlo"/>
                <a:cs typeface="Menlo"/>
              </a:defRPr>
            </a:defPPr>
            <a:lvl1pPr algn="l">
              <a:defRPr sz="1350">
                <a:solidFill>
                  <a:srgbClr val="202D3E"/>
                </a:solidFill>
                <a:latin typeface="Menlo"/>
                <a:ea typeface="Menlo"/>
                <a:cs typeface="Menlo"/>
              </a:defRPr>
            </a:lvl1pPr>
            <a:lvl2pPr algn="l">
              <a:defRPr sz="1350">
                <a:solidFill>
                  <a:srgbClr val="202D3E"/>
                </a:solidFill>
                <a:latin typeface="Menlo"/>
                <a:ea typeface="Menlo"/>
                <a:cs typeface="Menlo"/>
              </a:defRPr>
            </a:lvl2pPr>
            <a:lvl3pPr algn="l">
              <a:defRPr sz="1350">
                <a:solidFill>
                  <a:srgbClr val="202D3E"/>
                </a:solidFill>
                <a:latin typeface="Menlo"/>
                <a:ea typeface="Menlo"/>
                <a:cs typeface="Menlo"/>
              </a:defRPr>
            </a:lvl3pPr>
            <a:lvl4pPr algn="l">
              <a:defRPr sz="1350">
                <a:solidFill>
                  <a:srgbClr val="202D3E"/>
                </a:solidFill>
                <a:latin typeface="Menlo"/>
                <a:ea typeface="Menlo"/>
                <a:cs typeface="Menlo"/>
              </a:defRPr>
            </a:lvl4pPr>
            <a:lvl5pPr algn="l">
              <a:defRPr sz="1350">
                <a:solidFill>
                  <a:srgbClr val="202D3E"/>
                </a:solidFill>
                <a:latin typeface="Menlo"/>
                <a:ea typeface="Menlo"/>
                <a:cs typeface="Menlo"/>
              </a:defRPr>
            </a:lvl5pPr>
            <a:lvl6pPr algn="l">
              <a:defRPr sz="1350">
                <a:solidFill>
                  <a:srgbClr val="202D3E"/>
                </a:solidFill>
                <a:latin typeface="Menlo"/>
                <a:ea typeface="Menlo"/>
                <a:cs typeface="Menlo"/>
              </a:defRPr>
            </a:lvl6pPr>
            <a:lvl7pPr algn="l">
              <a:defRPr sz="1350">
                <a:solidFill>
                  <a:srgbClr val="202D3E"/>
                </a:solidFill>
                <a:latin typeface="Menlo"/>
                <a:ea typeface="Menlo"/>
                <a:cs typeface="Menlo"/>
              </a:defRPr>
            </a:lvl7pPr>
            <a:lvl8pPr algn="l">
              <a:defRPr sz="1350">
                <a:solidFill>
                  <a:srgbClr val="202D3E"/>
                </a:solidFill>
                <a:latin typeface="Menlo"/>
                <a:ea typeface="Menlo"/>
                <a:cs typeface="Menlo"/>
              </a:defRPr>
            </a:lvl8pPr>
            <a:lvl9pPr algn="l">
              <a:defRPr sz="1350">
                <a:solidFill>
                  <a:srgbClr val="202D3E"/>
                </a:solidFill>
                <a:latin typeface="Menlo"/>
                <a:ea typeface="Menlo"/>
                <a:cs typeface="Menlo"/>
              </a:defRPr>
            </a:lvl9pPr>
          </a:lstStyle>
          <a:p>
            <a:pPr algn="l">
              <a:defRPr sz="1350">
                <a:solidFill>
                  <a:srgbClr val="202D3E"/>
                </a:solidFill>
                <a:latin typeface="Menlo"/>
                <a:ea typeface="Menlo"/>
                <a:cs typeface="Menlo"/>
              </a:defRPr>
            </a:pPr>
            <a:r>
              <a:rPr sz="1350">
                <a:solidFill>
                  <a:srgbClr val="202D3E"/>
                </a:solidFill>
                <a:latin typeface="Menlo"/>
                <a:ea typeface="Menlo"/>
                <a:cs typeface="Menlo"/>
              </a:rPr>
              <a:t>CreateOrder</a:t>
            </a:r>
          </a:p>
        </p:txBody>
      </p:sp>
      <p:cxnSp>
        <p:nvCxnSpPr>
          <p:cNvPr id="9" name="state-mapping-0">
            <a:extLst>
              <a:ext uri="{FF2B5EF4-FFF2-40B4-BE49-F238E27FC236}">
                <ns2:creationId id="{B9C49FD9-A9AA-4F8E-B3F1-72C05768D7A9}"/>
              </a:ext>
            </a:extLst>
          </p:cNvPr>
          <p:cNvCxnSpPr/>
          <p:nvPr/>
        </p:nvCxnSpPr>
        <p:spPr>
          <a:xfrm flipH="0" flipV="0">
            <a:off x="3333750" y="2533650"/>
            <a:ext cx="352425" cy="0"/>
          </a:xfrm>
          <a:prstGeom prst="straightConnector1">
            <a:avLst/>
          </a:prstGeom>
          <a:ln w="14288">
            <a:solidFill>
              <a:srgbClr val="202D3E"/>
            </a:solidFill>
            <a:tailEnd type="triangle" w="sm" len="sm"/>
          </a:ln>
        </p:spPr>
      </p:cxnSp>
      <p:sp>
        <p:nvSpPr>
          <p:cNvPr id="10" name="operation-0">
            <a:extLst>
              <a:ext uri="{FF2B5EF4-FFF2-40B4-BE49-F238E27FC236}">
                <ns2:creationId id="{9B27BD76-8463-4445-9230-6DE7E3A58D7A}"/>
              </a:ext>
            </a:extLst>
          </p:cNvPr>
          <p:cNvSpPr>
            <a:spLocks noGrp="1"/>
          </p:cNvSpPr>
          <p:nvPr/>
        </p:nvSpPr>
        <p:spPr>
          <a:xfrm>
            <a:off x="3952875" y="2419350"/>
            <a:ext cx="4476750" cy="247650"/>
          </a:xfrm>
          <a:prstGeom prst="rect">
            <a:avLst/>
          </a:prstGeom>
          <a:noFill/>
          <a:ln w="0">
            <a:noFill/>
          </a:ln>
        </p:spPr>
        <p:txBody>
          <a:bodyPr wrap="none" lIns="0" tIns="0" rIns="0" bIns="0" anchor="t">
            <a:noAutofit/>
          </a:bodyPr>
          <a:lstStyle>
            <a:defPPr algn="l">
              <a:defRPr sz="1350">
                <a:solidFill>
                  <a:srgbClr val="D4D4D4"/>
                </a:solidFill>
                <a:latin typeface="Menlo"/>
                <a:ea typeface="Menlo"/>
                <a:cs typeface="Menlo"/>
              </a:defRPr>
            </a:defPPr>
            <a:lvl1pPr algn="l">
              <a:defRPr sz="1350">
                <a:solidFill>
                  <a:srgbClr val="D4D4D4"/>
                </a:solidFill>
                <a:latin typeface="Menlo"/>
                <a:ea typeface="Menlo"/>
                <a:cs typeface="Menlo"/>
              </a:defRPr>
            </a:lvl1pPr>
            <a:lvl2pPr algn="l">
              <a:defRPr sz="1350">
                <a:solidFill>
                  <a:srgbClr val="D4D4D4"/>
                </a:solidFill>
                <a:latin typeface="Menlo"/>
                <a:ea typeface="Menlo"/>
                <a:cs typeface="Menlo"/>
              </a:defRPr>
            </a:lvl2pPr>
            <a:lvl3pPr algn="l">
              <a:defRPr sz="1350">
                <a:solidFill>
                  <a:srgbClr val="D4D4D4"/>
                </a:solidFill>
                <a:latin typeface="Menlo"/>
                <a:ea typeface="Menlo"/>
                <a:cs typeface="Menlo"/>
              </a:defRPr>
            </a:lvl3pPr>
            <a:lvl4pPr algn="l">
              <a:defRPr sz="1350">
                <a:solidFill>
                  <a:srgbClr val="D4D4D4"/>
                </a:solidFill>
                <a:latin typeface="Menlo"/>
                <a:ea typeface="Menlo"/>
                <a:cs typeface="Menlo"/>
              </a:defRPr>
            </a:lvl4pPr>
            <a:lvl5pPr algn="l">
              <a:defRPr sz="1350">
                <a:solidFill>
                  <a:srgbClr val="D4D4D4"/>
                </a:solidFill>
                <a:latin typeface="Menlo"/>
                <a:ea typeface="Menlo"/>
                <a:cs typeface="Menlo"/>
              </a:defRPr>
            </a:lvl5pPr>
            <a:lvl6pPr algn="l">
              <a:defRPr sz="1350">
                <a:solidFill>
                  <a:srgbClr val="D4D4D4"/>
                </a:solidFill>
                <a:latin typeface="Menlo"/>
                <a:ea typeface="Menlo"/>
                <a:cs typeface="Menlo"/>
              </a:defRPr>
            </a:lvl6pPr>
            <a:lvl7pPr algn="l">
              <a:defRPr sz="1350">
                <a:solidFill>
                  <a:srgbClr val="D4D4D4"/>
                </a:solidFill>
                <a:latin typeface="Menlo"/>
                <a:ea typeface="Menlo"/>
                <a:cs typeface="Menlo"/>
              </a:defRPr>
            </a:lvl7pPr>
            <a:lvl8pPr algn="l">
              <a:defRPr sz="1350">
                <a:solidFill>
                  <a:srgbClr val="D4D4D4"/>
                </a:solidFill>
                <a:latin typeface="Menlo"/>
                <a:ea typeface="Menlo"/>
                <a:cs typeface="Menlo"/>
              </a:defRPr>
            </a:lvl8pPr>
            <a:lvl9pPr algn="l">
              <a:defRPr sz="1350">
                <a:solidFill>
                  <a:srgbClr val="D4D4D4"/>
                </a:solidFill>
                <a:latin typeface="Menlo"/>
                <a:ea typeface="Menlo"/>
                <a:cs typeface="Menlo"/>
              </a:defRPr>
            </a:lvl9pPr>
          </a:lstStyle>
          <a:p>
            <a:pPr algn="l">
              <a:defRPr sz="1350">
                <a:solidFill>
                  <a:srgbClr val="D4D4D4"/>
                </a:solidFill>
                <a:latin typeface="Menlo"/>
                <a:ea typeface="Menlo"/>
                <a:cs typeface="Menlo"/>
              </a:defRPr>
            </a:pPr>
            <a:r>
              <a:rPr>
                <a:solidFill>
                  <a:srgbClr val="9CDCFE"/>
                </a:solidFill>
                <a:latin typeface="Menlo"/>
                <a:ea typeface="Menlo"/>
                <a:cs typeface="Menlo"/>
              </a:rPr>
              <a:t>context</a:t>
            </a:r>
            <a:r>
              <a:rPr>
                <a:solidFill>
                  <a:srgbClr val="DCDCAA"/>
                </a:solidFill>
                <a:latin typeface="Menlo"/>
                <a:ea typeface="Menlo"/>
                <a:cs typeface="Menlo"/>
              </a:rPr>
              <a:t>.step</a:t>
            </a:r>
            <a:r>
              <a:rPr>
                <a:solidFill>
                  <a:srgbClr val="D4D4D4"/>
                </a:solidFill>
                <a:latin typeface="Menlo"/>
                <a:ea typeface="Menlo"/>
                <a:cs typeface="Menlo"/>
              </a:rPr>
              <a:t>(...)</a:t>
            </a:r>
          </a:p>
        </p:txBody>
      </p:sp>
      <p:sp>
        <p:nvSpPr>
          <p:cNvPr id="11" name="state-1">
            <a:extLst>
              <a:ext uri="{FF2B5EF4-FFF2-40B4-BE49-F238E27FC236}">
                <ns2:creationId id="{869F370E-D0C0-4BE2-99E6-5800372E3992}"/>
              </a:ext>
            </a:extLst>
          </p:cNvPr>
          <p:cNvSpPr>
            <a:spLocks noGrp="1"/>
          </p:cNvSpPr>
          <p:nvPr/>
        </p:nvSpPr>
        <p:spPr>
          <a:xfrm>
            <a:off x="742950" y="2752725"/>
            <a:ext cx="2638425" cy="257175"/>
          </a:xfrm>
          <a:prstGeom prst="rect">
            <a:avLst/>
          </a:prstGeom>
          <a:noFill/>
          <a:ln w="0">
            <a:noFill/>
          </a:ln>
        </p:spPr>
        <p:txBody>
          <a:bodyPr wrap="none" lIns="0" tIns="0" rIns="0" bIns="0" anchor="t">
            <a:noAutofit/>
          </a:bodyPr>
          <a:lstStyle>
            <a:defPPr algn="l">
              <a:defRPr sz="1350">
                <a:solidFill>
                  <a:srgbClr val="202D3E"/>
                </a:solidFill>
                <a:latin typeface="Menlo"/>
                <a:ea typeface="Menlo"/>
                <a:cs typeface="Menlo"/>
              </a:defRPr>
            </a:defPPr>
            <a:lvl1pPr algn="l">
              <a:defRPr sz="1350">
                <a:solidFill>
                  <a:srgbClr val="202D3E"/>
                </a:solidFill>
                <a:latin typeface="Menlo"/>
                <a:ea typeface="Menlo"/>
                <a:cs typeface="Menlo"/>
              </a:defRPr>
            </a:lvl1pPr>
            <a:lvl2pPr algn="l">
              <a:defRPr sz="1350">
                <a:solidFill>
                  <a:srgbClr val="202D3E"/>
                </a:solidFill>
                <a:latin typeface="Menlo"/>
                <a:ea typeface="Menlo"/>
                <a:cs typeface="Menlo"/>
              </a:defRPr>
            </a:lvl2pPr>
            <a:lvl3pPr algn="l">
              <a:defRPr sz="1350">
                <a:solidFill>
                  <a:srgbClr val="202D3E"/>
                </a:solidFill>
                <a:latin typeface="Menlo"/>
                <a:ea typeface="Menlo"/>
                <a:cs typeface="Menlo"/>
              </a:defRPr>
            </a:lvl3pPr>
            <a:lvl4pPr algn="l">
              <a:defRPr sz="1350">
                <a:solidFill>
                  <a:srgbClr val="202D3E"/>
                </a:solidFill>
                <a:latin typeface="Menlo"/>
                <a:ea typeface="Menlo"/>
                <a:cs typeface="Menlo"/>
              </a:defRPr>
            </a:lvl4pPr>
            <a:lvl5pPr algn="l">
              <a:defRPr sz="1350">
                <a:solidFill>
                  <a:srgbClr val="202D3E"/>
                </a:solidFill>
                <a:latin typeface="Menlo"/>
                <a:ea typeface="Menlo"/>
                <a:cs typeface="Menlo"/>
              </a:defRPr>
            </a:lvl5pPr>
            <a:lvl6pPr algn="l">
              <a:defRPr sz="1350">
                <a:solidFill>
                  <a:srgbClr val="202D3E"/>
                </a:solidFill>
                <a:latin typeface="Menlo"/>
                <a:ea typeface="Menlo"/>
                <a:cs typeface="Menlo"/>
              </a:defRPr>
            </a:lvl6pPr>
            <a:lvl7pPr algn="l">
              <a:defRPr sz="1350">
                <a:solidFill>
                  <a:srgbClr val="202D3E"/>
                </a:solidFill>
                <a:latin typeface="Menlo"/>
                <a:ea typeface="Menlo"/>
                <a:cs typeface="Menlo"/>
              </a:defRPr>
            </a:lvl7pPr>
            <a:lvl8pPr algn="l">
              <a:defRPr sz="1350">
                <a:solidFill>
                  <a:srgbClr val="202D3E"/>
                </a:solidFill>
                <a:latin typeface="Menlo"/>
                <a:ea typeface="Menlo"/>
                <a:cs typeface="Menlo"/>
              </a:defRPr>
            </a:lvl8pPr>
            <a:lvl9pPr algn="l">
              <a:defRPr sz="1350">
                <a:solidFill>
                  <a:srgbClr val="202D3E"/>
                </a:solidFill>
                <a:latin typeface="Menlo"/>
                <a:ea typeface="Menlo"/>
                <a:cs typeface="Menlo"/>
              </a:defRPr>
            </a:lvl9pPr>
          </a:lstStyle>
          <a:p>
            <a:pPr algn="l">
              <a:defRPr sz="1350">
                <a:solidFill>
                  <a:srgbClr val="202D3E"/>
                </a:solidFill>
                <a:latin typeface="Menlo"/>
                <a:ea typeface="Menlo"/>
                <a:cs typeface="Menlo"/>
              </a:defRPr>
            </a:pPr>
            <a:r>
              <a:rPr sz="1350">
                <a:solidFill>
                  <a:srgbClr val="202D3E"/>
                </a:solidFill>
                <a:latin typeface="Menlo"/>
                <a:ea typeface="Menlo"/>
                <a:cs typeface="Menlo"/>
              </a:rPr>
              <a:t>AwaitMerchantApproval</a:t>
            </a:r>
          </a:p>
        </p:txBody>
      </p:sp>
      <p:cxnSp>
        <p:nvCxnSpPr>
          <p:cNvPr id="12" name="state-mapping-1">
            <a:extLst>
              <a:ext uri="{FF2B5EF4-FFF2-40B4-BE49-F238E27FC236}">
                <ns2:creationId id="{DAEC15D3-E793-481C-A032-3010F7448D1A}"/>
              </a:ext>
            </a:extLst>
          </p:cNvPr>
          <p:cNvCxnSpPr/>
          <p:nvPr/>
        </p:nvCxnSpPr>
        <p:spPr>
          <a:xfrm flipH="0" flipV="0">
            <a:off x="3333750" y="2857500"/>
            <a:ext cx="352425" cy="0"/>
          </a:xfrm>
          <a:prstGeom prst="straightConnector1">
            <a:avLst/>
          </a:prstGeom>
          <a:ln w="14288">
            <a:solidFill>
              <a:srgbClr val="202D3E"/>
            </a:solidFill>
            <a:tailEnd type="triangle" w="sm" len="sm"/>
          </a:ln>
        </p:spPr>
      </p:cxnSp>
      <p:sp>
        <p:nvSpPr>
          <p:cNvPr id="13" name="operation-1">
            <a:extLst>
              <a:ext uri="{FF2B5EF4-FFF2-40B4-BE49-F238E27FC236}">
                <ns2:creationId id="{384A04C5-88FD-4864-AD1C-0E2AB6244D23}"/>
              </a:ext>
            </a:extLst>
          </p:cNvPr>
          <p:cNvSpPr>
            <a:spLocks noGrp="1"/>
          </p:cNvSpPr>
          <p:nvPr/>
        </p:nvSpPr>
        <p:spPr>
          <a:xfrm>
            <a:off x="3952875" y="2743200"/>
            <a:ext cx="4476750" cy="247650"/>
          </a:xfrm>
          <a:prstGeom prst="rect">
            <a:avLst/>
          </a:prstGeom>
          <a:noFill/>
          <a:ln w="0">
            <a:noFill/>
          </a:ln>
        </p:spPr>
        <p:txBody>
          <a:bodyPr wrap="none" lIns="0" tIns="0" rIns="0" bIns="0" anchor="t">
            <a:noAutofit/>
          </a:bodyPr>
          <a:lstStyle>
            <a:defPPr algn="l">
              <a:defRPr sz="1350">
                <a:solidFill>
                  <a:srgbClr val="D4D4D4"/>
                </a:solidFill>
                <a:latin typeface="Menlo"/>
                <a:ea typeface="Menlo"/>
                <a:cs typeface="Menlo"/>
              </a:defRPr>
            </a:defPPr>
            <a:lvl1pPr algn="l">
              <a:defRPr sz="1350">
                <a:solidFill>
                  <a:srgbClr val="D4D4D4"/>
                </a:solidFill>
                <a:latin typeface="Menlo"/>
                <a:ea typeface="Menlo"/>
                <a:cs typeface="Menlo"/>
              </a:defRPr>
            </a:lvl1pPr>
            <a:lvl2pPr algn="l">
              <a:defRPr sz="1350">
                <a:solidFill>
                  <a:srgbClr val="D4D4D4"/>
                </a:solidFill>
                <a:latin typeface="Menlo"/>
                <a:ea typeface="Menlo"/>
                <a:cs typeface="Menlo"/>
              </a:defRPr>
            </a:lvl2pPr>
            <a:lvl3pPr algn="l">
              <a:defRPr sz="1350">
                <a:solidFill>
                  <a:srgbClr val="D4D4D4"/>
                </a:solidFill>
                <a:latin typeface="Menlo"/>
                <a:ea typeface="Menlo"/>
                <a:cs typeface="Menlo"/>
              </a:defRPr>
            </a:lvl3pPr>
            <a:lvl4pPr algn="l">
              <a:defRPr sz="1350">
                <a:solidFill>
                  <a:srgbClr val="D4D4D4"/>
                </a:solidFill>
                <a:latin typeface="Menlo"/>
                <a:ea typeface="Menlo"/>
                <a:cs typeface="Menlo"/>
              </a:defRPr>
            </a:lvl4pPr>
            <a:lvl5pPr algn="l">
              <a:defRPr sz="1350">
                <a:solidFill>
                  <a:srgbClr val="D4D4D4"/>
                </a:solidFill>
                <a:latin typeface="Menlo"/>
                <a:ea typeface="Menlo"/>
                <a:cs typeface="Menlo"/>
              </a:defRPr>
            </a:lvl5pPr>
            <a:lvl6pPr algn="l">
              <a:defRPr sz="1350">
                <a:solidFill>
                  <a:srgbClr val="D4D4D4"/>
                </a:solidFill>
                <a:latin typeface="Menlo"/>
                <a:ea typeface="Menlo"/>
                <a:cs typeface="Menlo"/>
              </a:defRPr>
            </a:lvl6pPr>
            <a:lvl7pPr algn="l">
              <a:defRPr sz="1350">
                <a:solidFill>
                  <a:srgbClr val="D4D4D4"/>
                </a:solidFill>
                <a:latin typeface="Menlo"/>
                <a:ea typeface="Menlo"/>
                <a:cs typeface="Menlo"/>
              </a:defRPr>
            </a:lvl7pPr>
            <a:lvl8pPr algn="l">
              <a:defRPr sz="1350">
                <a:solidFill>
                  <a:srgbClr val="D4D4D4"/>
                </a:solidFill>
                <a:latin typeface="Menlo"/>
                <a:ea typeface="Menlo"/>
                <a:cs typeface="Menlo"/>
              </a:defRPr>
            </a:lvl8pPr>
            <a:lvl9pPr algn="l">
              <a:defRPr sz="1350">
                <a:solidFill>
                  <a:srgbClr val="D4D4D4"/>
                </a:solidFill>
                <a:latin typeface="Menlo"/>
                <a:ea typeface="Menlo"/>
                <a:cs typeface="Menlo"/>
              </a:defRPr>
            </a:lvl9pPr>
          </a:lstStyle>
          <a:p>
            <a:pPr algn="l">
              <a:defRPr sz="1350">
                <a:solidFill>
                  <a:srgbClr val="D4D4D4"/>
                </a:solidFill>
                <a:latin typeface="Menlo"/>
                <a:ea typeface="Menlo"/>
                <a:cs typeface="Menlo"/>
              </a:defRPr>
            </a:pPr>
            <a:r>
              <a:rPr>
                <a:solidFill>
                  <a:srgbClr val="9CDCFE"/>
                </a:solidFill>
                <a:latin typeface="Menlo"/>
                <a:ea typeface="Menlo"/>
                <a:cs typeface="Menlo"/>
              </a:rPr>
              <a:t>context</a:t>
            </a:r>
            <a:r>
              <a:rPr>
                <a:solidFill>
                  <a:srgbClr val="DCDCAA"/>
                </a:solidFill>
                <a:latin typeface="Menlo"/>
                <a:ea typeface="Menlo"/>
                <a:cs typeface="Menlo"/>
              </a:rPr>
              <a:t>.wait_for_callback</a:t>
            </a:r>
            <a:r>
              <a:rPr>
                <a:solidFill>
                  <a:srgbClr val="D4D4D4"/>
                </a:solidFill>
                <a:latin typeface="Menlo"/>
                <a:ea typeface="Menlo"/>
                <a:cs typeface="Menlo"/>
              </a:rPr>
              <a:t>(...)</a:t>
            </a:r>
          </a:p>
        </p:txBody>
      </p:sp>
      <p:sp>
        <p:nvSpPr>
          <p:cNvPr id="14" name="state-2">
            <a:extLst>
              <a:ext uri="{FF2B5EF4-FFF2-40B4-BE49-F238E27FC236}">
                <ns2:creationId id="{9AA4E3C9-9F09-4B90-BBB1-CF6A5FDB6558}"/>
              </a:ext>
            </a:extLst>
          </p:cNvPr>
          <p:cNvSpPr>
            <a:spLocks noGrp="1"/>
          </p:cNvSpPr>
          <p:nvPr/>
        </p:nvSpPr>
        <p:spPr>
          <a:xfrm>
            <a:off x="742950" y="3076575"/>
            <a:ext cx="2638425" cy="257175"/>
          </a:xfrm>
          <a:prstGeom prst="rect">
            <a:avLst/>
          </a:prstGeom>
          <a:noFill/>
          <a:ln w="0">
            <a:noFill/>
          </a:ln>
        </p:spPr>
        <p:txBody>
          <a:bodyPr wrap="none" lIns="0" tIns="0" rIns="0" bIns="0" anchor="t">
            <a:noAutofit/>
          </a:bodyPr>
          <a:lstStyle>
            <a:defPPr algn="l">
              <a:defRPr sz="1350">
                <a:solidFill>
                  <a:srgbClr val="202D3E"/>
                </a:solidFill>
                <a:latin typeface="Menlo"/>
                <a:ea typeface="Menlo"/>
                <a:cs typeface="Menlo"/>
              </a:defRPr>
            </a:defPPr>
            <a:lvl1pPr algn="l">
              <a:defRPr sz="1350">
                <a:solidFill>
                  <a:srgbClr val="202D3E"/>
                </a:solidFill>
                <a:latin typeface="Menlo"/>
                <a:ea typeface="Menlo"/>
                <a:cs typeface="Menlo"/>
              </a:defRPr>
            </a:lvl1pPr>
            <a:lvl2pPr algn="l">
              <a:defRPr sz="1350">
                <a:solidFill>
                  <a:srgbClr val="202D3E"/>
                </a:solidFill>
                <a:latin typeface="Menlo"/>
                <a:ea typeface="Menlo"/>
                <a:cs typeface="Menlo"/>
              </a:defRPr>
            </a:lvl2pPr>
            <a:lvl3pPr algn="l">
              <a:defRPr sz="1350">
                <a:solidFill>
                  <a:srgbClr val="202D3E"/>
                </a:solidFill>
                <a:latin typeface="Menlo"/>
                <a:ea typeface="Menlo"/>
                <a:cs typeface="Menlo"/>
              </a:defRPr>
            </a:lvl3pPr>
            <a:lvl4pPr algn="l">
              <a:defRPr sz="1350">
                <a:solidFill>
                  <a:srgbClr val="202D3E"/>
                </a:solidFill>
                <a:latin typeface="Menlo"/>
                <a:ea typeface="Menlo"/>
                <a:cs typeface="Menlo"/>
              </a:defRPr>
            </a:lvl4pPr>
            <a:lvl5pPr algn="l">
              <a:defRPr sz="1350">
                <a:solidFill>
                  <a:srgbClr val="202D3E"/>
                </a:solidFill>
                <a:latin typeface="Menlo"/>
                <a:ea typeface="Menlo"/>
                <a:cs typeface="Menlo"/>
              </a:defRPr>
            </a:lvl5pPr>
            <a:lvl6pPr algn="l">
              <a:defRPr sz="1350">
                <a:solidFill>
                  <a:srgbClr val="202D3E"/>
                </a:solidFill>
                <a:latin typeface="Menlo"/>
                <a:ea typeface="Menlo"/>
                <a:cs typeface="Menlo"/>
              </a:defRPr>
            </a:lvl6pPr>
            <a:lvl7pPr algn="l">
              <a:defRPr sz="1350">
                <a:solidFill>
                  <a:srgbClr val="202D3E"/>
                </a:solidFill>
                <a:latin typeface="Menlo"/>
                <a:ea typeface="Menlo"/>
                <a:cs typeface="Menlo"/>
              </a:defRPr>
            </a:lvl7pPr>
            <a:lvl8pPr algn="l">
              <a:defRPr sz="1350">
                <a:solidFill>
                  <a:srgbClr val="202D3E"/>
                </a:solidFill>
                <a:latin typeface="Menlo"/>
                <a:ea typeface="Menlo"/>
                <a:cs typeface="Menlo"/>
              </a:defRPr>
            </a:lvl8pPr>
            <a:lvl9pPr algn="l">
              <a:defRPr sz="1350">
                <a:solidFill>
                  <a:srgbClr val="202D3E"/>
                </a:solidFill>
                <a:latin typeface="Menlo"/>
                <a:ea typeface="Menlo"/>
                <a:cs typeface="Menlo"/>
              </a:defRPr>
            </a:lvl9pPr>
          </a:lstStyle>
          <a:p>
            <a:pPr algn="l">
              <a:defRPr sz="1350">
                <a:solidFill>
                  <a:srgbClr val="202D3E"/>
                </a:solidFill>
                <a:latin typeface="Menlo"/>
                <a:ea typeface="Menlo"/>
                <a:cs typeface="Menlo"/>
              </a:defRPr>
            </a:pPr>
            <a:r>
              <a:rPr sz="1350">
                <a:solidFill>
                  <a:srgbClr val="202D3E"/>
                </a:solidFill>
                <a:latin typeface="Menlo"/>
                <a:ea typeface="Menlo"/>
                <a:cs typeface="Menlo"/>
              </a:rPr>
              <a:t>ReserveStock</a:t>
            </a:r>
          </a:p>
        </p:txBody>
      </p:sp>
      <p:cxnSp>
        <p:nvCxnSpPr>
          <p:cNvPr id="15" name="state-mapping-2">
            <a:extLst>
              <a:ext uri="{FF2B5EF4-FFF2-40B4-BE49-F238E27FC236}">
                <ns2:creationId id="{14C1E2C3-5CD7-4F3B-9355-71BB6D5E0CF0}"/>
              </a:ext>
            </a:extLst>
          </p:cNvPr>
          <p:cNvCxnSpPr/>
          <p:nvPr/>
        </p:nvCxnSpPr>
        <p:spPr>
          <a:xfrm flipH="0" flipV="0">
            <a:off x="3333750" y="3181350"/>
            <a:ext cx="352425" cy="0"/>
          </a:xfrm>
          <a:prstGeom prst="straightConnector1">
            <a:avLst/>
          </a:prstGeom>
          <a:ln w="14288">
            <a:solidFill>
              <a:srgbClr val="202D3E"/>
            </a:solidFill>
            <a:tailEnd type="triangle" w="sm" len="sm"/>
          </a:ln>
        </p:spPr>
      </p:cxnSp>
      <p:sp>
        <p:nvSpPr>
          <p:cNvPr id="16" name="operation-2">
            <a:extLst>
              <a:ext uri="{FF2B5EF4-FFF2-40B4-BE49-F238E27FC236}">
                <ns2:creationId id="{03995E25-84F6-410C-AF52-5137A361CD61}"/>
              </a:ext>
            </a:extLst>
          </p:cNvPr>
          <p:cNvSpPr>
            <a:spLocks noGrp="1"/>
          </p:cNvSpPr>
          <p:nvPr/>
        </p:nvSpPr>
        <p:spPr>
          <a:xfrm>
            <a:off x="3952875" y="3067050"/>
            <a:ext cx="4476750" cy="247650"/>
          </a:xfrm>
          <a:prstGeom prst="rect">
            <a:avLst/>
          </a:prstGeom>
          <a:noFill/>
          <a:ln w="0">
            <a:noFill/>
          </a:ln>
        </p:spPr>
        <p:txBody>
          <a:bodyPr wrap="none" lIns="0" tIns="0" rIns="0" bIns="0" anchor="t">
            <a:noAutofit/>
          </a:bodyPr>
          <a:lstStyle>
            <a:defPPr algn="l">
              <a:defRPr sz="1350">
                <a:solidFill>
                  <a:srgbClr val="D4D4D4"/>
                </a:solidFill>
                <a:latin typeface="Menlo"/>
                <a:ea typeface="Menlo"/>
                <a:cs typeface="Menlo"/>
              </a:defRPr>
            </a:defPPr>
            <a:lvl1pPr algn="l">
              <a:defRPr sz="1350">
                <a:solidFill>
                  <a:srgbClr val="D4D4D4"/>
                </a:solidFill>
                <a:latin typeface="Menlo"/>
                <a:ea typeface="Menlo"/>
                <a:cs typeface="Menlo"/>
              </a:defRPr>
            </a:lvl1pPr>
            <a:lvl2pPr algn="l">
              <a:defRPr sz="1350">
                <a:solidFill>
                  <a:srgbClr val="D4D4D4"/>
                </a:solidFill>
                <a:latin typeface="Menlo"/>
                <a:ea typeface="Menlo"/>
                <a:cs typeface="Menlo"/>
              </a:defRPr>
            </a:lvl2pPr>
            <a:lvl3pPr algn="l">
              <a:defRPr sz="1350">
                <a:solidFill>
                  <a:srgbClr val="D4D4D4"/>
                </a:solidFill>
                <a:latin typeface="Menlo"/>
                <a:ea typeface="Menlo"/>
                <a:cs typeface="Menlo"/>
              </a:defRPr>
            </a:lvl3pPr>
            <a:lvl4pPr algn="l">
              <a:defRPr sz="1350">
                <a:solidFill>
                  <a:srgbClr val="D4D4D4"/>
                </a:solidFill>
                <a:latin typeface="Menlo"/>
                <a:ea typeface="Menlo"/>
                <a:cs typeface="Menlo"/>
              </a:defRPr>
            </a:lvl4pPr>
            <a:lvl5pPr algn="l">
              <a:defRPr sz="1350">
                <a:solidFill>
                  <a:srgbClr val="D4D4D4"/>
                </a:solidFill>
                <a:latin typeface="Menlo"/>
                <a:ea typeface="Menlo"/>
                <a:cs typeface="Menlo"/>
              </a:defRPr>
            </a:lvl5pPr>
            <a:lvl6pPr algn="l">
              <a:defRPr sz="1350">
                <a:solidFill>
                  <a:srgbClr val="D4D4D4"/>
                </a:solidFill>
                <a:latin typeface="Menlo"/>
                <a:ea typeface="Menlo"/>
                <a:cs typeface="Menlo"/>
              </a:defRPr>
            </a:lvl6pPr>
            <a:lvl7pPr algn="l">
              <a:defRPr sz="1350">
                <a:solidFill>
                  <a:srgbClr val="D4D4D4"/>
                </a:solidFill>
                <a:latin typeface="Menlo"/>
                <a:ea typeface="Menlo"/>
                <a:cs typeface="Menlo"/>
              </a:defRPr>
            </a:lvl7pPr>
            <a:lvl8pPr algn="l">
              <a:defRPr sz="1350">
                <a:solidFill>
                  <a:srgbClr val="D4D4D4"/>
                </a:solidFill>
                <a:latin typeface="Menlo"/>
                <a:ea typeface="Menlo"/>
                <a:cs typeface="Menlo"/>
              </a:defRPr>
            </a:lvl8pPr>
            <a:lvl9pPr algn="l">
              <a:defRPr sz="1350">
                <a:solidFill>
                  <a:srgbClr val="D4D4D4"/>
                </a:solidFill>
                <a:latin typeface="Menlo"/>
                <a:ea typeface="Menlo"/>
                <a:cs typeface="Menlo"/>
              </a:defRPr>
            </a:lvl9pPr>
          </a:lstStyle>
          <a:p>
            <a:pPr algn="l">
              <a:defRPr sz="1350">
                <a:solidFill>
                  <a:srgbClr val="D4D4D4"/>
                </a:solidFill>
                <a:latin typeface="Menlo"/>
                <a:ea typeface="Menlo"/>
                <a:cs typeface="Menlo"/>
              </a:defRPr>
            </a:pPr>
            <a:r>
              <a:rPr>
                <a:solidFill>
                  <a:srgbClr val="9CDCFE"/>
                </a:solidFill>
                <a:latin typeface="Menlo"/>
                <a:ea typeface="Menlo"/>
                <a:cs typeface="Menlo"/>
              </a:rPr>
              <a:t>context</a:t>
            </a:r>
            <a:r>
              <a:rPr>
                <a:solidFill>
                  <a:srgbClr val="DCDCAA"/>
                </a:solidFill>
                <a:latin typeface="Menlo"/>
                <a:ea typeface="Menlo"/>
                <a:cs typeface="Menlo"/>
              </a:rPr>
              <a:t>.step</a:t>
            </a:r>
            <a:r>
              <a:rPr>
                <a:solidFill>
                  <a:srgbClr val="D4D4D4"/>
                </a:solidFill>
                <a:latin typeface="Menlo"/>
                <a:ea typeface="Menlo"/>
                <a:cs typeface="Menlo"/>
              </a:rPr>
              <a:t>(...)</a:t>
            </a:r>
          </a:p>
        </p:txBody>
      </p:sp>
      <p:sp>
        <p:nvSpPr>
          <p:cNvPr id="17" name="state-3">
            <a:extLst>
              <a:ext uri="{FF2B5EF4-FFF2-40B4-BE49-F238E27FC236}">
                <ns2:creationId id="{57ACD275-1EA8-48B6-87D5-3D9A6293EAAC}"/>
              </a:ext>
            </a:extLst>
          </p:cNvPr>
          <p:cNvSpPr>
            <a:spLocks noGrp="1"/>
          </p:cNvSpPr>
          <p:nvPr/>
        </p:nvSpPr>
        <p:spPr>
          <a:xfrm>
            <a:off x="742950" y="3400425"/>
            <a:ext cx="2638425" cy="257175"/>
          </a:xfrm>
          <a:prstGeom prst="rect">
            <a:avLst/>
          </a:prstGeom>
          <a:noFill/>
          <a:ln w="0">
            <a:noFill/>
          </a:ln>
        </p:spPr>
        <p:txBody>
          <a:bodyPr wrap="none" lIns="0" tIns="0" rIns="0" bIns="0" anchor="t">
            <a:noAutofit/>
          </a:bodyPr>
          <a:lstStyle>
            <a:defPPr algn="l">
              <a:defRPr sz="1350">
                <a:solidFill>
                  <a:srgbClr val="202D3E"/>
                </a:solidFill>
                <a:latin typeface="Menlo"/>
                <a:ea typeface="Menlo"/>
                <a:cs typeface="Menlo"/>
              </a:defRPr>
            </a:defPPr>
            <a:lvl1pPr algn="l">
              <a:defRPr sz="1350">
                <a:solidFill>
                  <a:srgbClr val="202D3E"/>
                </a:solidFill>
                <a:latin typeface="Menlo"/>
                <a:ea typeface="Menlo"/>
                <a:cs typeface="Menlo"/>
              </a:defRPr>
            </a:lvl1pPr>
            <a:lvl2pPr algn="l">
              <a:defRPr sz="1350">
                <a:solidFill>
                  <a:srgbClr val="202D3E"/>
                </a:solidFill>
                <a:latin typeface="Menlo"/>
                <a:ea typeface="Menlo"/>
                <a:cs typeface="Menlo"/>
              </a:defRPr>
            </a:lvl2pPr>
            <a:lvl3pPr algn="l">
              <a:defRPr sz="1350">
                <a:solidFill>
                  <a:srgbClr val="202D3E"/>
                </a:solidFill>
                <a:latin typeface="Menlo"/>
                <a:ea typeface="Menlo"/>
                <a:cs typeface="Menlo"/>
              </a:defRPr>
            </a:lvl3pPr>
            <a:lvl4pPr algn="l">
              <a:defRPr sz="1350">
                <a:solidFill>
                  <a:srgbClr val="202D3E"/>
                </a:solidFill>
                <a:latin typeface="Menlo"/>
                <a:ea typeface="Menlo"/>
                <a:cs typeface="Menlo"/>
              </a:defRPr>
            </a:lvl4pPr>
            <a:lvl5pPr algn="l">
              <a:defRPr sz="1350">
                <a:solidFill>
                  <a:srgbClr val="202D3E"/>
                </a:solidFill>
                <a:latin typeface="Menlo"/>
                <a:ea typeface="Menlo"/>
                <a:cs typeface="Menlo"/>
              </a:defRPr>
            </a:lvl5pPr>
            <a:lvl6pPr algn="l">
              <a:defRPr sz="1350">
                <a:solidFill>
                  <a:srgbClr val="202D3E"/>
                </a:solidFill>
                <a:latin typeface="Menlo"/>
                <a:ea typeface="Menlo"/>
                <a:cs typeface="Menlo"/>
              </a:defRPr>
            </a:lvl6pPr>
            <a:lvl7pPr algn="l">
              <a:defRPr sz="1350">
                <a:solidFill>
                  <a:srgbClr val="202D3E"/>
                </a:solidFill>
                <a:latin typeface="Menlo"/>
                <a:ea typeface="Menlo"/>
                <a:cs typeface="Menlo"/>
              </a:defRPr>
            </a:lvl7pPr>
            <a:lvl8pPr algn="l">
              <a:defRPr sz="1350">
                <a:solidFill>
                  <a:srgbClr val="202D3E"/>
                </a:solidFill>
                <a:latin typeface="Menlo"/>
                <a:ea typeface="Menlo"/>
                <a:cs typeface="Menlo"/>
              </a:defRPr>
            </a:lvl8pPr>
            <a:lvl9pPr algn="l">
              <a:defRPr sz="1350">
                <a:solidFill>
                  <a:srgbClr val="202D3E"/>
                </a:solidFill>
                <a:latin typeface="Menlo"/>
                <a:ea typeface="Menlo"/>
                <a:cs typeface="Menlo"/>
              </a:defRPr>
            </a:lvl9pPr>
          </a:lstStyle>
          <a:p>
            <a:pPr algn="l">
              <a:defRPr sz="1350">
                <a:solidFill>
                  <a:srgbClr val="202D3E"/>
                </a:solidFill>
                <a:latin typeface="Menlo"/>
                <a:ea typeface="Menlo"/>
                <a:cs typeface="Menlo"/>
              </a:defRPr>
            </a:pPr>
            <a:r>
              <a:rPr sz="1350">
                <a:solidFill>
                  <a:srgbClr val="202D3E"/>
                </a:solidFill>
                <a:latin typeface="Menlo"/>
                <a:ea typeface="Menlo"/>
                <a:cs typeface="Menlo"/>
              </a:rPr>
              <a:t>ChargePayment</a:t>
            </a:r>
          </a:p>
        </p:txBody>
      </p:sp>
      <p:cxnSp>
        <p:nvCxnSpPr>
          <p:cNvPr id="18" name="state-mapping-3">
            <a:extLst>
              <a:ext uri="{FF2B5EF4-FFF2-40B4-BE49-F238E27FC236}">
                <ns2:creationId id="{CDAE614D-26AB-4FA6-BF22-42022F1E0524}"/>
              </a:ext>
            </a:extLst>
          </p:cNvPr>
          <p:cNvCxnSpPr/>
          <p:nvPr/>
        </p:nvCxnSpPr>
        <p:spPr>
          <a:xfrm flipH="0" flipV="0">
            <a:off x="3333750" y="3505200"/>
            <a:ext cx="352425" cy="0"/>
          </a:xfrm>
          <a:prstGeom prst="straightConnector1">
            <a:avLst/>
          </a:prstGeom>
          <a:ln w="14288">
            <a:solidFill>
              <a:srgbClr val="202D3E"/>
            </a:solidFill>
            <a:tailEnd type="triangle" w="sm" len="sm"/>
          </a:ln>
        </p:spPr>
      </p:cxnSp>
      <p:sp>
        <p:nvSpPr>
          <p:cNvPr id="19" name="operation-3">
            <a:extLst>
              <a:ext uri="{FF2B5EF4-FFF2-40B4-BE49-F238E27FC236}">
                <ns2:creationId id="{9578F506-FD34-4DF9-BBF0-6BB97AE3F5C5}"/>
              </a:ext>
            </a:extLst>
          </p:cNvPr>
          <p:cNvSpPr>
            <a:spLocks noGrp="1"/>
          </p:cNvSpPr>
          <p:nvPr/>
        </p:nvSpPr>
        <p:spPr>
          <a:xfrm>
            <a:off x="3952875" y="3390900"/>
            <a:ext cx="4476750" cy="247650"/>
          </a:xfrm>
          <a:prstGeom prst="rect">
            <a:avLst/>
          </a:prstGeom>
          <a:noFill/>
          <a:ln w="0">
            <a:noFill/>
          </a:ln>
        </p:spPr>
        <p:txBody>
          <a:bodyPr wrap="none" lIns="0" tIns="0" rIns="0" bIns="0" anchor="t">
            <a:noAutofit/>
          </a:bodyPr>
          <a:lstStyle>
            <a:defPPr algn="l">
              <a:defRPr sz="1350">
                <a:solidFill>
                  <a:srgbClr val="D4D4D4"/>
                </a:solidFill>
                <a:latin typeface="Menlo"/>
                <a:ea typeface="Menlo"/>
                <a:cs typeface="Menlo"/>
              </a:defRPr>
            </a:defPPr>
            <a:lvl1pPr algn="l">
              <a:defRPr sz="1350">
                <a:solidFill>
                  <a:srgbClr val="D4D4D4"/>
                </a:solidFill>
                <a:latin typeface="Menlo"/>
                <a:ea typeface="Menlo"/>
                <a:cs typeface="Menlo"/>
              </a:defRPr>
            </a:lvl1pPr>
            <a:lvl2pPr algn="l">
              <a:defRPr sz="1350">
                <a:solidFill>
                  <a:srgbClr val="D4D4D4"/>
                </a:solidFill>
                <a:latin typeface="Menlo"/>
                <a:ea typeface="Menlo"/>
                <a:cs typeface="Menlo"/>
              </a:defRPr>
            </a:lvl2pPr>
            <a:lvl3pPr algn="l">
              <a:defRPr sz="1350">
                <a:solidFill>
                  <a:srgbClr val="D4D4D4"/>
                </a:solidFill>
                <a:latin typeface="Menlo"/>
                <a:ea typeface="Menlo"/>
                <a:cs typeface="Menlo"/>
              </a:defRPr>
            </a:lvl3pPr>
            <a:lvl4pPr algn="l">
              <a:defRPr sz="1350">
                <a:solidFill>
                  <a:srgbClr val="D4D4D4"/>
                </a:solidFill>
                <a:latin typeface="Menlo"/>
                <a:ea typeface="Menlo"/>
                <a:cs typeface="Menlo"/>
              </a:defRPr>
            </a:lvl4pPr>
            <a:lvl5pPr algn="l">
              <a:defRPr sz="1350">
                <a:solidFill>
                  <a:srgbClr val="D4D4D4"/>
                </a:solidFill>
                <a:latin typeface="Menlo"/>
                <a:ea typeface="Menlo"/>
                <a:cs typeface="Menlo"/>
              </a:defRPr>
            </a:lvl5pPr>
            <a:lvl6pPr algn="l">
              <a:defRPr sz="1350">
                <a:solidFill>
                  <a:srgbClr val="D4D4D4"/>
                </a:solidFill>
                <a:latin typeface="Menlo"/>
                <a:ea typeface="Menlo"/>
                <a:cs typeface="Menlo"/>
              </a:defRPr>
            </a:lvl6pPr>
            <a:lvl7pPr algn="l">
              <a:defRPr sz="1350">
                <a:solidFill>
                  <a:srgbClr val="D4D4D4"/>
                </a:solidFill>
                <a:latin typeface="Menlo"/>
                <a:ea typeface="Menlo"/>
                <a:cs typeface="Menlo"/>
              </a:defRPr>
            </a:lvl7pPr>
            <a:lvl8pPr algn="l">
              <a:defRPr sz="1350">
                <a:solidFill>
                  <a:srgbClr val="D4D4D4"/>
                </a:solidFill>
                <a:latin typeface="Menlo"/>
                <a:ea typeface="Menlo"/>
                <a:cs typeface="Menlo"/>
              </a:defRPr>
            </a:lvl8pPr>
            <a:lvl9pPr algn="l">
              <a:defRPr sz="1350">
                <a:solidFill>
                  <a:srgbClr val="D4D4D4"/>
                </a:solidFill>
                <a:latin typeface="Menlo"/>
                <a:ea typeface="Menlo"/>
                <a:cs typeface="Menlo"/>
              </a:defRPr>
            </a:lvl9pPr>
          </a:lstStyle>
          <a:p>
            <a:pPr algn="l">
              <a:defRPr sz="1350">
                <a:solidFill>
                  <a:srgbClr val="D4D4D4"/>
                </a:solidFill>
                <a:latin typeface="Menlo"/>
                <a:ea typeface="Menlo"/>
                <a:cs typeface="Menlo"/>
              </a:defRPr>
            </a:pPr>
            <a:r>
              <a:rPr>
                <a:solidFill>
                  <a:srgbClr val="9CDCFE"/>
                </a:solidFill>
                <a:latin typeface="Menlo"/>
                <a:ea typeface="Menlo"/>
                <a:cs typeface="Menlo"/>
              </a:rPr>
              <a:t>context</a:t>
            </a:r>
            <a:r>
              <a:rPr>
                <a:solidFill>
                  <a:srgbClr val="DCDCAA"/>
                </a:solidFill>
                <a:latin typeface="Menlo"/>
                <a:ea typeface="Menlo"/>
                <a:cs typeface="Menlo"/>
              </a:rPr>
              <a:t>.step</a:t>
            </a:r>
            <a:r>
              <a:rPr>
                <a:solidFill>
                  <a:srgbClr val="D4D4D4"/>
                </a:solidFill>
                <a:latin typeface="Menlo"/>
                <a:ea typeface="Menlo"/>
                <a:cs typeface="Menlo"/>
              </a:rPr>
              <a:t>(...)</a:t>
            </a:r>
          </a:p>
        </p:txBody>
      </p:sp>
      <p:sp>
        <p:nvSpPr>
          <p:cNvPr id="20" name="state-4">
            <a:extLst>
              <a:ext uri="{FF2B5EF4-FFF2-40B4-BE49-F238E27FC236}">
                <ns2:creationId id="{F463A908-1DDC-4BED-97FA-1B8D8BFAFB24}"/>
              </a:ext>
            </a:extLst>
          </p:cNvPr>
          <p:cNvSpPr>
            <a:spLocks noGrp="1"/>
          </p:cNvSpPr>
          <p:nvPr/>
        </p:nvSpPr>
        <p:spPr>
          <a:xfrm>
            <a:off x="742950" y="3724275"/>
            <a:ext cx="2638425" cy="257175"/>
          </a:xfrm>
          <a:prstGeom prst="rect">
            <a:avLst/>
          </a:prstGeom>
          <a:noFill/>
          <a:ln w="0">
            <a:noFill/>
          </a:ln>
        </p:spPr>
        <p:txBody>
          <a:bodyPr wrap="none" lIns="0" tIns="0" rIns="0" bIns="0" anchor="t">
            <a:noAutofit/>
          </a:bodyPr>
          <a:lstStyle>
            <a:defPPr algn="l">
              <a:defRPr sz="1350">
                <a:solidFill>
                  <a:srgbClr val="202D3E"/>
                </a:solidFill>
                <a:latin typeface="Menlo"/>
                <a:ea typeface="Menlo"/>
                <a:cs typeface="Menlo"/>
              </a:defRPr>
            </a:defPPr>
            <a:lvl1pPr algn="l">
              <a:defRPr sz="1350">
                <a:solidFill>
                  <a:srgbClr val="202D3E"/>
                </a:solidFill>
                <a:latin typeface="Menlo"/>
                <a:ea typeface="Menlo"/>
                <a:cs typeface="Menlo"/>
              </a:defRPr>
            </a:lvl1pPr>
            <a:lvl2pPr algn="l">
              <a:defRPr sz="1350">
                <a:solidFill>
                  <a:srgbClr val="202D3E"/>
                </a:solidFill>
                <a:latin typeface="Menlo"/>
                <a:ea typeface="Menlo"/>
                <a:cs typeface="Menlo"/>
              </a:defRPr>
            </a:lvl2pPr>
            <a:lvl3pPr algn="l">
              <a:defRPr sz="1350">
                <a:solidFill>
                  <a:srgbClr val="202D3E"/>
                </a:solidFill>
                <a:latin typeface="Menlo"/>
                <a:ea typeface="Menlo"/>
                <a:cs typeface="Menlo"/>
              </a:defRPr>
            </a:lvl3pPr>
            <a:lvl4pPr algn="l">
              <a:defRPr sz="1350">
                <a:solidFill>
                  <a:srgbClr val="202D3E"/>
                </a:solidFill>
                <a:latin typeface="Menlo"/>
                <a:ea typeface="Menlo"/>
                <a:cs typeface="Menlo"/>
              </a:defRPr>
            </a:lvl4pPr>
            <a:lvl5pPr algn="l">
              <a:defRPr sz="1350">
                <a:solidFill>
                  <a:srgbClr val="202D3E"/>
                </a:solidFill>
                <a:latin typeface="Menlo"/>
                <a:ea typeface="Menlo"/>
                <a:cs typeface="Menlo"/>
              </a:defRPr>
            </a:lvl5pPr>
            <a:lvl6pPr algn="l">
              <a:defRPr sz="1350">
                <a:solidFill>
                  <a:srgbClr val="202D3E"/>
                </a:solidFill>
                <a:latin typeface="Menlo"/>
                <a:ea typeface="Menlo"/>
                <a:cs typeface="Menlo"/>
              </a:defRPr>
            </a:lvl6pPr>
            <a:lvl7pPr algn="l">
              <a:defRPr sz="1350">
                <a:solidFill>
                  <a:srgbClr val="202D3E"/>
                </a:solidFill>
                <a:latin typeface="Menlo"/>
                <a:ea typeface="Menlo"/>
                <a:cs typeface="Menlo"/>
              </a:defRPr>
            </a:lvl7pPr>
            <a:lvl8pPr algn="l">
              <a:defRPr sz="1350">
                <a:solidFill>
                  <a:srgbClr val="202D3E"/>
                </a:solidFill>
                <a:latin typeface="Menlo"/>
                <a:ea typeface="Menlo"/>
                <a:cs typeface="Menlo"/>
              </a:defRPr>
            </a:lvl8pPr>
            <a:lvl9pPr algn="l">
              <a:defRPr sz="1350">
                <a:solidFill>
                  <a:srgbClr val="202D3E"/>
                </a:solidFill>
                <a:latin typeface="Menlo"/>
                <a:ea typeface="Menlo"/>
                <a:cs typeface="Menlo"/>
              </a:defRPr>
            </a:lvl9pPr>
          </a:lstStyle>
          <a:p>
            <a:pPr algn="l">
              <a:defRPr sz="1350">
                <a:solidFill>
                  <a:srgbClr val="202D3E"/>
                </a:solidFill>
                <a:latin typeface="Menlo"/>
                <a:ea typeface="Menlo"/>
                <a:cs typeface="Menlo"/>
              </a:defRPr>
            </a:pPr>
            <a:r>
              <a:rPr sz="1350">
                <a:solidFill>
                  <a:srgbClr val="202D3E"/>
                </a:solidFill>
                <a:latin typeface="Menlo"/>
                <a:ea typeface="Menlo"/>
                <a:cs typeface="Menlo"/>
              </a:rPr>
              <a:t>ConfirmOrder</a:t>
            </a:r>
          </a:p>
        </p:txBody>
      </p:sp>
      <p:cxnSp>
        <p:nvCxnSpPr>
          <p:cNvPr id="21" name="state-mapping-4">
            <a:extLst>
              <a:ext uri="{FF2B5EF4-FFF2-40B4-BE49-F238E27FC236}">
                <ns2:creationId id="{755B8990-9F9C-456B-BF72-57CA32C30BA7}"/>
              </a:ext>
            </a:extLst>
          </p:cNvPr>
          <p:cNvCxnSpPr/>
          <p:nvPr/>
        </p:nvCxnSpPr>
        <p:spPr>
          <a:xfrm flipH="0" flipV="0">
            <a:off x="3333750" y="3829050"/>
            <a:ext cx="352425" cy="0"/>
          </a:xfrm>
          <a:prstGeom prst="straightConnector1">
            <a:avLst/>
          </a:prstGeom>
          <a:ln w="14288">
            <a:solidFill>
              <a:srgbClr val="202D3E"/>
            </a:solidFill>
            <a:tailEnd type="triangle" w="sm" len="sm"/>
          </a:ln>
        </p:spPr>
      </p:cxnSp>
      <p:sp>
        <p:nvSpPr>
          <p:cNvPr id="22" name="operation-4">
            <a:extLst>
              <a:ext uri="{FF2B5EF4-FFF2-40B4-BE49-F238E27FC236}">
                <ns2:creationId id="{826168AE-B51E-4277-856F-660BF6C22C59}"/>
              </a:ext>
            </a:extLst>
          </p:cNvPr>
          <p:cNvSpPr>
            <a:spLocks noGrp="1"/>
          </p:cNvSpPr>
          <p:nvPr/>
        </p:nvSpPr>
        <p:spPr>
          <a:xfrm>
            <a:off x="3952875" y="3714750"/>
            <a:ext cx="4476750" cy="247650"/>
          </a:xfrm>
          <a:prstGeom prst="rect">
            <a:avLst/>
          </a:prstGeom>
          <a:noFill/>
          <a:ln w="0">
            <a:noFill/>
          </a:ln>
        </p:spPr>
        <p:txBody>
          <a:bodyPr wrap="none" lIns="0" tIns="0" rIns="0" bIns="0" anchor="t">
            <a:noAutofit/>
          </a:bodyPr>
          <a:lstStyle>
            <a:defPPr algn="l">
              <a:defRPr sz="1350">
                <a:solidFill>
                  <a:srgbClr val="D4D4D4"/>
                </a:solidFill>
                <a:latin typeface="Menlo"/>
                <a:ea typeface="Menlo"/>
                <a:cs typeface="Menlo"/>
              </a:defRPr>
            </a:defPPr>
            <a:lvl1pPr algn="l">
              <a:defRPr sz="1350">
                <a:solidFill>
                  <a:srgbClr val="D4D4D4"/>
                </a:solidFill>
                <a:latin typeface="Menlo"/>
                <a:ea typeface="Menlo"/>
                <a:cs typeface="Menlo"/>
              </a:defRPr>
            </a:lvl1pPr>
            <a:lvl2pPr algn="l">
              <a:defRPr sz="1350">
                <a:solidFill>
                  <a:srgbClr val="D4D4D4"/>
                </a:solidFill>
                <a:latin typeface="Menlo"/>
                <a:ea typeface="Menlo"/>
                <a:cs typeface="Menlo"/>
              </a:defRPr>
            </a:lvl2pPr>
            <a:lvl3pPr algn="l">
              <a:defRPr sz="1350">
                <a:solidFill>
                  <a:srgbClr val="D4D4D4"/>
                </a:solidFill>
                <a:latin typeface="Menlo"/>
                <a:ea typeface="Menlo"/>
                <a:cs typeface="Menlo"/>
              </a:defRPr>
            </a:lvl3pPr>
            <a:lvl4pPr algn="l">
              <a:defRPr sz="1350">
                <a:solidFill>
                  <a:srgbClr val="D4D4D4"/>
                </a:solidFill>
                <a:latin typeface="Menlo"/>
                <a:ea typeface="Menlo"/>
                <a:cs typeface="Menlo"/>
              </a:defRPr>
            </a:lvl4pPr>
            <a:lvl5pPr algn="l">
              <a:defRPr sz="1350">
                <a:solidFill>
                  <a:srgbClr val="D4D4D4"/>
                </a:solidFill>
                <a:latin typeface="Menlo"/>
                <a:ea typeface="Menlo"/>
                <a:cs typeface="Menlo"/>
              </a:defRPr>
            </a:lvl5pPr>
            <a:lvl6pPr algn="l">
              <a:defRPr sz="1350">
                <a:solidFill>
                  <a:srgbClr val="D4D4D4"/>
                </a:solidFill>
                <a:latin typeface="Menlo"/>
                <a:ea typeface="Menlo"/>
                <a:cs typeface="Menlo"/>
              </a:defRPr>
            </a:lvl6pPr>
            <a:lvl7pPr algn="l">
              <a:defRPr sz="1350">
                <a:solidFill>
                  <a:srgbClr val="D4D4D4"/>
                </a:solidFill>
                <a:latin typeface="Menlo"/>
                <a:ea typeface="Menlo"/>
                <a:cs typeface="Menlo"/>
              </a:defRPr>
            </a:lvl7pPr>
            <a:lvl8pPr algn="l">
              <a:defRPr sz="1350">
                <a:solidFill>
                  <a:srgbClr val="D4D4D4"/>
                </a:solidFill>
                <a:latin typeface="Menlo"/>
                <a:ea typeface="Menlo"/>
                <a:cs typeface="Menlo"/>
              </a:defRPr>
            </a:lvl8pPr>
            <a:lvl9pPr algn="l">
              <a:defRPr sz="1350">
                <a:solidFill>
                  <a:srgbClr val="D4D4D4"/>
                </a:solidFill>
                <a:latin typeface="Menlo"/>
                <a:ea typeface="Menlo"/>
                <a:cs typeface="Menlo"/>
              </a:defRPr>
            </a:lvl9pPr>
          </a:lstStyle>
          <a:p>
            <a:pPr algn="l">
              <a:defRPr sz="1350">
                <a:solidFill>
                  <a:srgbClr val="D4D4D4"/>
                </a:solidFill>
                <a:latin typeface="Menlo"/>
                <a:ea typeface="Menlo"/>
                <a:cs typeface="Menlo"/>
              </a:defRPr>
            </a:pPr>
            <a:r>
              <a:rPr>
                <a:solidFill>
                  <a:srgbClr val="9CDCFE"/>
                </a:solidFill>
                <a:latin typeface="Menlo"/>
                <a:ea typeface="Menlo"/>
                <a:cs typeface="Menlo"/>
              </a:rPr>
              <a:t>context</a:t>
            </a:r>
            <a:r>
              <a:rPr>
                <a:solidFill>
                  <a:srgbClr val="DCDCAA"/>
                </a:solidFill>
                <a:latin typeface="Menlo"/>
                <a:ea typeface="Menlo"/>
                <a:cs typeface="Menlo"/>
              </a:rPr>
              <a:t>.step</a:t>
            </a:r>
            <a:r>
              <a:rPr>
                <a:solidFill>
                  <a:srgbClr val="D4D4D4"/>
                </a:solidFill>
                <a:latin typeface="Menlo"/>
                <a:ea typeface="Menlo"/>
                <a:cs typeface="Menlo"/>
              </a:rPr>
              <a:t>(...)</a:t>
            </a:r>
          </a:p>
        </p:txBody>
      </p:sp>
      <p:sp>
        <p:nvSpPr>
          <p:cNvPr id="23" name="sdk-role">
            <a:extLst>
              <a:ext uri="{FF2B5EF4-FFF2-40B4-BE49-F238E27FC236}">
                <ns2:creationId id="{7A20427D-463A-4B69-941F-06BA2D18D8FD}"/>
              </a:ext>
            </a:extLst>
          </p:cNvPr>
          <p:cNvSpPr>
            <a:spLocks noGrp="1"/>
          </p:cNvSpPr>
          <p:nvPr/>
        </p:nvSpPr>
        <p:spPr>
          <a:xfrm>
            <a:off x="619125" y="4238625"/>
            <a:ext cx="7905750" cy="276225"/>
          </a:xfrm>
          <a:prstGeom prst="rect">
            <a:avLst/>
          </a:prstGeom>
          <a:noFill/>
          <a:ln w="0">
            <a:noFill/>
          </a:ln>
        </p:spPr>
        <p:txBody>
          <a:bodyPr wrap="none" lIns="0" tIns="0" rIns="0" bIns="0" anchor="t">
            <a:noAutofit/>
          </a:bodyPr>
          <a:lstStyle>
            <a:defPPr algn="l">
              <a:defRPr sz="1500">
                <a:solidFill>
                  <a:srgbClr val="255DA8"/>
                </a:solidFill>
                <a:latin typeface="Ubuntu Light"/>
                <a:ea typeface="Ubuntu Light"/>
                <a:cs typeface="Ubuntu Light"/>
              </a:defRPr>
            </a:defPPr>
            <a:lvl1pPr algn="l">
              <a:defRPr sz="1500">
                <a:solidFill>
                  <a:srgbClr val="255DA8"/>
                </a:solidFill>
                <a:latin typeface="Ubuntu Light"/>
                <a:ea typeface="Ubuntu Light"/>
                <a:cs typeface="Ubuntu Light"/>
              </a:defRPr>
            </a:lvl1pPr>
            <a:lvl2pPr algn="l">
              <a:defRPr sz="1500">
                <a:solidFill>
                  <a:srgbClr val="255DA8"/>
                </a:solidFill>
                <a:latin typeface="Ubuntu Light"/>
                <a:ea typeface="Ubuntu Light"/>
                <a:cs typeface="Ubuntu Light"/>
              </a:defRPr>
            </a:lvl2pPr>
            <a:lvl3pPr algn="l">
              <a:defRPr sz="1500">
                <a:solidFill>
                  <a:srgbClr val="255DA8"/>
                </a:solidFill>
                <a:latin typeface="Ubuntu Light"/>
                <a:ea typeface="Ubuntu Light"/>
                <a:cs typeface="Ubuntu Light"/>
              </a:defRPr>
            </a:lvl3pPr>
            <a:lvl4pPr algn="l">
              <a:defRPr sz="1500">
                <a:solidFill>
                  <a:srgbClr val="255DA8"/>
                </a:solidFill>
                <a:latin typeface="Ubuntu Light"/>
                <a:ea typeface="Ubuntu Light"/>
                <a:cs typeface="Ubuntu Light"/>
              </a:defRPr>
            </a:lvl4pPr>
            <a:lvl5pPr algn="l">
              <a:defRPr sz="1500">
                <a:solidFill>
                  <a:srgbClr val="255DA8"/>
                </a:solidFill>
                <a:latin typeface="Ubuntu Light"/>
                <a:ea typeface="Ubuntu Light"/>
                <a:cs typeface="Ubuntu Light"/>
              </a:defRPr>
            </a:lvl5pPr>
            <a:lvl6pPr algn="l">
              <a:defRPr sz="1500">
                <a:solidFill>
                  <a:srgbClr val="255DA8"/>
                </a:solidFill>
                <a:latin typeface="Ubuntu Light"/>
                <a:ea typeface="Ubuntu Light"/>
                <a:cs typeface="Ubuntu Light"/>
              </a:defRPr>
            </a:lvl6pPr>
            <a:lvl7pPr algn="l">
              <a:defRPr sz="1500">
                <a:solidFill>
                  <a:srgbClr val="255DA8"/>
                </a:solidFill>
                <a:latin typeface="Ubuntu Light"/>
                <a:ea typeface="Ubuntu Light"/>
                <a:cs typeface="Ubuntu Light"/>
              </a:defRPr>
            </a:lvl7pPr>
            <a:lvl8pPr algn="l">
              <a:defRPr sz="1500">
                <a:solidFill>
                  <a:srgbClr val="255DA8"/>
                </a:solidFill>
                <a:latin typeface="Ubuntu Light"/>
                <a:ea typeface="Ubuntu Light"/>
                <a:cs typeface="Ubuntu Light"/>
              </a:defRPr>
            </a:lvl8pPr>
            <a:lvl9pPr algn="l">
              <a:defRPr sz="1500">
                <a:solidFill>
                  <a:srgbClr val="255DA8"/>
                </a:solidFill>
                <a:latin typeface="Ubuntu Light"/>
                <a:ea typeface="Ubuntu Light"/>
                <a:cs typeface="Ubuntu Light"/>
              </a:defRPr>
            </a:lvl9pPr>
          </a:lstStyle>
          <a:p>
            <a:pPr algn="l">
              <a:defRPr sz="1500">
                <a:solidFill>
                  <a:srgbClr val="255DA8"/>
                </a:solidFill>
                <a:latin typeface="Ubuntu Light"/>
                <a:ea typeface="Ubuntu Light"/>
                <a:cs typeface="Ubuntu Light"/>
              </a:defRPr>
            </a:pPr>
            <a:r>
              <a:rPr sz="1500">
                <a:solidFill>
                  <a:srgbClr val="255DA8"/>
                </a:solidFill>
                <a:latin typeface="Ubuntu Light"/>
                <a:ea typeface="Ubuntu Light"/>
                <a:cs typeface="Ubuntu Light"/>
              </a:rPr>
              <a:t>Durable = completed step results survive into the next invocation.</a:t>
            </a:r>
          </a:p>
        </p:txBody>
      </p:sp>
      <p:sp>
        <p:nvSpPr>
          <p:cNvPr id="24" name="scope">
            <a:extLst>
              <a:ext uri="{FF2B5EF4-FFF2-40B4-BE49-F238E27FC236}">
                <ns2:creationId id="{DD163E45-F6EA-4AA3-B288-D1E8D68A9BAC}"/>
              </a:ext>
            </a:extLst>
          </p:cNvPr>
          <p:cNvSpPr>
            <a:spLocks noGrp="1"/>
          </p:cNvSpPr>
          <p:nvPr/>
        </p:nvSpPr>
        <p:spPr>
          <a:xfrm>
            <a:off x="619125" y="4619625"/>
            <a:ext cx="7905750" cy="428625"/>
          </a:xfrm>
          <a:prstGeom prst="rect">
            <a:avLst/>
          </a:prstGeom>
          <a:noFill/>
          <a:ln w="0">
            <a:noFill/>
          </a:ln>
        </p:spPr>
        <p:txBody>
          <a:bodyPr wrap="none" lIns="0" tIns="0" rIns="0" bIns="0" anchor="t">
            <a:noAutofit/>
          </a:bodyPr>
          <a:lstStyle>
            <a:defPPr algn="l">
              <a:defRPr sz="1200">
                <a:solidFill>
                  <a:srgbClr val="475569"/>
                </a:solidFill>
                <a:latin typeface="Ubuntu Light"/>
                <a:ea typeface="Ubuntu Light"/>
                <a:cs typeface="Ubuntu Light"/>
              </a:defRPr>
            </a:defPPr>
            <a:lvl1pPr algn="l">
              <a:defRPr sz="1200">
                <a:solidFill>
                  <a:srgbClr val="475569"/>
                </a:solidFill>
                <a:latin typeface="Ubuntu Light"/>
                <a:ea typeface="Ubuntu Light"/>
                <a:cs typeface="Ubuntu Light"/>
              </a:defRPr>
            </a:lvl1pPr>
            <a:lvl2pPr algn="l">
              <a:defRPr sz="1200">
                <a:solidFill>
                  <a:srgbClr val="475569"/>
                </a:solidFill>
                <a:latin typeface="Ubuntu Light"/>
                <a:ea typeface="Ubuntu Light"/>
                <a:cs typeface="Ubuntu Light"/>
              </a:defRPr>
            </a:lvl2pPr>
            <a:lvl3pPr algn="l">
              <a:defRPr sz="1200">
                <a:solidFill>
                  <a:srgbClr val="475569"/>
                </a:solidFill>
                <a:latin typeface="Ubuntu Light"/>
                <a:ea typeface="Ubuntu Light"/>
                <a:cs typeface="Ubuntu Light"/>
              </a:defRPr>
            </a:lvl3pPr>
            <a:lvl4pPr algn="l">
              <a:defRPr sz="1200">
                <a:solidFill>
                  <a:srgbClr val="475569"/>
                </a:solidFill>
                <a:latin typeface="Ubuntu Light"/>
                <a:ea typeface="Ubuntu Light"/>
                <a:cs typeface="Ubuntu Light"/>
              </a:defRPr>
            </a:lvl4pPr>
            <a:lvl5pPr algn="l">
              <a:defRPr sz="1200">
                <a:solidFill>
                  <a:srgbClr val="475569"/>
                </a:solidFill>
                <a:latin typeface="Ubuntu Light"/>
                <a:ea typeface="Ubuntu Light"/>
                <a:cs typeface="Ubuntu Light"/>
              </a:defRPr>
            </a:lvl5pPr>
            <a:lvl6pPr algn="l">
              <a:defRPr sz="1200">
                <a:solidFill>
                  <a:srgbClr val="475569"/>
                </a:solidFill>
                <a:latin typeface="Ubuntu Light"/>
                <a:ea typeface="Ubuntu Light"/>
                <a:cs typeface="Ubuntu Light"/>
              </a:defRPr>
            </a:lvl6pPr>
            <a:lvl7pPr algn="l">
              <a:defRPr sz="1200">
                <a:solidFill>
                  <a:srgbClr val="475569"/>
                </a:solidFill>
                <a:latin typeface="Ubuntu Light"/>
                <a:ea typeface="Ubuntu Light"/>
                <a:cs typeface="Ubuntu Light"/>
              </a:defRPr>
            </a:lvl7pPr>
            <a:lvl8pPr algn="l">
              <a:defRPr sz="1200">
                <a:solidFill>
                  <a:srgbClr val="475569"/>
                </a:solidFill>
                <a:latin typeface="Ubuntu Light"/>
                <a:ea typeface="Ubuntu Light"/>
                <a:cs typeface="Ubuntu Light"/>
              </a:defRPr>
            </a:lvl8pPr>
            <a:lvl9pPr algn="l">
              <a:defRPr sz="1200">
                <a:solidFill>
                  <a:srgbClr val="475569"/>
                </a:solidFill>
                <a:latin typeface="Ubuntu Light"/>
                <a:ea typeface="Ubuntu Light"/>
                <a:cs typeface="Ubuntu Light"/>
              </a:defRPr>
            </a:lvl9pPr>
          </a:lstStyle>
          <a:p>
            <a:pPr algn="l">
              <a:defRPr sz="1200">
                <a:solidFill>
                  <a:srgbClr val="475569"/>
                </a:solidFill>
                <a:latin typeface="Ubuntu Light"/>
                <a:ea typeface="Ubuntu Light"/>
                <a:cs typeface="Ubuntu Light"/>
              </a:defRPr>
            </a:pPr>
            <a:r>
              <a:rPr sz="1200">
                <a:solidFill>
                  <a:srgbClr val="475569"/>
                </a:solidFill>
                <a:latin typeface="Ubuntu Light"/>
                <a:ea typeface="Ubuntu Light"/>
                <a:cs typeface="Ubuntu Light"/>
              </a:rPr>
              <a:t>Only approval success is implemented here. Retry and compensation are not ported;</a:t>
            </a:r>
          </a:p>
          <a:p>
            <a:pPr algn="l">
              <a:defRPr sz="1200">
                <a:solidFill>
                  <a:srgbClr val="475569"/>
                </a:solidFill>
                <a:latin typeface="Ubuntu Light"/>
                <a:ea typeface="Ubuntu Light"/>
                <a:cs typeface="Ubuntu Light"/>
              </a:defRPr>
            </a:pPr>
            <a:r>
              <a:rPr sz="1200">
                <a:solidFill>
                  <a:srgbClr val="475569"/>
                </a:solidFill>
                <a:latin typeface="Ubuntu Light"/>
                <a:ea typeface="Ubuntu Light"/>
                <a:cs typeface="Ubuntu Light"/>
              </a:rPr>
              <a:t>Lambda coverage is not collected for this bonus.</a:t>
            </a:r>
          </a:p>
        </p:txBody>
      </p:sp>
    </p:spTree>
    <p:extLst>
      <p:ext uri="{BB962C8B-B14F-4D97-AF65-F5344CB8AC3E}">
        <ns4:creationId val="1431979715"/>
      </p:ext>
    </p:extLst>
  </p:cSld>
</p:sld>
</file>

<file path=ppt/slides/slide4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sp>
        <p:nvSpPr>
          <p:cNvPr id="28" name="slide-title">
            <a:extLst>
              <a:ext uri="{FF2B5EF4-FFF2-40B4-BE49-F238E27FC236}">
                <ns2:creationId id="{B9AF8063-D0C3-40D6-8121-D6F9A1A10205}"/>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a:solidFill>
                  <a:srgbClr val="202D3E"/>
                </a:solidFill>
                <a:latin typeface="Ubuntu Light"/>
                <a:ea typeface="Ubuntu Light"/>
                <a:cs typeface="Ubuntu Light"/>
              </a:defRPr>
            </a:defPPr>
            <a:lvl1pPr algn="l">
              <a:defRPr sz="2250">
                <a:solidFill>
                  <a:srgbClr val="202D3E"/>
                </a:solidFill>
                <a:latin typeface="Ubuntu Light"/>
                <a:ea typeface="Ubuntu Light"/>
                <a:cs typeface="Ubuntu Light"/>
              </a:defRPr>
            </a:lvl1pPr>
            <a:lvl2pPr algn="l">
              <a:defRPr sz="2250">
                <a:solidFill>
                  <a:srgbClr val="202D3E"/>
                </a:solidFill>
                <a:latin typeface="Ubuntu Light"/>
                <a:ea typeface="Ubuntu Light"/>
                <a:cs typeface="Ubuntu Light"/>
              </a:defRPr>
            </a:lvl2pPr>
            <a:lvl3pPr algn="l">
              <a:defRPr sz="2250">
                <a:solidFill>
                  <a:srgbClr val="202D3E"/>
                </a:solidFill>
                <a:latin typeface="Ubuntu Light"/>
                <a:ea typeface="Ubuntu Light"/>
                <a:cs typeface="Ubuntu Light"/>
              </a:defRPr>
            </a:lvl3pPr>
            <a:lvl4pPr algn="l">
              <a:defRPr sz="2250">
                <a:solidFill>
                  <a:srgbClr val="202D3E"/>
                </a:solidFill>
                <a:latin typeface="Ubuntu Light"/>
                <a:ea typeface="Ubuntu Light"/>
                <a:cs typeface="Ubuntu Light"/>
              </a:defRPr>
            </a:lvl4pPr>
            <a:lvl5pPr algn="l">
              <a:defRPr sz="2250">
                <a:solidFill>
                  <a:srgbClr val="202D3E"/>
                </a:solidFill>
                <a:latin typeface="Ubuntu Light"/>
                <a:ea typeface="Ubuntu Light"/>
                <a:cs typeface="Ubuntu Light"/>
              </a:defRPr>
            </a:lvl5pPr>
            <a:lvl6pPr algn="l">
              <a:defRPr sz="2250">
                <a:solidFill>
                  <a:srgbClr val="202D3E"/>
                </a:solidFill>
                <a:latin typeface="Ubuntu Light"/>
                <a:ea typeface="Ubuntu Light"/>
                <a:cs typeface="Ubuntu Light"/>
              </a:defRPr>
            </a:lvl6pPr>
            <a:lvl7pPr algn="l">
              <a:defRPr sz="2250">
                <a:solidFill>
                  <a:srgbClr val="202D3E"/>
                </a:solidFill>
                <a:latin typeface="Ubuntu Light"/>
                <a:ea typeface="Ubuntu Light"/>
                <a:cs typeface="Ubuntu Light"/>
              </a:defRPr>
            </a:lvl7pPr>
            <a:lvl8pPr algn="l">
              <a:defRPr sz="2250">
                <a:solidFill>
                  <a:srgbClr val="202D3E"/>
                </a:solidFill>
                <a:latin typeface="Ubuntu Light"/>
                <a:ea typeface="Ubuntu Light"/>
                <a:cs typeface="Ubuntu Light"/>
              </a:defRPr>
            </a:lvl8pPr>
            <a:lvl9pPr algn="l">
              <a:defRPr sz="2250">
                <a:solidFill>
                  <a:srgbClr val="202D3E"/>
                </a:solidFill>
                <a:latin typeface="Ubuntu Light"/>
                <a:ea typeface="Ubuntu Light"/>
                <a:cs typeface="Ubuntu Light"/>
              </a:defRPr>
            </a:lvl9pPr>
          </a:lstStyle>
          <a:p>
            <a:pPr algn="l">
              <a:defRPr sz="2250">
                <a:solidFill>
                  <a:srgbClr val="202D3E"/>
                </a:solidFill>
                <a:latin typeface="Ubuntu Light"/>
                <a:ea typeface="Ubuntu Light"/>
                <a:cs typeface="Ubuntu Light"/>
              </a:defRPr>
            </a:pPr>
            <a:r>
              <a:rPr sz="2250">
                <a:solidFill>
                  <a:srgbClr val="202D3E"/>
                </a:solidFill>
                <a:latin typeface="Ubuntu Light"/>
                <a:ea typeface="Ubuntu Light"/>
                <a:cs typeface="Ubuntu Light"/>
              </a:rPr>
              <a:t>MiniStack runs this durable workflow locally</a:t>
            </a:r>
          </a:p>
        </p:txBody>
      </p:sp>
      <p:sp>
        <p:nvSpPr>
          <p:cNvPr id="2" name="lead">
            <a:extLst>
              <a:ext uri="{FF2B5EF4-FFF2-40B4-BE49-F238E27FC236}">
                <ns2:creationId id="{E2EEE577-AB07-4166-8473-B666B21582B9}"/>
              </a:ext>
            </a:extLst>
          </p:cNvPr>
          <p:cNvSpPr>
            <a:spLocks noGrp="1"/>
          </p:cNvSpPr>
          <p:nvPr/>
        </p:nvSpPr>
        <p:spPr>
          <a:xfrm>
            <a:off x="619125" y="1381125"/>
            <a:ext cx="7905750" cy="552450"/>
          </a:xfrm>
          <a:prstGeom prst="rect">
            <a:avLst/>
          </a:prstGeom>
          <a:noFill/>
          <a:ln w="0">
            <a:noFill/>
          </a:ln>
        </p:spPr>
        <p:txBody>
          <a:bodyPr wrap="none" lIns="0" tIns="0" rIns="0" bIns="0" anchor="t">
            <a:noAutofit/>
          </a:bodyPr>
          <a:lstStyle>
            <a:defPPr algn="l">
              <a:defRPr sz="1500">
                <a:solidFill>
                  <a:srgbClr val="202D3E"/>
                </a:solidFill>
                <a:latin typeface="Ubuntu Light"/>
                <a:ea typeface="Ubuntu Light"/>
                <a:cs typeface="Ubuntu Light"/>
              </a:defRPr>
            </a:defPPr>
            <a:lvl1pPr algn="l">
              <a:defRPr sz="1500">
                <a:solidFill>
                  <a:srgbClr val="202D3E"/>
                </a:solidFill>
                <a:latin typeface="Ubuntu Light"/>
                <a:ea typeface="Ubuntu Light"/>
                <a:cs typeface="Ubuntu Light"/>
              </a:defRPr>
            </a:lvl1pPr>
            <a:lvl2pPr algn="l">
              <a:defRPr sz="1500">
                <a:solidFill>
                  <a:srgbClr val="202D3E"/>
                </a:solidFill>
                <a:latin typeface="Ubuntu Light"/>
                <a:ea typeface="Ubuntu Light"/>
                <a:cs typeface="Ubuntu Light"/>
              </a:defRPr>
            </a:lvl2pPr>
            <a:lvl3pPr algn="l">
              <a:defRPr sz="1500">
                <a:solidFill>
                  <a:srgbClr val="202D3E"/>
                </a:solidFill>
                <a:latin typeface="Ubuntu Light"/>
                <a:ea typeface="Ubuntu Light"/>
                <a:cs typeface="Ubuntu Light"/>
              </a:defRPr>
            </a:lvl3pPr>
            <a:lvl4pPr algn="l">
              <a:defRPr sz="1500">
                <a:solidFill>
                  <a:srgbClr val="202D3E"/>
                </a:solidFill>
                <a:latin typeface="Ubuntu Light"/>
                <a:ea typeface="Ubuntu Light"/>
                <a:cs typeface="Ubuntu Light"/>
              </a:defRPr>
            </a:lvl4pPr>
            <a:lvl5pPr algn="l">
              <a:defRPr sz="1500">
                <a:solidFill>
                  <a:srgbClr val="202D3E"/>
                </a:solidFill>
                <a:latin typeface="Ubuntu Light"/>
                <a:ea typeface="Ubuntu Light"/>
                <a:cs typeface="Ubuntu Light"/>
              </a:defRPr>
            </a:lvl5pPr>
            <a:lvl6pPr algn="l">
              <a:defRPr sz="1500">
                <a:solidFill>
                  <a:srgbClr val="202D3E"/>
                </a:solidFill>
                <a:latin typeface="Ubuntu Light"/>
                <a:ea typeface="Ubuntu Light"/>
                <a:cs typeface="Ubuntu Light"/>
              </a:defRPr>
            </a:lvl6pPr>
            <a:lvl7pPr algn="l">
              <a:defRPr sz="1500">
                <a:solidFill>
                  <a:srgbClr val="202D3E"/>
                </a:solidFill>
                <a:latin typeface="Ubuntu Light"/>
                <a:ea typeface="Ubuntu Light"/>
                <a:cs typeface="Ubuntu Light"/>
              </a:defRPr>
            </a:lvl7pPr>
            <a:lvl8pPr algn="l">
              <a:defRPr sz="1500">
                <a:solidFill>
                  <a:srgbClr val="202D3E"/>
                </a:solidFill>
                <a:latin typeface="Ubuntu Light"/>
                <a:ea typeface="Ubuntu Light"/>
                <a:cs typeface="Ubuntu Light"/>
              </a:defRPr>
            </a:lvl8pPr>
            <a:lvl9pPr algn="l">
              <a:defRPr sz="1500">
                <a:solidFill>
                  <a:srgbClr val="202D3E"/>
                </a:solidFill>
                <a:latin typeface="Ubuntu Light"/>
                <a:ea typeface="Ubuntu Light"/>
                <a:cs typeface="Ubuntu Light"/>
              </a:defRPr>
            </a:lvl9pPr>
          </a:lstStyle>
          <a:p>
            <a:pPr algn="l">
              <a:defRPr sz="1500">
                <a:solidFill>
                  <a:srgbClr val="202D3E"/>
                </a:solidFill>
                <a:latin typeface="Ubuntu Light"/>
                <a:ea typeface="Ubuntu Light"/>
                <a:cs typeface="Ubuntu Light"/>
              </a:defRPr>
            </a:pPr>
            <a:r>
              <a:rPr sz="1500">
                <a:solidFill>
                  <a:srgbClr val="202D3E"/>
                </a:solidFill>
                <a:latin typeface="Ubuntu Light"/>
                <a:ea typeface="Ubuntu Light"/>
                <a:cs typeface="Ubuntu Light"/>
              </a:rPr>
              <a:t>MiniStack provides the Durable execution APIs for this local test.</a:t>
            </a:r>
          </a:p>
          <a:p>
            <a:pPr algn="l">
              <a:defRPr sz="1500">
                <a:solidFill>
                  <a:srgbClr val="202D3E"/>
                </a:solidFill>
                <a:latin typeface="Ubuntu Light"/>
                <a:ea typeface="Ubuntu Light"/>
                <a:cs typeface="Ubuntu Light"/>
              </a:defRPr>
            </a:pPr>
            <a:r>
              <a:rPr sz="1500">
                <a:solidFill>
                  <a:srgbClr val="202D3E"/>
                </a:solidFill>
                <a:latin typeface="Ubuntu Light"/>
                <a:ea typeface="Ubuntu Light"/>
                <a:cs typeface="Ubuntu Light"/>
              </a:rPr>
              <a:t>pytest calls those APIs; the workflow runs in a Docker Lambda.</a:t>
            </a:r>
          </a:p>
        </p:txBody>
      </p:sp>
      <p:sp>
        <p:nvSpPr>
          <p:cNvPr id="3" name="ministack-boundary">
            <a:extLst>
              <a:ext uri="{FF2B5EF4-FFF2-40B4-BE49-F238E27FC236}">
                <ns2:creationId id="{7C3E7E2C-2CB2-42C9-94AC-AA7F642575B3}"/>
              </a:ext>
            </a:extLst>
          </p:cNvPr>
          <p:cNvSpPr>
            <a:spLocks noGrp="1"/>
          </p:cNvSpPr>
          <p:nvPr/>
        </p:nvSpPr>
        <p:spPr>
          <a:xfrm>
            <a:off x="2647950" y="2009775"/>
            <a:ext cx="3476625" cy="2162175"/>
          </a:xfrm>
          <a:prstGeom prst="rect">
            <a:avLst/>
          </a:prstGeom>
          <a:solidFill>
            <a:srgbClr val="F5F7FC"/>
          </a:solidFill>
          <a:ln w="7620">
            <a:solidFill>
              <a:srgbClr val="819BB2"/>
            </a:solidFill>
          </a:ln>
        </p:spPr>
      </p:sp>
      <p:sp>
        <p:nvSpPr>
          <p:cNvPr id="4" name="ministack-title">
            <a:extLst>
              <a:ext uri="{FF2B5EF4-FFF2-40B4-BE49-F238E27FC236}">
                <ns2:creationId id="{B6636E13-36C7-4183-BDED-F12EF530D564}"/>
              </a:ext>
            </a:extLst>
          </p:cNvPr>
          <p:cNvSpPr>
            <a:spLocks noGrp="1"/>
          </p:cNvSpPr>
          <p:nvPr/>
        </p:nvSpPr>
        <p:spPr>
          <a:xfrm>
            <a:off x="2819400" y="2143125"/>
            <a:ext cx="3095625" cy="285750"/>
          </a:xfrm>
          <a:prstGeom prst="rect">
            <a:avLst/>
          </a:prstGeom>
          <a:noFill/>
          <a:ln w="0">
            <a:noFill/>
          </a:ln>
        </p:spPr>
        <p:txBody>
          <a:bodyPr wrap="none" lIns="0" tIns="0" rIns="0" bIns="0" anchor="t">
            <a:noAutofit/>
          </a:bodyPr>
          <a:lstStyle>
            <a:defPPr algn="l">
              <a:defRPr sz="1875">
                <a:solidFill>
                  <a:srgbClr val="202D3E"/>
                </a:solidFill>
                <a:latin typeface="Ubuntu Light"/>
                <a:ea typeface="Ubuntu Light"/>
                <a:cs typeface="Ubuntu Light"/>
              </a:defRPr>
            </a:defPPr>
            <a:lvl1pPr algn="l">
              <a:defRPr sz="1875">
                <a:solidFill>
                  <a:srgbClr val="202D3E"/>
                </a:solidFill>
                <a:latin typeface="Ubuntu Light"/>
                <a:ea typeface="Ubuntu Light"/>
                <a:cs typeface="Ubuntu Light"/>
              </a:defRPr>
            </a:lvl1pPr>
            <a:lvl2pPr algn="l">
              <a:defRPr sz="1875">
                <a:solidFill>
                  <a:srgbClr val="202D3E"/>
                </a:solidFill>
                <a:latin typeface="Ubuntu Light"/>
                <a:ea typeface="Ubuntu Light"/>
                <a:cs typeface="Ubuntu Light"/>
              </a:defRPr>
            </a:lvl2pPr>
            <a:lvl3pPr algn="l">
              <a:defRPr sz="1875">
                <a:solidFill>
                  <a:srgbClr val="202D3E"/>
                </a:solidFill>
                <a:latin typeface="Ubuntu Light"/>
                <a:ea typeface="Ubuntu Light"/>
                <a:cs typeface="Ubuntu Light"/>
              </a:defRPr>
            </a:lvl3pPr>
            <a:lvl4pPr algn="l">
              <a:defRPr sz="1875">
                <a:solidFill>
                  <a:srgbClr val="202D3E"/>
                </a:solidFill>
                <a:latin typeface="Ubuntu Light"/>
                <a:ea typeface="Ubuntu Light"/>
                <a:cs typeface="Ubuntu Light"/>
              </a:defRPr>
            </a:lvl4pPr>
            <a:lvl5pPr algn="l">
              <a:defRPr sz="1875">
                <a:solidFill>
                  <a:srgbClr val="202D3E"/>
                </a:solidFill>
                <a:latin typeface="Ubuntu Light"/>
                <a:ea typeface="Ubuntu Light"/>
                <a:cs typeface="Ubuntu Light"/>
              </a:defRPr>
            </a:lvl5pPr>
            <a:lvl6pPr algn="l">
              <a:defRPr sz="1875">
                <a:solidFill>
                  <a:srgbClr val="202D3E"/>
                </a:solidFill>
                <a:latin typeface="Ubuntu Light"/>
                <a:ea typeface="Ubuntu Light"/>
                <a:cs typeface="Ubuntu Light"/>
              </a:defRPr>
            </a:lvl6pPr>
            <a:lvl7pPr algn="l">
              <a:defRPr sz="1875">
                <a:solidFill>
                  <a:srgbClr val="202D3E"/>
                </a:solidFill>
                <a:latin typeface="Ubuntu Light"/>
                <a:ea typeface="Ubuntu Light"/>
                <a:cs typeface="Ubuntu Light"/>
              </a:defRPr>
            </a:lvl7pPr>
            <a:lvl8pPr algn="l">
              <a:defRPr sz="1875">
                <a:solidFill>
                  <a:srgbClr val="202D3E"/>
                </a:solidFill>
                <a:latin typeface="Ubuntu Light"/>
                <a:ea typeface="Ubuntu Light"/>
                <a:cs typeface="Ubuntu Light"/>
              </a:defRPr>
            </a:lvl8pPr>
            <a:lvl9pPr algn="l">
              <a:defRPr sz="1875">
                <a:solidFill>
                  <a:srgbClr val="202D3E"/>
                </a:solidFill>
                <a:latin typeface="Ubuntu Light"/>
                <a:ea typeface="Ubuntu Light"/>
                <a:cs typeface="Ubuntu Light"/>
              </a:defRPr>
            </a:lvl9pPr>
          </a:lstStyle>
          <a:p>
            <a:pPr algn="l">
              <a:defRPr sz="1875">
                <a:solidFill>
                  <a:srgbClr val="202D3E"/>
                </a:solidFill>
                <a:latin typeface="Ubuntu Light"/>
                <a:ea typeface="Ubuntu Light"/>
                <a:cs typeface="Ubuntu Light"/>
              </a:defRPr>
            </a:pPr>
            <a:r>
              <a:rPr sz="1875">
                <a:solidFill>
                  <a:srgbClr val="202D3E"/>
                </a:solidFill>
                <a:latin typeface="Ubuntu Light"/>
                <a:ea typeface="Ubuntu Light"/>
                <a:cs typeface="Ubuntu Light"/>
              </a:rPr>
              <a:t>MiniStack 1.5.32</a:t>
            </a:r>
          </a:p>
        </p:txBody>
      </p:sp>
      <p:sp>
        <p:nvSpPr>
          <p:cNvPr id="5" name="ministack-description">
            <a:extLst>
              <a:ext uri="{FF2B5EF4-FFF2-40B4-BE49-F238E27FC236}">
                <ns2:creationId id="{A71EEAF4-13C2-4165-AAB4-3BF80F011E16}"/>
              </a:ext>
            </a:extLst>
          </p:cNvPr>
          <p:cNvSpPr>
            <a:spLocks noGrp="1"/>
          </p:cNvSpPr>
          <p:nvPr/>
        </p:nvSpPr>
        <p:spPr>
          <a:xfrm>
            <a:off x="2819400" y="2505075"/>
            <a:ext cx="3095625" cy="476250"/>
          </a:xfrm>
          <a:prstGeom prst="rect">
            <a:avLst/>
          </a:prstGeom>
          <a:noFill/>
          <a:ln w="0">
            <a:noFill/>
          </a:ln>
        </p:spPr>
        <p:txBody>
          <a:bodyPr wrap="none" lIns="0" tIns="0" rIns="0" bIns="0" anchor="t">
            <a:noAutofit/>
          </a:bodyPr>
          <a:lstStyle>
            <a:defPPr algn="l">
              <a:defRPr sz="1275">
                <a:solidFill>
                  <a:srgbClr val="202D3E"/>
                </a:solidFill>
                <a:latin typeface="Ubuntu Light"/>
                <a:ea typeface="Ubuntu Light"/>
                <a:cs typeface="Ubuntu Light"/>
              </a:defRPr>
            </a:defPPr>
            <a:lvl1pPr algn="l">
              <a:defRPr sz="1275">
                <a:solidFill>
                  <a:srgbClr val="202D3E"/>
                </a:solidFill>
                <a:latin typeface="Ubuntu Light"/>
                <a:ea typeface="Ubuntu Light"/>
                <a:cs typeface="Ubuntu Light"/>
              </a:defRPr>
            </a:lvl1pPr>
            <a:lvl2pPr algn="l">
              <a:defRPr sz="1275">
                <a:solidFill>
                  <a:srgbClr val="202D3E"/>
                </a:solidFill>
                <a:latin typeface="Ubuntu Light"/>
                <a:ea typeface="Ubuntu Light"/>
                <a:cs typeface="Ubuntu Light"/>
              </a:defRPr>
            </a:lvl2pPr>
            <a:lvl3pPr algn="l">
              <a:defRPr sz="1275">
                <a:solidFill>
                  <a:srgbClr val="202D3E"/>
                </a:solidFill>
                <a:latin typeface="Ubuntu Light"/>
                <a:ea typeface="Ubuntu Light"/>
                <a:cs typeface="Ubuntu Light"/>
              </a:defRPr>
            </a:lvl3pPr>
            <a:lvl4pPr algn="l">
              <a:defRPr sz="1275">
                <a:solidFill>
                  <a:srgbClr val="202D3E"/>
                </a:solidFill>
                <a:latin typeface="Ubuntu Light"/>
                <a:ea typeface="Ubuntu Light"/>
                <a:cs typeface="Ubuntu Light"/>
              </a:defRPr>
            </a:lvl4pPr>
            <a:lvl5pPr algn="l">
              <a:defRPr sz="1275">
                <a:solidFill>
                  <a:srgbClr val="202D3E"/>
                </a:solidFill>
                <a:latin typeface="Ubuntu Light"/>
                <a:ea typeface="Ubuntu Light"/>
                <a:cs typeface="Ubuntu Light"/>
              </a:defRPr>
            </a:lvl5pPr>
            <a:lvl6pPr algn="l">
              <a:defRPr sz="1275">
                <a:solidFill>
                  <a:srgbClr val="202D3E"/>
                </a:solidFill>
                <a:latin typeface="Ubuntu Light"/>
                <a:ea typeface="Ubuntu Light"/>
                <a:cs typeface="Ubuntu Light"/>
              </a:defRPr>
            </a:lvl6pPr>
            <a:lvl7pPr algn="l">
              <a:defRPr sz="1275">
                <a:solidFill>
                  <a:srgbClr val="202D3E"/>
                </a:solidFill>
                <a:latin typeface="Ubuntu Light"/>
                <a:ea typeface="Ubuntu Light"/>
                <a:cs typeface="Ubuntu Light"/>
              </a:defRPr>
            </a:lvl7pPr>
            <a:lvl8pPr algn="l">
              <a:defRPr sz="1275">
                <a:solidFill>
                  <a:srgbClr val="202D3E"/>
                </a:solidFill>
                <a:latin typeface="Ubuntu Light"/>
                <a:ea typeface="Ubuntu Light"/>
                <a:cs typeface="Ubuntu Light"/>
              </a:defRPr>
            </a:lvl8pPr>
            <a:lvl9pPr algn="l">
              <a:defRPr sz="1275">
                <a:solidFill>
                  <a:srgbClr val="202D3E"/>
                </a:solidFill>
                <a:latin typeface="Ubuntu Light"/>
                <a:ea typeface="Ubuntu Light"/>
                <a:cs typeface="Ubuntu Light"/>
              </a:defRPr>
            </a:lvl9pPr>
          </a:lstStyle>
          <a:p>
            <a:pPr algn="l">
              <a:defRPr sz="1275">
                <a:solidFill>
                  <a:srgbClr val="202D3E"/>
                </a:solidFill>
                <a:latin typeface="Ubuntu Light"/>
                <a:ea typeface="Ubuntu Light"/>
                <a:cs typeface="Ubuntu Light"/>
              </a:defRPr>
            </a:pPr>
            <a:r>
              <a:rPr sz="1275">
                <a:solidFill>
                  <a:srgbClr val="202D3E"/>
                </a:solidFill>
                <a:latin typeface="Ubuntu Light"/>
                <a:ea typeface="Ubuntu Light"/>
                <a:cs typeface="Ubuntu Light"/>
              </a:rPr>
              <a:t>Emulated Lambda, SQS + DynamoDB APIs</a:t>
            </a:r>
          </a:p>
          <a:p>
            <a:pPr algn="l">
              <a:defRPr sz="1275">
                <a:solidFill>
                  <a:srgbClr val="202D3E"/>
                </a:solidFill>
                <a:latin typeface="Ubuntu Light"/>
                <a:ea typeface="Ubuntu Light"/>
                <a:cs typeface="Ubuntu Light"/>
              </a:defRPr>
            </a:pPr>
            <a:r>
              <a:rPr sz="1275">
                <a:solidFill>
                  <a:srgbClr val="202D3E"/>
                </a:solidFill>
                <a:latin typeface="Ubuntu Light"/>
                <a:ea typeface="Ubuntu Light"/>
                <a:cs typeface="Ubuntu Light"/>
              </a:rPr>
              <a:t>+ persisted durable execution state</a:t>
            </a:r>
          </a:p>
        </p:txBody>
      </p:sp>
      <p:pic>
        <p:nvPicPr>
          <p:cNvPr id="6" name="">
            <a:extLst>
              <a:ext uri="{FF2B5EF4-FFF2-40B4-BE49-F238E27FC236}">
                <ns2:creationId id="{B7F1BE4E-680E-40B8-A743-98309A361D92}"/>
              </a:ext>
            </a:extLst>
          </p:cNvPr>
          <p:cNvPicPr>
            <a:picLocks noChangeAspect="1"/>
          </p:cNvPicPr>
          <p:nvPr/>
        </p:nvPicPr>
        <p:blipFill>
          <a:blip r:embed="R766628fe048b4968"/>
          <a:stretch/>
        </p:blipFill>
        <p:spPr>
          <a:xfrm>
            <a:off x="981075" y="2914650"/>
            <a:ext cx="561975" cy="561975"/>
          </a:xfrm>
          <a:prstGeom prst="rect">
            <a:avLst/>
          </a:prstGeom>
        </p:spPr>
      </p:pic>
      <p:sp>
        <p:nvSpPr>
          <p:cNvPr id="7" name="host-label">
            <a:extLst>
              <a:ext uri="{FF2B5EF4-FFF2-40B4-BE49-F238E27FC236}">
                <ns2:creationId id="{4B611903-5642-4BCE-9226-D8064E370787}"/>
              </a:ext>
            </a:extLst>
          </p:cNvPr>
          <p:cNvSpPr>
            <a:spLocks noGrp="1"/>
          </p:cNvSpPr>
          <p:nvPr/>
        </p:nvSpPr>
        <p:spPr>
          <a:xfrm>
            <a:off x="904875" y="3609975"/>
            <a:ext cx="952500" cy="285750"/>
          </a:xfrm>
          <a:prstGeom prst="rect">
            <a:avLst/>
          </a:prstGeom>
          <a:noFill/>
          <a:ln w="0">
            <a:noFill/>
          </a:ln>
        </p:spPr>
        <p:txBody>
          <a:bodyPr wrap="none" lIns="0" tIns="0" rIns="0" bIns="0" anchor="t">
            <a:noAutofit/>
          </a:bodyPr>
          <a:lstStyle>
            <a:defPPr algn="l">
              <a:defRPr sz="1575">
                <a:solidFill>
                  <a:srgbClr val="202D3E"/>
                </a:solidFill>
                <a:latin typeface="Ubuntu Light"/>
                <a:ea typeface="Ubuntu Light"/>
                <a:cs typeface="Ubuntu Light"/>
              </a:defRPr>
            </a:defPPr>
            <a:lvl1pPr algn="l">
              <a:defRPr sz="1575">
                <a:solidFill>
                  <a:srgbClr val="202D3E"/>
                </a:solidFill>
                <a:latin typeface="Ubuntu Light"/>
                <a:ea typeface="Ubuntu Light"/>
                <a:cs typeface="Ubuntu Light"/>
              </a:defRPr>
            </a:lvl1pPr>
            <a:lvl2pPr algn="l">
              <a:defRPr sz="1575">
                <a:solidFill>
                  <a:srgbClr val="202D3E"/>
                </a:solidFill>
                <a:latin typeface="Ubuntu Light"/>
                <a:ea typeface="Ubuntu Light"/>
                <a:cs typeface="Ubuntu Light"/>
              </a:defRPr>
            </a:lvl2pPr>
            <a:lvl3pPr algn="l">
              <a:defRPr sz="1575">
                <a:solidFill>
                  <a:srgbClr val="202D3E"/>
                </a:solidFill>
                <a:latin typeface="Ubuntu Light"/>
                <a:ea typeface="Ubuntu Light"/>
                <a:cs typeface="Ubuntu Light"/>
              </a:defRPr>
            </a:lvl3pPr>
            <a:lvl4pPr algn="l">
              <a:defRPr sz="1575">
                <a:solidFill>
                  <a:srgbClr val="202D3E"/>
                </a:solidFill>
                <a:latin typeface="Ubuntu Light"/>
                <a:ea typeface="Ubuntu Light"/>
                <a:cs typeface="Ubuntu Light"/>
              </a:defRPr>
            </a:lvl4pPr>
            <a:lvl5pPr algn="l">
              <a:defRPr sz="1575">
                <a:solidFill>
                  <a:srgbClr val="202D3E"/>
                </a:solidFill>
                <a:latin typeface="Ubuntu Light"/>
                <a:ea typeface="Ubuntu Light"/>
                <a:cs typeface="Ubuntu Light"/>
              </a:defRPr>
            </a:lvl5pPr>
            <a:lvl6pPr algn="l">
              <a:defRPr sz="1575">
                <a:solidFill>
                  <a:srgbClr val="202D3E"/>
                </a:solidFill>
                <a:latin typeface="Ubuntu Light"/>
                <a:ea typeface="Ubuntu Light"/>
                <a:cs typeface="Ubuntu Light"/>
              </a:defRPr>
            </a:lvl6pPr>
            <a:lvl7pPr algn="l">
              <a:defRPr sz="1575">
                <a:solidFill>
                  <a:srgbClr val="202D3E"/>
                </a:solidFill>
                <a:latin typeface="Ubuntu Light"/>
                <a:ea typeface="Ubuntu Light"/>
                <a:cs typeface="Ubuntu Light"/>
              </a:defRPr>
            </a:lvl7pPr>
            <a:lvl8pPr algn="l">
              <a:defRPr sz="1575">
                <a:solidFill>
                  <a:srgbClr val="202D3E"/>
                </a:solidFill>
                <a:latin typeface="Ubuntu Light"/>
                <a:ea typeface="Ubuntu Light"/>
                <a:cs typeface="Ubuntu Light"/>
              </a:defRPr>
            </a:lvl8pPr>
            <a:lvl9pPr algn="l">
              <a:defRPr sz="1575">
                <a:solidFill>
                  <a:srgbClr val="202D3E"/>
                </a:solidFill>
                <a:latin typeface="Ubuntu Light"/>
                <a:ea typeface="Ubuntu Light"/>
                <a:cs typeface="Ubuntu Light"/>
              </a:defRPr>
            </a:lvl9pPr>
          </a:lstStyle>
          <a:p>
            <a:pPr algn="l">
              <a:defRPr sz="1575">
                <a:solidFill>
                  <a:srgbClr val="202D3E"/>
                </a:solidFill>
                <a:latin typeface="Ubuntu Light"/>
                <a:ea typeface="Ubuntu Light"/>
                <a:cs typeface="Ubuntu Light"/>
              </a:defRPr>
            </a:pPr>
            <a:r>
              <a:rPr sz="1575">
                <a:solidFill>
                  <a:srgbClr val="202D3E"/>
                </a:solidFill>
                <a:latin typeface="Ubuntu Light"/>
                <a:ea typeface="Ubuntu Light"/>
                <a:cs typeface="Ubuntu Light"/>
              </a:rPr>
              <a:t>pytest</a:t>
            </a:r>
          </a:p>
        </p:txBody>
      </p:sp>
      <p:pic>
        <p:nvPicPr>
          <p:cNvPr id="8" name="">
            <a:extLst>
              <a:ext uri="{FF2B5EF4-FFF2-40B4-BE49-F238E27FC236}">
                <ns2:creationId id="{70F95A4B-31CD-42B6-B355-2E60521DF739}"/>
              </a:ext>
            </a:extLst>
          </p:cNvPr>
          <p:cNvPicPr>
            <a:picLocks noChangeAspect="1"/>
          </p:cNvPicPr>
          <p:nvPr/>
        </p:nvPicPr>
        <p:blipFill>
          <a:blip r:embed="R06f8ea38dacd4678"/>
          <a:stretch/>
        </p:blipFill>
        <p:spPr>
          <a:xfrm>
            <a:off x="2971800" y="3124200"/>
            <a:ext cx="466725" cy="466725"/>
          </a:xfrm>
          <a:prstGeom prst="rect">
            <a:avLst/>
          </a:prstGeom>
        </p:spPr>
      </p:pic>
      <p:pic>
        <p:nvPicPr>
          <p:cNvPr id="9" name="">
            <a:extLst>
              <a:ext uri="{FF2B5EF4-FFF2-40B4-BE49-F238E27FC236}">
                <ns2:creationId id="{CB894AF1-47A0-42E0-AE37-F328F4AD19DF}"/>
              </a:ext>
            </a:extLst>
          </p:cNvPr>
          <p:cNvPicPr>
            <a:picLocks noChangeAspect="1"/>
          </p:cNvPicPr>
          <p:nvPr/>
        </p:nvPicPr>
        <p:blipFill>
          <a:blip r:embed="R164965db569a492c"/>
          <a:stretch/>
        </p:blipFill>
        <p:spPr>
          <a:xfrm>
            <a:off x="4114800" y="3124200"/>
            <a:ext cx="466725" cy="466725"/>
          </a:xfrm>
          <a:prstGeom prst="rect">
            <a:avLst/>
          </a:prstGeom>
        </p:spPr>
      </p:pic>
      <p:pic>
        <p:nvPicPr>
          <p:cNvPr id="10" name="">
            <a:extLst>
              <a:ext uri="{FF2B5EF4-FFF2-40B4-BE49-F238E27FC236}">
                <ns2:creationId id="{39258D49-8706-45D0-B69F-27879C9B8030}"/>
              </a:ext>
            </a:extLst>
          </p:cNvPr>
          <p:cNvPicPr>
            <a:picLocks noChangeAspect="1"/>
          </p:cNvPicPr>
          <p:nvPr/>
        </p:nvPicPr>
        <p:blipFill>
          <a:blip r:embed="Rd5e2be838d344b9a"/>
          <a:stretch/>
        </p:blipFill>
        <p:spPr>
          <a:xfrm>
            <a:off x="5257800" y="3124200"/>
            <a:ext cx="466725" cy="466725"/>
          </a:xfrm>
          <a:prstGeom prst="rect">
            <a:avLst/>
          </a:prstGeom>
        </p:spPr>
      </p:pic>
      <p:sp>
        <p:nvSpPr>
          <p:cNvPr id="11" name="api-sqs">
            <a:extLst>
              <a:ext uri="{FF2B5EF4-FFF2-40B4-BE49-F238E27FC236}">
                <ns2:creationId id="{84309132-3663-4FB3-BCD3-A9E796641246}"/>
              </a:ext>
            </a:extLst>
          </p:cNvPr>
          <p:cNvSpPr>
            <a:spLocks noGrp="1"/>
          </p:cNvSpPr>
          <p:nvPr/>
        </p:nvSpPr>
        <p:spPr>
          <a:xfrm>
            <a:off x="2914650" y="3676650"/>
            <a:ext cx="762000" cy="238125"/>
          </a:xfrm>
          <a:prstGeom prst="rect">
            <a:avLst/>
          </a:prstGeom>
          <a:noFill/>
          <a:ln w="0">
            <a:noFill/>
          </a:ln>
        </p:spPr>
        <p:txBody>
          <a:bodyPr wrap="none" lIns="0" tIns="0" rIns="0" bIns="0" anchor="t">
            <a:noAutofit/>
          </a:bodyPr>
          <a:lstStyle>
            <a:defPPr algn="l">
              <a:defRPr sz="1350">
                <a:solidFill>
                  <a:srgbClr val="202D3E"/>
                </a:solidFill>
                <a:latin typeface="Ubuntu Light"/>
                <a:ea typeface="Ubuntu Light"/>
                <a:cs typeface="Ubuntu Light"/>
              </a:defRPr>
            </a:defPPr>
            <a:lvl1pPr algn="l">
              <a:defRPr sz="1350">
                <a:solidFill>
                  <a:srgbClr val="202D3E"/>
                </a:solidFill>
                <a:latin typeface="Ubuntu Light"/>
                <a:ea typeface="Ubuntu Light"/>
                <a:cs typeface="Ubuntu Light"/>
              </a:defRPr>
            </a:lvl1pPr>
            <a:lvl2pPr algn="l">
              <a:defRPr sz="1350">
                <a:solidFill>
                  <a:srgbClr val="202D3E"/>
                </a:solidFill>
                <a:latin typeface="Ubuntu Light"/>
                <a:ea typeface="Ubuntu Light"/>
                <a:cs typeface="Ubuntu Light"/>
              </a:defRPr>
            </a:lvl2pPr>
            <a:lvl3pPr algn="l">
              <a:defRPr sz="1350">
                <a:solidFill>
                  <a:srgbClr val="202D3E"/>
                </a:solidFill>
                <a:latin typeface="Ubuntu Light"/>
                <a:ea typeface="Ubuntu Light"/>
                <a:cs typeface="Ubuntu Light"/>
              </a:defRPr>
            </a:lvl3pPr>
            <a:lvl4pPr algn="l">
              <a:defRPr sz="1350">
                <a:solidFill>
                  <a:srgbClr val="202D3E"/>
                </a:solidFill>
                <a:latin typeface="Ubuntu Light"/>
                <a:ea typeface="Ubuntu Light"/>
                <a:cs typeface="Ubuntu Light"/>
              </a:defRPr>
            </a:lvl4pPr>
            <a:lvl5pPr algn="l">
              <a:defRPr sz="1350">
                <a:solidFill>
                  <a:srgbClr val="202D3E"/>
                </a:solidFill>
                <a:latin typeface="Ubuntu Light"/>
                <a:ea typeface="Ubuntu Light"/>
                <a:cs typeface="Ubuntu Light"/>
              </a:defRPr>
            </a:lvl5pPr>
            <a:lvl6pPr algn="l">
              <a:defRPr sz="1350">
                <a:solidFill>
                  <a:srgbClr val="202D3E"/>
                </a:solidFill>
                <a:latin typeface="Ubuntu Light"/>
                <a:ea typeface="Ubuntu Light"/>
                <a:cs typeface="Ubuntu Light"/>
              </a:defRPr>
            </a:lvl6pPr>
            <a:lvl7pPr algn="l">
              <a:defRPr sz="1350">
                <a:solidFill>
                  <a:srgbClr val="202D3E"/>
                </a:solidFill>
                <a:latin typeface="Ubuntu Light"/>
                <a:ea typeface="Ubuntu Light"/>
                <a:cs typeface="Ubuntu Light"/>
              </a:defRPr>
            </a:lvl7pPr>
            <a:lvl8pPr algn="l">
              <a:defRPr sz="1350">
                <a:solidFill>
                  <a:srgbClr val="202D3E"/>
                </a:solidFill>
                <a:latin typeface="Ubuntu Light"/>
                <a:ea typeface="Ubuntu Light"/>
                <a:cs typeface="Ubuntu Light"/>
              </a:defRPr>
            </a:lvl8pPr>
            <a:lvl9pPr algn="l">
              <a:defRPr sz="1350">
                <a:solidFill>
                  <a:srgbClr val="202D3E"/>
                </a:solidFill>
                <a:latin typeface="Ubuntu Light"/>
                <a:ea typeface="Ubuntu Light"/>
                <a:cs typeface="Ubuntu Light"/>
              </a:defRPr>
            </a:lvl9pPr>
          </a:lstStyle>
          <a:p>
            <a:pPr algn="l">
              <a:defRPr sz="1350">
                <a:solidFill>
                  <a:srgbClr val="202D3E"/>
                </a:solidFill>
                <a:latin typeface="Ubuntu Light"/>
                <a:ea typeface="Ubuntu Light"/>
                <a:cs typeface="Ubuntu Light"/>
              </a:defRPr>
            </a:pPr>
            <a:r>
              <a:rPr sz="1350">
                <a:solidFill>
                  <a:srgbClr val="202D3E"/>
                </a:solidFill>
                <a:latin typeface="Ubuntu Light"/>
                <a:ea typeface="Ubuntu Light"/>
                <a:cs typeface="Ubuntu Light"/>
              </a:rPr>
              <a:t>SQS</a:t>
            </a:r>
          </a:p>
        </p:txBody>
      </p:sp>
      <p:sp>
        <p:nvSpPr>
          <p:cNvPr id="12" name="api-ddb">
            <a:extLst>
              <a:ext uri="{FF2B5EF4-FFF2-40B4-BE49-F238E27FC236}">
                <ns2:creationId id="{521D8D12-93E2-488D-9364-5CA999FFE46E}"/>
              </a:ext>
            </a:extLst>
          </p:cNvPr>
          <p:cNvSpPr>
            <a:spLocks noGrp="1"/>
          </p:cNvSpPr>
          <p:nvPr/>
        </p:nvSpPr>
        <p:spPr>
          <a:xfrm>
            <a:off x="3810000" y="3676650"/>
            <a:ext cx="1095375" cy="238125"/>
          </a:xfrm>
          <a:prstGeom prst="rect">
            <a:avLst/>
          </a:prstGeom>
          <a:noFill/>
          <a:ln w="0">
            <a:noFill/>
          </a:ln>
        </p:spPr>
        <p:txBody>
          <a:bodyPr wrap="none" lIns="0" tIns="0" rIns="0" bIns="0" anchor="t">
            <a:noAutofit/>
          </a:bodyPr>
          <a:lstStyle>
            <a:defPPr algn="l">
              <a:defRPr sz="1350">
                <a:solidFill>
                  <a:srgbClr val="202D3E"/>
                </a:solidFill>
                <a:latin typeface="Ubuntu Light"/>
                <a:ea typeface="Ubuntu Light"/>
                <a:cs typeface="Ubuntu Light"/>
              </a:defRPr>
            </a:defPPr>
            <a:lvl1pPr algn="l">
              <a:defRPr sz="1350">
                <a:solidFill>
                  <a:srgbClr val="202D3E"/>
                </a:solidFill>
                <a:latin typeface="Ubuntu Light"/>
                <a:ea typeface="Ubuntu Light"/>
                <a:cs typeface="Ubuntu Light"/>
              </a:defRPr>
            </a:lvl1pPr>
            <a:lvl2pPr algn="l">
              <a:defRPr sz="1350">
                <a:solidFill>
                  <a:srgbClr val="202D3E"/>
                </a:solidFill>
                <a:latin typeface="Ubuntu Light"/>
                <a:ea typeface="Ubuntu Light"/>
                <a:cs typeface="Ubuntu Light"/>
              </a:defRPr>
            </a:lvl2pPr>
            <a:lvl3pPr algn="l">
              <a:defRPr sz="1350">
                <a:solidFill>
                  <a:srgbClr val="202D3E"/>
                </a:solidFill>
                <a:latin typeface="Ubuntu Light"/>
                <a:ea typeface="Ubuntu Light"/>
                <a:cs typeface="Ubuntu Light"/>
              </a:defRPr>
            </a:lvl3pPr>
            <a:lvl4pPr algn="l">
              <a:defRPr sz="1350">
                <a:solidFill>
                  <a:srgbClr val="202D3E"/>
                </a:solidFill>
                <a:latin typeface="Ubuntu Light"/>
                <a:ea typeface="Ubuntu Light"/>
                <a:cs typeface="Ubuntu Light"/>
              </a:defRPr>
            </a:lvl4pPr>
            <a:lvl5pPr algn="l">
              <a:defRPr sz="1350">
                <a:solidFill>
                  <a:srgbClr val="202D3E"/>
                </a:solidFill>
                <a:latin typeface="Ubuntu Light"/>
                <a:ea typeface="Ubuntu Light"/>
                <a:cs typeface="Ubuntu Light"/>
              </a:defRPr>
            </a:lvl5pPr>
            <a:lvl6pPr algn="l">
              <a:defRPr sz="1350">
                <a:solidFill>
                  <a:srgbClr val="202D3E"/>
                </a:solidFill>
                <a:latin typeface="Ubuntu Light"/>
                <a:ea typeface="Ubuntu Light"/>
                <a:cs typeface="Ubuntu Light"/>
              </a:defRPr>
            </a:lvl6pPr>
            <a:lvl7pPr algn="l">
              <a:defRPr sz="1350">
                <a:solidFill>
                  <a:srgbClr val="202D3E"/>
                </a:solidFill>
                <a:latin typeface="Ubuntu Light"/>
                <a:ea typeface="Ubuntu Light"/>
                <a:cs typeface="Ubuntu Light"/>
              </a:defRPr>
            </a:lvl7pPr>
            <a:lvl8pPr algn="l">
              <a:defRPr sz="1350">
                <a:solidFill>
                  <a:srgbClr val="202D3E"/>
                </a:solidFill>
                <a:latin typeface="Ubuntu Light"/>
                <a:ea typeface="Ubuntu Light"/>
                <a:cs typeface="Ubuntu Light"/>
              </a:defRPr>
            </a:lvl8pPr>
            <a:lvl9pPr algn="l">
              <a:defRPr sz="1350">
                <a:solidFill>
                  <a:srgbClr val="202D3E"/>
                </a:solidFill>
                <a:latin typeface="Ubuntu Light"/>
                <a:ea typeface="Ubuntu Light"/>
                <a:cs typeface="Ubuntu Light"/>
              </a:defRPr>
            </a:lvl9pPr>
          </a:lstStyle>
          <a:p>
            <a:pPr algn="l">
              <a:defRPr sz="1350">
                <a:solidFill>
                  <a:srgbClr val="202D3E"/>
                </a:solidFill>
                <a:latin typeface="Ubuntu Light"/>
                <a:ea typeface="Ubuntu Light"/>
                <a:cs typeface="Ubuntu Light"/>
              </a:defRPr>
            </a:pPr>
            <a:r>
              <a:rPr sz="1350">
                <a:solidFill>
                  <a:srgbClr val="202D3E"/>
                </a:solidFill>
                <a:latin typeface="Ubuntu Light"/>
                <a:ea typeface="Ubuntu Light"/>
                <a:cs typeface="Ubuntu Light"/>
              </a:rPr>
              <a:t>DynamoDB</a:t>
            </a:r>
          </a:p>
        </p:txBody>
      </p:sp>
      <p:sp>
        <p:nvSpPr>
          <p:cNvPr id="13" name="api-lambda">
            <a:extLst>
              <a:ext uri="{FF2B5EF4-FFF2-40B4-BE49-F238E27FC236}">
                <ns2:creationId id="{555DDCD6-FD11-44C0-BAFD-9636483EB048}"/>
              </a:ext>
            </a:extLst>
          </p:cNvPr>
          <p:cNvSpPr>
            <a:spLocks noGrp="1"/>
          </p:cNvSpPr>
          <p:nvPr/>
        </p:nvSpPr>
        <p:spPr>
          <a:xfrm>
            <a:off x="5172075" y="3676650"/>
            <a:ext cx="838200" cy="238125"/>
          </a:xfrm>
          <a:prstGeom prst="rect">
            <a:avLst/>
          </a:prstGeom>
          <a:noFill/>
          <a:ln w="0">
            <a:noFill/>
          </a:ln>
        </p:spPr>
        <p:txBody>
          <a:bodyPr wrap="none" lIns="0" tIns="0" rIns="0" bIns="0" anchor="t">
            <a:noAutofit/>
          </a:bodyPr>
          <a:lstStyle>
            <a:defPPr algn="l">
              <a:defRPr sz="1350">
                <a:solidFill>
                  <a:srgbClr val="202D3E"/>
                </a:solidFill>
                <a:latin typeface="Ubuntu Light"/>
                <a:ea typeface="Ubuntu Light"/>
                <a:cs typeface="Ubuntu Light"/>
              </a:defRPr>
            </a:defPPr>
            <a:lvl1pPr algn="l">
              <a:defRPr sz="1350">
                <a:solidFill>
                  <a:srgbClr val="202D3E"/>
                </a:solidFill>
                <a:latin typeface="Ubuntu Light"/>
                <a:ea typeface="Ubuntu Light"/>
                <a:cs typeface="Ubuntu Light"/>
              </a:defRPr>
            </a:lvl1pPr>
            <a:lvl2pPr algn="l">
              <a:defRPr sz="1350">
                <a:solidFill>
                  <a:srgbClr val="202D3E"/>
                </a:solidFill>
                <a:latin typeface="Ubuntu Light"/>
                <a:ea typeface="Ubuntu Light"/>
                <a:cs typeface="Ubuntu Light"/>
              </a:defRPr>
            </a:lvl2pPr>
            <a:lvl3pPr algn="l">
              <a:defRPr sz="1350">
                <a:solidFill>
                  <a:srgbClr val="202D3E"/>
                </a:solidFill>
                <a:latin typeface="Ubuntu Light"/>
                <a:ea typeface="Ubuntu Light"/>
                <a:cs typeface="Ubuntu Light"/>
              </a:defRPr>
            </a:lvl3pPr>
            <a:lvl4pPr algn="l">
              <a:defRPr sz="1350">
                <a:solidFill>
                  <a:srgbClr val="202D3E"/>
                </a:solidFill>
                <a:latin typeface="Ubuntu Light"/>
                <a:ea typeface="Ubuntu Light"/>
                <a:cs typeface="Ubuntu Light"/>
              </a:defRPr>
            </a:lvl4pPr>
            <a:lvl5pPr algn="l">
              <a:defRPr sz="1350">
                <a:solidFill>
                  <a:srgbClr val="202D3E"/>
                </a:solidFill>
                <a:latin typeface="Ubuntu Light"/>
                <a:ea typeface="Ubuntu Light"/>
                <a:cs typeface="Ubuntu Light"/>
              </a:defRPr>
            </a:lvl5pPr>
            <a:lvl6pPr algn="l">
              <a:defRPr sz="1350">
                <a:solidFill>
                  <a:srgbClr val="202D3E"/>
                </a:solidFill>
                <a:latin typeface="Ubuntu Light"/>
                <a:ea typeface="Ubuntu Light"/>
                <a:cs typeface="Ubuntu Light"/>
              </a:defRPr>
            </a:lvl6pPr>
            <a:lvl7pPr algn="l">
              <a:defRPr sz="1350">
                <a:solidFill>
                  <a:srgbClr val="202D3E"/>
                </a:solidFill>
                <a:latin typeface="Ubuntu Light"/>
                <a:ea typeface="Ubuntu Light"/>
                <a:cs typeface="Ubuntu Light"/>
              </a:defRPr>
            </a:lvl7pPr>
            <a:lvl8pPr algn="l">
              <a:defRPr sz="1350">
                <a:solidFill>
                  <a:srgbClr val="202D3E"/>
                </a:solidFill>
                <a:latin typeface="Ubuntu Light"/>
                <a:ea typeface="Ubuntu Light"/>
                <a:cs typeface="Ubuntu Light"/>
              </a:defRPr>
            </a:lvl8pPr>
            <a:lvl9pPr algn="l">
              <a:defRPr sz="1350">
                <a:solidFill>
                  <a:srgbClr val="202D3E"/>
                </a:solidFill>
                <a:latin typeface="Ubuntu Light"/>
                <a:ea typeface="Ubuntu Light"/>
                <a:cs typeface="Ubuntu Light"/>
              </a:defRPr>
            </a:lvl9pPr>
          </a:lstStyle>
          <a:p>
            <a:pPr algn="l">
              <a:defRPr sz="1350">
                <a:solidFill>
                  <a:srgbClr val="202D3E"/>
                </a:solidFill>
                <a:latin typeface="Ubuntu Light"/>
                <a:ea typeface="Ubuntu Light"/>
                <a:cs typeface="Ubuntu Light"/>
              </a:defRPr>
            </a:pPr>
            <a:r>
              <a:rPr sz="1350">
                <a:solidFill>
                  <a:srgbClr val="202D3E"/>
                </a:solidFill>
                <a:latin typeface="Ubuntu Light"/>
                <a:ea typeface="Ubuntu Light"/>
                <a:cs typeface="Ubuntu Light"/>
              </a:rPr>
              <a:t>Lambda</a:t>
            </a:r>
          </a:p>
        </p:txBody>
      </p:sp>
      <p:cxnSp>
        <p:nvCxnSpPr>
          <p:cNvPr id="14" name="host-api">
            <a:extLst>
              <a:ext uri="{FF2B5EF4-FFF2-40B4-BE49-F238E27FC236}">
                <ns2:creationId id="{3F95B2D4-65FE-47C0-96FB-9502FBEC96C0}"/>
              </a:ext>
            </a:extLst>
          </p:cNvPr>
          <p:cNvCxnSpPr/>
          <p:nvPr/>
        </p:nvCxnSpPr>
        <p:spPr>
          <a:xfrm flipH="0" flipV="0">
            <a:off x="1628775" y="3190875"/>
            <a:ext cx="933450" cy="0"/>
          </a:xfrm>
          <a:prstGeom prst="straightConnector1">
            <a:avLst/>
          </a:prstGeom>
          <a:ln w="14288">
            <a:solidFill>
              <a:srgbClr val="202D3E"/>
            </a:solidFill>
            <a:tailEnd type="triangle" w="sm" len="sm"/>
          </a:ln>
        </p:spPr>
      </p:cxnSp>
      <p:sp>
        <p:nvSpPr>
          <p:cNvPr id="15" name="host-api-label">
            <a:extLst>
              <a:ext uri="{FF2B5EF4-FFF2-40B4-BE49-F238E27FC236}">
                <ns2:creationId id="{4A29315E-673D-4C8A-8414-36E6D3AC3555}"/>
              </a:ext>
            </a:extLst>
          </p:cNvPr>
          <p:cNvSpPr>
            <a:spLocks noGrp="1"/>
          </p:cNvSpPr>
          <p:nvPr/>
        </p:nvSpPr>
        <p:spPr>
          <a:xfrm>
            <a:off x="1666875" y="2705100"/>
            <a:ext cx="914400" cy="428625"/>
          </a:xfrm>
          <a:prstGeom prst="rect">
            <a:avLst/>
          </a:prstGeom>
          <a:noFill/>
          <a:ln w="0">
            <a:noFill/>
          </a:ln>
        </p:spPr>
        <p:txBody>
          <a:bodyPr wrap="none" lIns="0" tIns="0" rIns="0" bIns="0" anchor="t">
            <a:noAutofit/>
          </a:bodyPr>
          <a:lstStyle>
            <a:defPPr algn="l">
              <a:defRPr sz="1163">
                <a:solidFill>
                  <a:srgbClr val="255DA8"/>
                </a:solidFill>
                <a:latin typeface="Ubuntu Light"/>
                <a:ea typeface="Ubuntu Light"/>
                <a:cs typeface="Ubuntu Light"/>
              </a:defRPr>
            </a:defPPr>
            <a:lvl1pPr algn="l">
              <a:defRPr sz="1163">
                <a:solidFill>
                  <a:srgbClr val="255DA8"/>
                </a:solidFill>
                <a:latin typeface="Ubuntu Light"/>
                <a:ea typeface="Ubuntu Light"/>
                <a:cs typeface="Ubuntu Light"/>
              </a:defRPr>
            </a:lvl1pPr>
            <a:lvl2pPr algn="l">
              <a:defRPr sz="1163">
                <a:solidFill>
                  <a:srgbClr val="255DA8"/>
                </a:solidFill>
                <a:latin typeface="Ubuntu Light"/>
                <a:ea typeface="Ubuntu Light"/>
                <a:cs typeface="Ubuntu Light"/>
              </a:defRPr>
            </a:lvl2pPr>
            <a:lvl3pPr algn="l">
              <a:defRPr sz="1163">
                <a:solidFill>
                  <a:srgbClr val="255DA8"/>
                </a:solidFill>
                <a:latin typeface="Ubuntu Light"/>
                <a:ea typeface="Ubuntu Light"/>
                <a:cs typeface="Ubuntu Light"/>
              </a:defRPr>
            </a:lvl3pPr>
            <a:lvl4pPr algn="l">
              <a:defRPr sz="1163">
                <a:solidFill>
                  <a:srgbClr val="255DA8"/>
                </a:solidFill>
                <a:latin typeface="Ubuntu Light"/>
                <a:ea typeface="Ubuntu Light"/>
                <a:cs typeface="Ubuntu Light"/>
              </a:defRPr>
            </a:lvl4pPr>
            <a:lvl5pPr algn="l">
              <a:defRPr sz="1163">
                <a:solidFill>
                  <a:srgbClr val="255DA8"/>
                </a:solidFill>
                <a:latin typeface="Ubuntu Light"/>
                <a:ea typeface="Ubuntu Light"/>
                <a:cs typeface="Ubuntu Light"/>
              </a:defRPr>
            </a:lvl5pPr>
            <a:lvl6pPr algn="l">
              <a:defRPr sz="1163">
                <a:solidFill>
                  <a:srgbClr val="255DA8"/>
                </a:solidFill>
                <a:latin typeface="Ubuntu Light"/>
                <a:ea typeface="Ubuntu Light"/>
                <a:cs typeface="Ubuntu Light"/>
              </a:defRPr>
            </a:lvl6pPr>
            <a:lvl7pPr algn="l">
              <a:defRPr sz="1163">
                <a:solidFill>
                  <a:srgbClr val="255DA8"/>
                </a:solidFill>
                <a:latin typeface="Ubuntu Light"/>
                <a:ea typeface="Ubuntu Light"/>
                <a:cs typeface="Ubuntu Light"/>
              </a:defRPr>
            </a:lvl7pPr>
            <a:lvl8pPr algn="l">
              <a:defRPr sz="1163">
                <a:solidFill>
                  <a:srgbClr val="255DA8"/>
                </a:solidFill>
                <a:latin typeface="Ubuntu Light"/>
                <a:ea typeface="Ubuntu Light"/>
                <a:cs typeface="Ubuntu Light"/>
              </a:defRPr>
            </a:lvl8pPr>
            <a:lvl9pPr algn="l">
              <a:defRPr sz="1163">
                <a:solidFill>
                  <a:srgbClr val="255DA8"/>
                </a:solidFill>
                <a:latin typeface="Ubuntu Light"/>
                <a:ea typeface="Ubuntu Light"/>
                <a:cs typeface="Ubuntu Light"/>
              </a:defRPr>
            </a:lvl9pPr>
          </a:lstStyle>
          <a:p>
            <a:pPr algn="l">
              <a:defRPr sz="1163">
                <a:solidFill>
                  <a:srgbClr val="255DA8"/>
                </a:solidFill>
                <a:latin typeface="Ubuntu Light"/>
                <a:ea typeface="Ubuntu Light"/>
                <a:cs typeface="Ubuntu Light"/>
              </a:defRPr>
            </a:pPr>
            <a:r>
              <a:rPr sz="1163">
                <a:solidFill>
                  <a:srgbClr val="255DA8"/>
                </a:solidFill>
                <a:latin typeface="Ubuntu Light"/>
                <a:ea typeface="Ubuntu Light"/>
                <a:cs typeface="Ubuntu Light"/>
              </a:rPr>
              <a:t>Lambda invoke</a:t>
            </a:r>
          </a:p>
          <a:p>
            <a:pPr algn="l">
              <a:defRPr sz="1163">
                <a:solidFill>
                  <a:srgbClr val="255DA8"/>
                </a:solidFill>
                <a:latin typeface="Ubuntu Light"/>
                <a:ea typeface="Ubuntu Light"/>
                <a:cs typeface="Ubuntu Light"/>
              </a:defRPr>
            </a:pPr>
            <a:r>
              <a:rPr sz="1163">
                <a:solidFill>
                  <a:srgbClr val="255DA8"/>
                </a:solidFill>
                <a:latin typeface="Ubuntu Light"/>
                <a:ea typeface="Ubuntu Light"/>
                <a:cs typeface="Ubuntu Light"/>
              </a:rPr>
              <a:t>+ callback APIs</a:t>
            </a:r>
          </a:p>
        </p:txBody>
      </p:sp>
      <p:pic>
        <p:nvPicPr>
          <p:cNvPr id="16" name="">
            <a:extLst>
              <a:ext uri="{FF2B5EF4-FFF2-40B4-BE49-F238E27FC236}">
                <ns2:creationId id="{E02F7792-CD9F-4B8B-8E08-D4798B72A1B7}"/>
              </a:ext>
            </a:extLst>
          </p:cNvPr>
          <p:cNvPicPr>
            <a:picLocks noChangeAspect="1"/>
          </p:cNvPicPr>
          <p:nvPr/>
        </p:nvPicPr>
        <p:blipFill>
          <a:blip r:embed="Rb58fde51878e4f15"/>
          <a:stretch/>
        </p:blipFill>
        <p:spPr>
          <a:xfrm>
            <a:off x="7429500" y="2638425"/>
            <a:ext cx="619125" cy="619125"/>
          </a:xfrm>
          <a:prstGeom prst="rect">
            <a:avLst/>
          </a:prstGeom>
        </p:spPr>
      </p:pic>
      <p:pic>
        <p:nvPicPr>
          <p:cNvPr id="17" name="">
            <a:extLst>
              <a:ext uri="{FF2B5EF4-FFF2-40B4-BE49-F238E27FC236}">
                <ns2:creationId id="{01170682-6A1D-48B1-B4D8-17ABCB5E44A0}"/>
              </a:ext>
            </a:extLst>
          </p:cNvPr>
          <p:cNvPicPr>
            <a:picLocks noChangeAspect="1"/>
          </p:cNvPicPr>
          <p:nvPr/>
        </p:nvPicPr>
        <p:blipFill>
          <a:blip r:embed="Re94a3e7308d74b39"/>
          <a:stretch/>
        </p:blipFill>
        <p:spPr>
          <a:xfrm>
            <a:off x="7858125" y="3000375"/>
            <a:ext cx="285750" cy="285750"/>
          </a:xfrm>
          <a:prstGeom prst="rect">
            <a:avLst/>
          </a:prstGeom>
        </p:spPr>
      </p:pic>
      <p:sp>
        <p:nvSpPr>
          <p:cNvPr id="18" name="runtime-label">
            <a:extLst>
              <a:ext uri="{FF2B5EF4-FFF2-40B4-BE49-F238E27FC236}">
                <ns2:creationId id="{8D0AF1C6-64D9-43F7-8B1B-E07A113668A8}"/>
              </a:ext>
            </a:extLst>
          </p:cNvPr>
          <p:cNvSpPr>
            <a:spLocks noGrp="1"/>
          </p:cNvSpPr>
          <p:nvPr/>
        </p:nvSpPr>
        <p:spPr>
          <a:xfrm>
            <a:off x="6781800" y="3457575"/>
            <a:ext cx="1981200" cy="571500"/>
          </a:xfrm>
          <a:prstGeom prst="rect">
            <a:avLst/>
          </a:prstGeom>
          <a:noFill/>
          <a:ln w="0">
            <a:noFill/>
          </a:ln>
        </p:spPr>
        <p:txBody>
          <a:bodyPr wrap="none" lIns="0" tIns="0" rIns="0" bIns="0" anchor="t">
            <a:noAutofit/>
          </a:bodyPr>
          <a:lstStyle>
            <a:defPPr algn="ctr">
              <a:defRPr sz="1350">
                <a:solidFill>
                  <a:srgbClr val="202D3E"/>
                </a:solidFill>
                <a:latin typeface="Ubuntu Light"/>
                <a:ea typeface="Ubuntu Light"/>
                <a:cs typeface="Ubuntu Light"/>
              </a:defRPr>
            </a:defPPr>
            <a:lvl1pPr algn="ctr">
              <a:defRPr sz="1350">
                <a:solidFill>
                  <a:srgbClr val="202D3E"/>
                </a:solidFill>
                <a:latin typeface="Ubuntu Light"/>
                <a:ea typeface="Ubuntu Light"/>
                <a:cs typeface="Ubuntu Light"/>
              </a:defRPr>
            </a:lvl1pPr>
            <a:lvl2pPr algn="ctr">
              <a:defRPr sz="1350">
                <a:solidFill>
                  <a:srgbClr val="202D3E"/>
                </a:solidFill>
                <a:latin typeface="Ubuntu Light"/>
                <a:ea typeface="Ubuntu Light"/>
                <a:cs typeface="Ubuntu Light"/>
              </a:defRPr>
            </a:lvl2pPr>
            <a:lvl3pPr algn="ctr">
              <a:defRPr sz="1350">
                <a:solidFill>
                  <a:srgbClr val="202D3E"/>
                </a:solidFill>
                <a:latin typeface="Ubuntu Light"/>
                <a:ea typeface="Ubuntu Light"/>
                <a:cs typeface="Ubuntu Light"/>
              </a:defRPr>
            </a:lvl3pPr>
            <a:lvl4pPr algn="ctr">
              <a:defRPr sz="1350">
                <a:solidFill>
                  <a:srgbClr val="202D3E"/>
                </a:solidFill>
                <a:latin typeface="Ubuntu Light"/>
                <a:ea typeface="Ubuntu Light"/>
                <a:cs typeface="Ubuntu Light"/>
              </a:defRPr>
            </a:lvl4pPr>
            <a:lvl5pPr algn="ctr">
              <a:defRPr sz="1350">
                <a:solidFill>
                  <a:srgbClr val="202D3E"/>
                </a:solidFill>
                <a:latin typeface="Ubuntu Light"/>
                <a:ea typeface="Ubuntu Light"/>
                <a:cs typeface="Ubuntu Light"/>
              </a:defRPr>
            </a:lvl5pPr>
            <a:lvl6pPr algn="ctr">
              <a:defRPr sz="1350">
                <a:solidFill>
                  <a:srgbClr val="202D3E"/>
                </a:solidFill>
                <a:latin typeface="Ubuntu Light"/>
                <a:ea typeface="Ubuntu Light"/>
                <a:cs typeface="Ubuntu Light"/>
              </a:defRPr>
            </a:lvl6pPr>
            <a:lvl7pPr algn="ctr">
              <a:defRPr sz="1350">
                <a:solidFill>
                  <a:srgbClr val="202D3E"/>
                </a:solidFill>
                <a:latin typeface="Ubuntu Light"/>
                <a:ea typeface="Ubuntu Light"/>
                <a:cs typeface="Ubuntu Light"/>
              </a:defRPr>
            </a:lvl7pPr>
            <a:lvl8pPr algn="ctr">
              <a:defRPr sz="1350">
                <a:solidFill>
                  <a:srgbClr val="202D3E"/>
                </a:solidFill>
                <a:latin typeface="Ubuntu Light"/>
                <a:ea typeface="Ubuntu Light"/>
                <a:cs typeface="Ubuntu Light"/>
              </a:defRPr>
            </a:lvl8pPr>
            <a:lvl9pPr algn="ctr">
              <a:defRPr sz="1350">
                <a:solidFill>
                  <a:srgbClr val="202D3E"/>
                </a:solidFill>
                <a:latin typeface="Ubuntu Light"/>
                <a:ea typeface="Ubuntu Light"/>
                <a:cs typeface="Ubuntu Light"/>
              </a:defRPr>
            </a:lvl9pPr>
          </a:lstStyle>
          <a:p>
            <a:pPr algn="ctr">
              <a:defRPr sz="1350">
                <a:solidFill>
                  <a:srgbClr val="202D3E"/>
                </a:solidFill>
                <a:latin typeface="Ubuntu Light"/>
                <a:ea typeface="Ubuntu Light"/>
                <a:cs typeface="Ubuntu Light"/>
              </a:defRPr>
            </a:pPr>
            <a:r>
              <a:rPr sz="1350">
                <a:solidFill>
                  <a:srgbClr val="202D3E"/>
                </a:solidFill>
                <a:latin typeface="Ubuntu Light"/>
                <a:ea typeface="Ubuntu Light"/>
                <a:cs typeface="Ubuntu Light"/>
              </a:rPr>
              <a:t>Separate Docker Lambda</a:t>
            </a:r>
          </a:p>
          <a:p>
            <a:pPr algn="ctr">
              <a:defRPr sz="1350">
                <a:solidFill>
                  <a:srgbClr val="202D3E"/>
                </a:solidFill>
                <a:latin typeface="Ubuntu Light"/>
                <a:ea typeface="Ubuntu Light"/>
                <a:cs typeface="Ubuntu Light"/>
              </a:defRPr>
            </a:pPr>
            <a:r>
              <a:rPr sz="1350">
                <a:solidFill>
                  <a:srgbClr val="202D3E"/>
                </a:solidFill>
                <a:latin typeface="Ubuntu Light"/>
                <a:ea typeface="Ubuntu Light"/>
                <a:cs typeface="Ubuntu Light"/>
              </a:rPr>
              <a:t>Python SDK 2.1.0</a:t>
            </a:r>
          </a:p>
        </p:txBody>
      </p:sp>
      <p:cxnSp>
        <p:nvCxnSpPr>
          <p:cNvPr id="19" name="invoke-runtime">
            <a:extLst>
              <a:ext uri="{FF2B5EF4-FFF2-40B4-BE49-F238E27FC236}">
                <ns2:creationId id="{C2F4ECD0-12CD-41CB-9F44-9C516F4B164F}"/>
              </a:ext>
            </a:extLst>
          </p:cNvPr>
          <p:cNvCxnSpPr/>
          <p:nvPr/>
        </p:nvCxnSpPr>
        <p:spPr>
          <a:xfrm flipH="0" flipV="0">
            <a:off x="6191250" y="2857500"/>
            <a:ext cx="1123950" cy="0"/>
          </a:xfrm>
          <a:prstGeom prst="straightConnector1">
            <a:avLst/>
          </a:prstGeom>
          <a:ln w="14288">
            <a:solidFill>
              <a:srgbClr val="202D3E"/>
            </a:solidFill>
            <a:tailEnd type="triangle" w="sm" len="sm"/>
          </a:ln>
        </p:spPr>
      </p:cxnSp>
      <p:sp>
        <p:nvSpPr>
          <p:cNvPr id="20" name="invoke-label">
            <a:extLst>
              <a:ext uri="{FF2B5EF4-FFF2-40B4-BE49-F238E27FC236}">
                <ns2:creationId id="{C2051EA8-23A1-4038-BCB8-C194F1FA8997}"/>
              </a:ext>
            </a:extLst>
          </p:cNvPr>
          <p:cNvSpPr>
            <a:spLocks noGrp="1"/>
          </p:cNvSpPr>
          <p:nvPr/>
        </p:nvSpPr>
        <p:spPr>
          <a:xfrm>
            <a:off x="6219825" y="2524125"/>
            <a:ext cx="1133475" cy="285750"/>
          </a:xfrm>
          <a:prstGeom prst="rect">
            <a:avLst/>
          </a:prstGeom>
          <a:noFill/>
          <a:ln w="0">
            <a:noFill/>
          </a:ln>
        </p:spPr>
        <p:txBody>
          <a:bodyPr wrap="none" lIns="0" tIns="0" rIns="0" bIns="0" anchor="t">
            <a:noAutofit/>
          </a:bodyPr>
          <a:lstStyle>
            <a:defPPr algn="l">
              <a:defRPr sz="1200">
                <a:solidFill>
                  <a:srgbClr val="255DA8"/>
                </a:solidFill>
                <a:latin typeface="Ubuntu Light"/>
                <a:ea typeface="Ubuntu Light"/>
                <a:cs typeface="Ubuntu Light"/>
              </a:defRPr>
            </a:defPPr>
            <a:lvl1pPr algn="l">
              <a:defRPr sz="1200">
                <a:solidFill>
                  <a:srgbClr val="255DA8"/>
                </a:solidFill>
                <a:latin typeface="Ubuntu Light"/>
                <a:ea typeface="Ubuntu Light"/>
                <a:cs typeface="Ubuntu Light"/>
              </a:defRPr>
            </a:lvl1pPr>
            <a:lvl2pPr algn="l">
              <a:defRPr sz="1200">
                <a:solidFill>
                  <a:srgbClr val="255DA8"/>
                </a:solidFill>
                <a:latin typeface="Ubuntu Light"/>
                <a:ea typeface="Ubuntu Light"/>
                <a:cs typeface="Ubuntu Light"/>
              </a:defRPr>
            </a:lvl2pPr>
            <a:lvl3pPr algn="l">
              <a:defRPr sz="1200">
                <a:solidFill>
                  <a:srgbClr val="255DA8"/>
                </a:solidFill>
                <a:latin typeface="Ubuntu Light"/>
                <a:ea typeface="Ubuntu Light"/>
                <a:cs typeface="Ubuntu Light"/>
              </a:defRPr>
            </a:lvl3pPr>
            <a:lvl4pPr algn="l">
              <a:defRPr sz="1200">
                <a:solidFill>
                  <a:srgbClr val="255DA8"/>
                </a:solidFill>
                <a:latin typeface="Ubuntu Light"/>
                <a:ea typeface="Ubuntu Light"/>
                <a:cs typeface="Ubuntu Light"/>
              </a:defRPr>
            </a:lvl4pPr>
            <a:lvl5pPr algn="l">
              <a:defRPr sz="1200">
                <a:solidFill>
                  <a:srgbClr val="255DA8"/>
                </a:solidFill>
                <a:latin typeface="Ubuntu Light"/>
                <a:ea typeface="Ubuntu Light"/>
                <a:cs typeface="Ubuntu Light"/>
              </a:defRPr>
            </a:lvl5pPr>
            <a:lvl6pPr algn="l">
              <a:defRPr sz="1200">
                <a:solidFill>
                  <a:srgbClr val="255DA8"/>
                </a:solidFill>
                <a:latin typeface="Ubuntu Light"/>
                <a:ea typeface="Ubuntu Light"/>
                <a:cs typeface="Ubuntu Light"/>
              </a:defRPr>
            </a:lvl6pPr>
            <a:lvl7pPr algn="l">
              <a:defRPr sz="1200">
                <a:solidFill>
                  <a:srgbClr val="255DA8"/>
                </a:solidFill>
                <a:latin typeface="Ubuntu Light"/>
                <a:ea typeface="Ubuntu Light"/>
                <a:cs typeface="Ubuntu Light"/>
              </a:defRPr>
            </a:lvl7pPr>
            <a:lvl8pPr algn="l">
              <a:defRPr sz="1200">
                <a:solidFill>
                  <a:srgbClr val="255DA8"/>
                </a:solidFill>
                <a:latin typeface="Ubuntu Light"/>
                <a:ea typeface="Ubuntu Light"/>
                <a:cs typeface="Ubuntu Light"/>
              </a:defRPr>
            </a:lvl8pPr>
            <a:lvl9pPr algn="l">
              <a:defRPr sz="1200">
                <a:solidFill>
                  <a:srgbClr val="255DA8"/>
                </a:solidFill>
                <a:latin typeface="Ubuntu Light"/>
                <a:ea typeface="Ubuntu Light"/>
                <a:cs typeface="Ubuntu Light"/>
              </a:defRPr>
            </a:lvl9pPr>
          </a:lstStyle>
          <a:p>
            <a:pPr algn="l">
              <a:defRPr sz="1200">
                <a:solidFill>
                  <a:srgbClr val="255DA8"/>
                </a:solidFill>
                <a:latin typeface="Ubuntu Light"/>
                <a:ea typeface="Ubuntu Light"/>
                <a:cs typeface="Ubuntu Light"/>
              </a:defRPr>
            </a:pPr>
            <a:r>
              <a:rPr sz="1200">
                <a:solidFill>
                  <a:srgbClr val="255DA8"/>
                </a:solidFill>
                <a:latin typeface="Ubuntu Light"/>
                <a:ea typeface="Ubuntu Light"/>
                <a:cs typeface="Ubuntu Light"/>
              </a:rPr>
              <a:t>Invoke / resume</a:t>
            </a:r>
          </a:p>
        </p:txBody>
      </p:sp>
      <p:cxnSp>
        <p:nvCxnSpPr>
          <p:cNvPr id="21" name="checkpoint-back">
            <a:extLst>
              <a:ext uri="{FF2B5EF4-FFF2-40B4-BE49-F238E27FC236}">
                <ns2:creationId id="{A7BFB04B-3F36-405D-BBDB-2FA1F41F9DF9}"/>
              </a:ext>
            </a:extLst>
          </p:cNvPr>
          <p:cNvCxnSpPr/>
          <p:nvPr/>
        </p:nvCxnSpPr>
        <p:spPr>
          <a:xfrm flipH="1" flipV="0">
            <a:off x="6210300" y="3267075"/>
            <a:ext cx="1123950" cy="0"/>
          </a:xfrm>
          <a:prstGeom prst="straightConnector1">
            <a:avLst/>
          </a:prstGeom>
          <a:ln w="14288">
            <a:solidFill>
              <a:srgbClr val="202D3E"/>
            </a:solidFill>
            <a:tailEnd type="triangle" w="sm" len="sm"/>
          </a:ln>
        </p:spPr>
      </p:cxnSp>
      <p:sp>
        <p:nvSpPr>
          <p:cNvPr id="22" name="checkpoint-label">
            <a:extLst>
              <a:ext uri="{FF2B5EF4-FFF2-40B4-BE49-F238E27FC236}">
                <ns2:creationId id="{F9B3EC5A-18DC-47CC-8BF0-2E74CB95D989}"/>
              </a:ext>
            </a:extLst>
          </p:cNvPr>
          <p:cNvSpPr>
            <a:spLocks noGrp="1"/>
          </p:cNvSpPr>
          <p:nvPr/>
        </p:nvSpPr>
        <p:spPr>
          <a:xfrm>
            <a:off x="6191250" y="2981325"/>
            <a:ext cx="1247775" cy="247650"/>
          </a:xfrm>
          <a:prstGeom prst="rect">
            <a:avLst/>
          </a:prstGeom>
          <a:noFill/>
          <a:ln w="0">
            <a:noFill/>
          </a:ln>
        </p:spPr>
        <p:txBody>
          <a:bodyPr wrap="none" lIns="0" tIns="0" rIns="0" bIns="0" anchor="t">
            <a:noAutofit/>
          </a:bodyPr>
          <a:lstStyle>
            <a:defPPr algn="l">
              <a:defRPr sz="1125">
                <a:solidFill>
                  <a:srgbClr val="255DA8"/>
                </a:solidFill>
                <a:latin typeface="Ubuntu Light"/>
                <a:ea typeface="Ubuntu Light"/>
                <a:cs typeface="Ubuntu Light"/>
              </a:defRPr>
            </a:defPPr>
            <a:lvl1pPr algn="l">
              <a:defRPr sz="1125">
                <a:solidFill>
                  <a:srgbClr val="255DA8"/>
                </a:solidFill>
                <a:latin typeface="Ubuntu Light"/>
                <a:ea typeface="Ubuntu Light"/>
                <a:cs typeface="Ubuntu Light"/>
              </a:defRPr>
            </a:lvl1pPr>
            <a:lvl2pPr algn="l">
              <a:defRPr sz="1125">
                <a:solidFill>
                  <a:srgbClr val="255DA8"/>
                </a:solidFill>
                <a:latin typeface="Ubuntu Light"/>
                <a:ea typeface="Ubuntu Light"/>
                <a:cs typeface="Ubuntu Light"/>
              </a:defRPr>
            </a:lvl2pPr>
            <a:lvl3pPr algn="l">
              <a:defRPr sz="1125">
                <a:solidFill>
                  <a:srgbClr val="255DA8"/>
                </a:solidFill>
                <a:latin typeface="Ubuntu Light"/>
                <a:ea typeface="Ubuntu Light"/>
                <a:cs typeface="Ubuntu Light"/>
              </a:defRPr>
            </a:lvl3pPr>
            <a:lvl4pPr algn="l">
              <a:defRPr sz="1125">
                <a:solidFill>
                  <a:srgbClr val="255DA8"/>
                </a:solidFill>
                <a:latin typeface="Ubuntu Light"/>
                <a:ea typeface="Ubuntu Light"/>
                <a:cs typeface="Ubuntu Light"/>
              </a:defRPr>
            </a:lvl4pPr>
            <a:lvl5pPr algn="l">
              <a:defRPr sz="1125">
                <a:solidFill>
                  <a:srgbClr val="255DA8"/>
                </a:solidFill>
                <a:latin typeface="Ubuntu Light"/>
                <a:ea typeface="Ubuntu Light"/>
                <a:cs typeface="Ubuntu Light"/>
              </a:defRPr>
            </a:lvl5pPr>
            <a:lvl6pPr algn="l">
              <a:defRPr sz="1125">
                <a:solidFill>
                  <a:srgbClr val="255DA8"/>
                </a:solidFill>
                <a:latin typeface="Ubuntu Light"/>
                <a:ea typeface="Ubuntu Light"/>
                <a:cs typeface="Ubuntu Light"/>
              </a:defRPr>
            </a:lvl6pPr>
            <a:lvl7pPr algn="l">
              <a:defRPr sz="1125">
                <a:solidFill>
                  <a:srgbClr val="255DA8"/>
                </a:solidFill>
                <a:latin typeface="Ubuntu Light"/>
                <a:ea typeface="Ubuntu Light"/>
                <a:cs typeface="Ubuntu Light"/>
              </a:defRPr>
            </a:lvl7pPr>
            <a:lvl8pPr algn="l">
              <a:defRPr sz="1125">
                <a:solidFill>
                  <a:srgbClr val="255DA8"/>
                </a:solidFill>
                <a:latin typeface="Ubuntu Light"/>
                <a:ea typeface="Ubuntu Light"/>
                <a:cs typeface="Ubuntu Light"/>
              </a:defRPr>
            </a:lvl8pPr>
            <a:lvl9pPr algn="l">
              <a:defRPr sz="1125">
                <a:solidFill>
                  <a:srgbClr val="255DA8"/>
                </a:solidFill>
                <a:latin typeface="Ubuntu Light"/>
                <a:ea typeface="Ubuntu Light"/>
                <a:cs typeface="Ubuntu Light"/>
              </a:defRPr>
            </a:lvl9pPr>
          </a:lstStyle>
          <a:p>
            <a:pPr algn="l">
              <a:defRPr sz="1125">
                <a:solidFill>
                  <a:srgbClr val="255DA8"/>
                </a:solidFill>
                <a:latin typeface="Ubuntu Light"/>
                <a:ea typeface="Ubuntu Light"/>
                <a:cs typeface="Ubuntu Light"/>
              </a:defRPr>
            </a:pPr>
            <a:r>
              <a:rPr sz="1125">
                <a:solidFill>
                  <a:srgbClr val="255DA8"/>
                </a:solidFill>
                <a:latin typeface="Ubuntu Light"/>
                <a:ea typeface="Ubuntu Light"/>
                <a:cs typeface="Ubuntu Light"/>
              </a:rPr>
              <a:t>SDK + checkpoints</a:t>
            </a:r>
          </a:p>
        </p:txBody>
      </p:sp>
      <p:pic>
        <p:nvPicPr>
          <p:cNvPr id="23" name="">
            <a:extLst>
              <a:ext uri="{FF2B5EF4-FFF2-40B4-BE49-F238E27FC236}">
                <ns2:creationId id="{D4C02022-9001-4F75-AC60-EF8664D0245A}"/>
              </a:ext>
            </a:extLst>
          </p:cNvPr>
          <p:cNvPicPr>
            <a:picLocks noChangeAspect="1"/>
          </p:cNvPicPr>
          <p:nvPr/>
        </p:nvPicPr>
        <p:blipFill>
          <a:blip r:embed="R85f1cc8558ff44d3"/>
          <a:stretch/>
        </p:blipFill>
        <p:spPr>
          <a:xfrm>
            <a:off x="7524750" y="4371975"/>
            <a:ext cx="428625" cy="428625"/>
          </a:xfrm>
          <a:prstGeom prst="rect">
            <a:avLst/>
          </a:prstGeom>
        </p:spPr>
      </p:pic>
      <p:cxnSp>
        <p:nvCxnSpPr>
          <p:cNvPr id="24" name="payment-http">
            <a:extLst>
              <a:ext uri="{FF2B5EF4-FFF2-40B4-BE49-F238E27FC236}">
                <ns2:creationId id="{323A0AF3-590C-4EBA-A4B0-75313E3B88C3}"/>
              </a:ext>
            </a:extLst>
          </p:cNvPr>
          <p:cNvCxnSpPr/>
          <p:nvPr/>
        </p:nvCxnSpPr>
        <p:spPr>
          <a:xfrm flipH="0" flipV="0">
            <a:off x="7715250" y="4029075"/>
            <a:ext cx="0" cy="276225"/>
          </a:xfrm>
          <a:prstGeom prst="straightConnector1">
            <a:avLst/>
          </a:prstGeom>
          <a:ln w="14288">
            <a:solidFill>
              <a:srgbClr val="202D3E"/>
            </a:solidFill>
            <a:tailEnd type="triangle" w="sm" len="sm"/>
          </a:ln>
        </p:spPr>
      </p:cxnSp>
      <p:sp>
        <p:nvSpPr>
          <p:cNvPr id="25" name="payment-label">
            <a:extLst>
              <a:ext uri="{FF2B5EF4-FFF2-40B4-BE49-F238E27FC236}">
                <ns2:creationId id="{C38F4265-82EC-4A1A-8F79-8250C17AF39F}"/>
              </a:ext>
            </a:extLst>
          </p:cNvPr>
          <p:cNvSpPr>
            <a:spLocks noGrp="1"/>
          </p:cNvSpPr>
          <p:nvPr/>
        </p:nvSpPr>
        <p:spPr>
          <a:xfrm>
            <a:off x="8020050" y="4095750"/>
            <a:ext cx="666750" cy="228600"/>
          </a:xfrm>
          <a:prstGeom prst="rect">
            <a:avLst/>
          </a:prstGeom>
          <a:noFill/>
          <a:ln w="0">
            <a:noFill/>
          </a:ln>
        </p:spPr>
        <p:txBody>
          <a:bodyPr wrap="none" lIns="0" tIns="0" rIns="0" bIns="0" anchor="t">
            <a:noAutofit/>
          </a:bodyPr>
          <a:lstStyle>
            <a:defPPr algn="l">
              <a:defRPr sz="1200">
                <a:solidFill>
                  <a:srgbClr val="255DA8"/>
                </a:solidFill>
                <a:latin typeface="Ubuntu Light"/>
                <a:ea typeface="Ubuntu Light"/>
                <a:cs typeface="Ubuntu Light"/>
              </a:defRPr>
            </a:defPPr>
            <a:lvl1pPr algn="l">
              <a:defRPr sz="1200">
                <a:solidFill>
                  <a:srgbClr val="255DA8"/>
                </a:solidFill>
                <a:latin typeface="Ubuntu Light"/>
                <a:ea typeface="Ubuntu Light"/>
                <a:cs typeface="Ubuntu Light"/>
              </a:defRPr>
            </a:lvl1pPr>
            <a:lvl2pPr algn="l">
              <a:defRPr sz="1200">
                <a:solidFill>
                  <a:srgbClr val="255DA8"/>
                </a:solidFill>
                <a:latin typeface="Ubuntu Light"/>
                <a:ea typeface="Ubuntu Light"/>
                <a:cs typeface="Ubuntu Light"/>
              </a:defRPr>
            </a:lvl2pPr>
            <a:lvl3pPr algn="l">
              <a:defRPr sz="1200">
                <a:solidFill>
                  <a:srgbClr val="255DA8"/>
                </a:solidFill>
                <a:latin typeface="Ubuntu Light"/>
                <a:ea typeface="Ubuntu Light"/>
                <a:cs typeface="Ubuntu Light"/>
              </a:defRPr>
            </a:lvl3pPr>
            <a:lvl4pPr algn="l">
              <a:defRPr sz="1200">
                <a:solidFill>
                  <a:srgbClr val="255DA8"/>
                </a:solidFill>
                <a:latin typeface="Ubuntu Light"/>
                <a:ea typeface="Ubuntu Light"/>
                <a:cs typeface="Ubuntu Light"/>
              </a:defRPr>
            </a:lvl4pPr>
            <a:lvl5pPr algn="l">
              <a:defRPr sz="1200">
                <a:solidFill>
                  <a:srgbClr val="255DA8"/>
                </a:solidFill>
                <a:latin typeface="Ubuntu Light"/>
                <a:ea typeface="Ubuntu Light"/>
                <a:cs typeface="Ubuntu Light"/>
              </a:defRPr>
            </a:lvl5pPr>
            <a:lvl6pPr algn="l">
              <a:defRPr sz="1200">
                <a:solidFill>
                  <a:srgbClr val="255DA8"/>
                </a:solidFill>
                <a:latin typeface="Ubuntu Light"/>
                <a:ea typeface="Ubuntu Light"/>
                <a:cs typeface="Ubuntu Light"/>
              </a:defRPr>
            </a:lvl6pPr>
            <a:lvl7pPr algn="l">
              <a:defRPr sz="1200">
                <a:solidFill>
                  <a:srgbClr val="255DA8"/>
                </a:solidFill>
                <a:latin typeface="Ubuntu Light"/>
                <a:ea typeface="Ubuntu Light"/>
                <a:cs typeface="Ubuntu Light"/>
              </a:defRPr>
            </a:lvl7pPr>
            <a:lvl8pPr algn="l">
              <a:defRPr sz="1200">
                <a:solidFill>
                  <a:srgbClr val="255DA8"/>
                </a:solidFill>
                <a:latin typeface="Ubuntu Light"/>
                <a:ea typeface="Ubuntu Light"/>
                <a:cs typeface="Ubuntu Light"/>
              </a:defRPr>
            </a:lvl8pPr>
            <a:lvl9pPr algn="l">
              <a:defRPr sz="1200">
                <a:solidFill>
                  <a:srgbClr val="255DA8"/>
                </a:solidFill>
                <a:latin typeface="Ubuntu Light"/>
                <a:ea typeface="Ubuntu Light"/>
                <a:cs typeface="Ubuntu Light"/>
              </a:defRPr>
            </a:lvl9pPr>
          </a:lstStyle>
          <a:p>
            <a:pPr algn="l">
              <a:defRPr sz="1200">
                <a:solidFill>
                  <a:srgbClr val="255DA8"/>
                </a:solidFill>
                <a:latin typeface="Ubuntu Light"/>
                <a:ea typeface="Ubuntu Light"/>
                <a:cs typeface="Ubuntu Light"/>
              </a:defRPr>
            </a:pPr>
            <a:r>
              <a:rPr sz="1200">
                <a:solidFill>
                  <a:srgbClr val="255DA8"/>
                </a:solidFill>
                <a:latin typeface="Ubuntu Light"/>
                <a:ea typeface="Ubuntu Light"/>
                <a:cs typeface="Ubuntu Light"/>
              </a:rPr>
              <a:t>HTTP</a:t>
            </a:r>
          </a:p>
        </p:txBody>
      </p:sp>
      <p:sp>
        <p:nvSpPr>
          <p:cNvPr id="26" name="stripe-label">
            <a:extLst>
              <a:ext uri="{FF2B5EF4-FFF2-40B4-BE49-F238E27FC236}">
                <ns2:creationId id="{47D19F57-A716-4621-8D4D-56D32AD84471}"/>
              </a:ext>
            </a:extLst>
          </p:cNvPr>
          <p:cNvSpPr>
            <a:spLocks noGrp="1"/>
          </p:cNvSpPr>
          <p:nvPr/>
        </p:nvSpPr>
        <p:spPr>
          <a:xfrm>
            <a:off x="7096125" y="4848225"/>
            <a:ext cx="1476375" cy="238125"/>
          </a:xfrm>
          <a:prstGeom prst="rect">
            <a:avLst/>
          </a:prstGeom>
          <a:noFill/>
          <a:ln w="0">
            <a:noFill/>
          </a:ln>
        </p:spPr>
        <p:txBody>
          <a:bodyPr wrap="none" lIns="0" tIns="0" rIns="0" bIns="0" anchor="t">
            <a:noAutofit/>
          </a:bodyPr>
          <a:lstStyle>
            <a:defPPr algn="ctr">
              <a:defRPr sz="1275">
                <a:solidFill>
                  <a:srgbClr val="202D3E"/>
                </a:solidFill>
                <a:latin typeface="Ubuntu Light"/>
                <a:ea typeface="Ubuntu Light"/>
                <a:cs typeface="Ubuntu Light"/>
              </a:defRPr>
            </a:defPPr>
            <a:lvl1pPr algn="ctr">
              <a:defRPr sz="1275">
                <a:solidFill>
                  <a:srgbClr val="202D3E"/>
                </a:solidFill>
                <a:latin typeface="Ubuntu Light"/>
                <a:ea typeface="Ubuntu Light"/>
                <a:cs typeface="Ubuntu Light"/>
              </a:defRPr>
            </a:lvl1pPr>
            <a:lvl2pPr algn="ctr">
              <a:defRPr sz="1275">
                <a:solidFill>
                  <a:srgbClr val="202D3E"/>
                </a:solidFill>
                <a:latin typeface="Ubuntu Light"/>
                <a:ea typeface="Ubuntu Light"/>
                <a:cs typeface="Ubuntu Light"/>
              </a:defRPr>
            </a:lvl2pPr>
            <a:lvl3pPr algn="ctr">
              <a:defRPr sz="1275">
                <a:solidFill>
                  <a:srgbClr val="202D3E"/>
                </a:solidFill>
                <a:latin typeface="Ubuntu Light"/>
                <a:ea typeface="Ubuntu Light"/>
                <a:cs typeface="Ubuntu Light"/>
              </a:defRPr>
            </a:lvl3pPr>
            <a:lvl4pPr algn="ctr">
              <a:defRPr sz="1275">
                <a:solidFill>
                  <a:srgbClr val="202D3E"/>
                </a:solidFill>
                <a:latin typeface="Ubuntu Light"/>
                <a:ea typeface="Ubuntu Light"/>
                <a:cs typeface="Ubuntu Light"/>
              </a:defRPr>
            </a:lvl4pPr>
            <a:lvl5pPr algn="ctr">
              <a:defRPr sz="1275">
                <a:solidFill>
                  <a:srgbClr val="202D3E"/>
                </a:solidFill>
                <a:latin typeface="Ubuntu Light"/>
                <a:ea typeface="Ubuntu Light"/>
                <a:cs typeface="Ubuntu Light"/>
              </a:defRPr>
            </a:lvl5pPr>
            <a:lvl6pPr algn="ctr">
              <a:defRPr sz="1275">
                <a:solidFill>
                  <a:srgbClr val="202D3E"/>
                </a:solidFill>
                <a:latin typeface="Ubuntu Light"/>
                <a:ea typeface="Ubuntu Light"/>
                <a:cs typeface="Ubuntu Light"/>
              </a:defRPr>
            </a:lvl6pPr>
            <a:lvl7pPr algn="ctr">
              <a:defRPr sz="1275">
                <a:solidFill>
                  <a:srgbClr val="202D3E"/>
                </a:solidFill>
                <a:latin typeface="Ubuntu Light"/>
                <a:ea typeface="Ubuntu Light"/>
                <a:cs typeface="Ubuntu Light"/>
              </a:defRPr>
            </a:lvl7pPr>
            <a:lvl8pPr algn="ctr">
              <a:defRPr sz="1275">
                <a:solidFill>
                  <a:srgbClr val="202D3E"/>
                </a:solidFill>
                <a:latin typeface="Ubuntu Light"/>
                <a:ea typeface="Ubuntu Light"/>
                <a:cs typeface="Ubuntu Light"/>
              </a:defRPr>
            </a:lvl8pPr>
            <a:lvl9pPr algn="ctr">
              <a:defRPr sz="1275">
                <a:solidFill>
                  <a:srgbClr val="202D3E"/>
                </a:solidFill>
                <a:latin typeface="Ubuntu Light"/>
                <a:ea typeface="Ubuntu Light"/>
                <a:cs typeface="Ubuntu Light"/>
              </a:defRPr>
            </a:lvl9pPr>
          </a:lstStyle>
          <a:p>
            <a:pPr algn="ctr">
              <a:defRPr sz="1275">
                <a:solidFill>
                  <a:srgbClr val="202D3E"/>
                </a:solidFill>
                <a:latin typeface="Ubuntu Light"/>
                <a:ea typeface="Ubuntu Light"/>
                <a:cs typeface="Ubuntu Light"/>
              </a:defRPr>
            </a:pPr>
            <a:r>
              <a:rPr sz="1275">
                <a:solidFill>
                  <a:srgbClr val="202D3E"/>
                </a:solidFill>
                <a:latin typeface="Ubuntu Light"/>
                <a:ea typeface="Ubuntu Light"/>
                <a:cs typeface="Ubuntu Light"/>
              </a:rPr>
              <a:t>localstripe</a:t>
            </a:r>
          </a:p>
        </p:txBody>
      </p:sp>
      <p:sp>
        <p:nvSpPr>
          <p:cNvPr id="27" name="local-purpose">
            <a:extLst>
              <a:ext uri="{FF2B5EF4-FFF2-40B4-BE49-F238E27FC236}">
                <ns2:creationId id="{361B469A-5052-4378-AF75-80DBAB383725}"/>
              </a:ext>
            </a:extLst>
          </p:cNvPr>
          <p:cNvSpPr>
            <a:spLocks noGrp="1"/>
          </p:cNvSpPr>
          <p:nvPr/>
        </p:nvSpPr>
        <p:spPr>
          <a:xfrm>
            <a:off x="619125" y="4400550"/>
            <a:ext cx="6334125" cy="495300"/>
          </a:xfrm>
          <a:prstGeom prst="rect">
            <a:avLst/>
          </a:prstGeom>
          <a:noFill/>
          <a:ln w="0">
            <a:noFill/>
          </a:ln>
        </p:spPr>
        <p:txBody>
          <a:bodyPr wrap="none" lIns="0" tIns="0" rIns="0" bIns="0" anchor="t">
            <a:noAutofit/>
          </a:bodyPr>
          <a:lstStyle>
            <a:defPPr algn="l">
              <a:defRPr sz="1425">
                <a:solidFill>
                  <a:srgbClr val="202D3E"/>
                </a:solidFill>
                <a:latin typeface="Ubuntu Light"/>
                <a:ea typeface="Ubuntu Light"/>
                <a:cs typeface="Ubuntu Light"/>
              </a:defRPr>
            </a:defPPr>
            <a:lvl1pPr algn="l">
              <a:defRPr sz="1425">
                <a:solidFill>
                  <a:srgbClr val="202D3E"/>
                </a:solidFill>
                <a:latin typeface="Ubuntu Light"/>
                <a:ea typeface="Ubuntu Light"/>
                <a:cs typeface="Ubuntu Light"/>
              </a:defRPr>
            </a:lvl1pPr>
            <a:lvl2pPr algn="l">
              <a:defRPr sz="1425">
                <a:solidFill>
                  <a:srgbClr val="202D3E"/>
                </a:solidFill>
                <a:latin typeface="Ubuntu Light"/>
                <a:ea typeface="Ubuntu Light"/>
                <a:cs typeface="Ubuntu Light"/>
              </a:defRPr>
            </a:lvl2pPr>
            <a:lvl3pPr algn="l">
              <a:defRPr sz="1425">
                <a:solidFill>
                  <a:srgbClr val="202D3E"/>
                </a:solidFill>
                <a:latin typeface="Ubuntu Light"/>
                <a:ea typeface="Ubuntu Light"/>
                <a:cs typeface="Ubuntu Light"/>
              </a:defRPr>
            </a:lvl3pPr>
            <a:lvl4pPr algn="l">
              <a:defRPr sz="1425">
                <a:solidFill>
                  <a:srgbClr val="202D3E"/>
                </a:solidFill>
                <a:latin typeface="Ubuntu Light"/>
                <a:ea typeface="Ubuntu Light"/>
                <a:cs typeface="Ubuntu Light"/>
              </a:defRPr>
            </a:lvl4pPr>
            <a:lvl5pPr algn="l">
              <a:defRPr sz="1425">
                <a:solidFill>
                  <a:srgbClr val="202D3E"/>
                </a:solidFill>
                <a:latin typeface="Ubuntu Light"/>
                <a:ea typeface="Ubuntu Light"/>
                <a:cs typeface="Ubuntu Light"/>
              </a:defRPr>
            </a:lvl5pPr>
            <a:lvl6pPr algn="l">
              <a:defRPr sz="1425">
                <a:solidFill>
                  <a:srgbClr val="202D3E"/>
                </a:solidFill>
                <a:latin typeface="Ubuntu Light"/>
                <a:ea typeface="Ubuntu Light"/>
                <a:cs typeface="Ubuntu Light"/>
              </a:defRPr>
            </a:lvl6pPr>
            <a:lvl7pPr algn="l">
              <a:defRPr sz="1425">
                <a:solidFill>
                  <a:srgbClr val="202D3E"/>
                </a:solidFill>
                <a:latin typeface="Ubuntu Light"/>
                <a:ea typeface="Ubuntu Light"/>
                <a:cs typeface="Ubuntu Light"/>
              </a:defRPr>
            </a:lvl7pPr>
            <a:lvl8pPr algn="l">
              <a:defRPr sz="1425">
                <a:solidFill>
                  <a:srgbClr val="202D3E"/>
                </a:solidFill>
                <a:latin typeface="Ubuntu Light"/>
                <a:ea typeface="Ubuntu Light"/>
                <a:cs typeface="Ubuntu Light"/>
              </a:defRPr>
            </a:lvl8pPr>
            <a:lvl9pPr algn="l">
              <a:defRPr sz="1425">
                <a:solidFill>
                  <a:srgbClr val="202D3E"/>
                </a:solidFill>
                <a:latin typeface="Ubuntu Light"/>
                <a:ea typeface="Ubuntu Light"/>
                <a:cs typeface="Ubuntu Light"/>
              </a:defRPr>
            </a:lvl9pPr>
          </a:lstStyle>
          <a:p>
            <a:pPr algn="l">
              <a:defRPr sz="1425">
                <a:solidFill>
                  <a:srgbClr val="202D3E"/>
                </a:solidFill>
                <a:latin typeface="Ubuntu Light"/>
                <a:ea typeface="Ubuntu Light"/>
                <a:cs typeface="Ubuntu Light"/>
              </a:defRPr>
            </a:pPr>
            <a:r>
              <a:rPr sz="1425">
                <a:solidFill>
                  <a:srgbClr val="202D3E"/>
                </a:solidFill>
                <a:latin typeface="Ubuntu Light"/>
                <a:ea typeface="Ubuntu Light"/>
                <a:cs typeface="Ubuntu Light"/>
              </a:rPr>
              <a:t>MiniStack serves the local AWS APIs.</a:t>
            </a:r>
          </a:p>
          <a:p>
            <a:pPr algn="l">
              <a:defRPr sz="1425">
                <a:solidFill>
                  <a:srgbClr val="202D3E"/>
                </a:solidFill>
                <a:latin typeface="Ubuntu Light"/>
                <a:ea typeface="Ubuntu Light"/>
                <a:cs typeface="Ubuntu Light"/>
              </a:defRPr>
            </a:pPr>
            <a:r>
              <a:rPr sz="1425">
                <a:solidFill>
                  <a:srgbClr val="202D3E"/>
                </a:solidFill>
                <a:latin typeface="Ubuntu Light"/>
                <a:ea typeface="Ubuntu Light"/>
                <a:cs typeface="Ubuntu Light"/>
              </a:rPr>
              <a:t>localstripe is a separate payment API emulator.</a:t>
            </a:r>
          </a:p>
        </p:txBody>
      </p:sp>
    </p:spTree>
    <p:extLst>
      <p:ext uri="{BB962C8B-B14F-4D97-AF65-F5344CB8AC3E}">
        <ns4:creationId val="1058190287"/>
      </p:ext>
    </p:extLst>
  </p:cSld>
</p:sld>
</file>

<file path=ppt/slides/slide4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sp>
        <p:nvSpPr>
          <p:cNvPr id="27" name="slide-title">
            <a:extLst>
              <a:ext uri="{FF2B5EF4-FFF2-40B4-BE49-F238E27FC236}">
                <ns2:creationId id="{A8779FAC-FED0-49A1-8AEE-B23D1E172B94}"/>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a:solidFill>
                  <a:srgbClr val="202D3E"/>
                </a:solidFill>
                <a:latin typeface="Ubuntu Light"/>
                <a:ea typeface="Ubuntu Light"/>
                <a:cs typeface="Ubuntu Light"/>
              </a:defRPr>
            </a:defPPr>
            <a:lvl1pPr algn="l">
              <a:defRPr sz="2250">
                <a:solidFill>
                  <a:srgbClr val="202D3E"/>
                </a:solidFill>
                <a:latin typeface="Ubuntu Light"/>
                <a:ea typeface="Ubuntu Light"/>
                <a:cs typeface="Ubuntu Light"/>
              </a:defRPr>
            </a:lvl1pPr>
            <a:lvl2pPr algn="l">
              <a:defRPr sz="2250">
                <a:solidFill>
                  <a:srgbClr val="202D3E"/>
                </a:solidFill>
                <a:latin typeface="Ubuntu Light"/>
                <a:ea typeface="Ubuntu Light"/>
                <a:cs typeface="Ubuntu Light"/>
              </a:defRPr>
            </a:lvl2pPr>
            <a:lvl3pPr algn="l">
              <a:defRPr sz="2250">
                <a:solidFill>
                  <a:srgbClr val="202D3E"/>
                </a:solidFill>
                <a:latin typeface="Ubuntu Light"/>
                <a:ea typeface="Ubuntu Light"/>
                <a:cs typeface="Ubuntu Light"/>
              </a:defRPr>
            </a:lvl3pPr>
            <a:lvl4pPr algn="l">
              <a:defRPr sz="2250">
                <a:solidFill>
                  <a:srgbClr val="202D3E"/>
                </a:solidFill>
                <a:latin typeface="Ubuntu Light"/>
                <a:ea typeface="Ubuntu Light"/>
                <a:cs typeface="Ubuntu Light"/>
              </a:defRPr>
            </a:lvl4pPr>
            <a:lvl5pPr algn="l">
              <a:defRPr sz="2250">
                <a:solidFill>
                  <a:srgbClr val="202D3E"/>
                </a:solidFill>
                <a:latin typeface="Ubuntu Light"/>
                <a:ea typeface="Ubuntu Light"/>
                <a:cs typeface="Ubuntu Light"/>
              </a:defRPr>
            </a:lvl5pPr>
            <a:lvl6pPr algn="l">
              <a:defRPr sz="2250">
                <a:solidFill>
                  <a:srgbClr val="202D3E"/>
                </a:solidFill>
                <a:latin typeface="Ubuntu Light"/>
                <a:ea typeface="Ubuntu Light"/>
                <a:cs typeface="Ubuntu Light"/>
              </a:defRPr>
            </a:lvl6pPr>
            <a:lvl7pPr algn="l">
              <a:defRPr sz="2250">
                <a:solidFill>
                  <a:srgbClr val="202D3E"/>
                </a:solidFill>
                <a:latin typeface="Ubuntu Light"/>
                <a:ea typeface="Ubuntu Light"/>
                <a:cs typeface="Ubuntu Light"/>
              </a:defRPr>
            </a:lvl7pPr>
            <a:lvl8pPr algn="l">
              <a:defRPr sz="2250">
                <a:solidFill>
                  <a:srgbClr val="202D3E"/>
                </a:solidFill>
                <a:latin typeface="Ubuntu Light"/>
                <a:ea typeface="Ubuntu Light"/>
                <a:cs typeface="Ubuntu Light"/>
              </a:defRPr>
            </a:lvl8pPr>
            <a:lvl9pPr algn="l">
              <a:defRPr sz="2250">
                <a:solidFill>
                  <a:srgbClr val="202D3E"/>
                </a:solidFill>
                <a:latin typeface="Ubuntu Light"/>
                <a:ea typeface="Ubuntu Light"/>
                <a:cs typeface="Ubuntu Light"/>
              </a:defRPr>
            </a:lvl9pPr>
          </a:lstStyle>
          <a:p>
            <a:pPr algn="l">
              <a:defRPr sz="2250">
                <a:solidFill>
                  <a:srgbClr val="202D3E"/>
                </a:solidFill>
                <a:latin typeface="Ubuntu Light"/>
                <a:ea typeface="Ubuntu Light"/>
                <a:cs typeface="Ubuntu Light"/>
              </a:defRPr>
            </a:pPr>
            <a:r>
              <a:rPr sz="2250">
                <a:solidFill>
                  <a:srgbClr val="202D3E"/>
                </a:solidFill>
                <a:latin typeface="Ubuntu Light"/>
                <a:ea typeface="Ubuntu Light"/>
                <a:cs typeface="Ubuntu Light"/>
              </a:rPr>
              <a:t>The test answers the approval callback</a:t>
            </a:r>
          </a:p>
        </p:txBody>
      </p:sp>
      <p:sp>
        <p:nvSpPr>
          <p:cNvPr id="2" name="source-label">
            <a:extLst>
              <a:ext uri="{FF2B5EF4-FFF2-40B4-BE49-F238E27FC236}">
                <ns2:creationId id="{073EE44C-B507-4299-9C9A-968067894D2F}"/>
              </a:ext>
            </a:extLst>
          </p:cNvPr>
          <p:cNvSpPr>
            <a:spLocks noGrp="1"/>
          </p:cNvSpPr>
          <p:nvPr/>
        </p:nvSpPr>
        <p:spPr>
          <a:xfrm>
            <a:off x="619125" y="1381125"/>
            <a:ext cx="7810500" cy="238125"/>
          </a:xfrm>
          <a:prstGeom prst="rect">
            <a:avLst/>
          </a:prstGeom>
          <a:noFill/>
          <a:ln w="0">
            <a:noFill/>
          </a:ln>
        </p:spPr>
        <p:txBody>
          <a:bodyPr wrap="none" lIns="0" tIns="0" rIns="0" bIns="0" anchor="t">
            <a:noAutofit/>
          </a:bodyPr>
          <a:lstStyle>
            <a:defPPr algn="l">
              <a:defRPr sz="1200">
                <a:solidFill>
                  <a:srgbClr val="475569"/>
                </a:solidFill>
                <a:latin typeface="Ubuntu Light"/>
                <a:ea typeface="Ubuntu Light"/>
                <a:cs typeface="Ubuntu Light"/>
              </a:defRPr>
            </a:defPPr>
            <a:lvl1pPr algn="l">
              <a:defRPr sz="1200">
                <a:solidFill>
                  <a:srgbClr val="475569"/>
                </a:solidFill>
                <a:latin typeface="Ubuntu Light"/>
                <a:ea typeface="Ubuntu Light"/>
                <a:cs typeface="Ubuntu Light"/>
              </a:defRPr>
            </a:lvl1pPr>
            <a:lvl2pPr algn="l">
              <a:defRPr sz="1200">
                <a:solidFill>
                  <a:srgbClr val="475569"/>
                </a:solidFill>
                <a:latin typeface="Ubuntu Light"/>
                <a:ea typeface="Ubuntu Light"/>
                <a:cs typeface="Ubuntu Light"/>
              </a:defRPr>
            </a:lvl2pPr>
            <a:lvl3pPr algn="l">
              <a:defRPr sz="1200">
                <a:solidFill>
                  <a:srgbClr val="475569"/>
                </a:solidFill>
                <a:latin typeface="Ubuntu Light"/>
                <a:ea typeface="Ubuntu Light"/>
                <a:cs typeface="Ubuntu Light"/>
              </a:defRPr>
            </a:lvl3pPr>
            <a:lvl4pPr algn="l">
              <a:defRPr sz="1200">
                <a:solidFill>
                  <a:srgbClr val="475569"/>
                </a:solidFill>
                <a:latin typeface="Ubuntu Light"/>
                <a:ea typeface="Ubuntu Light"/>
                <a:cs typeface="Ubuntu Light"/>
              </a:defRPr>
            </a:lvl4pPr>
            <a:lvl5pPr algn="l">
              <a:defRPr sz="1200">
                <a:solidFill>
                  <a:srgbClr val="475569"/>
                </a:solidFill>
                <a:latin typeface="Ubuntu Light"/>
                <a:ea typeface="Ubuntu Light"/>
                <a:cs typeface="Ubuntu Light"/>
              </a:defRPr>
            </a:lvl5pPr>
            <a:lvl6pPr algn="l">
              <a:defRPr sz="1200">
                <a:solidFill>
                  <a:srgbClr val="475569"/>
                </a:solidFill>
                <a:latin typeface="Ubuntu Light"/>
                <a:ea typeface="Ubuntu Light"/>
                <a:cs typeface="Ubuntu Light"/>
              </a:defRPr>
            </a:lvl6pPr>
            <a:lvl7pPr algn="l">
              <a:defRPr sz="1200">
                <a:solidFill>
                  <a:srgbClr val="475569"/>
                </a:solidFill>
                <a:latin typeface="Ubuntu Light"/>
                <a:ea typeface="Ubuntu Light"/>
                <a:cs typeface="Ubuntu Light"/>
              </a:defRPr>
            </a:lvl7pPr>
            <a:lvl8pPr algn="l">
              <a:defRPr sz="1200">
                <a:solidFill>
                  <a:srgbClr val="475569"/>
                </a:solidFill>
                <a:latin typeface="Ubuntu Light"/>
                <a:ea typeface="Ubuntu Light"/>
                <a:cs typeface="Ubuntu Light"/>
              </a:defRPr>
            </a:lvl8pPr>
            <a:lvl9pPr algn="l">
              <a:defRPr sz="1200">
                <a:solidFill>
                  <a:srgbClr val="475569"/>
                </a:solidFill>
                <a:latin typeface="Ubuntu Light"/>
                <a:ea typeface="Ubuntu Light"/>
                <a:cs typeface="Ubuntu Light"/>
              </a:defRPr>
            </a:lvl9pPr>
          </a:lstStyle>
          <a:p>
            <a:pPr algn="l">
              <a:defRPr sz="1200">
                <a:solidFill>
                  <a:srgbClr val="475569"/>
                </a:solidFill>
                <a:latin typeface="Ubuntu Light"/>
                <a:ea typeface="Ubuntu Light"/>
                <a:cs typeface="Ubuntu Light"/>
              </a:defRPr>
            </a:pPr>
            <a:r>
              <a:rPr sz="1200">
                <a:solidFill>
                  <a:srgbClr val="475569"/>
                </a:solidFill>
                <a:latin typeface="Ubuntu Light"/>
                <a:ea typeface="Ubuntu Light"/>
                <a:cs typeface="Ubuntu Light"/>
              </a:rPr>
              <a:t>bonus/durable/workflow.py</a:t>
            </a:r>
          </a:p>
        </p:txBody>
      </p:sp>
      <p:sp>
        <p:nvSpPr>
          <p:cNvPr id="3" name="code-background">
            <a:extLst>
              <a:ext uri="{FF2B5EF4-FFF2-40B4-BE49-F238E27FC236}">
                <ns2:creationId id="{455EBDA2-6E91-4F28-8232-3AFD51DA8A68}"/>
              </a:ext>
            </a:extLst>
          </p:cNvPr>
          <p:cNvSpPr>
            <a:spLocks noGrp="1"/>
          </p:cNvSpPr>
          <p:nvPr/>
        </p:nvSpPr>
        <p:spPr>
          <a:xfrm>
            <a:off x="619125" y="1714500"/>
            <a:ext cx="5238750" cy="1533525"/>
          </a:xfrm>
          <a:prstGeom prst="rect">
            <a:avLst/>
          </a:prstGeom>
          <a:solidFill>
            <a:srgbClr val="000000"/>
          </a:solidFill>
          <a:ln w="0">
            <a:noFill/>
          </a:ln>
        </p:spPr>
      </p:sp>
      <p:sp>
        <p:nvSpPr>
          <p:cNvPr id="4" name="wait-line-0">
            <a:extLst>
              <a:ext uri="{FF2B5EF4-FFF2-40B4-BE49-F238E27FC236}">
                <ns2:creationId id="{55628412-5918-4194-B91F-C3178700B7DE}"/>
              </a:ext>
            </a:extLst>
          </p:cNvPr>
          <p:cNvSpPr>
            <a:spLocks noGrp="1"/>
          </p:cNvSpPr>
          <p:nvPr/>
        </p:nvSpPr>
        <p:spPr>
          <a:xfrm>
            <a:off x="790575" y="1857375"/>
            <a:ext cx="4933950" cy="247650"/>
          </a:xfrm>
          <a:prstGeom prst="rect">
            <a:avLst/>
          </a:prstGeom>
          <a:noFill/>
          <a:ln w="0">
            <a:noFill/>
          </a:ln>
        </p:spPr>
        <p:txBody>
          <a:bodyPr wrap="none" lIns="0" tIns="0" rIns="0" bIns="0" anchor="t">
            <a:noAutofit/>
          </a:bodyPr>
          <a:lstStyle>
            <a:defPPr algn="l">
              <a:defRPr sz="1313">
                <a:solidFill>
                  <a:srgbClr val="D4D4D4"/>
                </a:solidFill>
                <a:latin typeface="Menlo"/>
                <a:ea typeface="Menlo"/>
                <a:cs typeface="Menlo"/>
              </a:defRPr>
            </a:defPPr>
            <a:lvl1pPr algn="l">
              <a:defRPr sz="1313">
                <a:solidFill>
                  <a:srgbClr val="D4D4D4"/>
                </a:solidFill>
                <a:latin typeface="Menlo"/>
                <a:ea typeface="Menlo"/>
                <a:cs typeface="Menlo"/>
              </a:defRPr>
            </a:lvl1pPr>
            <a:lvl2pPr algn="l">
              <a:defRPr sz="1313">
                <a:solidFill>
                  <a:srgbClr val="D4D4D4"/>
                </a:solidFill>
                <a:latin typeface="Menlo"/>
                <a:ea typeface="Menlo"/>
                <a:cs typeface="Menlo"/>
              </a:defRPr>
            </a:lvl2pPr>
            <a:lvl3pPr algn="l">
              <a:defRPr sz="1313">
                <a:solidFill>
                  <a:srgbClr val="D4D4D4"/>
                </a:solidFill>
                <a:latin typeface="Menlo"/>
                <a:ea typeface="Menlo"/>
                <a:cs typeface="Menlo"/>
              </a:defRPr>
            </a:lvl3pPr>
            <a:lvl4pPr algn="l">
              <a:defRPr sz="1313">
                <a:solidFill>
                  <a:srgbClr val="D4D4D4"/>
                </a:solidFill>
                <a:latin typeface="Menlo"/>
                <a:ea typeface="Menlo"/>
                <a:cs typeface="Menlo"/>
              </a:defRPr>
            </a:lvl4pPr>
            <a:lvl5pPr algn="l">
              <a:defRPr sz="1313">
                <a:solidFill>
                  <a:srgbClr val="D4D4D4"/>
                </a:solidFill>
                <a:latin typeface="Menlo"/>
                <a:ea typeface="Menlo"/>
                <a:cs typeface="Menlo"/>
              </a:defRPr>
            </a:lvl5pPr>
            <a:lvl6pPr algn="l">
              <a:defRPr sz="1313">
                <a:solidFill>
                  <a:srgbClr val="D4D4D4"/>
                </a:solidFill>
                <a:latin typeface="Menlo"/>
                <a:ea typeface="Menlo"/>
                <a:cs typeface="Menlo"/>
              </a:defRPr>
            </a:lvl6pPr>
            <a:lvl7pPr algn="l">
              <a:defRPr sz="1313">
                <a:solidFill>
                  <a:srgbClr val="D4D4D4"/>
                </a:solidFill>
                <a:latin typeface="Menlo"/>
                <a:ea typeface="Menlo"/>
                <a:cs typeface="Menlo"/>
              </a:defRPr>
            </a:lvl7pPr>
            <a:lvl8pPr algn="l">
              <a:defRPr sz="1313">
                <a:solidFill>
                  <a:srgbClr val="D4D4D4"/>
                </a:solidFill>
                <a:latin typeface="Menlo"/>
                <a:ea typeface="Menlo"/>
                <a:cs typeface="Menlo"/>
              </a:defRPr>
            </a:lvl8pPr>
            <a:lvl9pPr algn="l">
              <a:defRPr sz="1313">
                <a:solidFill>
                  <a:srgbClr val="D4D4D4"/>
                </a:solidFill>
                <a:latin typeface="Menlo"/>
                <a:ea typeface="Menlo"/>
                <a:cs typeface="Menlo"/>
              </a:defRPr>
            </a:lvl9pPr>
          </a:lstStyle>
          <a:p>
            <a:pPr algn="l">
              <a:defRPr sz="1313">
                <a:solidFill>
                  <a:srgbClr val="D4D4D4"/>
                </a:solidFill>
                <a:latin typeface="Menlo"/>
                <a:ea typeface="Menlo"/>
                <a:cs typeface="Menlo"/>
              </a:defRPr>
            </a:pPr>
            <a:r>
              <a:rPr>
                <a:solidFill>
                  <a:srgbClr val="9CDCFE"/>
                </a:solidFill>
                <a:latin typeface="Menlo"/>
                <a:ea typeface="Menlo"/>
                <a:cs typeface="Menlo"/>
              </a:rPr>
              <a:t>context</a:t>
            </a:r>
            <a:r>
              <a:rPr>
                <a:solidFill>
                  <a:srgbClr val="DCDCAA"/>
                </a:solidFill>
                <a:latin typeface="Menlo"/>
                <a:ea typeface="Menlo"/>
                <a:cs typeface="Menlo"/>
              </a:rPr>
              <a:t>.wait_for_callback</a:t>
            </a:r>
            <a:r>
              <a:rPr>
                <a:solidFill>
                  <a:srgbClr val="D4D4D4"/>
                </a:solidFill>
                <a:latin typeface="Menlo"/>
                <a:ea typeface="Menlo"/>
                <a:cs typeface="Menlo"/>
              </a:rPr>
              <a:t>(</a:t>
            </a:r>
          </a:p>
        </p:txBody>
      </p:sp>
      <p:sp>
        <p:nvSpPr>
          <p:cNvPr id="5" name="wait-line-1">
            <a:extLst>
              <a:ext uri="{FF2B5EF4-FFF2-40B4-BE49-F238E27FC236}">
                <ns2:creationId id="{AD4C1EAB-B60C-4AB1-9C0B-FEADF2BC3286}"/>
              </a:ext>
            </a:extLst>
          </p:cNvPr>
          <p:cNvSpPr>
            <a:spLocks noGrp="1"/>
          </p:cNvSpPr>
          <p:nvPr/>
        </p:nvSpPr>
        <p:spPr>
          <a:xfrm>
            <a:off x="790575" y="2114550"/>
            <a:ext cx="4933950" cy="247650"/>
          </a:xfrm>
          <a:prstGeom prst="rect">
            <a:avLst/>
          </a:prstGeom>
          <a:noFill/>
          <a:ln w="0">
            <a:noFill/>
          </a:ln>
        </p:spPr>
        <p:txBody>
          <a:bodyPr wrap="none" lIns="0" tIns="0" rIns="0" bIns="0" anchor="t">
            <a:noAutofit/>
          </a:bodyPr>
          <a:lstStyle>
            <a:defPPr algn="l">
              <a:defRPr sz="1313">
                <a:solidFill>
                  <a:srgbClr val="D4D4D4"/>
                </a:solidFill>
                <a:latin typeface="Menlo"/>
                <a:ea typeface="Menlo"/>
                <a:cs typeface="Menlo"/>
              </a:defRPr>
            </a:defPPr>
            <a:lvl1pPr algn="l">
              <a:defRPr sz="1313">
                <a:solidFill>
                  <a:srgbClr val="D4D4D4"/>
                </a:solidFill>
                <a:latin typeface="Menlo"/>
                <a:ea typeface="Menlo"/>
                <a:cs typeface="Menlo"/>
              </a:defRPr>
            </a:lvl1pPr>
            <a:lvl2pPr algn="l">
              <a:defRPr sz="1313">
                <a:solidFill>
                  <a:srgbClr val="D4D4D4"/>
                </a:solidFill>
                <a:latin typeface="Menlo"/>
                <a:ea typeface="Menlo"/>
                <a:cs typeface="Menlo"/>
              </a:defRPr>
            </a:lvl2pPr>
            <a:lvl3pPr algn="l">
              <a:defRPr sz="1313">
                <a:solidFill>
                  <a:srgbClr val="D4D4D4"/>
                </a:solidFill>
                <a:latin typeface="Menlo"/>
                <a:ea typeface="Menlo"/>
                <a:cs typeface="Menlo"/>
              </a:defRPr>
            </a:lvl3pPr>
            <a:lvl4pPr algn="l">
              <a:defRPr sz="1313">
                <a:solidFill>
                  <a:srgbClr val="D4D4D4"/>
                </a:solidFill>
                <a:latin typeface="Menlo"/>
                <a:ea typeface="Menlo"/>
                <a:cs typeface="Menlo"/>
              </a:defRPr>
            </a:lvl4pPr>
            <a:lvl5pPr algn="l">
              <a:defRPr sz="1313">
                <a:solidFill>
                  <a:srgbClr val="D4D4D4"/>
                </a:solidFill>
                <a:latin typeface="Menlo"/>
                <a:ea typeface="Menlo"/>
                <a:cs typeface="Menlo"/>
              </a:defRPr>
            </a:lvl5pPr>
            <a:lvl6pPr algn="l">
              <a:defRPr sz="1313">
                <a:solidFill>
                  <a:srgbClr val="D4D4D4"/>
                </a:solidFill>
                <a:latin typeface="Menlo"/>
                <a:ea typeface="Menlo"/>
                <a:cs typeface="Menlo"/>
              </a:defRPr>
            </a:lvl6pPr>
            <a:lvl7pPr algn="l">
              <a:defRPr sz="1313">
                <a:solidFill>
                  <a:srgbClr val="D4D4D4"/>
                </a:solidFill>
                <a:latin typeface="Menlo"/>
                <a:ea typeface="Menlo"/>
                <a:cs typeface="Menlo"/>
              </a:defRPr>
            </a:lvl7pPr>
            <a:lvl8pPr algn="l">
              <a:defRPr sz="1313">
                <a:solidFill>
                  <a:srgbClr val="D4D4D4"/>
                </a:solidFill>
                <a:latin typeface="Menlo"/>
                <a:ea typeface="Menlo"/>
                <a:cs typeface="Menlo"/>
              </a:defRPr>
            </a:lvl8pPr>
            <a:lvl9pPr algn="l">
              <a:defRPr sz="1313">
                <a:solidFill>
                  <a:srgbClr val="D4D4D4"/>
                </a:solidFill>
                <a:latin typeface="Menlo"/>
                <a:ea typeface="Menlo"/>
                <a:cs typeface="Menlo"/>
              </a:defRPr>
            </a:lvl9pPr>
          </a:lstStyle>
          <a:p>
            <a:pPr algn="l">
              <a:defRPr sz="1313">
                <a:solidFill>
                  <a:srgbClr val="D4D4D4"/>
                </a:solidFill>
                <a:latin typeface="Menlo"/>
                <a:ea typeface="Menlo"/>
                <a:cs typeface="Menlo"/>
              </a:defRPr>
            </a:pPr>
            <a:r>
              <a:rPr>
                <a:solidFill>
                  <a:srgbClr val="9CDCFE"/>
                </a:solidFill>
                <a:latin typeface="Menlo"/>
                <a:ea typeface="Menlo"/>
                <a:cs typeface="Menlo"/>
              </a:rPr>
              <a:t>    request_approval</a:t>
            </a:r>
            <a:r>
              <a:rPr>
                <a:solidFill>
                  <a:srgbClr val="D4D4D4"/>
                </a:solidFill>
                <a:latin typeface="Menlo"/>
                <a:ea typeface="Menlo"/>
                <a:cs typeface="Menlo"/>
              </a:rPr>
              <a:t>,</a:t>
            </a:r>
          </a:p>
        </p:txBody>
      </p:sp>
      <p:sp>
        <p:nvSpPr>
          <p:cNvPr id="6" name="wait-line-2">
            <a:extLst>
              <a:ext uri="{FF2B5EF4-FFF2-40B4-BE49-F238E27FC236}">
                <ns2:creationId id="{B78D5342-A0BB-4587-8AB3-81C4AA1AE711}"/>
              </a:ext>
            </a:extLst>
          </p:cNvPr>
          <p:cNvSpPr>
            <a:spLocks noGrp="1"/>
          </p:cNvSpPr>
          <p:nvPr/>
        </p:nvSpPr>
        <p:spPr>
          <a:xfrm>
            <a:off x="790575" y="2371725"/>
            <a:ext cx="4933950" cy="247650"/>
          </a:xfrm>
          <a:prstGeom prst="rect">
            <a:avLst/>
          </a:prstGeom>
          <a:noFill/>
          <a:ln w="0">
            <a:noFill/>
          </a:ln>
        </p:spPr>
        <p:txBody>
          <a:bodyPr wrap="none" lIns="0" tIns="0" rIns="0" bIns="0" anchor="t">
            <a:noAutofit/>
          </a:bodyPr>
          <a:lstStyle>
            <a:defPPr algn="l">
              <a:defRPr sz="1313">
                <a:solidFill>
                  <a:srgbClr val="D4D4D4"/>
                </a:solidFill>
                <a:latin typeface="Menlo"/>
                <a:ea typeface="Menlo"/>
                <a:cs typeface="Menlo"/>
              </a:defRPr>
            </a:defPPr>
            <a:lvl1pPr algn="l">
              <a:defRPr sz="1313">
                <a:solidFill>
                  <a:srgbClr val="D4D4D4"/>
                </a:solidFill>
                <a:latin typeface="Menlo"/>
                <a:ea typeface="Menlo"/>
                <a:cs typeface="Menlo"/>
              </a:defRPr>
            </a:lvl1pPr>
            <a:lvl2pPr algn="l">
              <a:defRPr sz="1313">
                <a:solidFill>
                  <a:srgbClr val="D4D4D4"/>
                </a:solidFill>
                <a:latin typeface="Menlo"/>
                <a:ea typeface="Menlo"/>
                <a:cs typeface="Menlo"/>
              </a:defRPr>
            </a:lvl2pPr>
            <a:lvl3pPr algn="l">
              <a:defRPr sz="1313">
                <a:solidFill>
                  <a:srgbClr val="D4D4D4"/>
                </a:solidFill>
                <a:latin typeface="Menlo"/>
                <a:ea typeface="Menlo"/>
                <a:cs typeface="Menlo"/>
              </a:defRPr>
            </a:lvl3pPr>
            <a:lvl4pPr algn="l">
              <a:defRPr sz="1313">
                <a:solidFill>
                  <a:srgbClr val="D4D4D4"/>
                </a:solidFill>
                <a:latin typeface="Menlo"/>
                <a:ea typeface="Menlo"/>
                <a:cs typeface="Menlo"/>
              </a:defRPr>
            </a:lvl4pPr>
            <a:lvl5pPr algn="l">
              <a:defRPr sz="1313">
                <a:solidFill>
                  <a:srgbClr val="D4D4D4"/>
                </a:solidFill>
                <a:latin typeface="Menlo"/>
                <a:ea typeface="Menlo"/>
                <a:cs typeface="Menlo"/>
              </a:defRPr>
            </a:lvl5pPr>
            <a:lvl6pPr algn="l">
              <a:defRPr sz="1313">
                <a:solidFill>
                  <a:srgbClr val="D4D4D4"/>
                </a:solidFill>
                <a:latin typeface="Menlo"/>
                <a:ea typeface="Menlo"/>
                <a:cs typeface="Menlo"/>
              </a:defRPr>
            </a:lvl6pPr>
            <a:lvl7pPr algn="l">
              <a:defRPr sz="1313">
                <a:solidFill>
                  <a:srgbClr val="D4D4D4"/>
                </a:solidFill>
                <a:latin typeface="Menlo"/>
                <a:ea typeface="Menlo"/>
                <a:cs typeface="Menlo"/>
              </a:defRPr>
            </a:lvl7pPr>
            <a:lvl8pPr algn="l">
              <a:defRPr sz="1313">
                <a:solidFill>
                  <a:srgbClr val="D4D4D4"/>
                </a:solidFill>
                <a:latin typeface="Menlo"/>
                <a:ea typeface="Menlo"/>
                <a:cs typeface="Menlo"/>
              </a:defRPr>
            </a:lvl8pPr>
            <a:lvl9pPr algn="l">
              <a:defRPr sz="1313">
                <a:solidFill>
                  <a:srgbClr val="D4D4D4"/>
                </a:solidFill>
                <a:latin typeface="Menlo"/>
                <a:ea typeface="Menlo"/>
                <a:cs typeface="Menlo"/>
              </a:defRPr>
            </a:lvl9pPr>
          </a:lstStyle>
          <a:p>
            <a:pPr algn="l">
              <a:defRPr sz="1313">
                <a:solidFill>
                  <a:srgbClr val="D4D4D4"/>
                </a:solidFill>
                <a:latin typeface="Menlo"/>
                <a:ea typeface="Menlo"/>
                <a:cs typeface="Menlo"/>
              </a:defRPr>
            </a:pPr>
            <a:r>
              <a:rPr>
                <a:solidFill>
                  <a:srgbClr val="9CDCFE"/>
                </a:solidFill>
                <a:latin typeface="Menlo"/>
                <a:ea typeface="Menlo"/>
                <a:cs typeface="Menlo"/>
              </a:rPr>
              <a:t>    name</a:t>
            </a:r>
            <a:r>
              <a:rPr>
                <a:solidFill>
                  <a:srgbClr val="D4D4D4"/>
                </a:solidFill>
                <a:latin typeface="Menlo"/>
                <a:ea typeface="Menlo"/>
                <a:cs typeface="Menlo"/>
              </a:rPr>
              <a:t>=</a:t>
            </a:r>
            <a:r>
              <a:rPr>
                <a:solidFill>
                  <a:srgbClr val="CE9178"/>
                </a:solidFill>
                <a:latin typeface="Menlo"/>
                <a:ea typeface="Menlo"/>
                <a:cs typeface="Menlo"/>
              </a:rPr>
              <a:t>"AwaitMerchantApproval"</a:t>
            </a:r>
            <a:r>
              <a:rPr>
                <a:solidFill>
                  <a:srgbClr val="D4D4D4"/>
                </a:solidFill>
                <a:latin typeface="Menlo"/>
                <a:ea typeface="Menlo"/>
                <a:cs typeface="Menlo"/>
              </a:rPr>
              <a:t>,</a:t>
            </a:r>
          </a:p>
        </p:txBody>
      </p:sp>
      <p:sp>
        <p:nvSpPr>
          <p:cNvPr id="7" name="wait-line-3">
            <a:extLst>
              <a:ext uri="{FF2B5EF4-FFF2-40B4-BE49-F238E27FC236}">
                <ns2:creationId id="{C51B8418-1453-4264-B58C-14A549CA3A0D}"/>
              </a:ext>
            </a:extLst>
          </p:cNvPr>
          <p:cNvSpPr>
            <a:spLocks noGrp="1"/>
          </p:cNvSpPr>
          <p:nvPr/>
        </p:nvSpPr>
        <p:spPr>
          <a:xfrm>
            <a:off x="790575" y="2628900"/>
            <a:ext cx="4933950" cy="247650"/>
          </a:xfrm>
          <a:prstGeom prst="rect">
            <a:avLst/>
          </a:prstGeom>
          <a:noFill/>
          <a:ln w="0">
            <a:noFill/>
          </a:ln>
        </p:spPr>
        <p:txBody>
          <a:bodyPr wrap="none" lIns="0" tIns="0" rIns="0" bIns="0" anchor="t">
            <a:noAutofit/>
          </a:bodyPr>
          <a:lstStyle>
            <a:defPPr algn="l">
              <a:defRPr sz="1313">
                <a:solidFill>
                  <a:srgbClr val="D4D4D4"/>
                </a:solidFill>
                <a:latin typeface="Menlo"/>
                <a:ea typeface="Menlo"/>
                <a:cs typeface="Menlo"/>
              </a:defRPr>
            </a:defPPr>
            <a:lvl1pPr algn="l">
              <a:defRPr sz="1313">
                <a:solidFill>
                  <a:srgbClr val="D4D4D4"/>
                </a:solidFill>
                <a:latin typeface="Menlo"/>
                <a:ea typeface="Menlo"/>
                <a:cs typeface="Menlo"/>
              </a:defRPr>
            </a:lvl1pPr>
            <a:lvl2pPr algn="l">
              <a:defRPr sz="1313">
                <a:solidFill>
                  <a:srgbClr val="D4D4D4"/>
                </a:solidFill>
                <a:latin typeface="Menlo"/>
                <a:ea typeface="Menlo"/>
                <a:cs typeface="Menlo"/>
              </a:defRPr>
            </a:lvl2pPr>
            <a:lvl3pPr algn="l">
              <a:defRPr sz="1313">
                <a:solidFill>
                  <a:srgbClr val="D4D4D4"/>
                </a:solidFill>
                <a:latin typeface="Menlo"/>
                <a:ea typeface="Menlo"/>
                <a:cs typeface="Menlo"/>
              </a:defRPr>
            </a:lvl3pPr>
            <a:lvl4pPr algn="l">
              <a:defRPr sz="1313">
                <a:solidFill>
                  <a:srgbClr val="D4D4D4"/>
                </a:solidFill>
                <a:latin typeface="Menlo"/>
                <a:ea typeface="Menlo"/>
                <a:cs typeface="Menlo"/>
              </a:defRPr>
            </a:lvl4pPr>
            <a:lvl5pPr algn="l">
              <a:defRPr sz="1313">
                <a:solidFill>
                  <a:srgbClr val="D4D4D4"/>
                </a:solidFill>
                <a:latin typeface="Menlo"/>
                <a:ea typeface="Menlo"/>
                <a:cs typeface="Menlo"/>
              </a:defRPr>
            </a:lvl5pPr>
            <a:lvl6pPr algn="l">
              <a:defRPr sz="1313">
                <a:solidFill>
                  <a:srgbClr val="D4D4D4"/>
                </a:solidFill>
                <a:latin typeface="Menlo"/>
                <a:ea typeface="Menlo"/>
                <a:cs typeface="Menlo"/>
              </a:defRPr>
            </a:lvl6pPr>
            <a:lvl7pPr algn="l">
              <a:defRPr sz="1313">
                <a:solidFill>
                  <a:srgbClr val="D4D4D4"/>
                </a:solidFill>
                <a:latin typeface="Menlo"/>
                <a:ea typeface="Menlo"/>
                <a:cs typeface="Menlo"/>
              </a:defRPr>
            </a:lvl7pPr>
            <a:lvl8pPr algn="l">
              <a:defRPr sz="1313">
                <a:solidFill>
                  <a:srgbClr val="D4D4D4"/>
                </a:solidFill>
                <a:latin typeface="Menlo"/>
                <a:ea typeface="Menlo"/>
                <a:cs typeface="Menlo"/>
              </a:defRPr>
            </a:lvl8pPr>
            <a:lvl9pPr algn="l">
              <a:defRPr sz="1313">
                <a:solidFill>
                  <a:srgbClr val="D4D4D4"/>
                </a:solidFill>
                <a:latin typeface="Menlo"/>
                <a:ea typeface="Menlo"/>
                <a:cs typeface="Menlo"/>
              </a:defRPr>
            </a:lvl9pPr>
          </a:lstStyle>
          <a:p>
            <a:pPr algn="l">
              <a:defRPr sz="1313">
                <a:solidFill>
                  <a:srgbClr val="D4D4D4"/>
                </a:solidFill>
                <a:latin typeface="Menlo"/>
                <a:ea typeface="Menlo"/>
                <a:cs typeface="Menlo"/>
              </a:defRPr>
            </a:pPr>
            <a:r>
              <a:rPr>
                <a:solidFill>
                  <a:srgbClr val="6A9955"/>
                </a:solidFill>
                <a:latin typeface="Menlo"/>
                <a:ea typeface="Menlo"/>
                <a:cs typeface="Menlo"/>
              </a:rPr>
              <a:t>    # ...</a:t>
            </a:r>
          </a:p>
        </p:txBody>
      </p:sp>
      <p:sp>
        <p:nvSpPr>
          <p:cNvPr id="8" name="wait-line-4">
            <a:extLst>
              <a:ext uri="{FF2B5EF4-FFF2-40B4-BE49-F238E27FC236}">
                <ns2:creationId id="{4D2CDBB9-7941-4156-856F-408F9B12ABF1}"/>
              </a:ext>
            </a:extLst>
          </p:cNvPr>
          <p:cNvSpPr>
            <a:spLocks noGrp="1"/>
          </p:cNvSpPr>
          <p:nvPr/>
        </p:nvSpPr>
        <p:spPr>
          <a:xfrm>
            <a:off x="790575" y="2886075"/>
            <a:ext cx="4933950" cy="247650"/>
          </a:xfrm>
          <a:prstGeom prst="rect">
            <a:avLst/>
          </a:prstGeom>
          <a:noFill/>
          <a:ln w="0">
            <a:noFill/>
          </a:ln>
        </p:spPr>
        <p:txBody>
          <a:bodyPr wrap="none" lIns="0" tIns="0" rIns="0" bIns="0" anchor="t">
            <a:noAutofit/>
          </a:bodyPr>
          <a:lstStyle>
            <a:defPPr algn="l">
              <a:defRPr sz="1313">
                <a:solidFill>
                  <a:srgbClr val="D4D4D4"/>
                </a:solidFill>
                <a:latin typeface="Menlo"/>
                <a:ea typeface="Menlo"/>
                <a:cs typeface="Menlo"/>
              </a:defRPr>
            </a:defPPr>
            <a:lvl1pPr algn="l">
              <a:defRPr sz="1313">
                <a:solidFill>
                  <a:srgbClr val="D4D4D4"/>
                </a:solidFill>
                <a:latin typeface="Menlo"/>
                <a:ea typeface="Menlo"/>
                <a:cs typeface="Menlo"/>
              </a:defRPr>
            </a:lvl1pPr>
            <a:lvl2pPr algn="l">
              <a:defRPr sz="1313">
                <a:solidFill>
                  <a:srgbClr val="D4D4D4"/>
                </a:solidFill>
                <a:latin typeface="Menlo"/>
                <a:ea typeface="Menlo"/>
                <a:cs typeface="Menlo"/>
              </a:defRPr>
            </a:lvl2pPr>
            <a:lvl3pPr algn="l">
              <a:defRPr sz="1313">
                <a:solidFill>
                  <a:srgbClr val="D4D4D4"/>
                </a:solidFill>
                <a:latin typeface="Menlo"/>
                <a:ea typeface="Menlo"/>
                <a:cs typeface="Menlo"/>
              </a:defRPr>
            </a:lvl3pPr>
            <a:lvl4pPr algn="l">
              <a:defRPr sz="1313">
                <a:solidFill>
                  <a:srgbClr val="D4D4D4"/>
                </a:solidFill>
                <a:latin typeface="Menlo"/>
                <a:ea typeface="Menlo"/>
                <a:cs typeface="Menlo"/>
              </a:defRPr>
            </a:lvl4pPr>
            <a:lvl5pPr algn="l">
              <a:defRPr sz="1313">
                <a:solidFill>
                  <a:srgbClr val="D4D4D4"/>
                </a:solidFill>
                <a:latin typeface="Menlo"/>
                <a:ea typeface="Menlo"/>
                <a:cs typeface="Menlo"/>
              </a:defRPr>
            </a:lvl5pPr>
            <a:lvl6pPr algn="l">
              <a:defRPr sz="1313">
                <a:solidFill>
                  <a:srgbClr val="D4D4D4"/>
                </a:solidFill>
                <a:latin typeface="Menlo"/>
                <a:ea typeface="Menlo"/>
                <a:cs typeface="Menlo"/>
              </a:defRPr>
            </a:lvl6pPr>
            <a:lvl7pPr algn="l">
              <a:defRPr sz="1313">
                <a:solidFill>
                  <a:srgbClr val="D4D4D4"/>
                </a:solidFill>
                <a:latin typeface="Menlo"/>
                <a:ea typeface="Menlo"/>
                <a:cs typeface="Menlo"/>
              </a:defRPr>
            </a:lvl7pPr>
            <a:lvl8pPr algn="l">
              <a:defRPr sz="1313">
                <a:solidFill>
                  <a:srgbClr val="D4D4D4"/>
                </a:solidFill>
                <a:latin typeface="Menlo"/>
                <a:ea typeface="Menlo"/>
                <a:cs typeface="Menlo"/>
              </a:defRPr>
            </a:lvl8pPr>
            <a:lvl9pPr algn="l">
              <a:defRPr sz="1313">
                <a:solidFill>
                  <a:srgbClr val="D4D4D4"/>
                </a:solidFill>
                <a:latin typeface="Menlo"/>
                <a:ea typeface="Menlo"/>
                <a:cs typeface="Menlo"/>
              </a:defRPr>
            </a:lvl9pPr>
          </a:lstStyle>
          <a:p>
            <a:pPr algn="l">
              <a:defRPr sz="1313">
                <a:solidFill>
                  <a:srgbClr val="D4D4D4"/>
                </a:solidFill>
                <a:latin typeface="Menlo"/>
                <a:ea typeface="Menlo"/>
                <a:cs typeface="Menlo"/>
              </a:defRPr>
            </a:pPr>
            <a:r>
              <a:rPr>
                <a:solidFill>
                  <a:srgbClr val="D4D4D4"/>
                </a:solidFill>
                <a:latin typeface="Menlo"/>
                <a:ea typeface="Menlo"/>
                <a:cs typeface="Menlo"/>
              </a:rPr>
              <a:t>)</a:t>
            </a:r>
          </a:p>
        </p:txBody>
      </p:sp>
      <p:sp>
        <p:nvSpPr>
          <p:cNvPr id="9" name="wait-highlight">
            <a:extLst>
              <a:ext uri="{FF2B5EF4-FFF2-40B4-BE49-F238E27FC236}">
                <ns2:creationId id="{F45C9FD5-3483-4C0B-BE0A-DA3AE246E430}"/>
              </a:ext>
            </a:extLst>
          </p:cNvPr>
          <p:cNvSpPr>
            <a:spLocks noGrp="1"/>
          </p:cNvSpPr>
          <p:nvPr/>
        </p:nvSpPr>
        <p:spPr>
          <a:xfrm>
            <a:off x="762000" y="1819275"/>
            <a:ext cx="2695575" cy="266700"/>
          </a:xfrm>
          <a:prstGeom prst="rect">
            <a:avLst/>
          </a:prstGeom>
          <a:noFill/>
          <a:ln w="19050">
            <a:solidFill>
              <a:srgbClr val="FF5874"/>
            </a:solidFill>
          </a:ln>
        </p:spPr>
      </p:sp>
      <p:sp>
        <p:nvSpPr>
          <p:cNvPr id="10" name="callback-explanation">
            <a:extLst>
              <a:ext uri="{FF2B5EF4-FFF2-40B4-BE49-F238E27FC236}">
                <ns2:creationId id="{332B89D0-B315-4953-B550-4EE6E5423053}"/>
              </a:ext>
            </a:extLst>
          </p:cNvPr>
          <p:cNvSpPr>
            <a:spLocks noGrp="1"/>
          </p:cNvSpPr>
          <p:nvPr/>
        </p:nvSpPr>
        <p:spPr>
          <a:xfrm>
            <a:off x="6200775" y="1971675"/>
            <a:ext cx="2238375" cy="838200"/>
          </a:xfrm>
          <a:prstGeom prst="rect">
            <a:avLst/>
          </a:prstGeom>
          <a:solidFill>
            <a:srgbClr val="255DA8"/>
          </a:solidFill>
          <a:ln w="0">
            <a:noFill/>
          </a:ln>
        </p:spPr>
        <p:txBody>
          <a:bodyPr wrap="none" lIns="76200" tIns="38100" rIns="76200" bIns="38100" anchor="ctr">
            <a:noAutofit/>
          </a:bodyPr>
          <a:lstStyle>
            <a:defPPr algn="ctr">
              <a:defRPr sz="1425">
                <a:solidFill>
                  <a:srgbClr val="FFFFFF"/>
                </a:solidFill>
                <a:latin typeface="Ubuntu Light"/>
                <a:ea typeface="Ubuntu Light"/>
                <a:cs typeface="Ubuntu Light"/>
              </a:defRPr>
            </a:defPPr>
            <a:lvl1pPr algn="ctr">
              <a:defRPr sz="1425">
                <a:solidFill>
                  <a:srgbClr val="FFFFFF"/>
                </a:solidFill>
                <a:latin typeface="Ubuntu Light"/>
                <a:ea typeface="Ubuntu Light"/>
                <a:cs typeface="Ubuntu Light"/>
              </a:defRPr>
            </a:lvl1pPr>
            <a:lvl2pPr algn="ctr">
              <a:defRPr sz="1425">
                <a:solidFill>
                  <a:srgbClr val="FFFFFF"/>
                </a:solidFill>
                <a:latin typeface="Ubuntu Light"/>
                <a:ea typeface="Ubuntu Light"/>
                <a:cs typeface="Ubuntu Light"/>
              </a:defRPr>
            </a:lvl2pPr>
            <a:lvl3pPr algn="ctr">
              <a:defRPr sz="1425">
                <a:solidFill>
                  <a:srgbClr val="FFFFFF"/>
                </a:solidFill>
                <a:latin typeface="Ubuntu Light"/>
                <a:ea typeface="Ubuntu Light"/>
                <a:cs typeface="Ubuntu Light"/>
              </a:defRPr>
            </a:lvl3pPr>
            <a:lvl4pPr algn="ctr">
              <a:defRPr sz="1425">
                <a:solidFill>
                  <a:srgbClr val="FFFFFF"/>
                </a:solidFill>
                <a:latin typeface="Ubuntu Light"/>
                <a:ea typeface="Ubuntu Light"/>
                <a:cs typeface="Ubuntu Light"/>
              </a:defRPr>
            </a:lvl4pPr>
            <a:lvl5pPr algn="ctr">
              <a:defRPr sz="1425">
                <a:solidFill>
                  <a:srgbClr val="FFFFFF"/>
                </a:solidFill>
                <a:latin typeface="Ubuntu Light"/>
                <a:ea typeface="Ubuntu Light"/>
                <a:cs typeface="Ubuntu Light"/>
              </a:defRPr>
            </a:lvl5pPr>
            <a:lvl6pPr algn="ctr">
              <a:defRPr sz="1425">
                <a:solidFill>
                  <a:srgbClr val="FFFFFF"/>
                </a:solidFill>
                <a:latin typeface="Ubuntu Light"/>
                <a:ea typeface="Ubuntu Light"/>
                <a:cs typeface="Ubuntu Light"/>
              </a:defRPr>
            </a:lvl6pPr>
            <a:lvl7pPr algn="ctr">
              <a:defRPr sz="1425">
                <a:solidFill>
                  <a:srgbClr val="FFFFFF"/>
                </a:solidFill>
                <a:latin typeface="Ubuntu Light"/>
                <a:ea typeface="Ubuntu Light"/>
                <a:cs typeface="Ubuntu Light"/>
              </a:defRPr>
            </a:lvl7pPr>
            <a:lvl8pPr algn="ctr">
              <a:defRPr sz="1425">
                <a:solidFill>
                  <a:srgbClr val="FFFFFF"/>
                </a:solidFill>
                <a:latin typeface="Ubuntu Light"/>
                <a:ea typeface="Ubuntu Light"/>
                <a:cs typeface="Ubuntu Light"/>
              </a:defRPr>
            </a:lvl8pPr>
            <a:lvl9pPr algn="ctr">
              <a:defRPr sz="1425">
                <a:solidFill>
                  <a:srgbClr val="FFFFFF"/>
                </a:solidFill>
                <a:latin typeface="Ubuntu Light"/>
                <a:ea typeface="Ubuntu Light"/>
                <a:cs typeface="Ubuntu Light"/>
              </a:defRPr>
            </a:lvl9pPr>
          </a:lstStyle>
          <a:p>
            <a:pPr algn="ctr">
              <a:defRPr sz="1425">
                <a:solidFill>
                  <a:srgbClr val="FFFFFF"/>
                </a:solidFill>
                <a:latin typeface="Ubuntu Light"/>
                <a:ea typeface="Ubuntu Light"/>
                <a:cs typeface="Ubuntu Light"/>
              </a:defRPr>
            </a:pPr>
            <a:r>
              <a:rPr sz="1425">
                <a:solidFill>
                  <a:srgbClr val="FFFFFF"/>
                </a:solidFill>
                <a:latin typeface="Ubuntu Light"/>
                <a:ea typeface="Ubuntu Light"/>
                <a:cs typeface="Ubuntu Light"/>
              </a:rPr>
              <a:t>Send an approval request,</a:t>
            </a:r>
          </a:p>
          <a:p>
            <a:pPr algn="ctr">
              <a:defRPr sz="1425">
                <a:solidFill>
                  <a:srgbClr val="FFFFFF"/>
                </a:solidFill>
                <a:latin typeface="Ubuntu Light"/>
                <a:ea typeface="Ubuntu Light"/>
                <a:cs typeface="Ubuntu Light"/>
              </a:defRPr>
            </a:pPr>
            <a:r>
              <a:rPr sz="1425">
                <a:solidFill>
                  <a:srgbClr val="FFFFFF"/>
                </a:solidFill>
                <a:latin typeface="Ubuntu Light"/>
                <a:ea typeface="Ubuntu Light"/>
                <a:cs typeface="Ubuntu Light"/>
              </a:rPr>
              <a:t>then suspend until its</a:t>
            </a:r>
          </a:p>
          <a:p>
            <a:pPr algn="ctr">
              <a:defRPr sz="1425">
                <a:solidFill>
                  <a:srgbClr val="FFFFFF"/>
                </a:solidFill>
                <a:latin typeface="Ubuntu Light"/>
                <a:ea typeface="Ubuntu Light"/>
                <a:cs typeface="Ubuntu Light"/>
              </a:defRPr>
            </a:pPr>
            <a:r>
              <a:rPr sz="1425">
                <a:solidFill>
                  <a:srgbClr val="FFFFFF"/>
                </a:solidFill>
                <a:latin typeface="Ubuntu Light"/>
                <a:ea typeface="Ubuntu Light"/>
                <a:cs typeface="Ubuntu Light"/>
              </a:rPr>
              <a:t>callback is answered.</a:t>
            </a:r>
          </a:p>
        </p:txBody>
      </p:sp>
      <p:cxnSp>
        <p:nvCxnSpPr>
          <p:cNvPr id="11" name="popup-leader">
            <a:extLst>
              <a:ext uri="{FF2B5EF4-FFF2-40B4-BE49-F238E27FC236}">
                <ns2:creationId id="{417D00CF-A7E4-4703-9222-D4C132D7963C}"/>
              </a:ext>
            </a:extLst>
          </p:cNvPr>
          <p:cNvCxnSpPr/>
          <p:nvPr/>
        </p:nvCxnSpPr>
        <p:spPr>
          <a:xfrm flipH="1" flipV="1">
            <a:off x="3552825" y="1971675"/>
            <a:ext cx="2533650" cy="371475"/>
          </a:xfrm>
          <a:prstGeom prst="straightConnector1">
            <a:avLst/>
          </a:prstGeom>
          <a:ln w="14288">
            <a:solidFill>
              <a:srgbClr val="FF5874"/>
            </a:solidFill>
            <a:tailEnd type="triangle" w="sm" len="sm"/>
          </a:ln>
        </p:spPr>
      </p:cxnSp>
      <p:pic>
        <p:nvPicPr>
          <p:cNvPr id="12" name="">
            <a:extLst>
              <a:ext uri="{FF2B5EF4-FFF2-40B4-BE49-F238E27FC236}">
                <ns2:creationId id="{90671BC8-5B3A-47C7-8128-41D2829B7BD6}"/>
              </a:ext>
            </a:extLst>
          </p:cNvPr>
          <p:cNvPicPr>
            <a:picLocks noChangeAspect="1"/>
          </p:cNvPicPr>
          <p:nvPr/>
        </p:nvPicPr>
        <p:blipFill>
          <a:blip r:embed="R43648569c27a4ce9"/>
          <a:stretch/>
        </p:blipFill>
        <p:spPr>
          <a:xfrm>
            <a:off x="952500" y="3686175"/>
            <a:ext cx="447675" cy="447675"/>
          </a:xfrm>
          <a:prstGeom prst="rect">
            <a:avLst/>
          </a:prstGeom>
        </p:spPr>
      </p:pic>
      <p:pic>
        <p:nvPicPr>
          <p:cNvPr id="13" name="">
            <a:extLst>
              <a:ext uri="{FF2B5EF4-FFF2-40B4-BE49-F238E27FC236}">
                <ns2:creationId id="{43C0094D-7A05-4074-9B8D-23EE32F6E620}"/>
              </a:ext>
            </a:extLst>
          </p:cNvPr>
          <p:cNvPicPr>
            <a:picLocks noChangeAspect="1"/>
          </p:cNvPicPr>
          <p:nvPr/>
        </p:nvPicPr>
        <p:blipFill>
          <a:blip r:embed="R6e83fee8dc9b4356"/>
          <a:stretch/>
        </p:blipFill>
        <p:spPr>
          <a:xfrm>
            <a:off x="4295775" y="3686175"/>
            <a:ext cx="447675" cy="447675"/>
          </a:xfrm>
          <a:prstGeom prst="rect">
            <a:avLst/>
          </a:prstGeom>
        </p:spPr>
      </p:pic>
      <p:pic>
        <p:nvPicPr>
          <p:cNvPr id="14" name="">
            <a:extLst>
              <a:ext uri="{FF2B5EF4-FFF2-40B4-BE49-F238E27FC236}">
                <ns2:creationId id="{2ECA5ECD-09E8-412C-84FA-5EE4C47F68DA}"/>
              </a:ext>
            </a:extLst>
          </p:cNvPr>
          <p:cNvPicPr>
            <a:picLocks noChangeAspect="1"/>
          </p:cNvPicPr>
          <p:nvPr/>
        </p:nvPicPr>
        <p:blipFill>
          <a:blip r:embed="Rd484bf7174184168"/>
          <a:stretch/>
        </p:blipFill>
        <p:spPr>
          <a:xfrm>
            <a:off x="7639050" y="3686175"/>
            <a:ext cx="447675" cy="447675"/>
          </a:xfrm>
          <a:prstGeom prst="rect">
            <a:avLst/>
          </a:prstGeom>
        </p:spPr>
      </p:pic>
      <p:cxnSp>
        <p:nvCxnSpPr>
          <p:cNvPr id="15" name="request-message">
            <a:extLst>
              <a:ext uri="{FF2B5EF4-FFF2-40B4-BE49-F238E27FC236}">
                <ns2:creationId id="{950FA474-A178-410E-B774-749EE541129B}"/>
              </a:ext>
            </a:extLst>
          </p:cNvPr>
          <p:cNvCxnSpPr/>
          <p:nvPr/>
        </p:nvCxnSpPr>
        <p:spPr>
          <a:xfrm flipH="0" flipV="0">
            <a:off x="1524000" y="3905250"/>
            <a:ext cx="2647950" cy="0"/>
          </a:xfrm>
          <a:prstGeom prst="straightConnector1">
            <a:avLst/>
          </a:prstGeom>
          <a:ln w="14288">
            <a:solidFill>
              <a:srgbClr val="202D3E"/>
            </a:solidFill>
            <a:tailEnd type="triangle" w="sm" len="sm"/>
          </a:ln>
        </p:spPr>
      </p:cxnSp>
      <p:sp>
        <p:nvSpPr>
          <p:cNvPr id="16" name="request-message-label">
            <a:extLst>
              <a:ext uri="{FF2B5EF4-FFF2-40B4-BE49-F238E27FC236}">
                <ns2:creationId id="{5E420C7A-3793-4D3B-93E4-0E48A4C66236}"/>
              </a:ext>
            </a:extLst>
          </p:cNvPr>
          <p:cNvSpPr>
            <a:spLocks noGrp="1"/>
          </p:cNvSpPr>
          <p:nvPr/>
        </p:nvSpPr>
        <p:spPr>
          <a:xfrm>
            <a:off x="1847850" y="3581400"/>
            <a:ext cx="2286000" cy="257175"/>
          </a:xfrm>
          <a:prstGeom prst="rect">
            <a:avLst/>
          </a:prstGeom>
          <a:noFill/>
          <a:ln w="0">
            <a:noFill/>
          </a:ln>
        </p:spPr>
        <p:txBody>
          <a:bodyPr wrap="none" lIns="0" tIns="0" rIns="0" bIns="0" anchor="t">
            <a:noAutofit/>
          </a:bodyPr>
          <a:lstStyle>
            <a:defPPr algn="l">
              <a:defRPr sz="1350">
                <a:solidFill>
                  <a:srgbClr val="202D3E"/>
                </a:solidFill>
                <a:latin typeface="Ubuntu Light"/>
                <a:ea typeface="Ubuntu Light"/>
                <a:cs typeface="Ubuntu Light"/>
              </a:defRPr>
            </a:defPPr>
            <a:lvl1pPr algn="l">
              <a:defRPr sz="1350">
                <a:solidFill>
                  <a:srgbClr val="202D3E"/>
                </a:solidFill>
                <a:latin typeface="Ubuntu Light"/>
                <a:ea typeface="Ubuntu Light"/>
                <a:cs typeface="Ubuntu Light"/>
              </a:defRPr>
            </a:lvl1pPr>
            <a:lvl2pPr algn="l">
              <a:defRPr sz="1350">
                <a:solidFill>
                  <a:srgbClr val="202D3E"/>
                </a:solidFill>
                <a:latin typeface="Ubuntu Light"/>
                <a:ea typeface="Ubuntu Light"/>
                <a:cs typeface="Ubuntu Light"/>
              </a:defRPr>
            </a:lvl2pPr>
            <a:lvl3pPr algn="l">
              <a:defRPr sz="1350">
                <a:solidFill>
                  <a:srgbClr val="202D3E"/>
                </a:solidFill>
                <a:latin typeface="Ubuntu Light"/>
                <a:ea typeface="Ubuntu Light"/>
                <a:cs typeface="Ubuntu Light"/>
              </a:defRPr>
            </a:lvl3pPr>
            <a:lvl4pPr algn="l">
              <a:defRPr sz="1350">
                <a:solidFill>
                  <a:srgbClr val="202D3E"/>
                </a:solidFill>
                <a:latin typeface="Ubuntu Light"/>
                <a:ea typeface="Ubuntu Light"/>
                <a:cs typeface="Ubuntu Light"/>
              </a:defRPr>
            </a:lvl4pPr>
            <a:lvl5pPr algn="l">
              <a:defRPr sz="1350">
                <a:solidFill>
                  <a:srgbClr val="202D3E"/>
                </a:solidFill>
                <a:latin typeface="Ubuntu Light"/>
                <a:ea typeface="Ubuntu Light"/>
                <a:cs typeface="Ubuntu Light"/>
              </a:defRPr>
            </a:lvl5pPr>
            <a:lvl6pPr algn="l">
              <a:defRPr sz="1350">
                <a:solidFill>
                  <a:srgbClr val="202D3E"/>
                </a:solidFill>
                <a:latin typeface="Ubuntu Light"/>
                <a:ea typeface="Ubuntu Light"/>
                <a:cs typeface="Ubuntu Light"/>
              </a:defRPr>
            </a:lvl6pPr>
            <a:lvl7pPr algn="l">
              <a:defRPr sz="1350">
                <a:solidFill>
                  <a:srgbClr val="202D3E"/>
                </a:solidFill>
                <a:latin typeface="Ubuntu Light"/>
                <a:ea typeface="Ubuntu Light"/>
                <a:cs typeface="Ubuntu Light"/>
              </a:defRPr>
            </a:lvl7pPr>
            <a:lvl8pPr algn="l">
              <a:defRPr sz="1350">
                <a:solidFill>
                  <a:srgbClr val="202D3E"/>
                </a:solidFill>
                <a:latin typeface="Ubuntu Light"/>
                <a:ea typeface="Ubuntu Light"/>
                <a:cs typeface="Ubuntu Light"/>
              </a:defRPr>
            </a:lvl8pPr>
            <a:lvl9pPr algn="l">
              <a:defRPr sz="1350">
                <a:solidFill>
                  <a:srgbClr val="202D3E"/>
                </a:solidFill>
                <a:latin typeface="Ubuntu Light"/>
                <a:ea typeface="Ubuntu Light"/>
                <a:cs typeface="Ubuntu Light"/>
              </a:defRPr>
            </a:lvl9pPr>
          </a:lstStyle>
          <a:p>
            <a:pPr algn="l">
              <a:defRPr sz="1350">
                <a:solidFill>
                  <a:srgbClr val="202D3E"/>
                </a:solidFill>
                <a:latin typeface="Ubuntu Light"/>
                <a:ea typeface="Ubuntu Light"/>
                <a:cs typeface="Ubuntu Light"/>
              </a:defRPr>
            </a:pPr>
            <a:r>
              <a:rPr sz="1350">
                <a:solidFill>
                  <a:srgbClr val="202D3E"/>
                </a:solidFill>
                <a:latin typeface="Ubuntu Light"/>
                <a:ea typeface="Ubuntu Light"/>
                <a:cs typeface="Ubuntu Light"/>
              </a:rPr>
              <a:t>Order + callback ID</a:t>
            </a:r>
          </a:p>
        </p:txBody>
      </p:sp>
      <p:cxnSp>
        <p:nvCxnSpPr>
          <p:cNvPr id="17" name="receive-message">
            <a:extLst>
              <a:ext uri="{FF2B5EF4-FFF2-40B4-BE49-F238E27FC236}">
                <ns2:creationId id="{1C847CDD-9250-45BF-93A0-E4B5961211E5}"/>
              </a:ext>
            </a:extLst>
          </p:cNvPr>
          <p:cNvCxnSpPr/>
          <p:nvPr/>
        </p:nvCxnSpPr>
        <p:spPr>
          <a:xfrm flipH="0" flipV="0">
            <a:off x="4857750" y="3905250"/>
            <a:ext cx="2647950" cy="0"/>
          </a:xfrm>
          <a:prstGeom prst="straightConnector1">
            <a:avLst/>
          </a:prstGeom>
          <a:ln w="14288">
            <a:solidFill>
              <a:srgbClr val="202D3E"/>
            </a:solidFill>
            <a:tailEnd type="triangle" w="sm" len="sm"/>
          </a:ln>
        </p:spPr>
      </p:cxnSp>
      <p:sp>
        <p:nvSpPr>
          <p:cNvPr id="18" name="receive-message-label">
            <a:extLst>
              <a:ext uri="{FF2B5EF4-FFF2-40B4-BE49-F238E27FC236}">
                <ns2:creationId id="{8D1A5E83-038F-48FF-B980-DAE580189919}"/>
              </a:ext>
            </a:extLst>
          </p:cNvPr>
          <p:cNvSpPr>
            <a:spLocks noGrp="1"/>
          </p:cNvSpPr>
          <p:nvPr/>
        </p:nvSpPr>
        <p:spPr>
          <a:xfrm>
            <a:off x="5381625" y="3581400"/>
            <a:ext cx="2095500" cy="257175"/>
          </a:xfrm>
          <a:prstGeom prst="rect">
            <a:avLst/>
          </a:prstGeom>
          <a:noFill/>
          <a:ln w="0">
            <a:noFill/>
          </a:ln>
        </p:spPr>
        <p:txBody>
          <a:bodyPr wrap="none" lIns="0" tIns="0" rIns="0" bIns="0" anchor="t">
            <a:noAutofit/>
          </a:bodyPr>
          <a:lstStyle>
            <a:defPPr algn="l">
              <a:defRPr sz="1350">
                <a:solidFill>
                  <a:srgbClr val="202D3E"/>
                </a:solidFill>
                <a:latin typeface="Ubuntu Light"/>
                <a:ea typeface="Ubuntu Light"/>
                <a:cs typeface="Ubuntu Light"/>
              </a:defRPr>
            </a:defPPr>
            <a:lvl1pPr algn="l">
              <a:defRPr sz="1350">
                <a:solidFill>
                  <a:srgbClr val="202D3E"/>
                </a:solidFill>
                <a:latin typeface="Ubuntu Light"/>
                <a:ea typeface="Ubuntu Light"/>
                <a:cs typeface="Ubuntu Light"/>
              </a:defRPr>
            </a:lvl1pPr>
            <a:lvl2pPr algn="l">
              <a:defRPr sz="1350">
                <a:solidFill>
                  <a:srgbClr val="202D3E"/>
                </a:solidFill>
                <a:latin typeface="Ubuntu Light"/>
                <a:ea typeface="Ubuntu Light"/>
                <a:cs typeface="Ubuntu Light"/>
              </a:defRPr>
            </a:lvl2pPr>
            <a:lvl3pPr algn="l">
              <a:defRPr sz="1350">
                <a:solidFill>
                  <a:srgbClr val="202D3E"/>
                </a:solidFill>
                <a:latin typeface="Ubuntu Light"/>
                <a:ea typeface="Ubuntu Light"/>
                <a:cs typeface="Ubuntu Light"/>
              </a:defRPr>
            </a:lvl3pPr>
            <a:lvl4pPr algn="l">
              <a:defRPr sz="1350">
                <a:solidFill>
                  <a:srgbClr val="202D3E"/>
                </a:solidFill>
                <a:latin typeface="Ubuntu Light"/>
                <a:ea typeface="Ubuntu Light"/>
                <a:cs typeface="Ubuntu Light"/>
              </a:defRPr>
            </a:lvl4pPr>
            <a:lvl5pPr algn="l">
              <a:defRPr sz="1350">
                <a:solidFill>
                  <a:srgbClr val="202D3E"/>
                </a:solidFill>
                <a:latin typeface="Ubuntu Light"/>
                <a:ea typeface="Ubuntu Light"/>
                <a:cs typeface="Ubuntu Light"/>
              </a:defRPr>
            </a:lvl5pPr>
            <a:lvl6pPr algn="l">
              <a:defRPr sz="1350">
                <a:solidFill>
                  <a:srgbClr val="202D3E"/>
                </a:solidFill>
                <a:latin typeface="Ubuntu Light"/>
                <a:ea typeface="Ubuntu Light"/>
                <a:cs typeface="Ubuntu Light"/>
              </a:defRPr>
            </a:lvl6pPr>
            <a:lvl7pPr algn="l">
              <a:defRPr sz="1350">
                <a:solidFill>
                  <a:srgbClr val="202D3E"/>
                </a:solidFill>
                <a:latin typeface="Ubuntu Light"/>
                <a:ea typeface="Ubuntu Light"/>
                <a:cs typeface="Ubuntu Light"/>
              </a:defRPr>
            </a:lvl7pPr>
            <a:lvl8pPr algn="l">
              <a:defRPr sz="1350">
                <a:solidFill>
                  <a:srgbClr val="202D3E"/>
                </a:solidFill>
                <a:latin typeface="Ubuntu Light"/>
                <a:ea typeface="Ubuntu Light"/>
                <a:cs typeface="Ubuntu Light"/>
              </a:defRPr>
            </a:lvl8pPr>
            <a:lvl9pPr algn="l">
              <a:defRPr sz="1350">
                <a:solidFill>
                  <a:srgbClr val="202D3E"/>
                </a:solidFill>
                <a:latin typeface="Ubuntu Light"/>
                <a:ea typeface="Ubuntu Light"/>
                <a:cs typeface="Ubuntu Light"/>
              </a:defRPr>
            </a:lvl9pPr>
          </a:lstStyle>
          <a:p>
            <a:pPr algn="l">
              <a:defRPr sz="1350">
                <a:solidFill>
                  <a:srgbClr val="202D3E"/>
                </a:solidFill>
                <a:latin typeface="Ubuntu Light"/>
                <a:ea typeface="Ubuntu Light"/>
                <a:cs typeface="Ubuntu Light"/>
              </a:defRPr>
            </a:pPr>
            <a:r>
              <a:rPr sz="1350">
                <a:solidFill>
                  <a:srgbClr val="202D3E"/>
                </a:solidFill>
                <a:latin typeface="Ubuntu Light"/>
                <a:ea typeface="Ubuntu Light"/>
                <a:cs typeface="Ubuntu Light"/>
              </a:rPr>
              <a:t>Read SQS request</a:t>
            </a:r>
          </a:p>
        </p:txBody>
      </p:sp>
      <p:sp>
        <p:nvSpPr>
          <p:cNvPr id="19" name="lambda-label">
            <a:extLst>
              <a:ext uri="{FF2B5EF4-FFF2-40B4-BE49-F238E27FC236}">
                <ns2:creationId id="{53F63161-DD95-46F1-89D3-3868F2462A3D}"/>
              </a:ext>
            </a:extLst>
          </p:cNvPr>
          <p:cNvSpPr>
            <a:spLocks noGrp="1"/>
          </p:cNvSpPr>
          <p:nvPr/>
        </p:nvSpPr>
        <p:spPr>
          <a:xfrm>
            <a:off x="857250" y="4219575"/>
            <a:ext cx="952500" cy="257175"/>
          </a:xfrm>
          <a:prstGeom prst="rect">
            <a:avLst/>
          </a:prstGeom>
          <a:noFill/>
          <a:ln w="0">
            <a:noFill/>
          </a:ln>
        </p:spPr>
        <p:txBody>
          <a:bodyPr wrap="none" lIns="0" tIns="0" rIns="0" bIns="0" anchor="t">
            <a:noAutofit/>
          </a:bodyPr>
          <a:lstStyle>
            <a:defPPr algn="l">
              <a:defRPr sz="1425">
                <a:solidFill>
                  <a:srgbClr val="202D3E"/>
                </a:solidFill>
                <a:latin typeface="Ubuntu Light"/>
                <a:ea typeface="Ubuntu Light"/>
                <a:cs typeface="Ubuntu Light"/>
              </a:defRPr>
            </a:defPPr>
            <a:lvl1pPr algn="l">
              <a:defRPr sz="1425">
                <a:solidFill>
                  <a:srgbClr val="202D3E"/>
                </a:solidFill>
                <a:latin typeface="Ubuntu Light"/>
                <a:ea typeface="Ubuntu Light"/>
                <a:cs typeface="Ubuntu Light"/>
              </a:defRPr>
            </a:lvl1pPr>
            <a:lvl2pPr algn="l">
              <a:defRPr sz="1425">
                <a:solidFill>
                  <a:srgbClr val="202D3E"/>
                </a:solidFill>
                <a:latin typeface="Ubuntu Light"/>
                <a:ea typeface="Ubuntu Light"/>
                <a:cs typeface="Ubuntu Light"/>
              </a:defRPr>
            </a:lvl2pPr>
            <a:lvl3pPr algn="l">
              <a:defRPr sz="1425">
                <a:solidFill>
                  <a:srgbClr val="202D3E"/>
                </a:solidFill>
                <a:latin typeface="Ubuntu Light"/>
                <a:ea typeface="Ubuntu Light"/>
                <a:cs typeface="Ubuntu Light"/>
              </a:defRPr>
            </a:lvl3pPr>
            <a:lvl4pPr algn="l">
              <a:defRPr sz="1425">
                <a:solidFill>
                  <a:srgbClr val="202D3E"/>
                </a:solidFill>
                <a:latin typeface="Ubuntu Light"/>
                <a:ea typeface="Ubuntu Light"/>
                <a:cs typeface="Ubuntu Light"/>
              </a:defRPr>
            </a:lvl4pPr>
            <a:lvl5pPr algn="l">
              <a:defRPr sz="1425">
                <a:solidFill>
                  <a:srgbClr val="202D3E"/>
                </a:solidFill>
                <a:latin typeface="Ubuntu Light"/>
                <a:ea typeface="Ubuntu Light"/>
                <a:cs typeface="Ubuntu Light"/>
              </a:defRPr>
            </a:lvl5pPr>
            <a:lvl6pPr algn="l">
              <a:defRPr sz="1425">
                <a:solidFill>
                  <a:srgbClr val="202D3E"/>
                </a:solidFill>
                <a:latin typeface="Ubuntu Light"/>
                <a:ea typeface="Ubuntu Light"/>
                <a:cs typeface="Ubuntu Light"/>
              </a:defRPr>
            </a:lvl6pPr>
            <a:lvl7pPr algn="l">
              <a:defRPr sz="1425">
                <a:solidFill>
                  <a:srgbClr val="202D3E"/>
                </a:solidFill>
                <a:latin typeface="Ubuntu Light"/>
                <a:ea typeface="Ubuntu Light"/>
                <a:cs typeface="Ubuntu Light"/>
              </a:defRPr>
            </a:lvl7pPr>
            <a:lvl8pPr algn="l">
              <a:defRPr sz="1425">
                <a:solidFill>
                  <a:srgbClr val="202D3E"/>
                </a:solidFill>
                <a:latin typeface="Ubuntu Light"/>
                <a:ea typeface="Ubuntu Light"/>
                <a:cs typeface="Ubuntu Light"/>
              </a:defRPr>
            </a:lvl8pPr>
            <a:lvl9pPr algn="l">
              <a:defRPr sz="1425">
                <a:solidFill>
                  <a:srgbClr val="202D3E"/>
                </a:solidFill>
                <a:latin typeface="Ubuntu Light"/>
                <a:ea typeface="Ubuntu Light"/>
                <a:cs typeface="Ubuntu Light"/>
              </a:defRPr>
            </a:lvl9pPr>
          </a:lstStyle>
          <a:p>
            <a:pPr algn="l">
              <a:defRPr sz="1425">
                <a:solidFill>
                  <a:srgbClr val="202D3E"/>
                </a:solidFill>
                <a:latin typeface="Ubuntu Light"/>
                <a:ea typeface="Ubuntu Light"/>
                <a:cs typeface="Ubuntu Light"/>
              </a:defRPr>
            </a:pPr>
            <a:r>
              <a:rPr sz="1425">
                <a:solidFill>
                  <a:srgbClr val="202D3E"/>
                </a:solidFill>
                <a:latin typeface="Ubuntu Light"/>
                <a:ea typeface="Ubuntu Light"/>
                <a:cs typeface="Ubuntu Light"/>
              </a:rPr>
              <a:t>Lambda</a:t>
            </a:r>
          </a:p>
        </p:txBody>
      </p:sp>
      <p:sp>
        <p:nvSpPr>
          <p:cNvPr id="20" name="queue-label">
            <a:extLst>
              <a:ext uri="{FF2B5EF4-FFF2-40B4-BE49-F238E27FC236}">
                <ns2:creationId id="{66054D70-833E-44DD-901E-2EB6B378E26E}"/>
              </a:ext>
            </a:extLst>
          </p:cNvPr>
          <p:cNvSpPr>
            <a:spLocks noGrp="1"/>
          </p:cNvSpPr>
          <p:nvPr/>
        </p:nvSpPr>
        <p:spPr>
          <a:xfrm>
            <a:off x="4267200" y="4219575"/>
            <a:ext cx="762000" cy="257175"/>
          </a:xfrm>
          <a:prstGeom prst="rect">
            <a:avLst/>
          </a:prstGeom>
          <a:noFill/>
          <a:ln w="0">
            <a:noFill/>
          </a:ln>
        </p:spPr>
        <p:txBody>
          <a:bodyPr wrap="none" lIns="0" tIns="0" rIns="0" bIns="0" anchor="t">
            <a:noAutofit/>
          </a:bodyPr>
          <a:lstStyle>
            <a:defPPr algn="l">
              <a:defRPr sz="1425">
                <a:solidFill>
                  <a:srgbClr val="202D3E"/>
                </a:solidFill>
                <a:latin typeface="Ubuntu Light"/>
                <a:ea typeface="Ubuntu Light"/>
                <a:cs typeface="Ubuntu Light"/>
              </a:defRPr>
            </a:defPPr>
            <a:lvl1pPr algn="l">
              <a:defRPr sz="1425">
                <a:solidFill>
                  <a:srgbClr val="202D3E"/>
                </a:solidFill>
                <a:latin typeface="Ubuntu Light"/>
                <a:ea typeface="Ubuntu Light"/>
                <a:cs typeface="Ubuntu Light"/>
              </a:defRPr>
            </a:lvl1pPr>
            <a:lvl2pPr algn="l">
              <a:defRPr sz="1425">
                <a:solidFill>
                  <a:srgbClr val="202D3E"/>
                </a:solidFill>
                <a:latin typeface="Ubuntu Light"/>
                <a:ea typeface="Ubuntu Light"/>
                <a:cs typeface="Ubuntu Light"/>
              </a:defRPr>
            </a:lvl2pPr>
            <a:lvl3pPr algn="l">
              <a:defRPr sz="1425">
                <a:solidFill>
                  <a:srgbClr val="202D3E"/>
                </a:solidFill>
                <a:latin typeface="Ubuntu Light"/>
                <a:ea typeface="Ubuntu Light"/>
                <a:cs typeface="Ubuntu Light"/>
              </a:defRPr>
            </a:lvl3pPr>
            <a:lvl4pPr algn="l">
              <a:defRPr sz="1425">
                <a:solidFill>
                  <a:srgbClr val="202D3E"/>
                </a:solidFill>
                <a:latin typeface="Ubuntu Light"/>
                <a:ea typeface="Ubuntu Light"/>
                <a:cs typeface="Ubuntu Light"/>
              </a:defRPr>
            </a:lvl4pPr>
            <a:lvl5pPr algn="l">
              <a:defRPr sz="1425">
                <a:solidFill>
                  <a:srgbClr val="202D3E"/>
                </a:solidFill>
                <a:latin typeface="Ubuntu Light"/>
                <a:ea typeface="Ubuntu Light"/>
                <a:cs typeface="Ubuntu Light"/>
              </a:defRPr>
            </a:lvl5pPr>
            <a:lvl6pPr algn="l">
              <a:defRPr sz="1425">
                <a:solidFill>
                  <a:srgbClr val="202D3E"/>
                </a:solidFill>
                <a:latin typeface="Ubuntu Light"/>
                <a:ea typeface="Ubuntu Light"/>
                <a:cs typeface="Ubuntu Light"/>
              </a:defRPr>
            </a:lvl6pPr>
            <a:lvl7pPr algn="l">
              <a:defRPr sz="1425">
                <a:solidFill>
                  <a:srgbClr val="202D3E"/>
                </a:solidFill>
                <a:latin typeface="Ubuntu Light"/>
                <a:ea typeface="Ubuntu Light"/>
                <a:cs typeface="Ubuntu Light"/>
              </a:defRPr>
            </a:lvl7pPr>
            <a:lvl8pPr algn="l">
              <a:defRPr sz="1425">
                <a:solidFill>
                  <a:srgbClr val="202D3E"/>
                </a:solidFill>
                <a:latin typeface="Ubuntu Light"/>
                <a:ea typeface="Ubuntu Light"/>
                <a:cs typeface="Ubuntu Light"/>
              </a:defRPr>
            </a:lvl8pPr>
            <a:lvl9pPr algn="l">
              <a:defRPr sz="1425">
                <a:solidFill>
                  <a:srgbClr val="202D3E"/>
                </a:solidFill>
                <a:latin typeface="Ubuntu Light"/>
                <a:ea typeface="Ubuntu Light"/>
                <a:cs typeface="Ubuntu Light"/>
              </a:defRPr>
            </a:lvl9pPr>
          </a:lstStyle>
          <a:p>
            <a:pPr algn="l">
              <a:defRPr sz="1425">
                <a:solidFill>
                  <a:srgbClr val="202D3E"/>
                </a:solidFill>
                <a:latin typeface="Ubuntu Light"/>
                <a:ea typeface="Ubuntu Light"/>
                <a:cs typeface="Ubuntu Light"/>
              </a:defRPr>
            </a:pPr>
            <a:r>
              <a:rPr sz="1425">
                <a:solidFill>
                  <a:srgbClr val="202D3E"/>
                </a:solidFill>
                <a:latin typeface="Ubuntu Light"/>
                <a:ea typeface="Ubuntu Light"/>
                <a:cs typeface="Ubuntu Light"/>
              </a:rPr>
              <a:t>SQS</a:t>
            </a:r>
          </a:p>
        </p:txBody>
      </p:sp>
      <p:sp>
        <p:nvSpPr>
          <p:cNvPr id="21" name="test-label">
            <a:extLst>
              <a:ext uri="{FF2B5EF4-FFF2-40B4-BE49-F238E27FC236}">
                <ns2:creationId id="{1B81A7E7-65C6-4D69-ADE3-EA033ED8130D}"/>
              </a:ext>
            </a:extLst>
          </p:cNvPr>
          <p:cNvSpPr>
            <a:spLocks noGrp="1"/>
          </p:cNvSpPr>
          <p:nvPr/>
        </p:nvSpPr>
        <p:spPr>
          <a:xfrm>
            <a:off x="6886575" y="4219575"/>
            <a:ext cx="1695450" cy="257175"/>
          </a:xfrm>
          <a:prstGeom prst="rect">
            <a:avLst/>
          </a:prstGeom>
          <a:noFill/>
          <a:ln w="0">
            <a:noFill/>
          </a:ln>
        </p:spPr>
        <p:txBody>
          <a:bodyPr wrap="none" lIns="0" tIns="0" rIns="0" bIns="0" anchor="t">
            <a:noAutofit/>
          </a:bodyPr>
          <a:lstStyle>
            <a:defPPr algn="l">
              <a:defRPr sz="1425">
                <a:solidFill>
                  <a:srgbClr val="202D3E"/>
                </a:solidFill>
                <a:latin typeface="Ubuntu Light"/>
                <a:ea typeface="Ubuntu Light"/>
                <a:cs typeface="Ubuntu Light"/>
              </a:defRPr>
            </a:defPPr>
            <a:lvl1pPr algn="l">
              <a:defRPr sz="1425">
                <a:solidFill>
                  <a:srgbClr val="202D3E"/>
                </a:solidFill>
                <a:latin typeface="Ubuntu Light"/>
                <a:ea typeface="Ubuntu Light"/>
                <a:cs typeface="Ubuntu Light"/>
              </a:defRPr>
            </a:lvl1pPr>
            <a:lvl2pPr algn="l">
              <a:defRPr sz="1425">
                <a:solidFill>
                  <a:srgbClr val="202D3E"/>
                </a:solidFill>
                <a:latin typeface="Ubuntu Light"/>
                <a:ea typeface="Ubuntu Light"/>
                <a:cs typeface="Ubuntu Light"/>
              </a:defRPr>
            </a:lvl2pPr>
            <a:lvl3pPr algn="l">
              <a:defRPr sz="1425">
                <a:solidFill>
                  <a:srgbClr val="202D3E"/>
                </a:solidFill>
                <a:latin typeface="Ubuntu Light"/>
                <a:ea typeface="Ubuntu Light"/>
                <a:cs typeface="Ubuntu Light"/>
              </a:defRPr>
            </a:lvl3pPr>
            <a:lvl4pPr algn="l">
              <a:defRPr sz="1425">
                <a:solidFill>
                  <a:srgbClr val="202D3E"/>
                </a:solidFill>
                <a:latin typeface="Ubuntu Light"/>
                <a:ea typeface="Ubuntu Light"/>
                <a:cs typeface="Ubuntu Light"/>
              </a:defRPr>
            </a:lvl4pPr>
            <a:lvl5pPr algn="l">
              <a:defRPr sz="1425">
                <a:solidFill>
                  <a:srgbClr val="202D3E"/>
                </a:solidFill>
                <a:latin typeface="Ubuntu Light"/>
                <a:ea typeface="Ubuntu Light"/>
                <a:cs typeface="Ubuntu Light"/>
              </a:defRPr>
            </a:lvl5pPr>
            <a:lvl6pPr algn="l">
              <a:defRPr sz="1425">
                <a:solidFill>
                  <a:srgbClr val="202D3E"/>
                </a:solidFill>
                <a:latin typeface="Ubuntu Light"/>
                <a:ea typeface="Ubuntu Light"/>
                <a:cs typeface="Ubuntu Light"/>
              </a:defRPr>
            </a:lvl6pPr>
            <a:lvl7pPr algn="l">
              <a:defRPr sz="1425">
                <a:solidFill>
                  <a:srgbClr val="202D3E"/>
                </a:solidFill>
                <a:latin typeface="Ubuntu Light"/>
                <a:ea typeface="Ubuntu Light"/>
                <a:cs typeface="Ubuntu Light"/>
              </a:defRPr>
            </a:lvl7pPr>
            <a:lvl8pPr algn="l">
              <a:defRPr sz="1425">
                <a:solidFill>
                  <a:srgbClr val="202D3E"/>
                </a:solidFill>
                <a:latin typeface="Ubuntu Light"/>
                <a:ea typeface="Ubuntu Light"/>
                <a:cs typeface="Ubuntu Light"/>
              </a:defRPr>
            </a:lvl8pPr>
            <a:lvl9pPr algn="l">
              <a:defRPr sz="1425">
                <a:solidFill>
                  <a:srgbClr val="202D3E"/>
                </a:solidFill>
                <a:latin typeface="Ubuntu Light"/>
                <a:ea typeface="Ubuntu Light"/>
                <a:cs typeface="Ubuntu Light"/>
              </a:defRPr>
            </a:lvl9pPr>
          </a:lstStyle>
          <a:p>
            <a:pPr algn="l">
              <a:defRPr sz="1425">
                <a:solidFill>
                  <a:srgbClr val="202D3E"/>
                </a:solidFill>
                <a:latin typeface="Ubuntu Light"/>
                <a:ea typeface="Ubuntu Light"/>
                <a:cs typeface="Ubuntu Light"/>
              </a:defRPr>
            </a:pPr>
            <a:r>
              <a:rPr sz="1425">
                <a:solidFill>
                  <a:srgbClr val="202D3E"/>
                </a:solidFill>
                <a:latin typeface="Ubuntu Light"/>
                <a:ea typeface="Ubuntu Light"/>
                <a:cs typeface="Ubuntu Light"/>
              </a:rPr>
              <a:t>pytest as merchant</a:t>
            </a:r>
          </a:p>
        </p:txBody>
      </p:sp>
      <p:cxnSp>
        <p:nvCxnSpPr>
          <p:cNvPr id="22" name="reply-down">
            <a:extLst>
              <a:ext uri="{FF2B5EF4-FFF2-40B4-BE49-F238E27FC236}">
                <ns2:creationId id="{FA9CBFA1-16C7-496A-9FF7-575A60DBBABF}"/>
              </a:ext>
            </a:extLst>
          </p:cNvPr>
          <p:cNvCxnSpPr/>
          <p:nvPr/>
        </p:nvCxnSpPr>
        <p:spPr>
          <a:xfrm flipH="0" flipV="0">
            <a:off x="7858125" y="4495800"/>
            <a:ext cx="0" cy="476250"/>
          </a:xfrm>
          <a:prstGeom prst="straightConnector1">
            <a:avLst/>
          </a:prstGeom>
          <a:ln w="14288">
            <a:solidFill>
              <a:srgbClr val="FF5874"/>
            </a:solidFill>
          </a:ln>
        </p:spPr>
      </p:cxnSp>
      <p:cxnSp>
        <p:nvCxnSpPr>
          <p:cNvPr id="23" name="reply-across">
            <a:extLst>
              <a:ext uri="{FF2B5EF4-FFF2-40B4-BE49-F238E27FC236}">
                <ns2:creationId id="{5113E845-709B-47E4-9335-E353F6BEB82D}"/>
              </a:ext>
            </a:extLst>
          </p:cNvPr>
          <p:cNvCxnSpPr/>
          <p:nvPr/>
        </p:nvCxnSpPr>
        <p:spPr>
          <a:xfrm flipH="1" flipV="0">
            <a:off x="1181100" y="4972050"/>
            <a:ext cx="6677025" cy="0"/>
          </a:xfrm>
          <a:prstGeom prst="straightConnector1">
            <a:avLst/>
          </a:prstGeom>
          <a:ln w="14288">
            <a:solidFill>
              <a:srgbClr val="FF5874"/>
            </a:solidFill>
          </a:ln>
        </p:spPr>
      </p:cxnSp>
      <p:cxnSp>
        <p:nvCxnSpPr>
          <p:cNvPr id="24" name="reply-up">
            <a:extLst>
              <a:ext uri="{FF2B5EF4-FFF2-40B4-BE49-F238E27FC236}">
                <ns2:creationId id="{BD5408B1-9592-4F7E-8C28-CDD59036B162}"/>
              </a:ext>
            </a:extLst>
          </p:cNvPr>
          <p:cNvCxnSpPr/>
          <p:nvPr/>
        </p:nvCxnSpPr>
        <p:spPr>
          <a:xfrm flipH="0" flipV="1">
            <a:off x="1181100" y="4495800"/>
            <a:ext cx="0" cy="476250"/>
          </a:xfrm>
          <a:prstGeom prst="straightConnector1">
            <a:avLst/>
          </a:prstGeom>
          <a:ln w="14288">
            <a:solidFill>
              <a:srgbClr val="FF5874"/>
            </a:solidFill>
            <a:tailEnd type="triangle" w="sm" len="sm"/>
          </a:ln>
        </p:spPr>
      </p:cxnSp>
      <p:sp>
        <p:nvSpPr>
          <p:cNvPr id="25" name="callback-api-label">
            <a:extLst>
              <a:ext uri="{FF2B5EF4-FFF2-40B4-BE49-F238E27FC236}">
                <ns2:creationId id="{B3F39EDC-2FDA-4F70-83CF-948928BD0742}"/>
              </a:ext>
            </a:extLst>
          </p:cNvPr>
          <p:cNvSpPr>
            <a:spLocks noGrp="1"/>
          </p:cNvSpPr>
          <p:nvPr/>
        </p:nvSpPr>
        <p:spPr>
          <a:xfrm>
            <a:off x="2390775" y="4524375"/>
            <a:ext cx="5810250" cy="228600"/>
          </a:xfrm>
          <a:prstGeom prst="rect">
            <a:avLst/>
          </a:prstGeom>
          <a:noFill/>
          <a:ln w="0">
            <a:noFill/>
          </a:ln>
        </p:spPr>
        <p:txBody>
          <a:bodyPr wrap="none" lIns="0" tIns="0" rIns="0" bIns="0" anchor="t">
            <a:noAutofit/>
          </a:bodyPr>
          <a:lstStyle>
            <a:defPPr algn="l">
              <a:defRPr sz="1163">
                <a:solidFill>
                  <a:srgbClr val="C21461"/>
                </a:solidFill>
                <a:latin typeface="Menlo"/>
                <a:ea typeface="Menlo"/>
                <a:cs typeface="Menlo"/>
              </a:defRPr>
            </a:defPPr>
            <a:lvl1pPr algn="l">
              <a:defRPr sz="1163">
                <a:solidFill>
                  <a:srgbClr val="C21461"/>
                </a:solidFill>
                <a:latin typeface="Menlo"/>
                <a:ea typeface="Menlo"/>
                <a:cs typeface="Menlo"/>
              </a:defRPr>
            </a:lvl1pPr>
            <a:lvl2pPr algn="l">
              <a:defRPr sz="1163">
                <a:solidFill>
                  <a:srgbClr val="C21461"/>
                </a:solidFill>
                <a:latin typeface="Menlo"/>
                <a:ea typeface="Menlo"/>
                <a:cs typeface="Menlo"/>
              </a:defRPr>
            </a:lvl2pPr>
            <a:lvl3pPr algn="l">
              <a:defRPr sz="1163">
                <a:solidFill>
                  <a:srgbClr val="C21461"/>
                </a:solidFill>
                <a:latin typeface="Menlo"/>
                <a:ea typeface="Menlo"/>
                <a:cs typeface="Menlo"/>
              </a:defRPr>
            </a:lvl3pPr>
            <a:lvl4pPr algn="l">
              <a:defRPr sz="1163">
                <a:solidFill>
                  <a:srgbClr val="C21461"/>
                </a:solidFill>
                <a:latin typeface="Menlo"/>
                <a:ea typeface="Menlo"/>
                <a:cs typeface="Menlo"/>
              </a:defRPr>
            </a:lvl4pPr>
            <a:lvl5pPr algn="l">
              <a:defRPr sz="1163">
                <a:solidFill>
                  <a:srgbClr val="C21461"/>
                </a:solidFill>
                <a:latin typeface="Menlo"/>
                <a:ea typeface="Menlo"/>
                <a:cs typeface="Menlo"/>
              </a:defRPr>
            </a:lvl5pPr>
            <a:lvl6pPr algn="l">
              <a:defRPr sz="1163">
                <a:solidFill>
                  <a:srgbClr val="C21461"/>
                </a:solidFill>
                <a:latin typeface="Menlo"/>
                <a:ea typeface="Menlo"/>
                <a:cs typeface="Menlo"/>
              </a:defRPr>
            </a:lvl6pPr>
            <a:lvl7pPr algn="l">
              <a:defRPr sz="1163">
                <a:solidFill>
                  <a:srgbClr val="C21461"/>
                </a:solidFill>
                <a:latin typeface="Menlo"/>
                <a:ea typeface="Menlo"/>
                <a:cs typeface="Menlo"/>
              </a:defRPr>
            </a:lvl7pPr>
            <a:lvl8pPr algn="l">
              <a:defRPr sz="1163">
                <a:solidFill>
                  <a:srgbClr val="C21461"/>
                </a:solidFill>
                <a:latin typeface="Menlo"/>
                <a:ea typeface="Menlo"/>
                <a:cs typeface="Menlo"/>
              </a:defRPr>
            </a:lvl8pPr>
            <a:lvl9pPr algn="l">
              <a:defRPr sz="1163">
                <a:solidFill>
                  <a:srgbClr val="C21461"/>
                </a:solidFill>
                <a:latin typeface="Menlo"/>
                <a:ea typeface="Menlo"/>
                <a:cs typeface="Menlo"/>
              </a:defRPr>
            </a:lvl9pPr>
          </a:lstStyle>
          <a:p>
            <a:pPr algn="l">
              <a:defRPr sz="1163">
                <a:solidFill>
                  <a:srgbClr val="C21461"/>
                </a:solidFill>
                <a:latin typeface="Menlo"/>
                <a:ea typeface="Menlo"/>
                <a:cs typeface="Menlo"/>
              </a:defRPr>
            </a:pPr>
            <a:r>
              <a:rPr sz="1163">
                <a:solidFill>
                  <a:srgbClr val="C21461"/>
                </a:solidFill>
                <a:latin typeface="Menlo"/>
                <a:ea typeface="Menlo"/>
                <a:cs typeface="Menlo"/>
              </a:rPr>
              <a:t>send_durable_execution_callback_success</a:t>
            </a:r>
          </a:p>
        </p:txBody>
      </p:sp>
      <p:sp>
        <p:nvSpPr>
          <p:cNvPr id="26" name="callback-id-label">
            <a:extLst>
              <a:ext uri="{FF2B5EF4-FFF2-40B4-BE49-F238E27FC236}">
                <ns2:creationId id="{07D50592-EFB8-4D3A-B07C-47CCED022010}"/>
              </a:ext>
            </a:extLst>
          </p:cNvPr>
          <p:cNvSpPr>
            <a:spLocks noGrp="1"/>
          </p:cNvSpPr>
          <p:nvPr/>
        </p:nvSpPr>
        <p:spPr>
          <a:xfrm>
            <a:off x="2390775" y="4752975"/>
            <a:ext cx="5810250" cy="228600"/>
          </a:xfrm>
          <a:prstGeom prst="rect">
            <a:avLst/>
          </a:prstGeom>
          <a:noFill/>
          <a:ln w="0">
            <a:noFill/>
          </a:ln>
        </p:spPr>
        <p:txBody>
          <a:bodyPr wrap="none" lIns="0" tIns="0" rIns="0" bIns="0" anchor="t">
            <a:noAutofit/>
          </a:bodyPr>
          <a:lstStyle>
            <a:defPPr algn="l">
              <a:defRPr sz="1275">
                <a:solidFill>
                  <a:srgbClr val="C21461"/>
                </a:solidFill>
                <a:latin typeface="Ubuntu Light"/>
                <a:ea typeface="Ubuntu Light"/>
                <a:cs typeface="Ubuntu Light"/>
              </a:defRPr>
            </a:defPPr>
            <a:lvl1pPr algn="l">
              <a:defRPr sz="1275">
                <a:solidFill>
                  <a:srgbClr val="C21461"/>
                </a:solidFill>
                <a:latin typeface="Ubuntu Light"/>
                <a:ea typeface="Ubuntu Light"/>
                <a:cs typeface="Ubuntu Light"/>
              </a:defRPr>
            </a:lvl1pPr>
            <a:lvl2pPr algn="l">
              <a:defRPr sz="1275">
                <a:solidFill>
                  <a:srgbClr val="C21461"/>
                </a:solidFill>
                <a:latin typeface="Ubuntu Light"/>
                <a:ea typeface="Ubuntu Light"/>
                <a:cs typeface="Ubuntu Light"/>
              </a:defRPr>
            </a:lvl2pPr>
            <a:lvl3pPr algn="l">
              <a:defRPr sz="1275">
                <a:solidFill>
                  <a:srgbClr val="C21461"/>
                </a:solidFill>
                <a:latin typeface="Ubuntu Light"/>
                <a:ea typeface="Ubuntu Light"/>
                <a:cs typeface="Ubuntu Light"/>
              </a:defRPr>
            </a:lvl3pPr>
            <a:lvl4pPr algn="l">
              <a:defRPr sz="1275">
                <a:solidFill>
                  <a:srgbClr val="C21461"/>
                </a:solidFill>
                <a:latin typeface="Ubuntu Light"/>
                <a:ea typeface="Ubuntu Light"/>
                <a:cs typeface="Ubuntu Light"/>
              </a:defRPr>
            </a:lvl4pPr>
            <a:lvl5pPr algn="l">
              <a:defRPr sz="1275">
                <a:solidFill>
                  <a:srgbClr val="C21461"/>
                </a:solidFill>
                <a:latin typeface="Ubuntu Light"/>
                <a:ea typeface="Ubuntu Light"/>
                <a:cs typeface="Ubuntu Light"/>
              </a:defRPr>
            </a:lvl5pPr>
            <a:lvl6pPr algn="l">
              <a:defRPr sz="1275">
                <a:solidFill>
                  <a:srgbClr val="C21461"/>
                </a:solidFill>
                <a:latin typeface="Ubuntu Light"/>
                <a:ea typeface="Ubuntu Light"/>
                <a:cs typeface="Ubuntu Light"/>
              </a:defRPr>
            </a:lvl6pPr>
            <a:lvl7pPr algn="l">
              <a:defRPr sz="1275">
                <a:solidFill>
                  <a:srgbClr val="C21461"/>
                </a:solidFill>
                <a:latin typeface="Ubuntu Light"/>
                <a:ea typeface="Ubuntu Light"/>
                <a:cs typeface="Ubuntu Light"/>
              </a:defRPr>
            </a:lvl7pPr>
            <a:lvl8pPr algn="l">
              <a:defRPr sz="1275">
                <a:solidFill>
                  <a:srgbClr val="C21461"/>
                </a:solidFill>
                <a:latin typeface="Ubuntu Light"/>
                <a:ea typeface="Ubuntu Light"/>
                <a:cs typeface="Ubuntu Light"/>
              </a:defRPr>
            </a:lvl8pPr>
            <a:lvl9pPr algn="l">
              <a:defRPr sz="1275">
                <a:solidFill>
                  <a:srgbClr val="C21461"/>
                </a:solidFill>
                <a:latin typeface="Ubuntu Light"/>
                <a:ea typeface="Ubuntu Light"/>
                <a:cs typeface="Ubuntu Light"/>
              </a:defRPr>
            </a:lvl9pPr>
          </a:lstStyle>
          <a:p>
            <a:pPr algn="l">
              <a:defRPr sz="1275">
                <a:solidFill>
                  <a:srgbClr val="C21461"/>
                </a:solidFill>
                <a:latin typeface="Ubuntu Light"/>
                <a:ea typeface="Ubuntu Light"/>
                <a:cs typeface="Ubuntu Light"/>
              </a:defRPr>
            </a:pPr>
            <a:r>
              <a:rPr sz="1275">
                <a:solidFill>
                  <a:srgbClr val="C21461"/>
                </a:solidFill>
                <a:latin typeface="Ubuntu Light"/>
                <a:ea typeface="Ubuntu Light"/>
                <a:cs typeface="Ubuntu Light"/>
              </a:rPr>
              <a:t>Uses the same callback ID to resume the workflow</a:t>
            </a:r>
          </a:p>
        </p:txBody>
      </p:sp>
    </p:spTree>
    <p:extLst>
      <p:ext uri="{BB962C8B-B14F-4D97-AF65-F5344CB8AC3E}">
        <ns4:creationId val="159026630"/>
      </p:ext>
    </p:extLst>
  </p:cSld>
</p:sld>
</file>

<file path=ppt/slides/slide45.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7" name="slide-title">
            <a:extLst>
              <a:ext uri="{FF2B5EF4-FFF2-40B4-BE49-F238E27FC236}">
                <ns2:creationId id="{1137434A-6189-42F9-8EF1-FF33E0965749}"/>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a:solidFill>
                  <a:srgbClr val="202D3E"/>
                </a:solidFill>
                <a:latin typeface="Ubuntu Light"/>
                <a:ea typeface="Ubuntu Light"/>
                <a:cs typeface="Ubuntu Light"/>
              </a:defRPr>
            </a:defPPr>
            <a:lvl1pPr algn="l">
              <a:defRPr sz="2250">
                <a:solidFill>
                  <a:srgbClr val="202D3E"/>
                </a:solidFill>
                <a:latin typeface="Ubuntu Light"/>
                <a:ea typeface="Ubuntu Light"/>
                <a:cs typeface="Ubuntu Light"/>
              </a:defRPr>
            </a:lvl1pPr>
            <a:lvl2pPr algn="l">
              <a:defRPr sz="2250">
                <a:solidFill>
                  <a:srgbClr val="202D3E"/>
                </a:solidFill>
                <a:latin typeface="Ubuntu Light"/>
                <a:ea typeface="Ubuntu Light"/>
                <a:cs typeface="Ubuntu Light"/>
              </a:defRPr>
            </a:lvl2pPr>
            <a:lvl3pPr algn="l">
              <a:defRPr sz="2250">
                <a:solidFill>
                  <a:srgbClr val="202D3E"/>
                </a:solidFill>
                <a:latin typeface="Ubuntu Light"/>
                <a:ea typeface="Ubuntu Light"/>
                <a:cs typeface="Ubuntu Light"/>
              </a:defRPr>
            </a:lvl3pPr>
            <a:lvl4pPr algn="l">
              <a:defRPr sz="2250">
                <a:solidFill>
                  <a:srgbClr val="202D3E"/>
                </a:solidFill>
                <a:latin typeface="Ubuntu Light"/>
                <a:ea typeface="Ubuntu Light"/>
                <a:cs typeface="Ubuntu Light"/>
              </a:defRPr>
            </a:lvl4pPr>
            <a:lvl5pPr algn="l">
              <a:defRPr sz="2250">
                <a:solidFill>
                  <a:srgbClr val="202D3E"/>
                </a:solidFill>
                <a:latin typeface="Ubuntu Light"/>
                <a:ea typeface="Ubuntu Light"/>
                <a:cs typeface="Ubuntu Light"/>
              </a:defRPr>
            </a:lvl5pPr>
            <a:lvl6pPr algn="l">
              <a:defRPr sz="2250">
                <a:solidFill>
                  <a:srgbClr val="202D3E"/>
                </a:solidFill>
                <a:latin typeface="Ubuntu Light"/>
                <a:ea typeface="Ubuntu Light"/>
                <a:cs typeface="Ubuntu Light"/>
              </a:defRPr>
            </a:lvl6pPr>
            <a:lvl7pPr algn="l">
              <a:defRPr sz="2250">
                <a:solidFill>
                  <a:srgbClr val="202D3E"/>
                </a:solidFill>
                <a:latin typeface="Ubuntu Light"/>
                <a:ea typeface="Ubuntu Light"/>
                <a:cs typeface="Ubuntu Light"/>
              </a:defRPr>
            </a:lvl7pPr>
            <a:lvl8pPr algn="l">
              <a:defRPr sz="2250">
                <a:solidFill>
                  <a:srgbClr val="202D3E"/>
                </a:solidFill>
                <a:latin typeface="Ubuntu Light"/>
                <a:ea typeface="Ubuntu Light"/>
                <a:cs typeface="Ubuntu Light"/>
              </a:defRPr>
            </a:lvl8pPr>
            <a:lvl9pPr algn="l">
              <a:defRPr sz="2250">
                <a:solidFill>
                  <a:srgbClr val="202D3E"/>
                </a:solidFill>
                <a:latin typeface="Ubuntu Light"/>
                <a:ea typeface="Ubuntu Light"/>
                <a:cs typeface="Ubuntu Light"/>
              </a:defRPr>
            </a:lvl9pPr>
          </a:lstStyle>
          <a:p>
            <a:pPr algn="l">
              <a:defRPr sz="2250">
                <a:solidFill>
                  <a:srgbClr val="202D3E"/>
                </a:solidFill>
                <a:latin typeface="Ubuntu Light"/>
                <a:ea typeface="Ubuntu Light"/>
                <a:cs typeface="Ubuntu Light"/>
              </a:defRPr>
            </a:pPr>
            <a:r>
              <a:rPr sz="2250">
                <a:solidFill>
                  <a:srgbClr val="202D3E"/>
                </a:solidFill>
                <a:latin typeface="Ubuntu Light"/>
                <a:ea typeface="Ubuntu Light"/>
                <a:cs typeface="Ubuntu Light"/>
              </a:rPr>
              <a:t>The callback ID selects the waiting execution</a:t>
            </a:r>
          </a:p>
        </p:txBody>
      </p:sp>
      <p:sp>
        <p:nvSpPr>
          <p:cNvPr id="2" name="source-label">
            <a:extLst>
              <a:ext uri="{FF2B5EF4-FFF2-40B4-BE49-F238E27FC236}">
                <ns2:creationId id="{4C6D828D-8AED-4C94-8E23-F3997117EB17}"/>
              </a:ext>
            </a:extLst>
          </p:cNvPr>
          <p:cNvSpPr>
            <a:spLocks noGrp="1"/>
          </p:cNvSpPr>
          <p:nvPr/>
        </p:nvSpPr>
        <p:spPr>
          <a:xfrm>
            <a:off x="619125" y="1381125"/>
            <a:ext cx="7810500" cy="238125"/>
          </a:xfrm>
          <a:prstGeom prst="rect">
            <a:avLst/>
          </a:prstGeom>
          <a:noFill/>
          <a:ln w="0">
            <a:noFill/>
          </a:ln>
        </p:spPr>
        <p:txBody>
          <a:bodyPr wrap="none" lIns="0" tIns="0" rIns="0" bIns="0" anchor="t">
            <a:noAutofit/>
          </a:bodyPr>
          <a:lstStyle>
            <a:defPPr algn="l">
              <a:defRPr sz="1200">
                <a:solidFill>
                  <a:srgbClr val="475569"/>
                </a:solidFill>
                <a:latin typeface="Ubuntu Light"/>
                <a:ea typeface="Ubuntu Light"/>
                <a:cs typeface="Ubuntu Light"/>
              </a:defRPr>
            </a:defPPr>
            <a:lvl1pPr algn="l">
              <a:defRPr sz="1200">
                <a:solidFill>
                  <a:srgbClr val="475569"/>
                </a:solidFill>
                <a:latin typeface="Ubuntu Light"/>
                <a:ea typeface="Ubuntu Light"/>
                <a:cs typeface="Ubuntu Light"/>
              </a:defRPr>
            </a:lvl1pPr>
            <a:lvl2pPr algn="l">
              <a:defRPr sz="1200">
                <a:solidFill>
                  <a:srgbClr val="475569"/>
                </a:solidFill>
                <a:latin typeface="Ubuntu Light"/>
                <a:ea typeface="Ubuntu Light"/>
                <a:cs typeface="Ubuntu Light"/>
              </a:defRPr>
            </a:lvl2pPr>
            <a:lvl3pPr algn="l">
              <a:defRPr sz="1200">
                <a:solidFill>
                  <a:srgbClr val="475569"/>
                </a:solidFill>
                <a:latin typeface="Ubuntu Light"/>
                <a:ea typeface="Ubuntu Light"/>
                <a:cs typeface="Ubuntu Light"/>
              </a:defRPr>
            </a:lvl3pPr>
            <a:lvl4pPr algn="l">
              <a:defRPr sz="1200">
                <a:solidFill>
                  <a:srgbClr val="475569"/>
                </a:solidFill>
                <a:latin typeface="Ubuntu Light"/>
                <a:ea typeface="Ubuntu Light"/>
                <a:cs typeface="Ubuntu Light"/>
              </a:defRPr>
            </a:lvl4pPr>
            <a:lvl5pPr algn="l">
              <a:defRPr sz="1200">
                <a:solidFill>
                  <a:srgbClr val="475569"/>
                </a:solidFill>
                <a:latin typeface="Ubuntu Light"/>
                <a:ea typeface="Ubuntu Light"/>
                <a:cs typeface="Ubuntu Light"/>
              </a:defRPr>
            </a:lvl5pPr>
            <a:lvl6pPr algn="l">
              <a:defRPr sz="1200">
                <a:solidFill>
                  <a:srgbClr val="475569"/>
                </a:solidFill>
                <a:latin typeface="Ubuntu Light"/>
                <a:ea typeface="Ubuntu Light"/>
                <a:cs typeface="Ubuntu Light"/>
              </a:defRPr>
            </a:lvl6pPr>
            <a:lvl7pPr algn="l">
              <a:defRPr sz="1200">
                <a:solidFill>
                  <a:srgbClr val="475569"/>
                </a:solidFill>
                <a:latin typeface="Ubuntu Light"/>
                <a:ea typeface="Ubuntu Light"/>
                <a:cs typeface="Ubuntu Light"/>
              </a:defRPr>
            </a:lvl7pPr>
            <a:lvl8pPr algn="l">
              <a:defRPr sz="1200">
                <a:solidFill>
                  <a:srgbClr val="475569"/>
                </a:solidFill>
                <a:latin typeface="Ubuntu Light"/>
                <a:ea typeface="Ubuntu Light"/>
                <a:cs typeface="Ubuntu Light"/>
              </a:defRPr>
            </a:lvl8pPr>
            <a:lvl9pPr algn="l">
              <a:defRPr sz="1200">
                <a:solidFill>
                  <a:srgbClr val="475569"/>
                </a:solidFill>
                <a:latin typeface="Ubuntu Light"/>
                <a:ea typeface="Ubuntu Light"/>
                <a:cs typeface="Ubuntu Light"/>
              </a:defRPr>
            </a:lvl9pPr>
          </a:lstStyle>
          <a:p>
            <a:pPr algn="l">
              <a:defRPr sz="1200">
                <a:solidFill>
                  <a:srgbClr val="475569"/>
                </a:solidFill>
                <a:latin typeface="Ubuntu Light"/>
                <a:ea typeface="Ubuntu Light"/>
                <a:cs typeface="Ubuntu Light"/>
              </a:defRPr>
            </a:pPr>
            <a:r>
              <a:rPr sz="1200">
                <a:solidFill>
                  <a:srgbClr val="475569"/>
                </a:solidFill>
                <a:latin typeface="Ubuntu Light"/>
                <a:ea typeface="Ubuntu Light"/>
                <a:cs typeface="Ubuntu Light"/>
              </a:rPr>
              <a:t>bonus/durable/tests/test_durable_order.py</a:t>
            </a:r>
          </a:p>
        </p:txBody>
      </p:sp>
      <p:sp>
        <p:nvSpPr>
          <p:cNvPr id="3" name="reply-code-background">
            <a:extLst>
              <a:ext uri="{FF2B5EF4-FFF2-40B4-BE49-F238E27FC236}">
                <ns2:creationId id="{DE6B98BA-9189-43C7-A251-0C8D73ADA00A}"/>
              </a:ext>
            </a:extLst>
          </p:cNvPr>
          <p:cNvSpPr>
            <a:spLocks noGrp="1"/>
          </p:cNvSpPr>
          <p:nvPr/>
        </p:nvSpPr>
        <p:spPr>
          <a:xfrm>
            <a:off x="619125" y="1714500"/>
            <a:ext cx="7286625" cy="2095500"/>
          </a:xfrm>
          <a:prstGeom prst="rect">
            <a:avLst/>
          </a:prstGeom>
          <a:solidFill>
            <a:srgbClr val="000000"/>
          </a:solidFill>
          <a:ln w="0">
            <a:noFill/>
          </a:ln>
        </p:spPr>
      </p:sp>
      <p:sp>
        <p:nvSpPr>
          <p:cNvPr id="4" name="reply-code-0">
            <a:extLst>
              <a:ext uri="{FF2B5EF4-FFF2-40B4-BE49-F238E27FC236}">
                <ns2:creationId id="{E538C9E5-B1E8-417E-9F7C-C274C9073B93}"/>
              </a:ext>
            </a:extLst>
          </p:cNvPr>
          <p:cNvSpPr>
            <a:spLocks noGrp="1"/>
          </p:cNvSpPr>
          <p:nvPr/>
        </p:nvSpPr>
        <p:spPr>
          <a:xfrm>
            <a:off x="790575" y="1866900"/>
            <a:ext cx="6905625" cy="247650"/>
          </a:xfrm>
          <a:prstGeom prst="rect">
            <a:avLst/>
          </a:prstGeom>
          <a:noFill/>
          <a:ln w="0">
            <a:noFill/>
          </a:ln>
        </p:spPr>
        <p:txBody>
          <a:bodyPr wrap="none" lIns="0" tIns="0" rIns="0" bIns="0" anchor="t">
            <a:noAutofit/>
          </a:bodyPr>
          <a:lstStyle>
            <a:defPPr algn="l">
              <a:defRPr sz="1275">
                <a:solidFill>
                  <a:srgbClr val="D4D4D4"/>
                </a:solidFill>
                <a:latin typeface="Menlo"/>
                <a:ea typeface="Menlo"/>
                <a:cs typeface="Menlo"/>
              </a:defRPr>
            </a:defPPr>
            <a:lvl1pPr algn="l">
              <a:defRPr sz="1275">
                <a:solidFill>
                  <a:srgbClr val="D4D4D4"/>
                </a:solidFill>
                <a:latin typeface="Menlo"/>
                <a:ea typeface="Menlo"/>
                <a:cs typeface="Menlo"/>
              </a:defRPr>
            </a:lvl1pPr>
            <a:lvl2pPr algn="l">
              <a:defRPr sz="1275">
                <a:solidFill>
                  <a:srgbClr val="D4D4D4"/>
                </a:solidFill>
                <a:latin typeface="Menlo"/>
                <a:ea typeface="Menlo"/>
                <a:cs typeface="Menlo"/>
              </a:defRPr>
            </a:lvl2pPr>
            <a:lvl3pPr algn="l">
              <a:defRPr sz="1275">
                <a:solidFill>
                  <a:srgbClr val="D4D4D4"/>
                </a:solidFill>
                <a:latin typeface="Menlo"/>
                <a:ea typeface="Menlo"/>
                <a:cs typeface="Menlo"/>
              </a:defRPr>
            </a:lvl3pPr>
            <a:lvl4pPr algn="l">
              <a:defRPr sz="1275">
                <a:solidFill>
                  <a:srgbClr val="D4D4D4"/>
                </a:solidFill>
                <a:latin typeface="Menlo"/>
                <a:ea typeface="Menlo"/>
                <a:cs typeface="Menlo"/>
              </a:defRPr>
            </a:lvl4pPr>
            <a:lvl5pPr algn="l">
              <a:defRPr sz="1275">
                <a:solidFill>
                  <a:srgbClr val="D4D4D4"/>
                </a:solidFill>
                <a:latin typeface="Menlo"/>
                <a:ea typeface="Menlo"/>
                <a:cs typeface="Menlo"/>
              </a:defRPr>
            </a:lvl5pPr>
            <a:lvl6pPr algn="l">
              <a:defRPr sz="1275">
                <a:solidFill>
                  <a:srgbClr val="D4D4D4"/>
                </a:solidFill>
                <a:latin typeface="Menlo"/>
                <a:ea typeface="Menlo"/>
                <a:cs typeface="Menlo"/>
              </a:defRPr>
            </a:lvl6pPr>
            <a:lvl7pPr algn="l">
              <a:defRPr sz="1275">
                <a:solidFill>
                  <a:srgbClr val="D4D4D4"/>
                </a:solidFill>
                <a:latin typeface="Menlo"/>
                <a:ea typeface="Menlo"/>
                <a:cs typeface="Menlo"/>
              </a:defRPr>
            </a:lvl7pPr>
            <a:lvl8pPr algn="l">
              <a:defRPr sz="1275">
                <a:solidFill>
                  <a:srgbClr val="D4D4D4"/>
                </a:solidFill>
                <a:latin typeface="Menlo"/>
                <a:ea typeface="Menlo"/>
                <a:cs typeface="Menlo"/>
              </a:defRPr>
            </a:lvl8pPr>
            <a:lvl9pPr algn="l">
              <a:defRPr sz="1275">
                <a:solidFill>
                  <a:srgbClr val="D4D4D4"/>
                </a:solidFill>
                <a:latin typeface="Menlo"/>
                <a:ea typeface="Menlo"/>
                <a:cs typeface="Menlo"/>
              </a:defRPr>
            </a:lvl9pPr>
          </a:lstStyle>
          <a:p>
            <a:pPr algn="l">
              <a:defRPr sz="1275">
                <a:solidFill>
                  <a:srgbClr val="D4D4D4"/>
                </a:solidFill>
                <a:latin typeface="Menlo"/>
                <a:ea typeface="Menlo"/>
                <a:cs typeface="Menlo"/>
              </a:defRPr>
            </a:pPr>
            <a:r>
              <a:rPr>
                <a:solidFill>
                  <a:srgbClr val="9CDCFE"/>
                </a:solidFill>
                <a:latin typeface="Menlo"/>
                <a:ea typeface="Menlo"/>
                <a:cs typeface="Menlo"/>
              </a:rPr>
              <a:t>request</a:t>
            </a:r>
            <a:r>
              <a:rPr>
                <a:solidFill>
                  <a:srgbClr val="D4D4D4"/>
                </a:solidFill>
                <a:latin typeface="Menlo"/>
                <a:ea typeface="Menlo"/>
                <a:cs typeface="Menlo"/>
              </a:rPr>
              <a:t> = </a:t>
            </a:r>
            <a:r>
              <a:rPr>
                <a:solidFill>
                  <a:srgbClr val="DCDCAA"/>
                </a:solidFill>
                <a:latin typeface="Menlo"/>
                <a:ea typeface="Menlo"/>
                <a:cs typeface="Menlo"/>
              </a:rPr>
              <a:t>json.loads</a:t>
            </a:r>
            <a:r>
              <a:rPr>
                <a:solidFill>
                  <a:srgbClr val="D4D4D4"/>
                </a:solidFill>
                <a:latin typeface="Menlo"/>
                <a:ea typeface="Menlo"/>
                <a:cs typeface="Menlo"/>
              </a:rPr>
              <a:t>(</a:t>
            </a:r>
            <a:r>
              <a:rPr>
                <a:solidFill>
                  <a:srgbClr val="9CDCFE"/>
                </a:solidFill>
                <a:latin typeface="Menlo"/>
                <a:ea typeface="Menlo"/>
                <a:cs typeface="Menlo"/>
              </a:rPr>
              <a:t>message</a:t>
            </a:r>
            <a:r>
              <a:rPr>
                <a:solidFill>
                  <a:srgbClr val="D4D4D4"/>
                </a:solidFill>
                <a:latin typeface="Menlo"/>
                <a:ea typeface="Menlo"/>
                <a:cs typeface="Menlo"/>
              </a:rPr>
              <a:t>[</a:t>
            </a:r>
            <a:r>
              <a:rPr>
                <a:solidFill>
                  <a:srgbClr val="CE9178"/>
                </a:solidFill>
                <a:latin typeface="Menlo"/>
                <a:ea typeface="Menlo"/>
                <a:cs typeface="Menlo"/>
              </a:rPr>
              <a:t>"Body"</a:t>
            </a:r>
            <a:r>
              <a:rPr>
                <a:solidFill>
                  <a:srgbClr val="D4D4D4"/>
                </a:solidFill>
                <a:latin typeface="Menlo"/>
                <a:ea typeface="Menlo"/>
                <a:cs typeface="Menlo"/>
              </a:rPr>
              <a:t>])</a:t>
            </a:r>
          </a:p>
        </p:txBody>
      </p:sp>
      <p:sp>
        <p:nvSpPr>
          <p:cNvPr id="5" name="reply-code-1">
            <a:extLst>
              <a:ext uri="{FF2B5EF4-FFF2-40B4-BE49-F238E27FC236}">
                <ns2:creationId id="{A7B36619-63A5-4332-996F-1E46CB274B88}"/>
              </a:ext>
            </a:extLst>
          </p:cNvPr>
          <p:cNvSpPr>
            <a:spLocks noGrp="1"/>
          </p:cNvSpPr>
          <p:nvPr/>
        </p:nvSpPr>
        <p:spPr>
          <a:xfrm>
            <a:off x="790575" y="2133600"/>
            <a:ext cx="6905625" cy="247650"/>
          </a:xfrm>
          <a:prstGeom prst="rect">
            <a:avLst/>
          </a:prstGeom>
          <a:noFill/>
          <a:ln w="0">
            <a:noFill/>
          </a:ln>
        </p:spPr>
        <p:txBody>
          <a:bodyPr wrap="none" lIns="0" tIns="0" rIns="0" bIns="0" anchor="t">
            <a:noAutofit/>
          </a:bodyPr>
          <a:lstStyle>
            <a:defPPr algn="l">
              <a:defRPr sz="1275">
                <a:solidFill>
                  <a:srgbClr val="D4D4D4"/>
                </a:solidFill>
                <a:latin typeface="Menlo"/>
                <a:ea typeface="Menlo"/>
                <a:cs typeface="Menlo"/>
              </a:defRPr>
            </a:defPPr>
            <a:lvl1pPr algn="l">
              <a:defRPr sz="1275">
                <a:solidFill>
                  <a:srgbClr val="D4D4D4"/>
                </a:solidFill>
                <a:latin typeface="Menlo"/>
                <a:ea typeface="Menlo"/>
                <a:cs typeface="Menlo"/>
              </a:defRPr>
            </a:lvl1pPr>
            <a:lvl2pPr algn="l">
              <a:defRPr sz="1275">
                <a:solidFill>
                  <a:srgbClr val="D4D4D4"/>
                </a:solidFill>
                <a:latin typeface="Menlo"/>
                <a:ea typeface="Menlo"/>
                <a:cs typeface="Menlo"/>
              </a:defRPr>
            </a:lvl2pPr>
            <a:lvl3pPr algn="l">
              <a:defRPr sz="1275">
                <a:solidFill>
                  <a:srgbClr val="D4D4D4"/>
                </a:solidFill>
                <a:latin typeface="Menlo"/>
                <a:ea typeface="Menlo"/>
                <a:cs typeface="Menlo"/>
              </a:defRPr>
            </a:lvl3pPr>
            <a:lvl4pPr algn="l">
              <a:defRPr sz="1275">
                <a:solidFill>
                  <a:srgbClr val="D4D4D4"/>
                </a:solidFill>
                <a:latin typeface="Menlo"/>
                <a:ea typeface="Menlo"/>
                <a:cs typeface="Menlo"/>
              </a:defRPr>
            </a:lvl4pPr>
            <a:lvl5pPr algn="l">
              <a:defRPr sz="1275">
                <a:solidFill>
                  <a:srgbClr val="D4D4D4"/>
                </a:solidFill>
                <a:latin typeface="Menlo"/>
                <a:ea typeface="Menlo"/>
                <a:cs typeface="Menlo"/>
              </a:defRPr>
            </a:lvl5pPr>
            <a:lvl6pPr algn="l">
              <a:defRPr sz="1275">
                <a:solidFill>
                  <a:srgbClr val="D4D4D4"/>
                </a:solidFill>
                <a:latin typeface="Menlo"/>
                <a:ea typeface="Menlo"/>
                <a:cs typeface="Menlo"/>
              </a:defRPr>
            </a:lvl6pPr>
            <a:lvl7pPr algn="l">
              <a:defRPr sz="1275">
                <a:solidFill>
                  <a:srgbClr val="D4D4D4"/>
                </a:solidFill>
                <a:latin typeface="Menlo"/>
                <a:ea typeface="Menlo"/>
                <a:cs typeface="Menlo"/>
              </a:defRPr>
            </a:lvl7pPr>
            <a:lvl8pPr algn="l">
              <a:defRPr sz="1275">
                <a:solidFill>
                  <a:srgbClr val="D4D4D4"/>
                </a:solidFill>
                <a:latin typeface="Menlo"/>
                <a:ea typeface="Menlo"/>
                <a:cs typeface="Menlo"/>
              </a:defRPr>
            </a:lvl8pPr>
            <a:lvl9pPr algn="l">
              <a:defRPr sz="1275">
                <a:solidFill>
                  <a:srgbClr val="D4D4D4"/>
                </a:solidFill>
                <a:latin typeface="Menlo"/>
                <a:ea typeface="Menlo"/>
                <a:cs typeface="Menlo"/>
              </a:defRPr>
            </a:lvl9pPr>
          </a:lstStyle>
          <a:p>
            <a:pPr algn="l">
              <a:defRPr sz="1275">
                <a:solidFill>
                  <a:srgbClr val="D4D4D4"/>
                </a:solidFill>
                <a:latin typeface="Menlo"/>
                <a:ea typeface="Menlo"/>
                <a:cs typeface="Menlo"/>
              </a:defRPr>
            </a:pPr>
            <a:r>
              <a:rPr>
                <a:solidFill>
                  <a:srgbClr val="9CDCFE"/>
                </a:solidFill>
                <a:latin typeface="Menlo"/>
                <a:ea typeface="Menlo"/>
                <a:cs typeface="Menlo"/>
              </a:rPr>
              <a:t>callback_id</a:t>
            </a:r>
            <a:r>
              <a:rPr>
                <a:solidFill>
                  <a:srgbClr val="D4D4D4"/>
                </a:solidFill>
                <a:latin typeface="Menlo"/>
                <a:ea typeface="Menlo"/>
                <a:cs typeface="Menlo"/>
              </a:rPr>
              <a:t> = </a:t>
            </a:r>
            <a:r>
              <a:rPr>
                <a:solidFill>
                  <a:srgbClr val="9CDCFE"/>
                </a:solidFill>
                <a:latin typeface="Menlo"/>
                <a:ea typeface="Menlo"/>
                <a:cs typeface="Menlo"/>
              </a:rPr>
              <a:t>request</a:t>
            </a:r>
            <a:r>
              <a:rPr>
                <a:solidFill>
                  <a:srgbClr val="D4D4D4"/>
                </a:solidFill>
                <a:latin typeface="Menlo"/>
                <a:ea typeface="Menlo"/>
                <a:cs typeface="Menlo"/>
              </a:rPr>
              <a:t>[</a:t>
            </a:r>
            <a:r>
              <a:rPr>
                <a:solidFill>
                  <a:srgbClr val="CE9178"/>
                </a:solidFill>
                <a:latin typeface="Menlo"/>
                <a:ea typeface="Menlo"/>
                <a:cs typeface="Menlo"/>
              </a:rPr>
              <a:t>"callback_id"</a:t>
            </a:r>
            <a:r>
              <a:rPr>
                <a:solidFill>
                  <a:srgbClr val="D4D4D4"/>
                </a:solidFill>
                <a:latin typeface="Menlo"/>
                <a:ea typeface="Menlo"/>
                <a:cs typeface="Menlo"/>
              </a:rPr>
              <a:t>]</a:t>
            </a:r>
          </a:p>
        </p:txBody>
      </p:sp>
      <p:sp>
        <p:nvSpPr>
          <p:cNvPr id="6" name="reply-code-2">
            <a:extLst>
              <a:ext uri="{FF2B5EF4-FFF2-40B4-BE49-F238E27FC236}">
                <ns2:creationId id="{8069CC12-0C11-441D-A5EC-C0C0DB76478F}"/>
              </a:ext>
            </a:extLst>
          </p:cNvPr>
          <p:cNvSpPr>
            <a:spLocks noGrp="1"/>
          </p:cNvSpPr>
          <p:nvPr/>
        </p:nvSpPr>
        <p:spPr>
          <a:xfrm>
            <a:off x="790575" y="2400300"/>
            <a:ext cx="6905625" cy="247650"/>
          </a:xfrm>
          <a:prstGeom prst="rect">
            <a:avLst/>
          </a:prstGeom>
          <a:noFill/>
          <a:ln w="0">
            <a:noFill/>
          </a:ln>
        </p:spPr>
        <p:txBody>
          <a:bodyPr wrap="none" lIns="0" tIns="0" rIns="0" bIns="0" anchor="t">
            <a:noAutofit/>
          </a:bodyPr>
          <a:lstStyle>
            <a:defPPr algn="l">
              <a:defRPr sz="1275">
                <a:solidFill>
                  <a:srgbClr val="D4D4D4"/>
                </a:solidFill>
                <a:latin typeface="Menlo"/>
                <a:ea typeface="Menlo"/>
                <a:cs typeface="Menlo"/>
              </a:defRPr>
            </a:defPPr>
            <a:lvl1pPr algn="l">
              <a:defRPr sz="1275">
                <a:solidFill>
                  <a:srgbClr val="D4D4D4"/>
                </a:solidFill>
                <a:latin typeface="Menlo"/>
                <a:ea typeface="Menlo"/>
                <a:cs typeface="Menlo"/>
              </a:defRPr>
            </a:lvl1pPr>
            <a:lvl2pPr algn="l">
              <a:defRPr sz="1275">
                <a:solidFill>
                  <a:srgbClr val="D4D4D4"/>
                </a:solidFill>
                <a:latin typeface="Menlo"/>
                <a:ea typeface="Menlo"/>
                <a:cs typeface="Menlo"/>
              </a:defRPr>
            </a:lvl2pPr>
            <a:lvl3pPr algn="l">
              <a:defRPr sz="1275">
                <a:solidFill>
                  <a:srgbClr val="D4D4D4"/>
                </a:solidFill>
                <a:latin typeface="Menlo"/>
                <a:ea typeface="Menlo"/>
                <a:cs typeface="Menlo"/>
              </a:defRPr>
            </a:lvl3pPr>
            <a:lvl4pPr algn="l">
              <a:defRPr sz="1275">
                <a:solidFill>
                  <a:srgbClr val="D4D4D4"/>
                </a:solidFill>
                <a:latin typeface="Menlo"/>
                <a:ea typeface="Menlo"/>
                <a:cs typeface="Menlo"/>
              </a:defRPr>
            </a:lvl4pPr>
            <a:lvl5pPr algn="l">
              <a:defRPr sz="1275">
                <a:solidFill>
                  <a:srgbClr val="D4D4D4"/>
                </a:solidFill>
                <a:latin typeface="Menlo"/>
                <a:ea typeface="Menlo"/>
                <a:cs typeface="Menlo"/>
              </a:defRPr>
            </a:lvl5pPr>
            <a:lvl6pPr algn="l">
              <a:defRPr sz="1275">
                <a:solidFill>
                  <a:srgbClr val="D4D4D4"/>
                </a:solidFill>
                <a:latin typeface="Menlo"/>
                <a:ea typeface="Menlo"/>
                <a:cs typeface="Menlo"/>
              </a:defRPr>
            </a:lvl6pPr>
            <a:lvl7pPr algn="l">
              <a:defRPr sz="1275">
                <a:solidFill>
                  <a:srgbClr val="D4D4D4"/>
                </a:solidFill>
                <a:latin typeface="Menlo"/>
                <a:ea typeface="Menlo"/>
                <a:cs typeface="Menlo"/>
              </a:defRPr>
            </a:lvl7pPr>
            <a:lvl8pPr algn="l">
              <a:defRPr sz="1275">
                <a:solidFill>
                  <a:srgbClr val="D4D4D4"/>
                </a:solidFill>
                <a:latin typeface="Menlo"/>
                <a:ea typeface="Menlo"/>
                <a:cs typeface="Menlo"/>
              </a:defRPr>
            </a:lvl8pPr>
            <a:lvl9pPr algn="l">
              <a:defRPr sz="1275">
                <a:solidFill>
                  <a:srgbClr val="D4D4D4"/>
                </a:solidFill>
                <a:latin typeface="Menlo"/>
                <a:ea typeface="Menlo"/>
                <a:cs typeface="Menlo"/>
              </a:defRPr>
            </a:lvl9pPr>
          </a:lstStyle>
          <a:p>
            <a:pPr algn="l">
              <a:defRPr sz="1275">
                <a:solidFill>
                  <a:srgbClr val="D4D4D4"/>
                </a:solidFill>
                <a:latin typeface="Menlo"/>
                <a:ea typeface="Menlo"/>
                <a:cs typeface="Menlo"/>
              </a:defRPr>
            </a:pPr>
            <a:r>
              <a:rPr>
                <a:solidFill>
                  <a:srgbClr val="D4D4D4"/>
                </a:solidFill>
                <a:latin typeface="Menlo"/>
                <a:ea typeface="Menlo"/>
                <a:cs typeface="Menlo"/>
              </a:rPr>
              <a:t/>
            </a:r>
          </a:p>
        </p:txBody>
      </p:sp>
      <p:sp>
        <p:nvSpPr>
          <p:cNvPr id="7" name="reply-code-3">
            <a:extLst>
              <a:ext uri="{FF2B5EF4-FFF2-40B4-BE49-F238E27FC236}">
                <ns2:creationId id="{D2560C38-12C7-4C2E-B3B2-BF20CCE5FE2D}"/>
              </a:ext>
            </a:extLst>
          </p:cNvPr>
          <p:cNvSpPr>
            <a:spLocks noGrp="1"/>
          </p:cNvSpPr>
          <p:nvPr/>
        </p:nvSpPr>
        <p:spPr>
          <a:xfrm>
            <a:off x="790575" y="2667000"/>
            <a:ext cx="6905625" cy="247650"/>
          </a:xfrm>
          <a:prstGeom prst="rect">
            <a:avLst/>
          </a:prstGeom>
          <a:noFill/>
          <a:ln w="0">
            <a:noFill/>
          </a:ln>
        </p:spPr>
        <p:txBody>
          <a:bodyPr wrap="none" lIns="0" tIns="0" rIns="0" bIns="0" anchor="t">
            <a:noAutofit/>
          </a:bodyPr>
          <a:lstStyle>
            <a:defPPr algn="l">
              <a:defRPr sz="1275">
                <a:solidFill>
                  <a:srgbClr val="D4D4D4"/>
                </a:solidFill>
                <a:latin typeface="Menlo"/>
                <a:ea typeface="Menlo"/>
                <a:cs typeface="Menlo"/>
              </a:defRPr>
            </a:defPPr>
            <a:lvl1pPr algn="l">
              <a:defRPr sz="1275">
                <a:solidFill>
                  <a:srgbClr val="D4D4D4"/>
                </a:solidFill>
                <a:latin typeface="Menlo"/>
                <a:ea typeface="Menlo"/>
                <a:cs typeface="Menlo"/>
              </a:defRPr>
            </a:lvl1pPr>
            <a:lvl2pPr algn="l">
              <a:defRPr sz="1275">
                <a:solidFill>
                  <a:srgbClr val="D4D4D4"/>
                </a:solidFill>
                <a:latin typeface="Menlo"/>
                <a:ea typeface="Menlo"/>
                <a:cs typeface="Menlo"/>
              </a:defRPr>
            </a:lvl2pPr>
            <a:lvl3pPr algn="l">
              <a:defRPr sz="1275">
                <a:solidFill>
                  <a:srgbClr val="D4D4D4"/>
                </a:solidFill>
                <a:latin typeface="Menlo"/>
                <a:ea typeface="Menlo"/>
                <a:cs typeface="Menlo"/>
              </a:defRPr>
            </a:lvl3pPr>
            <a:lvl4pPr algn="l">
              <a:defRPr sz="1275">
                <a:solidFill>
                  <a:srgbClr val="D4D4D4"/>
                </a:solidFill>
                <a:latin typeface="Menlo"/>
                <a:ea typeface="Menlo"/>
                <a:cs typeface="Menlo"/>
              </a:defRPr>
            </a:lvl4pPr>
            <a:lvl5pPr algn="l">
              <a:defRPr sz="1275">
                <a:solidFill>
                  <a:srgbClr val="D4D4D4"/>
                </a:solidFill>
                <a:latin typeface="Menlo"/>
                <a:ea typeface="Menlo"/>
                <a:cs typeface="Menlo"/>
              </a:defRPr>
            </a:lvl5pPr>
            <a:lvl6pPr algn="l">
              <a:defRPr sz="1275">
                <a:solidFill>
                  <a:srgbClr val="D4D4D4"/>
                </a:solidFill>
                <a:latin typeface="Menlo"/>
                <a:ea typeface="Menlo"/>
                <a:cs typeface="Menlo"/>
              </a:defRPr>
            </a:lvl6pPr>
            <a:lvl7pPr algn="l">
              <a:defRPr sz="1275">
                <a:solidFill>
                  <a:srgbClr val="D4D4D4"/>
                </a:solidFill>
                <a:latin typeface="Menlo"/>
                <a:ea typeface="Menlo"/>
                <a:cs typeface="Menlo"/>
              </a:defRPr>
            </a:lvl7pPr>
            <a:lvl8pPr algn="l">
              <a:defRPr sz="1275">
                <a:solidFill>
                  <a:srgbClr val="D4D4D4"/>
                </a:solidFill>
                <a:latin typeface="Menlo"/>
                <a:ea typeface="Menlo"/>
                <a:cs typeface="Menlo"/>
              </a:defRPr>
            </a:lvl8pPr>
            <a:lvl9pPr algn="l">
              <a:defRPr sz="1275">
                <a:solidFill>
                  <a:srgbClr val="D4D4D4"/>
                </a:solidFill>
                <a:latin typeface="Menlo"/>
                <a:ea typeface="Menlo"/>
                <a:cs typeface="Menlo"/>
              </a:defRPr>
            </a:lvl9pPr>
          </a:lstStyle>
          <a:p>
            <a:pPr algn="l">
              <a:defRPr sz="1275">
                <a:solidFill>
                  <a:srgbClr val="D4D4D4"/>
                </a:solidFill>
                <a:latin typeface="Menlo"/>
                <a:ea typeface="Menlo"/>
                <a:cs typeface="Menlo"/>
              </a:defRPr>
            </a:pPr>
            <a:r>
              <a:rPr>
                <a:solidFill>
                  <a:srgbClr val="9CDCFE"/>
                </a:solidFill>
                <a:latin typeface="Menlo"/>
                <a:ea typeface="Menlo"/>
                <a:cs typeface="Menlo"/>
              </a:rPr>
              <a:t>lambda_client</a:t>
            </a:r>
            <a:r>
              <a:rPr>
                <a:solidFill>
                  <a:srgbClr val="DCDCAA"/>
                </a:solidFill>
                <a:latin typeface="Menlo"/>
                <a:ea typeface="Menlo"/>
                <a:cs typeface="Menlo"/>
              </a:rPr>
              <a:t>.send_durable_execution_callback_success</a:t>
            </a:r>
            <a:r>
              <a:rPr>
                <a:solidFill>
                  <a:srgbClr val="D4D4D4"/>
                </a:solidFill>
                <a:latin typeface="Menlo"/>
                <a:ea typeface="Menlo"/>
                <a:cs typeface="Menlo"/>
              </a:rPr>
              <a:t>(</a:t>
            </a:r>
          </a:p>
        </p:txBody>
      </p:sp>
      <p:sp>
        <p:nvSpPr>
          <p:cNvPr id="8" name="reply-code-4">
            <a:extLst>
              <a:ext uri="{FF2B5EF4-FFF2-40B4-BE49-F238E27FC236}">
                <ns2:creationId id="{ABC31854-70C3-4F63-A2B8-6D4F2C9713F8}"/>
              </a:ext>
            </a:extLst>
          </p:cNvPr>
          <p:cNvSpPr>
            <a:spLocks noGrp="1"/>
          </p:cNvSpPr>
          <p:nvPr/>
        </p:nvSpPr>
        <p:spPr>
          <a:xfrm>
            <a:off x="790575" y="2933700"/>
            <a:ext cx="6905625" cy="247650"/>
          </a:xfrm>
          <a:prstGeom prst="rect">
            <a:avLst/>
          </a:prstGeom>
          <a:noFill/>
          <a:ln w="0">
            <a:noFill/>
          </a:ln>
        </p:spPr>
        <p:txBody>
          <a:bodyPr wrap="none" lIns="0" tIns="0" rIns="0" bIns="0" anchor="t">
            <a:noAutofit/>
          </a:bodyPr>
          <a:lstStyle>
            <a:defPPr algn="l">
              <a:defRPr sz="1275">
                <a:solidFill>
                  <a:srgbClr val="D4D4D4"/>
                </a:solidFill>
                <a:latin typeface="Menlo"/>
                <a:ea typeface="Menlo"/>
                <a:cs typeface="Menlo"/>
              </a:defRPr>
            </a:defPPr>
            <a:lvl1pPr algn="l">
              <a:defRPr sz="1275">
                <a:solidFill>
                  <a:srgbClr val="D4D4D4"/>
                </a:solidFill>
                <a:latin typeface="Menlo"/>
                <a:ea typeface="Menlo"/>
                <a:cs typeface="Menlo"/>
              </a:defRPr>
            </a:lvl1pPr>
            <a:lvl2pPr algn="l">
              <a:defRPr sz="1275">
                <a:solidFill>
                  <a:srgbClr val="D4D4D4"/>
                </a:solidFill>
                <a:latin typeface="Menlo"/>
                <a:ea typeface="Menlo"/>
                <a:cs typeface="Menlo"/>
              </a:defRPr>
            </a:lvl2pPr>
            <a:lvl3pPr algn="l">
              <a:defRPr sz="1275">
                <a:solidFill>
                  <a:srgbClr val="D4D4D4"/>
                </a:solidFill>
                <a:latin typeface="Menlo"/>
                <a:ea typeface="Menlo"/>
                <a:cs typeface="Menlo"/>
              </a:defRPr>
            </a:lvl3pPr>
            <a:lvl4pPr algn="l">
              <a:defRPr sz="1275">
                <a:solidFill>
                  <a:srgbClr val="D4D4D4"/>
                </a:solidFill>
                <a:latin typeface="Menlo"/>
                <a:ea typeface="Menlo"/>
                <a:cs typeface="Menlo"/>
              </a:defRPr>
            </a:lvl4pPr>
            <a:lvl5pPr algn="l">
              <a:defRPr sz="1275">
                <a:solidFill>
                  <a:srgbClr val="D4D4D4"/>
                </a:solidFill>
                <a:latin typeface="Menlo"/>
                <a:ea typeface="Menlo"/>
                <a:cs typeface="Menlo"/>
              </a:defRPr>
            </a:lvl5pPr>
            <a:lvl6pPr algn="l">
              <a:defRPr sz="1275">
                <a:solidFill>
                  <a:srgbClr val="D4D4D4"/>
                </a:solidFill>
                <a:latin typeface="Menlo"/>
                <a:ea typeface="Menlo"/>
                <a:cs typeface="Menlo"/>
              </a:defRPr>
            </a:lvl6pPr>
            <a:lvl7pPr algn="l">
              <a:defRPr sz="1275">
                <a:solidFill>
                  <a:srgbClr val="D4D4D4"/>
                </a:solidFill>
                <a:latin typeface="Menlo"/>
                <a:ea typeface="Menlo"/>
                <a:cs typeface="Menlo"/>
              </a:defRPr>
            </a:lvl7pPr>
            <a:lvl8pPr algn="l">
              <a:defRPr sz="1275">
                <a:solidFill>
                  <a:srgbClr val="D4D4D4"/>
                </a:solidFill>
                <a:latin typeface="Menlo"/>
                <a:ea typeface="Menlo"/>
                <a:cs typeface="Menlo"/>
              </a:defRPr>
            </a:lvl8pPr>
            <a:lvl9pPr algn="l">
              <a:defRPr sz="1275">
                <a:solidFill>
                  <a:srgbClr val="D4D4D4"/>
                </a:solidFill>
                <a:latin typeface="Menlo"/>
                <a:ea typeface="Menlo"/>
                <a:cs typeface="Menlo"/>
              </a:defRPr>
            </a:lvl9pPr>
          </a:lstStyle>
          <a:p>
            <a:pPr algn="l">
              <a:defRPr sz="1275">
                <a:solidFill>
                  <a:srgbClr val="D4D4D4"/>
                </a:solidFill>
                <a:latin typeface="Menlo"/>
                <a:ea typeface="Menlo"/>
                <a:cs typeface="Menlo"/>
              </a:defRPr>
            </a:pPr>
            <a:r>
              <a:rPr>
                <a:solidFill>
                  <a:srgbClr val="9CDCFE"/>
                </a:solidFill>
                <a:latin typeface="Menlo"/>
                <a:ea typeface="Menlo"/>
                <a:cs typeface="Menlo"/>
              </a:rPr>
              <a:t>    CallbackId</a:t>
            </a:r>
            <a:r>
              <a:rPr>
                <a:solidFill>
                  <a:srgbClr val="D4D4D4"/>
                </a:solidFill>
                <a:latin typeface="Menlo"/>
                <a:ea typeface="Menlo"/>
                <a:cs typeface="Menlo"/>
              </a:rPr>
              <a:t>=</a:t>
            </a:r>
            <a:r>
              <a:rPr>
                <a:solidFill>
                  <a:srgbClr val="9CDCFE"/>
                </a:solidFill>
                <a:latin typeface="Menlo"/>
                <a:ea typeface="Menlo"/>
                <a:cs typeface="Menlo"/>
              </a:rPr>
              <a:t>callback_id</a:t>
            </a:r>
            <a:r>
              <a:rPr>
                <a:solidFill>
                  <a:srgbClr val="D4D4D4"/>
                </a:solidFill>
                <a:latin typeface="Menlo"/>
                <a:ea typeface="Menlo"/>
                <a:cs typeface="Menlo"/>
              </a:rPr>
              <a:t>, Result=</a:t>
            </a:r>
            <a:r>
              <a:rPr>
                <a:solidFill>
                  <a:srgbClr val="CE9178"/>
                </a:solidFill>
                <a:latin typeface="Menlo"/>
                <a:ea typeface="Menlo"/>
                <a:cs typeface="Menlo"/>
              </a:rPr>
              <a:t>b"{}"</a:t>
            </a:r>
          </a:p>
        </p:txBody>
      </p:sp>
      <p:sp>
        <p:nvSpPr>
          <p:cNvPr id="9" name="reply-code-5">
            <a:extLst>
              <a:ext uri="{FF2B5EF4-FFF2-40B4-BE49-F238E27FC236}">
                <ns2:creationId id="{5109D014-85D1-4653-8D81-D1D97BB6FCB0}"/>
              </a:ext>
            </a:extLst>
          </p:cNvPr>
          <p:cNvSpPr>
            <a:spLocks noGrp="1"/>
          </p:cNvSpPr>
          <p:nvPr/>
        </p:nvSpPr>
        <p:spPr>
          <a:xfrm>
            <a:off x="790575" y="3200400"/>
            <a:ext cx="6905625" cy="247650"/>
          </a:xfrm>
          <a:prstGeom prst="rect">
            <a:avLst/>
          </a:prstGeom>
          <a:noFill/>
          <a:ln w="0">
            <a:noFill/>
          </a:ln>
        </p:spPr>
        <p:txBody>
          <a:bodyPr wrap="none" lIns="0" tIns="0" rIns="0" bIns="0" anchor="t">
            <a:noAutofit/>
          </a:bodyPr>
          <a:lstStyle>
            <a:defPPr algn="l">
              <a:defRPr sz="1275">
                <a:solidFill>
                  <a:srgbClr val="D4D4D4"/>
                </a:solidFill>
                <a:latin typeface="Menlo"/>
                <a:ea typeface="Menlo"/>
                <a:cs typeface="Menlo"/>
              </a:defRPr>
            </a:defPPr>
            <a:lvl1pPr algn="l">
              <a:defRPr sz="1275">
                <a:solidFill>
                  <a:srgbClr val="D4D4D4"/>
                </a:solidFill>
                <a:latin typeface="Menlo"/>
                <a:ea typeface="Menlo"/>
                <a:cs typeface="Menlo"/>
              </a:defRPr>
            </a:lvl1pPr>
            <a:lvl2pPr algn="l">
              <a:defRPr sz="1275">
                <a:solidFill>
                  <a:srgbClr val="D4D4D4"/>
                </a:solidFill>
                <a:latin typeface="Menlo"/>
                <a:ea typeface="Menlo"/>
                <a:cs typeface="Menlo"/>
              </a:defRPr>
            </a:lvl2pPr>
            <a:lvl3pPr algn="l">
              <a:defRPr sz="1275">
                <a:solidFill>
                  <a:srgbClr val="D4D4D4"/>
                </a:solidFill>
                <a:latin typeface="Menlo"/>
                <a:ea typeface="Menlo"/>
                <a:cs typeface="Menlo"/>
              </a:defRPr>
            </a:lvl3pPr>
            <a:lvl4pPr algn="l">
              <a:defRPr sz="1275">
                <a:solidFill>
                  <a:srgbClr val="D4D4D4"/>
                </a:solidFill>
                <a:latin typeface="Menlo"/>
                <a:ea typeface="Menlo"/>
                <a:cs typeface="Menlo"/>
              </a:defRPr>
            </a:lvl4pPr>
            <a:lvl5pPr algn="l">
              <a:defRPr sz="1275">
                <a:solidFill>
                  <a:srgbClr val="D4D4D4"/>
                </a:solidFill>
                <a:latin typeface="Menlo"/>
                <a:ea typeface="Menlo"/>
                <a:cs typeface="Menlo"/>
              </a:defRPr>
            </a:lvl5pPr>
            <a:lvl6pPr algn="l">
              <a:defRPr sz="1275">
                <a:solidFill>
                  <a:srgbClr val="D4D4D4"/>
                </a:solidFill>
                <a:latin typeface="Menlo"/>
                <a:ea typeface="Menlo"/>
                <a:cs typeface="Menlo"/>
              </a:defRPr>
            </a:lvl6pPr>
            <a:lvl7pPr algn="l">
              <a:defRPr sz="1275">
                <a:solidFill>
                  <a:srgbClr val="D4D4D4"/>
                </a:solidFill>
                <a:latin typeface="Menlo"/>
                <a:ea typeface="Menlo"/>
                <a:cs typeface="Menlo"/>
              </a:defRPr>
            </a:lvl7pPr>
            <a:lvl8pPr algn="l">
              <a:defRPr sz="1275">
                <a:solidFill>
                  <a:srgbClr val="D4D4D4"/>
                </a:solidFill>
                <a:latin typeface="Menlo"/>
                <a:ea typeface="Menlo"/>
                <a:cs typeface="Menlo"/>
              </a:defRPr>
            </a:lvl8pPr>
            <a:lvl9pPr algn="l">
              <a:defRPr sz="1275">
                <a:solidFill>
                  <a:srgbClr val="D4D4D4"/>
                </a:solidFill>
                <a:latin typeface="Menlo"/>
                <a:ea typeface="Menlo"/>
                <a:cs typeface="Menlo"/>
              </a:defRPr>
            </a:lvl9pPr>
          </a:lstStyle>
          <a:p>
            <a:pPr algn="l">
              <a:defRPr sz="1275">
                <a:solidFill>
                  <a:srgbClr val="D4D4D4"/>
                </a:solidFill>
                <a:latin typeface="Menlo"/>
                <a:ea typeface="Menlo"/>
                <a:cs typeface="Menlo"/>
              </a:defRPr>
            </a:pPr>
            <a:r>
              <a:rPr>
                <a:solidFill>
                  <a:srgbClr val="D4D4D4"/>
                </a:solidFill>
                <a:latin typeface="Menlo"/>
                <a:ea typeface="Menlo"/>
                <a:cs typeface="Menlo"/>
              </a:rPr>
              <a:t>)</a:t>
            </a:r>
          </a:p>
        </p:txBody>
      </p:sp>
      <p:sp>
        <p:nvSpPr>
          <p:cNvPr id="10" name="id-extract-highlight">
            <a:extLst>
              <a:ext uri="{FF2B5EF4-FFF2-40B4-BE49-F238E27FC236}">
                <ns2:creationId id="{72AB6017-BEBF-42EF-B063-704EA1198434}"/>
              </a:ext>
            </a:extLst>
          </p:cNvPr>
          <p:cNvSpPr>
            <a:spLocks noGrp="1"/>
          </p:cNvSpPr>
          <p:nvPr/>
        </p:nvSpPr>
        <p:spPr>
          <a:xfrm>
            <a:off x="762000" y="2095500"/>
            <a:ext cx="3781425" cy="257175"/>
          </a:xfrm>
          <a:prstGeom prst="rect">
            <a:avLst/>
          </a:prstGeom>
          <a:noFill/>
          <a:ln w="19050">
            <a:solidFill>
              <a:srgbClr val="FF5874"/>
            </a:solidFill>
          </a:ln>
        </p:spPr>
      </p:sp>
      <p:sp>
        <p:nvSpPr>
          <p:cNvPr id="11" name="id-extract-popup">
            <a:extLst>
              <a:ext uri="{FF2B5EF4-FFF2-40B4-BE49-F238E27FC236}">
                <ns2:creationId id="{76C87D7F-7DA9-4682-8FEF-A9AE6EC1C0DA}"/>
              </a:ext>
            </a:extLst>
          </p:cNvPr>
          <p:cNvSpPr>
            <a:spLocks noGrp="1"/>
          </p:cNvSpPr>
          <p:nvPr/>
        </p:nvSpPr>
        <p:spPr>
          <a:xfrm>
            <a:off x="6200775" y="1885950"/>
            <a:ext cx="2238375" cy="571500"/>
          </a:xfrm>
          <a:prstGeom prst="rect">
            <a:avLst/>
          </a:prstGeom>
          <a:solidFill>
            <a:srgbClr val="255DA8"/>
          </a:solidFill>
          <a:ln w="0">
            <a:noFill/>
          </a:ln>
        </p:spPr>
        <p:txBody>
          <a:bodyPr wrap="none" lIns="76200" tIns="38100" rIns="76200" bIns="38100" anchor="ctr">
            <a:noAutofit/>
          </a:bodyPr>
          <a:lstStyle>
            <a:defPPr algn="ctr">
              <a:defRPr sz="1350">
                <a:solidFill>
                  <a:srgbClr val="FFFFFF"/>
                </a:solidFill>
                <a:latin typeface="Ubuntu Light"/>
                <a:ea typeface="Ubuntu Light"/>
                <a:cs typeface="Ubuntu Light"/>
              </a:defRPr>
            </a:defPPr>
            <a:lvl1pPr algn="ctr">
              <a:defRPr sz="1350">
                <a:solidFill>
                  <a:srgbClr val="FFFFFF"/>
                </a:solidFill>
                <a:latin typeface="Ubuntu Light"/>
                <a:ea typeface="Ubuntu Light"/>
                <a:cs typeface="Ubuntu Light"/>
              </a:defRPr>
            </a:lvl1pPr>
            <a:lvl2pPr algn="ctr">
              <a:defRPr sz="1350">
                <a:solidFill>
                  <a:srgbClr val="FFFFFF"/>
                </a:solidFill>
                <a:latin typeface="Ubuntu Light"/>
                <a:ea typeface="Ubuntu Light"/>
                <a:cs typeface="Ubuntu Light"/>
              </a:defRPr>
            </a:lvl2pPr>
            <a:lvl3pPr algn="ctr">
              <a:defRPr sz="1350">
                <a:solidFill>
                  <a:srgbClr val="FFFFFF"/>
                </a:solidFill>
                <a:latin typeface="Ubuntu Light"/>
                <a:ea typeface="Ubuntu Light"/>
                <a:cs typeface="Ubuntu Light"/>
              </a:defRPr>
            </a:lvl3pPr>
            <a:lvl4pPr algn="ctr">
              <a:defRPr sz="1350">
                <a:solidFill>
                  <a:srgbClr val="FFFFFF"/>
                </a:solidFill>
                <a:latin typeface="Ubuntu Light"/>
                <a:ea typeface="Ubuntu Light"/>
                <a:cs typeface="Ubuntu Light"/>
              </a:defRPr>
            </a:lvl4pPr>
            <a:lvl5pPr algn="ctr">
              <a:defRPr sz="1350">
                <a:solidFill>
                  <a:srgbClr val="FFFFFF"/>
                </a:solidFill>
                <a:latin typeface="Ubuntu Light"/>
                <a:ea typeface="Ubuntu Light"/>
                <a:cs typeface="Ubuntu Light"/>
              </a:defRPr>
            </a:lvl5pPr>
            <a:lvl6pPr algn="ctr">
              <a:defRPr sz="1350">
                <a:solidFill>
                  <a:srgbClr val="FFFFFF"/>
                </a:solidFill>
                <a:latin typeface="Ubuntu Light"/>
                <a:ea typeface="Ubuntu Light"/>
                <a:cs typeface="Ubuntu Light"/>
              </a:defRPr>
            </a:lvl6pPr>
            <a:lvl7pPr algn="ctr">
              <a:defRPr sz="1350">
                <a:solidFill>
                  <a:srgbClr val="FFFFFF"/>
                </a:solidFill>
                <a:latin typeface="Ubuntu Light"/>
                <a:ea typeface="Ubuntu Light"/>
                <a:cs typeface="Ubuntu Light"/>
              </a:defRPr>
            </a:lvl7pPr>
            <a:lvl8pPr algn="ctr">
              <a:defRPr sz="1350">
                <a:solidFill>
                  <a:srgbClr val="FFFFFF"/>
                </a:solidFill>
                <a:latin typeface="Ubuntu Light"/>
                <a:ea typeface="Ubuntu Light"/>
                <a:cs typeface="Ubuntu Light"/>
              </a:defRPr>
            </a:lvl8pPr>
            <a:lvl9pPr algn="ctr">
              <a:defRPr sz="1350">
                <a:solidFill>
                  <a:srgbClr val="FFFFFF"/>
                </a:solidFill>
                <a:latin typeface="Ubuntu Light"/>
                <a:ea typeface="Ubuntu Light"/>
                <a:cs typeface="Ubuntu Light"/>
              </a:defRPr>
            </a:lvl9pPr>
          </a:lstStyle>
          <a:p>
            <a:pPr algn="ctr">
              <a:defRPr sz="1350">
                <a:solidFill>
                  <a:srgbClr val="FFFFFF"/>
                </a:solidFill>
                <a:latin typeface="Ubuntu Light"/>
                <a:ea typeface="Ubuntu Light"/>
                <a:cs typeface="Ubuntu Light"/>
              </a:defRPr>
            </a:pPr>
            <a:r>
              <a:rPr sz="1350">
                <a:solidFill>
                  <a:srgbClr val="FFFFFF"/>
                </a:solidFill>
                <a:latin typeface="Ubuntu Light"/>
                <a:ea typeface="Ubuntu Light"/>
                <a:cs typeface="Ubuntu Light"/>
              </a:rPr>
              <a:t>Read the ID sent</a:t>
            </a:r>
          </a:p>
          <a:p>
            <a:pPr algn="ctr">
              <a:defRPr sz="1350">
                <a:solidFill>
                  <a:srgbClr val="FFFFFF"/>
                </a:solidFill>
                <a:latin typeface="Ubuntu Light"/>
                <a:ea typeface="Ubuntu Light"/>
                <a:cs typeface="Ubuntu Light"/>
              </a:defRPr>
            </a:pPr>
            <a:r>
              <a:rPr sz="1350">
                <a:solidFill>
                  <a:srgbClr val="FFFFFF"/>
                </a:solidFill>
                <a:latin typeface="Ubuntu Light"/>
                <a:ea typeface="Ubuntu Light"/>
                <a:cs typeface="Ubuntu Light"/>
              </a:rPr>
              <a:t>through SQS.</a:t>
            </a:r>
          </a:p>
        </p:txBody>
      </p:sp>
      <p:cxnSp>
        <p:nvCxnSpPr>
          <p:cNvPr id="12" name="id-extract-leader">
            <a:extLst>
              <a:ext uri="{FF2B5EF4-FFF2-40B4-BE49-F238E27FC236}">
                <ns2:creationId id="{C7ACA124-7645-403C-B2A8-58333AA240CB}"/>
              </a:ext>
            </a:extLst>
          </p:cNvPr>
          <p:cNvCxnSpPr/>
          <p:nvPr/>
        </p:nvCxnSpPr>
        <p:spPr>
          <a:xfrm flipH="1" flipV="0">
            <a:off x="4648200" y="2190750"/>
            <a:ext cx="1428750" cy="19050"/>
          </a:xfrm>
          <a:prstGeom prst="straightConnector1">
            <a:avLst/>
          </a:prstGeom>
          <a:ln w="14288">
            <a:solidFill>
              <a:srgbClr val="FF5874"/>
            </a:solidFill>
            <a:tailEnd type="triangle" w="sm" len="sm"/>
          </a:ln>
        </p:spPr>
      </p:cxnSp>
      <p:sp>
        <p:nvSpPr>
          <p:cNvPr id="13" name="id-use-highlight">
            <a:extLst>
              <a:ext uri="{FF2B5EF4-FFF2-40B4-BE49-F238E27FC236}">
                <ns2:creationId id="{21FF34AB-F3B0-492E-8E76-EDC8213C5033}"/>
              </a:ext>
            </a:extLst>
          </p:cNvPr>
          <p:cNvSpPr>
            <a:spLocks noGrp="1"/>
          </p:cNvSpPr>
          <p:nvPr/>
        </p:nvSpPr>
        <p:spPr>
          <a:xfrm>
            <a:off x="1152525" y="2905125"/>
            <a:ext cx="2162175" cy="257175"/>
          </a:xfrm>
          <a:prstGeom prst="rect">
            <a:avLst/>
          </a:prstGeom>
          <a:noFill/>
          <a:ln w="19050">
            <a:solidFill>
              <a:srgbClr val="FF5874"/>
            </a:solidFill>
          </a:ln>
        </p:spPr>
      </p:sp>
      <p:sp>
        <p:nvSpPr>
          <p:cNvPr id="14" name="id-use-popup">
            <a:extLst>
              <a:ext uri="{FF2B5EF4-FFF2-40B4-BE49-F238E27FC236}">
                <ns2:creationId id="{7829F878-9E02-471C-8B9D-DC79967081CC}"/>
              </a:ext>
            </a:extLst>
          </p:cNvPr>
          <p:cNvSpPr>
            <a:spLocks noGrp="1"/>
          </p:cNvSpPr>
          <p:nvPr/>
        </p:nvSpPr>
        <p:spPr>
          <a:xfrm>
            <a:off x="6143625" y="2876550"/>
            <a:ext cx="2381250" cy="895350"/>
          </a:xfrm>
          <a:prstGeom prst="rect">
            <a:avLst/>
          </a:prstGeom>
          <a:solidFill>
            <a:srgbClr val="255DA8"/>
          </a:solidFill>
          <a:ln w="0">
            <a:noFill/>
          </a:ln>
        </p:spPr>
        <p:txBody>
          <a:bodyPr wrap="none" lIns="76200" tIns="38100" rIns="76200" bIns="38100" anchor="ctr">
            <a:noAutofit/>
          </a:bodyPr>
          <a:lstStyle>
            <a:defPPr algn="ctr">
              <a:defRPr sz="1350">
                <a:solidFill>
                  <a:srgbClr val="FFFFFF"/>
                </a:solidFill>
                <a:latin typeface="Ubuntu Light"/>
                <a:ea typeface="Ubuntu Light"/>
                <a:cs typeface="Ubuntu Light"/>
              </a:defRPr>
            </a:defPPr>
            <a:lvl1pPr algn="ctr">
              <a:defRPr sz="1350">
                <a:solidFill>
                  <a:srgbClr val="FFFFFF"/>
                </a:solidFill>
                <a:latin typeface="Ubuntu Light"/>
                <a:ea typeface="Ubuntu Light"/>
                <a:cs typeface="Ubuntu Light"/>
              </a:defRPr>
            </a:lvl1pPr>
            <a:lvl2pPr algn="ctr">
              <a:defRPr sz="1350">
                <a:solidFill>
                  <a:srgbClr val="FFFFFF"/>
                </a:solidFill>
                <a:latin typeface="Ubuntu Light"/>
                <a:ea typeface="Ubuntu Light"/>
                <a:cs typeface="Ubuntu Light"/>
              </a:defRPr>
            </a:lvl2pPr>
            <a:lvl3pPr algn="ctr">
              <a:defRPr sz="1350">
                <a:solidFill>
                  <a:srgbClr val="FFFFFF"/>
                </a:solidFill>
                <a:latin typeface="Ubuntu Light"/>
                <a:ea typeface="Ubuntu Light"/>
                <a:cs typeface="Ubuntu Light"/>
              </a:defRPr>
            </a:lvl3pPr>
            <a:lvl4pPr algn="ctr">
              <a:defRPr sz="1350">
                <a:solidFill>
                  <a:srgbClr val="FFFFFF"/>
                </a:solidFill>
                <a:latin typeface="Ubuntu Light"/>
                <a:ea typeface="Ubuntu Light"/>
                <a:cs typeface="Ubuntu Light"/>
              </a:defRPr>
            </a:lvl4pPr>
            <a:lvl5pPr algn="ctr">
              <a:defRPr sz="1350">
                <a:solidFill>
                  <a:srgbClr val="FFFFFF"/>
                </a:solidFill>
                <a:latin typeface="Ubuntu Light"/>
                <a:ea typeface="Ubuntu Light"/>
                <a:cs typeface="Ubuntu Light"/>
              </a:defRPr>
            </a:lvl5pPr>
            <a:lvl6pPr algn="ctr">
              <a:defRPr sz="1350">
                <a:solidFill>
                  <a:srgbClr val="FFFFFF"/>
                </a:solidFill>
                <a:latin typeface="Ubuntu Light"/>
                <a:ea typeface="Ubuntu Light"/>
                <a:cs typeface="Ubuntu Light"/>
              </a:defRPr>
            </a:lvl6pPr>
            <a:lvl7pPr algn="ctr">
              <a:defRPr sz="1350">
                <a:solidFill>
                  <a:srgbClr val="FFFFFF"/>
                </a:solidFill>
                <a:latin typeface="Ubuntu Light"/>
                <a:ea typeface="Ubuntu Light"/>
                <a:cs typeface="Ubuntu Light"/>
              </a:defRPr>
            </a:lvl7pPr>
            <a:lvl8pPr algn="ctr">
              <a:defRPr sz="1350">
                <a:solidFill>
                  <a:srgbClr val="FFFFFF"/>
                </a:solidFill>
                <a:latin typeface="Ubuntu Light"/>
                <a:ea typeface="Ubuntu Light"/>
                <a:cs typeface="Ubuntu Light"/>
              </a:defRPr>
            </a:lvl8pPr>
            <a:lvl9pPr algn="ctr">
              <a:defRPr sz="1350">
                <a:solidFill>
                  <a:srgbClr val="FFFFFF"/>
                </a:solidFill>
                <a:latin typeface="Ubuntu Light"/>
                <a:ea typeface="Ubuntu Light"/>
                <a:cs typeface="Ubuntu Light"/>
              </a:defRPr>
            </a:lvl9pPr>
          </a:lstStyle>
          <a:p>
            <a:pPr algn="ctr">
              <a:defRPr sz="1350">
                <a:solidFill>
                  <a:srgbClr val="FFFFFF"/>
                </a:solidFill>
                <a:latin typeface="Ubuntu Light"/>
                <a:ea typeface="Ubuntu Light"/>
                <a:cs typeface="Ubuntu Light"/>
              </a:defRPr>
            </a:pPr>
            <a:r>
              <a:rPr sz="1350">
                <a:solidFill>
                  <a:srgbClr val="FFFFFF"/>
                </a:solidFill>
                <a:latin typeface="Ubuntu Light"/>
                <a:ea typeface="Ubuntu Light"/>
                <a:cs typeface="Ubuntu Light"/>
              </a:rPr>
              <a:t>Select the waiting task.</a:t>
            </a:r>
          </a:p>
          <a:p>
            <a:pPr algn="ctr">
              <a:defRPr sz="1350">
                <a:solidFill>
                  <a:srgbClr val="FFFFFF"/>
                </a:solidFill>
                <a:latin typeface="Ubuntu Light"/>
                <a:ea typeface="Ubuntu Light"/>
                <a:cs typeface="Ubuntu Light"/>
              </a:defRPr>
            </a:pPr>
            <a:r>
              <a:rPr sz="1350">
                <a:solidFill>
                  <a:srgbClr val="FFFFFF"/>
                </a:solidFill>
                <a:latin typeface="Ubuntu Light"/>
                <a:ea typeface="Ubuntu Light"/>
                <a:cs typeface="Ubuntu Light"/>
              </a:rPr>
              <a:t>Success starts invocation 2</a:t>
            </a:r>
          </a:p>
          <a:p>
            <a:pPr algn="ctr">
              <a:defRPr sz="1350">
                <a:solidFill>
                  <a:srgbClr val="FFFFFF"/>
                </a:solidFill>
                <a:latin typeface="Ubuntu Light"/>
                <a:ea typeface="Ubuntu Light"/>
                <a:cs typeface="Ubuntu Light"/>
              </a:defRPr>
            </a:pPr>
            <a:r>
              <a:rPr sz="1350">
                <a:solidFill>
                  <a:srgbClr val="FFFFFF"/>
                </a:solidFill>
                <a:latin typeface="Ubuntu Light"/>
                <a:ea typeface="Ubuntu Light"/>
                <a:cs typeface="Ubuntu Light"/>
              </a:rPr>
              <a:t>of the same execution.</a:t>
            </a:r>
          </a:p>
        </p:txBody>
      </p:sp>
      <p:cxnSp>
        <p:nvCxnSpPr>
          <p:cNvPr id="15" name="id-use-leader">
            <a:extLst>
              <a:ext uri="{FF2B5EF4-FFF2-40B4-BE49-F238E27FC236}">
                <ns2:creationId id="{CC65B417-F5A0-4994-96D2-CC24FCDC8990}"/>
              </a:ext>
            </a:extLst>
          </p:cNvPr>
          <p:cNvCxnSpPr/>
          <p:nvPr/>
        </p:nvCxnSpPr>
        <p:spPr>
          <a:xfrm flipH="1" flipV="1">
            <a:off x="3419475" y="3076575"/>
            <a:ext cx="2619375" cy="209550"/>
          </a:xfrm>
          <a:prstGeom prst="straightConnector1">
            <a:avLst/>
          </a:prstGeom>
          <a:ln w="14288">
            <a:solidFill>
              <a:srgbClr val="FF5874"/>
            </a:solidFill>
            <a:tailEnd type="triangle" w="sm" len="sm"/>
          </a:ln>
        </p:spPr>
      </p:cxnSp>
      <p:sp>
        <p:nvSpPr>
          <p:cNvPr id="16" name="reply-explanation">
            <a:extLst>
              <a:ext uri="{FF2B5EF4-FFF2-40B4-BE49-F238E27FC236}">
                <ns2:creationId id="{9E92F866-3A84-48E4-85D5-69420CE6A6F7}"/>
              </a:ext>
            </a:extLst>
          </p:cNvPr>
          <p:cNvSpPr>
            <a:spLocks noGrp="1"/>
          </p:cNvSpPr>
          <p:nvPr/>
        </p:nvSpPr>
        <p:spPr>
          <a:xfrm>
            <a:off x="619125" y="4238625"/>
            <a:ext cx="7905750" cy="647700"/>
          </a:xfrm>
          <a:prstGeom prst="rect">
            <a:avLst/>
          </a:prstGeom>
          <a:noFill/>
          <a:ln w="0">
            <a:noFill/>
          </a:ln>
        </p:spPr>
        <p:txBody>
          <a:bodyPr wrap="none" lIns="0" tIns="0" rIns="0" bIns="0" anchor="t">
            <a:noAutofit/>
          </a:bodyPr>
          <a:lstStyle>
            <a:defPPr algn="l">
              <a:defRPr sz="1500">
                <a:solidFill>
                  <a:srgbClr val="202D3E"/>
                </a:solidFill>
                <a:latin typeface="Ubuntu Light"/>
                <a:ea typeface="Ubuntu Light"/>
                <a:cs typeface="Ubuntu Light"/>
              </a:defRPr>
            </a:defPPr>
            <a:lvl1pPr algn="l">
              <a:defRPr sz="1500">
                <a:solidFill>
                  <a:srgbClr val="202D3E"/>
                </a:solidFill>
                <a:latin typeface="Ubuntu Light"/>
                <a:ea typeface="Ubuntu Light"/>
                <a:cs typeface="Ubuntu Light"/>
              </a:defRPr>
            </a:lvl1pPr>
            <a:lvl2pPr algn="l">
              <a:defRPr sz="1500">
                <a:solidFill>
                  <a:srgbClr val="202D3E"/>
                </a:solidFill>
                <a:latin typeface="Ubuntu Light"/>
                <a:ea typeface="Ubuntu Light"/>
                <a:cs typeface="Ubuntu Light"/>
              </a:defRPr>
            </a:lvl2pPr>
            <a:lvl3pPr algn="l">
              <a:defRPr sz="1500">
                <a:solidFill>
                  <a:srgbClr val="202D3E"/>
                </a:solidFill>
                <a:latin typeface="Ubuntu Light"/>
                <a:ea typeface="Ubuntu Light"/>
                <a:cs typeface="Ubuntu Light"/>
              </a:defRPr>
            </a:lvl3pPr>
            <a:lvl4pPr algn="l">
              <a:defRPr sz="1500">
                <a:solidFill>
                  <a:srgbClr val="202D3E"/>
                </a:solidFill>
                <a:latin typeface="Ubuntu Light"/>
                <a:ea typeface="Ubuntu Light"/>
                <a:cs typeface="Ubuntu Light"/>
              </a:defRPr>
            </a:lvl4pPr>
            <a:lvl5pPr algn="l">
              <a:defRPr sz="1500">
                <a:solidFill>
                  <a:srgbClr val="202D3E"/>
                </a:solidFill>
                <a:latin typeface="Ubuntu Light"/>
                <a:ea typeface="Ubuntu Light"/>
                <a:cs typeface="Ubuntu Light"/>
              </a:defRPr>
            </a:lvl5pPr>
            <a:lvl6pPr algn="l">
              <a:defRPr sz="1500">
                <a:solidFill>
                  <a:srgbClr val="202D3E"/>
                </a:solidFill>
                <a:latin typeface="Ubuntu Light"/>
                <a:ea typeface="Ubuntu Light"/>
                <a:cs typeface="Ubuntu Light"/>
              </a:defRPr>
            </a:lvl6pPr>
            <a:lvl7pPr algn="l">
              <a:defRPr sz="1500">
                <a:solidFill>
                  <a:srgbClr val="202D3E"/>
                </a:solidFill>
                <a:latin typeface="Ubuntu Light"/>
                <a:ea typeface="Ubuntu Light"/>
                <a:cs typeface="Ubuntu Light"/>
              </a:defRPr>
            </a:lvl7pPr>
            <a:lvl8pPr algn="l">
              <a:defRPr sz="1500">
                <a:solidFill>
                  <a:srgbClr val="202D3E"/>
                </a:solidFill>
                <a:latin typeface="Ubuntu Light"/>
                <a:ea typeface="Ubuntu Light"/>
                <a:cs typeface="Ubuntu Light"/>
              </a:defRPr>
            </a:lvl8pPr>
            <a:lvl9pPr algn="l">
              <a:defRPr sz="1500">
                <a:solidFill>
                  <a:srgbClr val="202D3E"/>
                </a:solidFill>
                <a:latin typeface="Ubuntu Light"/>
                <a:ea typeface="Ubuntu Light"/>
                <a:cs typeface="Ubuntu Light"/>
              </a:defRPr>
            </a:lvl9pPr>
          </a:lstStyle>
          <a:p>
            <a:pPr algn="l">
              <a:defRPr sz="1500">
                <a:solidFill>
                  <a:srgbClr val="202D3E"/>
                </a:solidFill>
                <a:latin typeface="Ubuntu Light"/>
                <a:ea typeface="Ubuntu Light"/>
                <a:cs typeface="Ubuntu Light"/>
              </a:defRPr>
            </a:pPr>
            <a:r>
              <a:rPr sz="1500">
                <a:solidFill>
                  <a:srgbClr val="202D3E"/>
                </a:solidFill>
                <a:latin typeface="Ubuntu Light"/>
                <a:ea typeface="Ubuntu Light"/>
                <a:cs typeface="Ubuntu Light"/>
              </a:rPr>
              <a:t>pytest acts as the merchant and sends the reply through the Lambda API.</a:t>
            </a:r>
          </a:p>
          <a:p>
            <a:pPr algn="l">
              <a:defRPr sz="1500">
                <a:solidFill>
                  <a:srgbClr val="202D3E"/>
                </a:solidFill>
                <a:latin typeface="Ubuntu Light"/>
                <a:ea typeface="Ubuntu Light"/>
                <a:cs typeface="Ubuntu Light"/>
              </a:defRPr>
            </a:pPr>
            <a:r>
              <a:rPr sz="1500">
                <a:solidFill>
                  <a:srgbClr val="202D3E"/>
                </a:solidFill>
                <a:latin typeface="Ubuntu Light"/>
                <a:ea typeface="Ubuntu Light"/>
                <a:cs typeface="Ubuntu Light"/>
              </a:rPr>
              <a:t>The ID identifies this execution’s wait, so it resumes with its own checkpoints.</a:t>
            </a:r>
          </a:p>
        </p:txBody>
      </p:sp>
    </p:spTree>
    <p:extLst>
      <p:ext uri="{BB962C8B-B14F-4D97-AF65-F5344CB8AC3E}">
        <ns3:creationId val="136832124"/>
      </p:ext>
    </p:extLst>
  </p:cSld>
</p:sld>
</file>

<file path=ppt/slides/slide4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sp>
        <p:nvSpPr>
          <p:cNvPr id="23" name="slide-title">
            <a:extLst>
              <a:ext uri="{FF2B5EF4-FFF2-40B4-BE49-F238E27FC236}">
                <ns2:creationId id="{B26904E1-42B3-41E0-B8D5-7F5634CB36B0}"/>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a:solidFill>
                  <a:srgbClr val="202D3E"/>
                </a:solidFill>
                <a:latin typeface="Ubuntu Light"/>
                <a:ea typeface="Ubuntu Light"/>
                <a:cs typeface="Ubuntu Light"/>
              </a:defRPr>
            </a:defPPr>
            <a:lvl1pPr algn="l">
              <a:defRPr sz="2250">
                <a:solidFill>
                  <a:srgbClr val="202D3E"/>
                </a:solidFill>
                <a:latin typeface="Ubuntu Light"/>
                <a:ea typeface="Ubuntu Light"/>
                <a:cs typeface="Ubuntu Light"/>
              </a:defRPr>
            </a:lvl1pPr>
            <a:lvl2pPr algn="l">
              <a:defRPr sz="2250">
                <a:solidFill>
                  <a:srgbClr val="202D3E"/>
                </a:solidFill>
                <a:latin typeface="Ubuntu Light"/>
                <a:ea typeface="Ubuntu Light"/>
                <a:cs typeface="Ubuntu Light"/>
              </a:defRPr>
            </a:lvl2pPr>
            <a:lvl3pPr algn="l">
              <a:defRPr sz="2250">
                <a:solidFill>
                  <a:srgbClr val="202D3E"/>
                </a:solidFill>
                <a:latin typeface="Ubuntu Light"/>
                <a:ea typeface="Ubuntu Light"/>
                <a:cs typeface="Ubuntu Light"/>
              </a:defRPr>
            </a:lvl3pPr>
            <a:lvl4pPr algn="l">
              <a:defRPr sz="2250">
                <a:solidFill>
                  <a:srgbClr val="202D3E"/>
                </a:solidFill>
                <a:latin typeface="Ubuntu Light"/>
                <a:ea typeface="Ubuntu Light"/>
                <a:cs typeface="Ubuntu Light"/>
              </a:defRPr>
            </a:lvl4pPr>
            <a:lvl5pPr algn="l">
              <a:defRPr sz="2250">
                <a:solidFill>
                  <a:srgbClr val="202D3E"/>
                </a:solidFill>
                <a:latin typeface="Ubuntu Light"/>
                <a:ea typeface="Ubuntu Light"/>
                <a:cs typeface="Ubuntu Light"/>
              </a:defRPr>
            </a:lvl5pPr>
            <a:lvl6pPr algn="l">
              <a:defRPr sz="2250">
                <a:solidFill>
                  <a:srgbClr val="202D3E"/>
                </a:solidFill>
                <a:latin typeface="Ubuntu Light"/>
                <a:ea typeface="Ubuntu Light"/>
                <a:cs typeface="Ubuntu Light"/>
              </a:defRPr>
            </a:lvl6pPr>
            <a:lvl7pPr algn="l">
              <a:defRPr sz="2250">
                <a:solidFill>
                  <a:srgbClr val="202D3E"/>
                </a:solidFill>
                <a:latin typeface="Ubuntu Light"/>
                <a:ea typeface="Ubuntu Light"/>
                <a:cs typeface="Ubuntu Light"/>
              </a:defRPr>
            </a:lvl7pPr>
            <a:lvl8pPr algn="l">
              <a:defRPr sz="2250">
                <a:solidFill>
                  <a:srgbClr val="202D3E"/>
                </a:solidFill>
                <a:latin typeface="Ubuntu Light"/>
                <a:ea typeface="Ubuntu Light"/>
                <a:cs typeface="Ubuntu Light"/>
              </a:defRPr>
            </a:lvl8pPr>
            <a:lvl9pPr algn="l">
              <a:defRPr sz="2250">
                <a:solidFill>
                  <a:srgbClr val="202D3E"/>
                </a:solidFill>
                <a:latin typeface="Ubuntu Light"/>
                <a:ea typeface="Ubuntu Light"/>
                <a:cs typeface="Ubuntu Light"/>
              </a:defRPr>
            </a:lvl9pPr>
          </a:lstStyle>
          <a:p>
            <a:pPr algn="l">
              <a:defRPr sz="2250">
                <a:solidFill>
                  <a:srgbClr val="202D3E"/>
                </a:solidFill>
                <a:latin typeface="Ubuntu Light"/>
                <a:ea typeface="Ubuntu Light"/>
                <a:cs typeface="Ubuntu Light"/>
              </a:defRPr>
            </a:pPr>
            <a:r>
              <a:rPr sz="2250">
                <a:solidFill>
                  <a:srgbClr val="202D3E"/>
                </a:solidFill>
                <a:latin typeface="Ubuntu Light"/>
                <a:ea typeface="Ubuntu Light"/>
                <a:cs typeface="Ubuntu Light"/>
              </a:rPr>
              <a:t>Replay returns saved results instead of repeating work</a:t>
            </a:r>
          </a:p>
        </p:txBody>
      </p:sp>
      <p:sp>
        <p:nvSpPr>
          <p:cNvPr id="2" name="first-lane">
            <a:extLst>
              <a:ext uri="{FF2B5EF4-FFF2-40B4-BE49-F238E27FC236}">
                <ns2:creationId id="{41420F12-0637-4E5A-9D88-91A82A524BCE}"/>
              </a:ext>
            </a:extLst>
          </p:cNvPr>
          <p:cNvSpPr>
            <a:spLocks noGrp="1"/>
          </p:cNvSpPr>
          <p:nvPr/>
        </p:nvSpPr>
        <p:spPr>
          <a:xfrm>
            <a:off x="619125" y="1476375"/>
            <a:ext cx="1619250" cy="285750"/>
          </a:xfrm>
          <a:prstGeom prst="rect">
            <a:avLst/>
          </a:prstGeom>
          <a:noFill/>
          <a:ln w="0">
            <a:noFill/>
          </a:ln>
        </p:spPr>
        <p:txBody>
          <a:bodyPr wrap="none" lIns="0" tIns="0" rIns="0" bIns="0" anchor="t">
            <a:noAutofit/>
          </a:bodyPr>
          <a:lstStyle>
            <a:defPPr algn="l">
              <a:defRPr sz="1650">
                <a:solidFill>
                  <a:srgbClr val="255DA8"/>
                </a:solidFill>
                <a:latin typeface="Ubuntu Light"/>
                <a:ea typeface="Ubuntu Light"/>
                <a:cs typeface="Ubuntu Light"/>
              </a:defRPr>
            </a:defPPr>
            <a:lvl1pPr algn="l">
              <a:defRPr sz="1650">
                <a:solidFill>
                  <a:srgbClr val="255DA8"/>
                </a:solidFill>
                <a:latin typeface="Ubuntu Light"/>
                <a:ea typeface="Ubuntu Light"/>
                <a:cs typeface="Ubuntu Light"/>
              </a:defRPr>
            </a:lvl1pPr>
            <a:lvl2pPr algn="l">
              <a:defRPr sz="1650">
                <a:solidFill>
                  <a:srgbClr val="255DA8"/>
                </a:solidFill>
                <a:latin typeface="Ubuntu Light"/>
                <a:ea typeface="Ubuntu Light"/>
                <a:cs typeface="Ubuntu Light"/>
              </a:defRPr>
            </a:lvl2pPr>
            <a:lvl3pPr algn="l">
              <a:defRPr sz="1650">
                <a:solidFill>
                  <a:srgbClr val="255DA8"/>
                </a:solidFill>
                <a:latin typeface="Ubuntu Light"/>
                <a:ea typeface="Ubuntu Light"/>
                <a:cs typeface="Ubuntu Light"/>
              </a:defRPr>
            </a:lvl3pPr>
            <a:lvl4pPr algn="l">
              <a:defRPr sz="1650">
                <a:solidFill>
                  <a:srgbClr val="255DA8"/>
                </a:solidFill>
                <a:latin typeface="Ubuntu Light"/>
                <a:ea typeface="Ubuntu Light"/>
                <a:cs typeface="Ubuntu Light"/>
              </a:defRPr>
            </a:lvl4pPr>
            <a:lvl5pPr algn="l">
              <a:defRPr sz="1650">
                <a:solidFill>
                  <a:srgbClr val="255DA8"/>
                </a:solidFill>
                <a:latin typeface="Ubuntu Light"/>
                <a:ea typeface="Ubuntu Light"/>
                <a:cs typeface="Ubuntu Light"/>
              </a:defRPr>
            </a:lvl5pPr>
            <a:lvl6pPr algn="l">
              <a:defRPr sz="1650">
                <a:solidFill>
                  <a:srgbClr val="255DA8"/>
                </a:solidFill>
                <a:latin typeface="Ubuntu Light"/>
                <a:ea typeface="Ubuntu Light"/>
                <a:cs typeface="Ubuntu Light"/>
              </a:defRPr>
            </a:lvl6pPr>
            <a:lvl7pPr algn="l">
              <a:defRPr sz="1650">
                <a:solidFill>
                  <a:srgbClr val="255DA8"/>
                </a:solidFill>
                <a:latin typeface="Ubuntu Light"/>
                <a:ea typeface="Ubuntu Light"/>
                <a:cs typeface="Ubuntu Light"/>
              </a:defRPr>
            </a:lvl7pPr>
            <a:lvl8pPr algn="l">
              <a:defRPr sz="1650">
                <a:solidFill>
                  <a:srgbClr val="255DA8"/>
                </a:solidFill>
                <a:latin typeface="Ubuntu Light"/>
                <a:ea typeface="Ubuntu Light"/>
                <a:cs typeface="Ubuntu Light"/>
              </a:defRPr>
            </a:lvl8pPr>
            <a:lvl9pPr algn="l">
              <a:defRPr sz="1650">
                <a:solidFill>
                  <a:srgbClr val="255DA8"/>
                </a:solidFill>
                <a:latin typeface="Ubuntu Light"/>
                <a:ea typeface="Ubuntu Light"/>
                <a:cs typeface="Ubuntu Light"/>
              </a:defRPr>
            </a:lvl9pPr>
          </a:lstStyle>
          <a:p>
            <a:pPr algn="l">
              <a:defRPr sz="1650">
                <a:solidFill>
                  <a:srgbClr val="255DA8"/>
                </a:solidFill>
                <a:latin typeface="Ubuntu Light"/>
                <a:ea typeface="Ubuntu Light"/>
                <a:cs typeface="Ubuntu Light"/>
              </a:defRPr>
            </a:pPr>
            <a:r>
              <a:rPr sz="1650">
                <a:solidFill>
                  <a:srgbClr val="255DA8"/>
                </a:solidFill>
                <a:latin typeface="Ubuntu Light"/>
                <a:ea typeface="Ubuntu Light"/>
                <a:cs typeface="Ubuntu Light"/>
              </a:rPr>
              <a:t>Invocation 1</a:t>
            </a:r>
          </a:p>
        </p:txBody>
      </p:sp>
      <p:pic>
        <p:nvPicPr>
          <p:cNvPr id="3" name="">
            <a:extLst>
              <a:ext uri="{FF2B5EF4-FFF2-40B4-BE49-F238E27FC236}">
                <ns2:creationId id="{0B5906C3-7D28-4B2F-96E1-BFDE870A2287}"/>
              </a:ext>
            </a:extLst>
          </p:cNvPr>
          <p:cNvPicPr>
            <a:picLocks noChangeAspect="1"/>
          </p:cNvPicPr>
          <p:nvPr/>
        </p:nvPicPr>
        <p:blipFill>
          <a:blip r:embed="R34e338cab859450d"/>
          <a:stretch/>
        </p:blipFill>
        <p:spPr>
          <a:xfrm>
            <a:off x="876300" y="2000250"/>
            <a:ext cx="514350" cy="514350"/>
          </a:xfrm>
          <a:prstGeom prst="rect">
            <a:avLst/>
          </a:prstGeom>
        </p:spPr>
      </p:pic>
      <p:sp>
        <p:nvSpPr>
          <p:cNvPr id="4" name="first-create">
            <a:extLst>
              <a:ext uri="{FF2B5EF4-FFF2-40B4-BE49-F238E27FC236}">
                <ns2:creationId id="{59FD9F1A-DFC7-4E08-985A-197CD866E412}"/>
              </a:ext>
            </a:extLst>
          </p:cNvPr>
          <p:cNvSpPr>
            <a:spLocks noGrp="1"/>
          </p:cNvSpPr>
          <p:nvPr/>
        </p:nvSpPr>
        <p:spPr>
          <a:xfrm>
            <a:off x="1771650" y="1914525"/>
            <a:ext cx="1809750" cy="266700"/>
          </a:xfrm>
          <a:prstGeom prst="rect">
            <a:avLst/>
          </a:prstGeom>
          <a:noFill/>
          <a:ln w="0">
            <a:noFill/>
          </a:ln>
        </p:spPr>
        <p:txBody>
          <a:bodyPr wrap="none" lIns="0" tIns="0" rIns="0" bIns="0" anchor="t">
            <a:noAutofit/>
          </a:bodyPr>
          <a:lstStyle>
            <a:defPPr algn="l">
              <a:defRPr sz="1500">
                <a:solidFill>
                  <a:srgbClr val="202D3E"/>
                </a:solidFill>
                <a:latin typeface="Ubuntu Light"/>
                <a:ea typeface="Ubuntu Light"/>
                <a:cs typeface="Ubuntu Light"/>
              </a:defRPr>
            </a:defPPr>
            <a:lvl1pPr algn="l">
              <a:defRPr sz="1500">
                <a:solidFill>
                  <a:srgbClr val="202D3E"/>
                </a:solidFill>
                <a:latin typeface="Ubuntu Light"/>
                <a:ea typeface="Ubuntu Light"/>
                <a:cs typeface="Ubuntu Light"/>
              </a:defRPr>
            </a:lvl1pPr>
            <a:lvl2pPr algn="l">
              <a:defRPr sz="1500">
                <a:solidFill>
                  <a:srgbClr val="202D3E"/>
                </a:solidFill>
                <a:latin typeface="Ubuntu Light"/>
                <a:ea typeface="Ubuntu Light"/>
                <a:cs typeface="Ubuntu Light"/>
              </a:defRPr>
            </a:lvl2pPr>
            <a:lvl3pPr algn="l">
              <a:defRPr sz="1500">
                <a:solidFill>
                  <a:srgbClr val="202D3E"/>
                </a:solidFill>
                <a:latin typeface="Ubuntu Light"/>
                <a:ea typeface="Ubuntu Light"/>
                <a:cs typeface="Ubuntu Light"/>
              </a:defRPr>
            </a:lvl3pPr>
            <a:lvl4pPr algn="l">
              <a:defRPr sz="1500">
                <a:solidFill>
                  <a:srgbClr val="202D3E"/>
                </a:solidFill>
                <a:latin typeface="Ubuntu Light"/>
                <a:ea typeface="Ubuntu Light"/>
                <a:cs typeface="Ubuntu Light"/>
              </a:defRPr>
            </a:lvl4pPr>
            <a:lvl5pPr algn="l">
              <a:defRPr sz="1500">
                <a:solidFill>
                  <a:srgbClr val="202D3E"/>
                </a:solidFill>
                <a:latin typeface="Ubuntu Light"/>
                <a:ea typeface="Ubuntu Light"/>
                <a:cs typeface="Ubuntu Light"/>
              </a:defRPr>
            </a:lvl5pPr>
            <a:lvl6pPr algn="l">
              <a:defRPr sz="1500">
                <a:solidFill>
                  <a:srgbClr val="202D3E"/>
                </a:solidFill>
                <a:latin typeface="Ubuntu Light"/>
                <a:ea typeface="Ubuntu Light"/>
                <a:cs typeface="Ubuntu Light"/>
              </a:defRPr>
            </a:lvl6pPr>
            <a:lvl7pPr algn="l">
              <a:defRPr sz="1500">
                <a:solidFill>
                  <a:srgbClr val="202D3E"/>
                </a:solidFill>
                <a:latin typeface="Ubuntu Light"/>
                <a:ea typeface="Ubuntu Light"/>
                <a:cs typeface="Ubuntu Light"/>
              </a:defRPr>
            </a:lvl7pPr>
            <a:lvl8pPr algn="l">
              <a:defRPr sz="1500">
                <a:solidFill>
                  <a:srgbClr val="202D3E"/>
                </a:solidFill>
                <a:latin typeface="Ubuntu Light"/>
                <a:ea typeface="Ubuntu Light"/>
                <a:cs typeface="Ubuntu Light"/>
              </a:defRPr>
            </a:lvl8pPr>
            <a:lvl9pPr algn="l">
              <a:defRPr sz="1500">
                <a:solidFill>
                  <a:srgbClr val="202D3E"/>
                </a:solidFill>
                <a:latin typeface="Ubuntu Light"/>
                <a:ea typeface="Ubuntu Light"/>
                <a:cs typeface="Ubuntu Light"/>
              </a:defRPr>
            </a:lvl9pPr>
          </a:lstStyle>
          <a:p>
            <a:pPr algn="l">
              <a:defRPr sz="1500">
                <a:solidFill>
                  <a:srgbClr val="202D3E"/>
                </a:solidFill>
                <a:latin typeface="Ubuntu Light"/>
                <a:ea typeface="Ubuntu Light"/>
                <a:cs typeface="Ubuntu Light"/>
              </a:defRPr>
            </a:pPr>
            <a:r>
              <a:rPr sz="1500">
                <a:solidFill>
                  <a:srgbClr val="202D3E"/>
                </a:solidFill>
                <a:latin typeface="Ubuntu Light"/>
                <a:ea typeface="Ubuntu Light"/>
                <a:cs typeface="Ubuntu Light"/>
              </a:rPr>
              <a:t>CreateOrder</a:t>
            </a:r>
          </a:p>
        </p:txBody>
      </p:sp>
      <p:sp>
        <p:nvSpPr>
          <p:cNvPr id="5" name="first-submit">
            <a:extLst>
              <a:ext uri="{FF2B5EF4-FFF2-40B4-BE49-F238E27FC236}">
                <ns2:creationId id="{E967EF2E-9079-46D0-9271-29091B4B693D}"/>
              </a:ext>
            </a:extLst>
          </p:cNvPr>
          <p:cNvSpPr>
            <a:spLocks noGrp="1"/>
          </p:cNvSpPr>
          <p:nvPr/>
        </p:nvSpPr>
        <p:spPr>
          <a:xfrm>
            <a:off x="1771650" y="2333625"/>
            <a:ext cx="1809750" cy="266700"/>
          </a:xfrm>
          <a:prstGeom prst="rect">
            <a:avLst/>
          </a:prstGeom>
          <a:noFill/>
          <a:ln w="0">
            <a:noFill/>
          </a:ln>
        </p:spPr>
        <p:txBody>
          <a:bodyPr wrap="none" lIns="0" tIns="0" rIns="0" bIns="0" anchor="t">
            <a:noAutofit/>
          </a:bodyPr>
          <a:lstStyle>
            <a:defPPr algn="l">
              <a:defRPr sz="1500">
                <a:solidFill>
                  <a:srgbClr val="202D3E"/>
                </a:solidFill>
                <a:latin typeface="Ubuntu Light"/>
                <a:ea typeface="Ubuntu Light"/>
                <a:cs typeface="Ubuntu Light"/>
              </a:defRPr>
            </a:defPPr>
            <a:lvl1pPr algn="l">
              <a:defRPr sz="1500">
                <a:solidFill>
                  <a:srgbClr val="202D3E"/>
                </a:solidFill>
                <a:latin typeface="Ubuntu Light"/>
                <a:ea typeface="Ubuntu Light"/>
                <a:cs typeface="Ubuntu Light"/>
              </a:defRPr>
            </a:lvl1pPr>
            <a:lvl2pPr algn="l">
              <a:defRPr sz="1500">
                <a:solidFill>
                  <a:srgbClr val="202D3E"/>
                </a:solidFill>
                <a:latin typeface="Ubuntu Light"/>
                <a:ea typeface="Ubuntu Light"/>
                <a:cs typeface="Ubuntu Light"/>
              </a:defRPr>
            </a:lvl2pPr>
            <a:lvl3pPr algn="l">
              <a:defRPr sz="1500">
                <a:solidFill>
                  <a:srgbClr val="202D3E"/>
                </a:solidFill>
                <a:latin typeface="Ubuntu Light"/>
                <a:ea typeface="Ubuntu Light"/>
                <a:cs typeface="Ubuntu Light"/>
              </a:defRPr>
            </a:lvl3pPr>
            <a:lvl4pPr algn="l">
              <a:defRPr sz="1500">
                <a:solidFill>
                  <a:srgbClr val="202D3E"/>
                </a:solidFill>
                <a:latin typeface="Ubuntu Light"/>
                <a:ea typeface="Ubuntu Light"/>
                <a:cs typeface="Ubuntu Light"/>
              </a:defRPr>
            </a:lvl4pPr>
            <a:lvl5pPr algn="l">
              <a:defRPr sz="1500">
                <a:solidFill>
                  <a:srgbClr val="202D3E"/>
                </a:solidFill>
                <a:latin typeface="Ubuntu Light"/>
                <a:ea typeface="Ubuntu Light"/>
                <a:cs typeface="Ubuntu Light"/>
              </a:defRPr>
            </a:lvl5pPr>
            <a:lvl6pPr algn="l">
              <a:defRPr sz="1500">
                <a:solidFill>
                  <a:srgbClr val="202D3E"/>
                </a:solidFill>
                <a:latin typeface="Ubuntu Light"/>
                <a:ea typeface="Ubuntu Light"/>
                <a:cs typeface="Ubuntu Light"/>
              </a:defRPr>
            </a:lvl6pPr>
            <a:lvl7pPr algn="l">
              <a:defRPr sz="1500">
                <a:solidFill>
                  <a:srgbClr val="202D3E"/>
                </a:solidFill>
                <a:latin typeface="Ubuntu Light"/>
                <a:ea typeface="Ubuntu Light"/>
                <a:cs typeface="Ubuntu Light"/>
              </a:defRPr>
            </a:lvl7pPr>
            <a:lvl8pPr algn="l">
              <a:defRPr sz="1500">
                <a:solidFill>
                  <a:srgbClr val="202D3E"/>
                </a:solidFill>
                <a:latin typeface="Ubuntu Light"/>
                <a:ea typeface="Ubuntu Light"/>
                <a:cs typeface="Ubuntu Light"/>
              </a:defRPr>
            </a:lvl8pPr>
            <a:lvl9pPr algn="l">
              <a:defRPr sz="1500">
                <a:solidFill>
                  <a:srgbClr val="202D3E"/>
                </a:solidFill>
                <a:latin typeface="Ubuntu Light"/>
                <a:ea typeface="Ubuntu Light"/>
                <a:cs typeface="Ubuntu Light"/>
              </a:defRPr>
            </a:lvl9pPr>
          </a:lstStyle>
          <a:p>
            <a:pPr algn="l">
              <a:defRPr sz="1500">
                <a:solidFill>
                  <a:srgbClr val="202D3E"/>
                </a:solidFill>
                <a:latin typeface="Ubuntu Light"/>
                <a:ea typeface="Ubuntu Light"/>
                <a:cs typeface="Ubuntu Light"/>
              </a:defRPr>
            </a:pPr>
            <a:r>
              <a:rPr sz="1500">
                <a:solidFill>
                  <a:srgbClr val="202D3E"/>
                </a:solidFill>
                <a:latin typeface="Ubuntu Light"/>
                <a:ea typeface="Ubuntu Light"/>
                <a:cs typeface="Ubuntu Light"/>
              </a:rPr>
              <a:t>Send approval</a:t>
            </a:r>
          </a:p>
        </p:txBody>
      </p:sp>
      <p:pic>
        <p:nvPicPr>
          <p:cNvPr id="6" name="">
            <a:extLst>
              <a:ext uri="{FF2B5EF4-FFF2-40B4-BE49-F238E27FC236}">
                <ns2:creationId id="{DF9F6680-7279-4E15-8AA6-896871CF62DB}"/>
              </a:ext>
            </a:extLst>
          </p:cNvPr>
          <p:cNvPicPr>
            <a:picLocks noChangeAspect="1"/>
          </p:cNvPicPr>
          <p:nvPr/>
        </p:nvPicPr>
        <p:blipFill>
          <a:blip r:embed="R0cf5da1cc25c48a6"/>
          <a:stretch/>
        </p:blipFill>
        <p:spPr>
          <a:xfrm>
            <a:off x="4124325" y="1990725"/>
            <a:ext cx="571500" cy="571500"/>
          </a:xfrm>
          <a:prstGeom prst="rect">
            <a:avLst/>
          </a:prstGeom>
        </p:spPr>
      </p:pic>
      <p:cxnSp>
        <p:nvCxnSpPr>
          <p:cNvPr id="7" name="save-create">
            <a:extLst>
              <a:ext uri="{FF2B5EF4-FFF2-40B4-BE49-F238E27FC236}">
                <ns2:creationId id="{9E46C0CF-8DB5-466A-A3A2-C3D06E3C9051}"/>
              </a:ext>
            </a:extLst>
          </p:cNvPr>
          <p:cNvCxnSpPr/>
          <p:nvPr/>
        </p:nvCxnSpPr>
        <p:spPr>
          <a:xfrm flipH="0" flipV="0">
            <a:off x="3524250" y="2076450"/>
            <a:ext cx="495300" cy="0"/>
          </a:xfrm>
          <a:prstGeom prst="straightConnector1">
            <a:avLst/>
          </a:prstGeom>
          <a:ln w="14288">
            <a:solidFill>
              <a:srgbClr val="202D3E"/>
            </a:solidFill>
            <a:tailEnd type="triangle" w="sm" len="sm"/>
          </a:ln>
        </p:spPr>
      </p:cxnSp>
      <p:cxnSp>
        <p:nvCxnSpPr>
          <p:cNvPr id="8" name="save-submit">
            <a:extLst>
              <a:ext uri="{FF2B5EF4-FFF2-40B4-BE49-F238E27FC236}">
                <ns2:creationId id="{A83665EB-F6BB-494A-97B4-69A095E91119}"/>
              </a:ext>
            </a:extLst>
          </p:cNvPr>
          <p:cNvCxnSpPr/>
          <p:nvPr/>
        </p:nvCxnSpPr>
        <p:spPr>
          <a:xfrm flipH="0" flipV="0">
            <a:off x="3524250" y="2466975"/>
            <a:ext cx="495300" cy="0"/>
          </a:xfrm>
          <a:prstGeom prst="straightConnector1">
            <a:avLst/>
          </a:prstGeom>
          <a:ln w="14288">
            <a:solidFill>
              <a:srgbClr val="202D3E"/>
            </a:solidFill>
            <a:tailEnd type="triangle" w="sm" len="sm"/>
          </a:ln>
        </p:spPr>
      </p:cxnSp>
      <p:sp>
        <p:nvSpPr>
          <p:cNvPr id="9" name="saved-data">
            <a:extLst>
              <a:ext uri="{FF2B5EF4-FFF2-40B4-BE49-F238E27FC236}">
                <ns2:creationId id="{A6A4BE8D-B701-4C1B-ADA0-4C98351738B7}"/>
              </a:ext>
            </a:extLst>
          </p:cNvPr>
          <p:cNvSpPr>
            <a:spLocks noGrp="1"/>
          </p:cNvSpPr>
          <p:nvPr/>
        </p:nvSpPr>
        <p:spPr>
          <a:xfrm>
            <a:off x="5038725" y="1828800"/>
            <a:ext cx="3381375" cy="895350"/>
          </a:xfrm>
          <a:prstGeom prst="rect">
            <a:avLst/>
          </a:prstGeom>
          <a:noFill/>
          <a:ln w="0">
            <a:noFill/>
          </a:ln>
        </p:spPr>
        <p:txBody>
          <a:bodyPr wrap="none" lIns="0" tIns="0" rIns="0" bIns="0" anchor="t">
            <a:noAutofit/>
          </a:bodyPr>
          <a:lstStyle>
            <a:defPPr algn="l">
              <a:defRPr sz="1500">
                <a:solidFill>
                  <a:srgbClr val="202D3E"/>
                </a:solidFill>
                <a:latin typeface="Ubuntu Light"/>
                <a:ea typeface="Ubuntu Light"/>
                <a:cs typeface="Ubuntu Light"/>
              </a:defRPr>
            </a:defPPr>
            <a:lvl1pPr algn="l">
              <a:defRPr sz="1500">
                <a:solidFill>
                  <a:srgbClr val="202D3E"/>
                </a:solidFill>
                <a:latin typeface="Ubuntu Light"/>
                <a:ea typeface="Ubuntu Light"/>
                <a:cs typeface="Ubuntu Light"/>
              </a:defRPr>
            </a:lvl1pPr>
            <a:lvl2pPr algn="l">
              <a:defRPr sz="1500">
                <a:solidFill>
                  <a:srgbClr val="202D3E"/>
                </a:solidFill>
                <a:latin typeface="Ubuntu Light"/>
                <a:ea typeface="Ubuntu Light"/>
                <a:cs typeface="Ubuntu Light"/>
              </a:defRPr>
            </a:lvl2pPr>
            <a:lvl3pPr algn="l">
              <a:defRPr sz="1500">
                <a:solidFill>
                  <a:srgbClr val="202D3E"/>
                </a:solidFill>
                <a:latin typeface="Ubuntu Light"/>
                <a:ea typeface="Ubuntu Light"/>
                <a:cs typeface="Ubuntu Light"/>
              </a:defRPr>
            </a:lvl3pPr>
            <a:lvl4pPr algn="l">
              <a:defRPr sz="1500">
                <a:solidFill>
                  <a:srgbClr val="202D3E"/>
                </a:solidFill>
                <a:latin typeface="Ubuntu Light"/>
                <a:ea typeface="Ubuntu Light"/>
                <a:cs typeface="Ubuntu Light"/>
              </a:defRPr>
            </a:lvl4pPr>
            <a:lvl5pPr algn="l">
              <a:defRPr sz="1500">
                <a:solidFill>
                  <a:srgbClr val="202D3E"/>
                </a:solidFill>
                <a:latin typeface="Ubuntu Light"/>
                <a:ea typeface="Ubuntu Light"/>
                <a:cs typeface="Ubuntu Light"/>
              </a:defRPr>
            </a:lvl5pPr>
            <a:lvl6pPr algn="l">
              <a:defRPr sz="1500">
                <a:solidFill>
                  <a:srgbClr val="202D3E"/>
                </a:solidFill>
                <a:latin typeface="Ubuntu Light"/>
                <a:ea typeface="Ubuntu Light"/>
                <a:cs typeface="Ubuntu Light"/>
              </a:defRPr>
            </a:lvl6pPr>
            <a:lvl7pPr algn="l">
              <a:defRPr sz="1500">
                <a:solidFill>
                  <a:srgbClr val="202D3E"/>
                </a:solidFill>
                <a:latin typeface="Ubuntu Light"/>
                <a:ea typeface="Ubuntu Light"/>
                <a:cs typeface="Ubuntu Light"/>
              </a:defRPr>
            </a:lvl7pPr>
            <a:lvl8pPr algn="l">
              <a:defRPr sz="1500">
                <a:solidFill>
                  <a:srgbClr val="202D3E"/>
                </a:solidFill>
                <a:latin typeface="Ubuntu Light"/>
                <a:ea typeface="Ubuntu Light"/>
                <a:cs typeface="Ubuntu Light"/>
              </a:defRPr>
            </a:lvl8pPr>
            <a:lvl9pPr algn="l">
              <a:defRPr sz="1500">
                <a:solidFill>
                  <a:srgbClr val="202D3E"/>
                </a:solidFill>
                <a:latin typeface="Ubuntu Light"/>
                <a:ea typeface="Ubuntu Light"/>
                <a:cs typeface="Ubuntu Light"/>
              </a:defRPr>
            </a:lvl9pPr>
          </a:lstStyle>
          <a:p>
            <a:pPr algn="l">
              <a:defRPr sz="1500">
                <a:solidFill>
                  <a:srgbClr val="202D3E"/>
                </a:solidFill>
                <a:latin typeface="Ubuntu Light"/>
                <a:ea typeface="Ubuntu Light"/>
                <a:cs typeface="Ubuntu Light"/>
              </a:defRPr>
            </a:pPr>
            <a:r>
              <a:rPr sz="1500">
                <a:solidFill>
                  <a:srgbClr val="202D3E"/>
                </a:solidFill>
                <a:latin typeface="Ubuntu Light"/>
                <a:ea typeface="Ubuntu Light"/>
                <a:cs typeface="Ubuntu Light"/>
              </a:rPr>
              <a:t>Durable API saves a checkpoint:</a:t>
            </a:r>
          </a:p>
          <a:p>
            <a:pPr algn="l">
              <a:defRPr sz="1500">
                <a:solidFill>
                  <a:srgbClr val="202D3E"/>
                </a:solidFill>
                <a:latin typeface="Ubuntu Light"/>
                <a:ea typeface="Ubuntu Light"/>
                <a:cs typeface="Ubuntu Light"/>
              </a:defRPr>
            </a:pPr>
            <a:r>
              <a:rPr sz="1500">
                <a:solidFill>
                  <a:srgbClr val="202D3E"/>
                </a:solidFill>
                <a:latin typeface="Ubuntu Light"/>
                <a:ea typeface="Ubuntu Light"/>
                <a:cs typeface="Ubuntu Light"/>
              </a:rPr>
              <a:t>order record +</a:t>
            </a:r>
          </a:p>
          <a:p>
            <a:pPr algn="l">
              <a:defRPr sz="1500">
                <a:solidFill>
                  <a:srgbClr val="202D3E"/>
                </a:solidFill>
                <a:latin typeface="Ubuntu Light"/>
                <a:ea typeface="Ubuntu Light"/>
                <a:cs typeface="Ubuntu Light"/>
              </a:defRPr>
            </a:pPr>
            <a:r>
              <a:rPr sz="1500">
                <a:solidFill>
                  <a:srgbClr val="202D3E"/>
                </a:solidFill>
                <a:latin typeface="Ubuntu Light"/>
                <a:ea typeface="Ubuntu Light"/>
                <a:cs typeface="Ubuntu Light"/>
              </a:rPr>
              <a:t>approval-submission completion</a:t>
            </a:r>
          </a:p>
        </p:txBody>
      </p:sp>
      <p:sp>
        <p:nvSpPr>
          <p:cNvPr id="10" name="wait-state">
            <a:extLst>
              <a:ext uri="{FF2B5EF4-FFF2-40B4-BE49-F238E27FC236}">
                <ns2:creationId id="{F5D9DEE4-3655-49CB-AAEF-60EA59593BE2}"/>
              </a:ext>
            </a:extLst>
          </p:cNvPr>
          <p:cNvSpPr>
            <a:spLocks noGrp="1"/>
          </p:cNvSpPr>
          <p:nvPr/>
        </p:nvSpPr>
        <p:spPr>
          <a:xfrm>
            <a:off x="1800225" y="2781300"/>
            <a:ext cx="2381250" cy="266700"/>
          </a:xfrm>
          <a:prstGeom prst="rect">
            <a:avLst/>
          </a:prstGeom>
          <a:noFill/>
          <a:ln w="0">
            <a:noFill/>
          </a:ln>
        </p:spPr>
        <p:txBody>
          <a:bodyPr wrap="none" lIns="0" tIns="0" rIns="0" bIns="0" anchor="t">
            <a:noAutofit/>
          </a:bodyPr>
          <a:lstStyle>
            <a:defPPr algn="l">
              <a:defRPr sz="1425">
                <a:solidFill>
                  <a:srgbClr val="475569"/>
                </a:solidFill>
                <a:latin typeface="Ubuntu Light"/>
                <a:ea typeface="Ubuntu Light"/>
                <a:cs typeface="Ubuntu Light"/>
              </a:defRPr>
            </a:defPPr>
            <a:lvl1pPr algn="l">
              <a:defRPr sz="1425">
                <a:solidFill>
                  <a:srgbClr val="475569"/>
                </a:solidFill>
                <a:latin typeface="Ubuntu Light"/>
                <a:ea typeface="Ubuntu Light"/>
                <a:cs typeface="Ubuntu Light"/>
              </a:defRPr>
            </a:lvl1pPr>
            <a:lvl2pPr algn="l">
              <a:defRPr sz="1425">
                <a:solidFill>
                  <a:srgbClr val="475569"/>
                </a:solidFill>
                <a:latin typeface="Ubuntu Light"/>
                <a:ea typeface="Ubuntu Light"/>
                <a:cs typeface="Ubuntu Light"/>
              </a:defRPr>
            </a:lvl2pPr>
            <a:lvl3pPr algn="l">
              <a:defRPr sz="1425">
                <a:solidFill>
                  <a:srgbClr val="475569"/>
                </a:solidFill>
                <a:latin typeface="Ubuntu Light"/>
                <a:ea typeface="Ubuntu Light"/>
                <a:cs typeface="Ubuntu Light"/>
              </a:defRPr>
            </a:lvl3pPr>
            <a:lvl4pPr algn="l">
              <a:defRPr sz="1425">
                <a:solidFill>
                  <a:srgbClr val="475569"/>
                </a:solidFill>
                <a:latin typeface="Ubuntu Light"/>
                <a:ea typeface="Ubuntu Light"/>
                <a:cs typeface="Ubuntu Light"/>
              </a:defRPr>
            </a:lvl4pPr>
            <a:lvl5pPr algn="l">
              <a:defRPr sz="1425">
                <a:solidFill>
                  <a:srgbClr val="475569"/>
                </a:solidFill>
                <a:latin typeface="Ubuntu Light"/>
                <a:ea typeface="Ubuntu Light"/>
                <a:cs typeface="Ubuntu Light"/>
              </a:defRPr>
            </a:lvl5pPr>
            <a:lvl6pPr algn="l">
              <a:defRPr sz="1425">
                <a:solidFill>
                  <a:srgbClr val="475569"/>
                </a:solidFill>
                <a:latin typeface="Ubuntu Light"/>
                <a:ea typeface="Ubuntu Light"/>
                <a:cs typeface="Ubuntu Light"/>
              </a:defRPr>
            </a:lvl6pPr>
            <a:lvl7pPr algn="l">
              <a:defRPr sz="1425">
                <a:solidFill>
                  <a:srgbClr val="475569"/>
                </a:solidFill>
                <a:latin typeface="Ubuntu Light"/>
                <a:ea typeface="Ubuntu Light"/>
                <a:cs typeface="Ubuntu Light"/>
              </a:defRPr>
            </a:lvl7pPr>
            <a:lvl8pPr algn="l">
              <a:defRPr sz="1425">
                <a:solidFill>
                  <a:srgbClr val="475569"/>
                </a:solidFill>
                <a:latin typeface="Ubuntu Light"/>
                <a:ea typeface="Ubuntu Light"/>
                <a:cs typeface="Ubuntu Light"/>
              </a:defRPr>
            </a:lvl8pPr>
            <a:lvl9pPr algn="l">
              <a:defRPr sz="1425">
                <a:solidFill>
                  <a:srgbClr val="475569"/>
                </a:solidFill>
                <a:latin typeface="Ubuntu Light"/>
                <a:ea typeface="Ubuntu Light"/>
                <a:cs typeface="Ubuntu Light"/>
              </a:defRPr>
            </a:lvl9pPr>
          </a:lstStyle>
          <a:p>
            <a:pPr algn="l">
              <a:defRPr sz="1425">
                <a:solidFill>
                  <a:srgbClr val="475569"/>
                </a:solidFill>
                <a:latin typeface="Ubuntu Light"/>
                <a:ea typeface="Ubuntu Light"/>
                <a:cs typeface="Ubuntu Light"/>
              </a:defRPr>
            </a:pPr>
            <a:r>
              <a:rPr sz="1425">
                <a:solidFill>
                  <a:srgbClr val="475569"/>
                </a:solidFill>
                <a:latin typeface="Ubuntu Light"/>
                <a:ea typeface="Ubuntu Light"/>
                <a:cs typeface="Ubuntu Light"/>
              </a:rPr>
              <a:t>Wait for callback</a:t>
            </a:r>
          </a:p>
        </p:txBody>
      </p:sp>
      <p:sp>
        <p:nvSpPr>
          <p:cNvPr id="11" name="callback-triggers">
            <a:extLst>
              <a:ext uri="{FF2B5EF4-FFF2-40B4-BE49-F238E27FC236}">
                <ns2:creationId id="{3A529D9F-BE34-47E7-A646-763D4A3AD48E}"/>
              </a:ext>
            </a:extLst>
          </p:cNvPr>
          <p:cNvSpPr>
            <a:spLocks noGrp="1"/>
          </p:cNvSpPr>
          <p:nvPr/>
        </p:nvSpPr>
        <p:spPr>
          <a:xfrm>
            <a:off x="5038725" y="2781300"/>
            <a:ext cx="3381375" cy="266700"/>
          </a:xfrm>
          <a:prstGeom prst="rect">
            <a:avLst/>
          </a:prstGeom>
          <a:noFill/>
          <a:ln w="0">
            <a:noFill/>
          </a:ln>
        </p:spPr>
        <p:txBody>
          <a:bodyPr wrap="none" lIns="0" tIns="0" rIns="0" bIns="0" anchor="t">
            <a:noAutofit/>
          </a:bodyPr>
          <a:lstStyle>
            <a:defPPr algn="l">
              <a:defRPr sz="1425">
                <a:solidFill>
                  <a:srgbClr val="C21461"/>
                </a:solidFill>
                <a:latin typeface="Ubuntu Light"/>
                <a:ea typeface="Ubuntu Light"/>
                <a:cs typeface="Ubuntu Light"/>
              </a:defRPr>
            </a:defPPr>
            <a:lvl1pPr algn="l">
              <a:defRPr sz="1425">
                <a:solidFill>
                  <a:srgbClr val="C21461"/>
                </a:solidFill>
                <a:latin typeface="Ubuntu Light"/>
                <a:ea typeface="Ubuntu Light"/>
                <a:cs typeface="Ubuntu Light"/>
              </a:defRPr>
            </a:lvl1pPr>
            <a:lvl2pPr algn="l">
              <a:defRPr sz="1425">
                <a:solidFill>
                  <a:srgbClr val="C21461"/>
                </a:solidFill>
                <a:latin typeface="Ubuntu Light"/>
                <a:ea typeface="Ubuntu Light"/>
                <a:cs typeface="Ubuntu Light"/>
              </a:defRPr>
            </a:lvl2pPr>
            <a:lvl3pPr algn="l">
              <a:defRPr sz="1425">
                <a:solidFill>
                  <a:srgbClr val="C21461"/>
                </a:solidFill>
                <a:latin typeface="Ubuntu Light"/>
                <a:ea typeface="Ubuntu Light"/>
                <a:cs typeface="Ubuntu Light"/>
              </a:defRPr>
            </a:lvl3pPr>
            <a:lvl4pPr algn="l">
              <a:defRPr sz="1425">
                <a:solidFill>
                  <a:srgbClr val="C21461"/>
                </a:solidFill>
                <a:latin typeface="Ubuntu Light"/>
                <a:ea typeface="Ubuntu Light"/>
                <a:cs typeface="Ubuntu Light"/>
              </a:defRPr>
            </a:lvl4pPr>
            <a:lvl5pPr algn="l">
              <a:defRPr sz="1425">
                <a:solidFill>
                  <a:srgbClr val="C21461"/>
                </a:solidFill>
                <a:latin typeface="Ubuntu Light"/>
                <a:ea typeface="Ubuntu Light"/>
                <a:cs typeface="Ubuntu Light"/>
              </a:defRPr>
            </a:lvl5pPr>
            <a:lvl6pPr algn="l">
              <a:defRPr sz="1425">
                <a:solidFill>
                  <a:srgbClr val="C21461"/>
                </a:solidFill>
                <a:latin typeface="Ubuntu Light"/>
                <a:ea typeface="Ubuntu Light"/>
                <a:cs typeface="Ubuntu Light"/>
              </a:defRPr>
            </a:lvl6pPr>
            <a:lvl7pPr algn="l">
              <a:defRPr sz="1425">
                <a:solidFill>
                  <a:srgbClr val="C21461"/>
                </a:solidFill>
                <a:latin typeface="Ubuntu Light"/>
                <a:ea typeface="Ubuntu Light"/>
                <a:cs typeface="Ubuntu Light"/>
              </a:defRPr>
            </a:lvl7pPr>
            <a:lvl8pPr algn="l">
              <a:defRPr sz="1425">
                <a:solidFill>
                  <a:srgbClr val="C21461"/>
                </a:solidFill>
                <a:latin typeface="Ubuntu Light"/>
                <a:ea typeface="Ubuntu Light"/>
                <a:cs typeface="Ubuntu Light"/>
              </a:defRPr>
            </a:lvl8pPr>
            <a:lvl9pPr algn="l">
              <a:defRPr sz="1425">
                <a:solidFill>
                  <a:srgbClr val="C21461"/>
                </a:solidFill>
                <a:latin typeface="Ubuntu Light"/>
                <a:ea typeface="Ubuntu Light"/>
                <a:cs typeface="Ubuntu Light"/>
              </a:defRPr>
            </a:lvl9pPr>
          </a:lstStyle>
          <a:p>
            <a:pPr algn="l">
              <a:defRPr sz="1425">
                <a:solidFill>
                  <a:srgbClr val="C21461"/>
                </a:solidFill>
                <a:latin typeface="Ubuntu Light"/>
                <a:ea typeface="Ubuntu Light"/>
                <a:cs typeface="Ubuntu Light"/>
              </a:defRPr>
            </a:pPr>
            <a:r>
              <a:rPr sz="1425">
                <a:solidFill>
                  <a:srgbClr val="C21461"/>
                </a:solidFill>
                <a:latin typeface="Ubuntu Light"/>
                <a:ea typeface="Ubuntu Light"/>
                <a:cs typeface="Ubuntu Light"/>
              </a:rPr>
              <a:t>Callback success → invocation 2</a:t>
            </a:r>
          </a:p>
        </p:txBody>
      </p:sp>
      <p:cxnSp>
        <p:nvCxnSpPr>
          <p:cNvPr id="12" name="separate-lanes">
            <a:extLst>
              <a:ext uri="{FF2B5EF4-FFF2-40B4-BE49-F238E27FC236}">
                <ns2:creationId id="{A071BAC5-6AD8-45E3-92BE-680153A0125A}"/>
              </a:ext>
            </a:extLst>
          </p:cNvPr>
          <p:cNvCxnSpPr/>
          <p:nvPr/>
        </p:nvCxnSpPr>
        <p:spPr>
          <a:xfrm flipH="0" flipV="0">
            <a:off x="619125" y="3200400"/>
            <a:ext cx="7715250" cy="0"/>
          </a:xfrm>
          <a:prstGeom prst="straightConnector1">
            <a:avLst/>
          </a:prstGeom>
          <a:ln w="14288">
            <a:solidFill>
              <a:srgbClr val="D6E0E8"/>
            </a:solidFill>
          </a:ln>
        </p:spPr>
      </p:cxnSp>
      <p:sp>
        <p:nvSpPr>
          <p:cNvPr id="13" name="second-lane">
            <a:extLst>
              <a:ext uri="{FF2B5EF4-FFF2-40B4-BE49-F238E27FC236}">
                <ns2:creationId id="{AF28A665-6A7F-48E5-9D86-904790105C56}"/>
              </a:ext>
            </a:extLst>
          </p:cNvPr>
          <p:cNvSpPr>
            <a:spLocks noGrp="1"/>
          </p:cNvSpPr>
          <p:nvPr/>
        </p:nvSpPr>
        <p:spPr>
          <a:xfrm>
            <a:off x="619125" y="3371850"/>
            <a:ext cx="1619250" cy="285750"/>
          </a:xfrm>
          <a:prstGeom prst="rect">
            <a:avLst/>
          </a:prstGeom>
          <a:noFill/>
          <a:ln w="0">
            <a:noFill/>
          </a:ln>
        </p:spPr>
        <p:txBody>
          <a:bodyPr wrap="none" lIns="0" tIns="0" rIns="0" bIns="0" anchor="t">
            <a:noAutofit/>
          </a:bodyPr>
          <a:lstStyle>
            <a:defPPr algn="l">
              <a:defRPr sz="1650">
                <a:solidFill>
                  <a:srgbClr val="255DA8"/>
                </a:solidFill>
                <a:latin typeface="Ubuntu Light"/>
                <a:ea typeface="Ubuntu Light"/>
                <a:cs typeface="Ubuntu Light"/>
              </a:defRPr>
            </a:defPPr>
            <a:lvl1pPr algn="l">
              <a:defRPr sz="1650">
                <a:solidFill>
                  <a:srgbClr val="255DA8"/>
                </a:solidFill>
                <a:latin typeface="Ubuntu Light"/>
                <a:ea typeface="Ubuntu Light"/>
                <a:cs typeface="Ubuntu Light"/>
              </a:defRPr>
            </a:lvl1pPr>
            <a:lvl2pPr algn="l">
              <a:defRPr sz="1650">
                <a:solidFill>
                  <a:srgbClr val="255DA8"/>
                </a:solidFill>
                <a:latin typeface="Ubuntu Light"/>
                <a:ea typeface="Ubuntu Light"/>
                <a:cs typeface="Ubuntu Light"/>
              </a:defRPr>
            </a:lvl2pPr>
            <a:lvl3pPr algn="l">
              <a:defRPr sz="1650">
                <a:solidFill>
                  <a:srgbClr val="255DA8"/>
                </a:solidFill>
                <a:latin typeface="Ubuntu Light"/>
                <a:ea typeface="Ubuntu Light"/>
                <a:cs typeface="Ubuntu Light"/>
              </a:defRPr>
            </a:lvl3pPr>
            <a:lvl4pPr algn="l">
              <a:defRPr sz="1650">
                <a:solidFill>
                  <a:srgbClr val="255DA8"/>
                </a:solidFill>
                <a:latin typeface="Ubuntu Light"/>
                <a:ea typeface="Ubuntu Light"/>
                <a:cs typeface="Ubuntu Light"/>
              </a:defRPr>
            </a:lvl4pPr>
            <a:lvl5pPr algn="l">
              <a:defRPr sz="1650">
                <a:solidFill>
                  <a:srgbClr val="255DA8"/>
                </a:solidFill>
                <a:latin typeface="Ubuntu Light"/>
                <a:ea typeface="Ubuntu Light"/>
                <a:cs typeface="Ubuntu Light"/>
              </a:defRPr>
            </a:lvl5pPr>
            <a:lvl6pPr algn="l">
              <a:defRPr sz="1650">
                <a:solidFill>
                  <a:srgbClr val="255DA8"/>
                </a:solidFill>
                <a:latin typeface="Ubuntu Light"/>
                <a:ea typeface="Ubuntu Light"/>
                <a:cs typeface="Ubuntu Light"/>
              </a:defRPr>
            </a:lvl6pPr>
            <a:lvl7pPr algn="l">
              <a:defRPr sz="1650">
                <a:solidFill>
                  <a:srgbClr val="255DA8"/>
                </a:solidFill>
                <a:latin typeface="Ubuntu Light"/>
                <a:ea typeface="Ubuntu Light"/>
                <a:cs typeface="Ubuntu Light"/>
              </a:defRPr>
            </a:lvl7pPr>
            <a:lvl8pPr algn="l">
              <a:defRPr sz="1650">
                <a:solidFill>
                  <a:srgbClr val="255DA8"/>
                </a:solidFill>
                <a:latin typeface="Ubuntu Light"/>
                <a:ea typeface="Ubuntu Light"/>
                <a:cs typeface="Ubuntu Light"/>
              </a:defRPr>
            </a:lvl8pPr>
            <a:lvl9pPr algn="l">
              <a:defRPr sz="1650">
                <a:solidFill>
                  <a:srgbClr val="255DA8"/>
                </a:solidFill>
                <a:latin typeface="Ubuntu Light"/>
                <a:ea typeface="Ubuntu Light"/>
                <a:cs typeface="Ubuntu Light"/>
              </a:defRPr>
            </a:lvl9pPr>
          </a:lstStyle>
          <a:p>
            <a:pPr algn="l">
              <a:defRPr sz="1650">
                <a:solidFill>
                  <a:srgbClr val="255DA8"/>
                </a:solidFill>
                <a:latin typeface="Ubuntu Light"/>
                <a:ea typeface="Ubuntu Light"/>
                <a:cs typeface="Ubuntu Light"/>
              </a:defRPr>
            </a:pPr>
            <a:r>
              <a:rPr sz="1650">
                <a:solidFill>
                  <a:srgbClr val="255DA8"/>
                </a:solidFill>
                <a:latin typeface="Ubuntu Light"/>
                <a:ea typeface="Ubuntu Light"/>
                <a:cs typeface="Ubuntu Light"/>
              </a:rPr>
              <a:t>Invocation 2</a:t>
            </a:r>
          </a:p>
        </p:txBody>
      </p:sp>
      <p:pic>
        <p:nvPicPr>
          <p:cNvPr id="14" name="">
            <a:extLst>
              <a:ext uri="{FF2B5EF4-FFF2-40B4-BE49-F238E27FC236}">
                <ns2:creationId id="{A0190791-EB37-4701-9F94-84DB239A28B0}"/>
              </a:ext>
            </a:extLst>
          </p:cNvPr>
          <p:cNvPicPr>
            <a:picLocks noChangeAspect="1"/>
          </p:cNvPicPr>
          <p:nvPr/>
        </p:nvPicPr>
        <p:blipFill>
          <a:blip r:embed="Rab51696f87f54c62"/>
          <a:stretch/>
        </p:blipFill>
        <p:spPr>
          <a:xfrm>
            <a:off x="876300" y="3819525"/>
            <a:ext cx="514350" cy="514350"/>
          </a:xfrm>
          <a:prstGeom prst="rect">
            <a:avLst/>
          </a:prstGeom>
        </p:spPr>
      </p:pic>
      <p:pic>
        <p:nvPicPr>
          <p:cNvPr id="15" name="">
            <a:extLst>
              <a:ext uri="{FF2B5EF4-FFF2-40B4-BE49-F238E27FC236}">
                <ns2:creationId id="{632902D4-32F5-4892-9E8D-F0522597F558}"/>
              </a:ext>
            </a:extLst>
          </p:cNvPr>
          <p:cNvPicPr>
            <a:picLocks noChangeAspect="1"/>
          </p:cNvPicPr>
          <p:nvPr/>
        </p:nvPicPr>
        <p:blipFill>
          <a:blip r:embed="R1f785b29678f4588"/>
          <a:stretch/>
        </p:blipFill>
        <p:spPr>
          <a:xfrm>
            <a:off x="2533650" y="3814763"/>
            <a:ext cx="466725" cy="466725"/>
          </a:xfrm>
          <a:prstGeom prst="rect">
            <a:avLst/>
          </a:prstGeom>
        </p:spPr>
      </p:pic>
      <p:cxnSp>
        <p:nvCxnSpPr>
          <p:cNvPr id="16" name="load-result">
            <a:extLst>
              <a:ext uri="{FF2B5EF4-FFF2-40B4-BE49-F238E27FC236}">
                <ns2:creationId id="{1765E105-1833-4063-8791-16DA6414272D}"/>
              </a:ext>
            </a:extLst>
          </p:cNvPr>
          <p:cNvCxnSpPr/>
          <p:nvPr/>
        </p:nvCxnSpPr>
        <p:spPr>
          <a:xfrm flipH="0" flipV="0">
            <a:off x="1485900" y="4048125"/>
            <a:ext cx="952500" cy="0"/>
          </a:xfrm>
          <a:prstGeom prst="straightConnector1">
            <a:avLst/>
          </a:prstGeom>
          <a:ln w="14288">
            <a:solidFill>
              <a:srgbClr val="202D3E"/>
            </a:solidFill>
            <a:tailEnd type="triangle" w="sm" len="sm"/>
          </a:ln>
        </p:spPr>
      </p:cxnSp>
      <p:sp>
        <p:nvSpPr>
          <p:cNvPr id="17" name="load-label">
            <a:extLst>
              <a:ext uri="{FF2B5EF4-FFF2-40B4-BE49-F238E27FC236}">
                <ns2:creationId id="{EA52304A-4938-4FE3-9B9C-3CB331EA6659}"/>
              </a:ext>
            </a:extLst>
          </p:cNvPr>
          <p:cNvSpPr>
            <a:spLocks noGrp="1"/>
          </p:cNvSpPr>
          <p:nvPr/>
        </p:nvSpPr>
        <p:spPr>
          <a:xfrm>
            <a:off x="1743075" y="3609975"/>
            <a:ext cx="2190750" cy="257175"/>
          </a:xfrm>
          <a:prstGeom prst="rect">
            <a:avLst/>
          </a:prstGeom>
          <a:noFill/>
          <a:ln w="0">
            <a:noFill/>
          </a:ln>
        </p:spPr>
        <p:txBody>
          <a:bodyPr wrap="none" lIns="0" tIns="0" rIns="0" bIns="0" anchor="t">
            <a:noAutofit/>
          </a:bodyPr>
          <a:lstStyle>
            <a:defPPr algn="l">
              <a:defRPr sz="1350">
                <a:solidFill>
                  <a:srgbClr val="14664F"/>
                </a:solidFill>
                <a:latin typeface="Ubuntu Light"/>
                <a:ea typeface="Ubuntu Light"/>
                <a:cs typeface="Ubuntu Light"/>
              </a:defRPr>
            </a:defPPr>
            <a:lvl1pPr algn="l">
              <a:defRPr sz="1350">
                <a:solidFill>
                  <a:srgbClr val="14664F"/>
                </a:solidFill>
                <a:latin typeface="Ubuntu Light"/>
                <a:ea typeface="Ubuntu Light"/>
                <a:cs typeface="Ubuntu Light"/>
              </a:defRPr>
            </a:lvl1pPr>
            <a:lvl2pPr algn="l">
              <a:defRPr sz="1350">
                <a:solidFill>
                  <a:srgbClr val="14664F"/>
                </a:solidFill>
                <a:latin typeface="Ubuntu Light"/>
                <a:ea typeface="Ubuntu Light"/>
                <a:cs typeface="Ubuntu Light"/>
              </a:defRPr>
            </a:lvl2pPr>
            <a:lvl3pPr algn="l">
              <a:defRPr sz="1350">
                <a:solidFill>
                  <a:srgbClr val="14664F"/>
                </a:solidFill>
                <a:latin typeface="Ubuntu Light"/>
                <a:ea typeface="Ubuntu Light"/>
                <a:cs typeface="Ubuntu Light"/>
              </a:defRPr>
            </a:lvl3pPr>
            <a:lvl4pPr algn="l">
              <a:defRPr sz="1350">
                <a:solidFill>
                  <a:srgbClr val="14664F"/>
                </a:solidFill>
                <a:latin typeface="Ubuntu Light"/>
                <a:ea typeface="Ubuntu Light"/>
                <a:cs typeface="Ubuntu Light"/>
              </a:defRPr>
            </a:lvl4pPr>
            <a:lvl5pPr algn="l">
              <a:defRPr sz="1350">
                <a:solidFill>
                  <a:srgbClr val="14664F"/>
                </a:solidFill>
                <a:latin typeface="Ubuntu Light"/>
                <a:ea typeface="Ubuntu Light"/>
                <a:cs typeface="Ubuntu Light"/>
              </a:defRPr>
            </a:lvl5pPr>
            <a:lvl6pPr algn="l">
              <a:defRPr sz="1350">
                <a:solidFill>
                  <a:srgbClr val="14664F"/>
                </a:solidFill>
                <a:latin typeface="Ubuntu Light"/>
                <a:ea typeface="Ubuntu Light"/>
                <a:cs typeface="Ubuntu Light"/>
              </a:defRPr>
            </a:lvl6pPr>
            <a:lvl7pPr algn="l">
              <a:defRPr sz="1350">
                <a:solidFill>
                  <a:srgbClr val="14664F"/>
                </a:solidFill>
                <a:latin typeface="Ubuntu Light"/>
                <a:ea typeface="Ubuntu Light"/>
                <a:cs typeface="Ubuntu Light"/>
              </a:defRPr>
            </a:lvl7pPr>
            <a:lvl8pPr algn="l">
              <a:defRPr sz="1350">
                <a:solidFill>
                  <a:srgbClr val="14664F"/>
                </a:solidFill>
                <a:latin typeface="Ubuntu Light"/>
                <a:ea typeface="Ubuntu Light"/>
                <a:cs typeface="Ubuntu Light"/>
              </a:defRPr>
            </a:lvl8pPr>
            <a:lvl9pPr algn="l">
              <a:defRPr sz="1350">
                <a:solidFill>
                  <a:srgbClr val="14664F"/>
                </a:solidFill>
                <a:latin typeface="Ubuntu Light"/>
                <a:ea typeface="Ubuntu Light"/>
                <a:cs typeface="Ubuntu Light"/>
              </a:defRPr>
            </a:lvl9pPr>
          </a:lstStyle>
          <a:p>
            <a:pPr algn="l">
              <a:defRPr sz="1350">
                <a:solidFill>
                  <a:srgbClr val="14664F"/>
                </a:solidFill>
                <a:latin typeface="Ubuntu Light"/>
                <a:ea typeface="Ubuntu Light"/>
                <a:cs typeface="Ubuntu Light"/>
              </a:defRPr>
            </a:pPr>
            <a:r>
              <a:rPr sz="1350">
                <a:solidFill>
                  <a:srgbClr val="14664F"/>
                </a:solidFill>
                <a:latin typeface="Ubuntu Light"/>
                <a:ea typeface="Ubuntu Light"/>
                <a:cs typeface="Ubuntu Light"/>
              </a:rPr>
              <a:t>Read checkpoint results</a:t>
            </a:r>
          </a:p>
        </p:txBody>
      </p:sp>
      <p:sp>
        <p:nvSpPr>
          <p:cNvPr id="18" name="continue">
            <a:extLst>
              <a:ext uri="{FF2B5EF4-FFF2-40B4-BE49-F238E27FC236}">
                <ns2:creationId id="{6D70456A-7193-4F39-86F4-BB760FECA79F}"/>
              </a:ext>
            </a:extLst>
          </p:cNvPr>
          <p:cNvSpPr>
            <a:spLocks noGrp="1"/>
          </p:cNvSpPr>
          <p:nvPr/>
        </p:nvSpPr>
        <p:spPr>
          <a:xfrm>
            <a:off x="3962400" y="3905250"/>
            <a:ext cx="4619625" cy="552450"/>
          </a:xfrm>
          <a:prstGeom prst="rect">
            <a:avLst/>
          </a:prstGeom>
          <a:noFill/>
          <a:ln w="0">
            <a:noFill/>
          </a:ln>
        </p:spPr>
        <p:txBody>
          <a:bodyPr wrap="none" lIns="0" tIns="0" rIns="0" bIns="0" anchor="t">
            <a:noAutofit/>
          </a:bodyPr>
          <a:lstStyle>
            <a:defPPr algn="l">
              <a:defRPr sz="1425">
                <a:solidFill>
                  <a:srgbClr val="202D3E"/>
                </a:solidFill>
                <a:latin typeface="Ubuntu Light"/>
                <a:ea typeface="Ubuntu Light"/>
                <a:cs typeface="Ubuntu Light"/>
              </a:defRPr>
            </a:defPPr>
            <a:lvl1pPr algn="l">
              <a:defRPr sz="1425">
                <a:solidFill>
                  <a:srgbClr val="202D3E"/>
                </a:solidFill>
                <a:latin typeface="Ubuntu Light"/>
                <a:ea typeface="Ubuntu Light"/>
                <a:cs typeface="Ubuntu Light"/>
              </a:defRPr>
            </a:lvl1pPr>
            <a:lvl2pPr algn="l">
              <a:defRPr sz="1425">
                <a:solidFill>
                  <a:srgbClr val="202D3E"/>
                </a:solidFill>
                <a:latin typeface="Ubuntu Light"/>
                <a:ea typeface="Ubuntu Light"/>
                <a:cs typeface="Ubuntu Light"/>
              </a:defRPr>
            </a:lvl2pPr>
            <a:lvl3pPr algn="l">
              <a:defRPr sz="1425">
                <a:solidFill>
                  <a:srgbClr val="202D3E"/>
                </a:solidFill>
                <a:latin typeface="Ubuntu Light"/>
                <a:ea typeface="Ubuntu Light"/>
                <a:cs typeface="Ubuntu Light"/>
              </a:defRPr>
            </a:lvl3pPr>
            <a:lvl4pPr algn="l">
              <a:defRPr sz="1425">
                <a:solidFill>
                  <a:srgbClr val="202D3E"/>
                </a:solidFill>
                <a:latin typeface="Ubuntu Light"/>
                <a:ea typeface="Ubuntu Light"/>
                <a:cs typeface="Ubuntu Light"/>
              </a:defRPr>
            </a:lvl4pPr>
            <a:lvl5pPr algn="l">
              <a:defRPr sz="1425">
                <a:solidFill>
                  <a:srgbClr val="202D3E"/>
                </a:solidFill>
                <a:latin typeface="Ubuntu Light"/>
                <a:ea typeface="Ubuntu Light"/>
                <a:cs typeface="Ubuntu Light"/>
              </a:defRPr>
            </a:lvl5pPr>
            <a:lvl6pPr algn="l">
              <a:defRPr sz="1425">
                <a:solidFill>
                  <a:srgbClr val="202D3E"/>
                </a:solidFill>
                <a:latin typeface="Ubuntu Light"/>
                <a:ea typeface="Ubuntu Light"/>
                <a:cs typeface="Ubuntu Light"/>
              </a:defRPr>
            </a:lvl6pPr>
            <a:lvl7pPr algn="l">
              <a:defRPr sz="1425">
                <a:solidFill>
                  <a:srgbClr val="202D3E"/>
                </a:solidFill>
                <a:latin typeface="Ubuntu Light"/>
                <a:ea typeface="Ubuntu Light"/>
                <a:cs typeface="Ubuntu Light"/>
              </a:defRPr>
            </a:lvl7pPr>
            <a:lvl8pPr algn="l">
              <a:defRPr sz="1425">
                <a:solidFill>
                  <a:srgbClr val="202D3E"/>
                </a:solidFill>
                <a:latin typeface="Ubuntu Light"/>
                <a:ea typeface="Ubuntu Light"/>
                <a:cs typeface="Ubuntu Light"/>
              </a:defRPr>
            </a:lvl8pPr>
            <a:lvl9pPr algn="l">
              <a:defRPr sz="1425">
                <a:solidFill>
                  <a:srgbClr val="202D3E"/>
                </a:solidFill>
                <a:latin typeface="Ubuntu Light"/>
                <a:ea typeface="Ubuntu Light"/>
                <a:cs typeface="Ubuntu Light"/>
              </a:defRPr>
            </a:lvl9pPr>
          </a:lstStyle>
          <a:p>
            <a:pPr algn="l">
              <a:defRPr sz="1425">
                <a:solidFill>
                  <a:srgbClr val="202D3E"/>
                </a:solidFill>
                <a:latin typeface="Ubuntu Light"/>
                <a:ea typeface="Ubuntu Light"/>
                <a:cs typeface="Ubuntu Light"/>
              </a:defRPr>
            </a:pPr>
            <a:r>
              <a:rPr sz="1425">
                <a:solidFill>
                  <a:srgbClr val="202D3E"/>
                </a:solidFill>
                <a:latin typeface="Ubuntu Light"/>
                <a:ea typeface="Ubuntu Light"/>
                <a:cs typeface="Ubuntu Light"/>
              </a:rPr>
              <a:t>ReserveStock → ChargePayment → ConfirmOrder</a:t>
            </a:r>
          </a:p>
        </p:txBody>
      </p:sp>
      <p:cxnSp>
        <p:nvCxnSpPr>
          <p:cNvPr id="19" name="continue-arrow">
            <a:extLst>
              <a:ext uri="{FF2B5EF4-FFF2-40B4-BE49-F238E27FC236}">
                <ns2:creationId id="{EE810857-56E4-4ADB-9919-88695B4E6A63}"/>
              </a:ext>
            </a:extLst>
          </p:cNvPr>
          <p:cNvCxnSpPr/>
          <p:nvPr/>
        </p:nvCxnSpPr>
        <p:spPr>
          <a:xfrm flipH="0" flipV="0">
            <a:off x="3124200" y="4048125"/>
            <a:ext cx="704850" cy="0"/>
          </a:xfrm>
          <a:prstGeom prst="straightConnector1">
            <a:avLst/>
          </a:prstGeom>
          <a:ln w="14288">
            <a:solidFill>
              <a:srgbClr val="202D3E"/>
            </a:solidFill>
            <a:tailEnd type="triangle" w="sm" len="sm"/>
          </a:ln>
        </p:spPr>
      </p:cxnSp>
      <p:sp>
        <p:nvSpPr>
          <p:cNvPr id="20" name="handler-restarts">
            <a:extLst>
              <a:ext uri="{FF2B5EF4-FFF2-40B4-BE49-F238E27FC236}">
                <ns2:creationId id="{7DCC3817-6198-48ED-8553-4B4E4CFD75EA}"/>
              </a:ext>
            </a:extLst>
          </p:cNvPr>
          <p:cNvSpPr>
            <a:spLocks noGrp="1"/>
          </p:cNvSpPr>
          <p:nvPr/>
        </p:nvSpPr>
        <p:spPr>
          <a:xfrm>
            <a:off x="619125" y="4467225"/>
            <a:ext cx="2952750" cy="447675"/>
          </a:xfrm>
          <a:prstGeom prst="rect">
            <a:avLst/>
          </a:prstGeom>
          <a:noFill/>
          <a:ln w="0">
            <a:noFill/>
          </a:ln>
        </p:spPr>
        <p:txBody>
          <a:bodyPr wrap="none" lIns="0" tIns="0" rIns="0" bIns="0" anchor="t">
            <a:noAutofit/>
          </a:bodyPr>
          <a:lstStyle>
            <a:defPPr algn="l">
              <a:defRPr sz="1275">
                <a:solidFill>
                  <a:srgbClr val="475569"/>
                </a:solidFill>
                <a:latin typeface="Ubuntu Light"/>
                <a:ea typeface="Ubuntu Light"/>
                <a:cs typeface="Ubuntu Light"/>
              </a:defRPr>
            </a:defPPr>
            <a:lvl1pPr algn="l">
              <a:defRPr sz="1275">
                <a:solidFill>
                  <a:srgbClr val="475569"/>
                </a:solidFill>
                <a:latin typeface="Ubuntu Light"/>
                <a:ea typeface="Ubuntu Light"/>
                <a:cs typeface="Ubuntu Light"/>
              </a:defRPr>
            </a:lvl1pPr>
            <a:lvl2pPr algn="l">
              <a:defRPr sz="1275">
                <a:solidFill>
                  <a:srgbClr val="475569"/>
                </a:solidFill>
                <a:latin typeface="Ubuntu Light"/>
                <a:ea typeface="Ubuntu Light"/>
                <a:cs typeface="Ubuntu Light"/>
              </a:defRPr>
            </a:lvl2pPr>
            <a:lvl3pPr algn="l">
              <a:defRPr sz="1275">
                <a:solidFill>
                  <a:srgbClr val="475569"/>
                </a:solidFill>
                <a:latin typeface="Ubuntu Light"/>
                <a:ea typeface="Ubuntu Light"/>
                <a:cs typeface="Ubuntu Light"/>
              </a:defRPr>
            </a:lvl3pPr>
            <a:lvl4pPr algn="l">
              <a:defRPr sz="1275">
                <a:solidFill>
                  <a:srgbClr val="475569"/>
                </a:solidFill>
                <a:latin typeface="Ubuntu Light"/>
                <a:ea typeface="Ubuntu Light"/>
                <a:cs typeface="Ubuntu Light"/>
              </a:defRPr>
            </a:lvl4pPr>
            <a:lvl5pPr algn="l">
              <a:defRPr sz="1275">
                <a:solidFill>
                  <a:srgbClr val="475569"/>
                </a:solidFill>
                <a:latin typeface="Ubuntu Light"/>
                <a:ea typeface="Ubuntu Light"/>
                <a:cs typeface="Ubuntu Light"/>
              </a:defRPr>
            </a:lvl5pPr>
            <a:lvl6pPr algn="l">
              <a:defRPr sz="1275">
                <a:solidFill>
                  <a:srgbClr val="475569"/>
                </a:solidFill>
                <a:latin typeface="Ubuntu Light"/>
                <a:ea typeface="Ubuntu Light"/>
                <a:cs typeface="Ubuntu Light"/>
              </a:defRPr>
            </a:lvl6pPr>
            <a:lvl7pPr algn="l">
              <a:defRPr sz="1275">
                <a:solidFill>
                  <a:srgbClr val="475569"/>
                </a:solidFill>
                <a:latin typeface="Ubuntu Light"/>
                <a:ea typeface="Ubuntu Light"/>
                <a:cs typeface="Ubuntu Light"/>
              </a:defRPr>
            </a:lvl7pPr>
            <a:lvl8pPr algn="l">
              <a:defRPr sz="1275">
                <a:solidFill>
                  <a:srgbClr val="475569"/>
                </a:solidFill>
                <a:latin typeface="Ubuntu Light"/>
                <a:ea typeface="Ubuntu Light"/>
                <a:cs typeface="Ubuntu Light"/>
              </a:defRPr>
            </a:lvl8pPr>
            <a:lvl9pPr algn="l">
              <a:defRPr sz="1275">
                <a:solidFill>
                  <a:srgbClr val="475569"/>
                </a:solidFill>
                <a:latin typeface="Ubuntu Light"/>
                <a:ea typeface="Ubuntu Light"/>
                <a:cs typeface="Ubuntu Light"/>
              </a:defRPr>
            </a:lvl9pPr>
          </a:lstStyle>
          <a:p>
            <a:pPr algn="l">
              <a:defRPr sz="1275">
                <a:solidFill>
                  <a:srgbClr val="475569"/>
                </a:solidFill>
                <a:latin typeface="Ubuntu Light"/>
                <a:ea typeface="Ubuntu Light"/>
                <a:cs typeface="Ubuntu Light"/>
              </a:defRPr>
            </a:pPr>
            <a:r>
              <a:rPr sz="1275">
                <a:solidFill>
                  <a:srgbClr val="475569"/>
                </a:solidFill>
                <a:latin typeface="Ubuntu Light"/>
                <a:ea typeface="Ubuntu Light"/>
                <a:cs typeface="Ubuntu Light"/>
              </a:rPr>
              <a:t>The handler starts again,</a:t>
            </a:r>
          </a:p>
          <a:p>
            <a:pPr algn="l">
              <a:defRPr sz="1275">
                <a:solidFill>
                  <a:srgbClr val="475569"/>
                </a:solidFill>
                <a:latin typeface="Ubuntu Light"/>
                <a:ea typeface="Ubuntu Light"/>
                <a:cs typeface="Ubuntu Light"/>
              </a:defRPr>
            </a:pPr>
            <a:r>
              <a:rPr sz="1275">
                <a:solidFill>
                  <a:srgbClr val="475569"/>
                </a:solidFill>
                <a:latin typeface="Ubuntu Light"/>
                <a:ea typeface="Ubuntu Light"/>
                <a:cs typeface="Ubuntu Light"/>
              </a:rPr>
              <a:t>then reuses saved results.</a:t>
            </a:r>
          </a:p>
        </p:txBody>
      </p:sp>
      <p:sp>
        <p:nvSpPr>
          <p:cNvPr id="21" name="skip-completed">
            <a:extLst>
              <a:ext uri="{FF2B5EF4-FFF2-40B4-BE49-F238E27FC236}">
                <ns2:creationId id="{A3EDCEE1-0EC0-4321-9A7D-75C990C4CB7C}"/>
              </a:ext>
            </a:extLst>
          </p:cNvPr>
          <p:cNvSpPr>
            <a:spLocks noGrp="1"/>
          </p:cNvSpPr>
          <p:nvPr/>
        </p:nvSpPr>
        <p:spPr>
          <a:xfrm>
            <a:off x="3886200" y="4438650"/>
            <a:ext cx="4448175" cy="485775"/>
          </a:xfrm>
          <a:prstGeom prst="rect">
            <a:avLst/>
          </a:prstGeom>
          <a:solidFill>
            <a:srgbClr val="255DA8"/>
          </a:solidFill>
          <a:ln w="0">
            <a:noFill/>
          </a:ln>
        </p:spPr>
        <p:txBody>
          <a:bodyPr wrap="none" lIns="76200" tIns="38100" rIns="76200" bIns="38100" anchor="ctr">
            <a:noAutofit/>
          </a:bodyPr>
          <a:lstStyle>
            <a:defPPr algn="ctr">
              <a:defRPr sz="1350">
                <a:solidFill>
                  <a:srgbClr val="FFFFFF"/>
                </a:solidFill>
                <a:latin typeface="Ubuntu Light"/>
                <a:ea typeface="Ubuntu Light"/>
                <a:cs typeface="Ubuntu Light"/>
              </a:defRPr>
            </a:defPPr>
            <a:lvl1pPr algn="ctr">
              <a:defRPr sz="1350">
                <a:solidFill>
                  <a:srgbClr val="FFFFFF"/>
                </a:solidFill>
                <a:latin typeface="Ubuntu Light"/>
                <a:ea typeface="Ubuntu Light"/>
                <a:cs typeface="Ubuntu Light"/>
              </a:defRPr>
            </a:lvl1pPr>
            <a:lvl2pPr algn="ctr">
              <a:defRPr sz="1350">
                <a:solidFill>
                  <a:srgbClr val="FFFFFF"/>
                </a:solidFill>
                <a:latin typeface="Ubuntu Light"/>
                <a:ea typeface="Ubuntu Light"/>
                <a:cs typeface="Ubuntu Light"/>
              </a:defRPr>
            </a:lvl2pPr>
            <a:lvl3pPr algn="ctr">
              <a:defRPr sz="1350">
                <a:solidFill>
                  <a:srgbClr val="FFFFFF"/>
                </a:solidFill>
                <a:latin typeface="Ubuntu Light"/>
                <a:ea typeface="Ubuntu Light"/>
                <a:cs typeface="Ubuntu Light"/>
              </a:defRPr>
            </a:lvl3pPr>
            <a:lvl4pPr algn="ctr">
              <a:defRPr sz="1350">
                <a:solidFill>
                  <a:srgbClr val="FFFFFF"/>
                </a:solidFill>
                <a:latin typeface="Ubuntu Light"/>
                <a:ea typeface="Ubuntu Light"/>
                <a:cs typeface="Ubuntu Light"/>
              </a:defRPr>
            </a:lvl4pPr>
            <a:lvl5pPr algn="ctr">
              <a:defRPr sz="1350">
                <a:solidFill>
                  <a:srgbClr val="FFFFFF"/>
                </a:solidFill>
                <a:latin typeface="Ubuntu Light"/>
                <a:ea typeface="Ubuntu Light"/>
                <a:cs typeface="Ubuntu Light"/>
              </a:defRPr>
            </a:lvl5pPr>
            <a:lvl6pPr algn="ctr">
              <a:defRPr sz="1350">
                <a:solidFill>
                  <a:srgbClr val="FFFFFF"/>
                </a:solidFill>
                <a:latin typeface="Ubuntu Light"/>
                <a:ea typeface="Ubuntu Light"/>
                <a:cs typeface="Ubuntu Light"/>
              </a:defRPr>
            </a:lvl6pPr>
            <a:lvl7pPr algn="ctr">
              <a:defRPr sz="1350">
                <a:solidFill>
                  <a:srgbClr val="FFFFFF"/>
                </a:solidFill>
                <a:latin typeface="Ubuntu Light"/>
                <a:ea typeface="Ubuntu Light"/>
                <a:cs typeface="Ubuntu Light"/>
              </a:defRPr>
            </a:lvl7pPr>
            <a:lvl8pPr algn="ctr">
              <a:defRPr sz="1350">
                <a:solidFill>
                  <a:srgbClr val="FFFFFF"/>
                </a:solidFill>
                <a:latin typeface="Ubuntu Light"/>
                <a:ea typeface="Ubuntu Light"/>
                <a:cs typeface="Ubuntu Light"/>
              </a:defRPr>
            </a:lvl8pPr>
            <a:lvl9pPr algn="ctr">
              <a:defRPr sz="1350">
                <a:solidFill>
                  <a:srgbClr val="FFFFFF"/>
                </a:solidFill>
                <a:latin typeface="Ubuntu Light"/>
                <a:ea typeface="Ubuntu Light"/>
                <a:cs typeface="Ubuntu Light"/>
              </a:defRPr>
            </a:lvl9pPr>
          </a:lstStyle>
          <a:p>
            <a:pPr algn="ctr">
              <a:defRPr sz="1350">
                <a:solidFill>
                  <a:srgbClr val="FFFFFF"/>
                </a:solidFill>
                <a:latin typeface="Ubuntu Light"/>
                <a:ea typeface="Ubuntu Light"/>
                <a:cs typeface="Ubuntu Light"/>
              </a:defRPr>
            </a:pPr>
            <a:r>
              <a:rPr sz="1350">
                <a:solidFill>
                  <a:srgbClr val="FFFFFF"/>
                </a:solidFill>
                <a:latin typeface="Ubuntu Light"/>
                <a:ea typeface="Ubuntu Light"/>
                <a:cs typeface="Ubuntu Light"/>
              </a:rPr>
              <a:t>CreateOrder and the approval request</a:t>
            </a:r>
          </a:p>
          <a:p>
            <a:pPr algn="ctr">
              <a:defRPr sz="1350">
                <a:solidFill>
                  <a:srgbClr val="FFFFFF"/>
                </a:solidFill>
                <a:latin typeface="Ubuntu Light"/>
                <a:ea typeface="Ubuntu Light"/>
                <a:cs typeface="Ubuntu Light"/>
              </a:defRPr>
            </a:pPr>
            <a:r>
              <a:rPr sz="1350">
                <a:solidFill>
                  <a:srgbClr val="FFFFFF"/>
                </a:solidFill>
                <a:latin typeface="Ubuntu Light"/>
                <a:ea typeface="Ubuntu Light"/>
                <a:cs typeface="Ubuntu Light"/>
              </a:rPr>
              <a:t>are not executed again on this replay.</a:t>
            </a:r>
          </a:p>
        </p:txBody>
      </p:sp>
      <p:cxnSp>
        <p:nvCxnSpPr>
          <p:cNvPr id="22" name="skip-leader">
            <a:extLst>
              <a:ext uri="{FF2B5EF4-FFF2-40B4-BE49-F238E27FC236}">
                <ns2:creationId id="{B1780317-53A1-4CDD-BB71-148846B63345}"/>
              </a:ext>
            </a:extLst>
          </p:cNvPr>
          <p:cNvCxnSpPr/>
          <p:nvPr/>
        </p:nvCxnSpPr>
        <p:spPr>
          <a:xfrm flipH="1" flipV="1">
            <a:off x="3133725" y="4276725"/>
            <a:ext cx="647700" cy="381000"/>
          </a:xfrm>
          <a:prstGeom prst="straightConnector1">
            <a:avLst/>
          </a:prstGeom>
          <a:ln w="14288">
            <a:solidFill>
              <a:srgbClr val="FF5874"/>
            </a:solidFill>
            <a:tailEnd type="triangle" w="sm" len="sm"/>
          </a:ln>
        </p:spPr>
      </p:cxnSp>
    </p:spTree>
    <p:extLst>
      <p:ext uri="{BB962C8B-B14F-4D97-AF65-F5344CB8AC3E}">
        <ns4:creationId val="1413389482"/>
      </p:ext>
    </p:extLst>
  </p:cSld>
</p:sld>
</file>

<file path=ppt/slides/slide4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sp>
        <p:nvSpPr>
          <p:cNvPr id="22" name="slide-title">
            <a:extLst>
              <a:ext uri="{FF2B5EF4-FFF2-40B4-BE49-F238E27FC236}">
                <ns2:creationId id="{FF29A2AE-D8DF-4AB6-95E7-FED7DC22FAD3}"/>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a:solidFill>
                  <a:srgbClr val="202D3E"/>
                </a:solidFill>
                <a:latin typeface="Ubuntu Light"/>
                <a:ea typeface="Ubuntu Light"/>
                <a:cs typeface="Ubuntu Light"/>
              </a:defRPr>
            </a:defPPr>
            <a:lvl1pPr algn="l">
              <a:defRPr sz="2250">
                <a:solidFill>
                  <a:srgbClr val="202D3E"/>
                </a:solidFill>
                <a:latin typeface="Ubuntu Light"/>
                <a:ea typeface="Ubuntu Light"/>
                <a:cs typeface="Ubuntu Light"/>
              </a:defRPr>
            </a:lvl1pPr>
            <a:lvl2pPr algn="l">
              <a:defRPr sz="2250">
                <a:solidFill>
                  <a:srgbClr val="202D3E"/>
                </a:solidFill>
                <a:latin typeface="Ubuntu Light"/>
                <a:ea typeface="Ubuntu Light"/>
                <a:cs typeface="Ubuntu Light"/>
              </a:defRPr>
            </a:lvl2pPr>
            <a:lvl3pPr algn="l">
              <a:defRPr sz="2250">
                <a:solidFill>
                  <a:srgbClr val="202D3E"/>
                </a:solidFill>
                <a:latin typeface="Ubuntu Light"/>
                <a:ea typeface="Ubuntu Light"/>
                <a:cs typeface="Ubuntu Light"/>
              </a:defRPr>
            </a:lvl3pPr>
            <a:lvl4pPr algn="l">
              <a:defRPr sz="2250">
                <a:solidFill>
                  <a:srgbClr val="202D3E"/>
                </a:solidFill>
                <a:latin typeface="Ubuntu Light"/>
                <a:ea typeface="Ubuntu Light"/>
                <a:cs typeface="Ubuntu Light"/>
              </a:defRPr>
            </a:lvl4pPr>
            <a:lvl5pPr algn="l">
              <a:defRPr sz="2250">
                <a:solidFill>
                  <a:srgbClr val="202D3E"/>
                </a:solidFill>
                <a:latin typeface="Ubuntu Light"/>
                <a:ea typeface="Ubuntu Light"/>
                <a:cs typeface="Ubuntu Light"/>
              </a:defRPr>
            </a:lvl5pPr>
            <a:lvl6pPr algn="l">
              <a:defRPr sz="2250">
                <a:solidFill>
                  <a:srgbClr val="202D3E"/>
                </a:solidFill>
                <a:latin typeface="Ubuntu Light"/>
                <a:ea typeface="Ubuntu Light"/>
                <a:cs typeface="Ubuntu Light"/>
              </a:defRPr>
            </a:lvl6pPr>
            <a:lvl7pPr algn="l">
              <a:defRPr sz="2250">
                <a:solidFill>
                  <a:srgbClr val="202D3E"/>
                </a:solidFill>
                <a:latin typeface="Ubuntu Light"/>
                <a:ea typeface="Ubuntu Light"/>
                <a:cs typeface="Ubuntu Light"/>
              </a:defRPr>
            </a:lvl7pPr>
            <a:lvl8pPr algn="l">
              <a:defRPr sz="2250">
                <a:solidFill>
                  <a:srgbClr val="202D3E"/>
                </a:solidFill>
                <a:latin typeface="Ubuntu Light"/>
                <a:ea typeface="Ubuntu Light"/>
                <a:cs typeface="Ubuntu Light"/>
              </a:defRPr>
            </a:lvl8pPr>
            <a:lvl9pPr algn="l">
              <a:defRPr sz="2250">
                <a:solidFill>
                  <a:srgbClr val="202D3E"/>
                </a:solidFill>
                <a:latin typeface="Ubuntu Light"/>
                <a:ea typeface="Ubuntu Light"/>
                <a:cs typeface="Ubuntu Light"/>
              </a:defRPr>
            </a:lvl9pPr>
          </a:lstStyle>
          <a:p>
            <a:pPr algn="l">
              <a:defRPr sz="2250">
                <a:solidFill>
                  <a:srgbClr val="202D3E"/>
                </a:solidFill>
                <a:latin typeface="Ubuntu Light"/>
                <a:ea typeface="Ubuntu Light"/>
                <a:cs typeface="Ubuntu Light"/>
              </a:defRPr>
            </a:pPr>
            <a:r>
              <a:rPr sz="2250">
                <a:solidFill>
                  <a:srgbClr val="202D3E"/>
                </a:solidFill>
                <a:latin typeface="Ubuntu Light"/>
                <a:ea typeface="Ubuntu Light"/>
                <a:cs typeface="Ubuntu Light"/>
              </a:rPr>
              <a:t>The test checks replay and the stored business result</a:t>
            </a:r>
          </a:p>
        </p:txBody>
      </p:sp>
      <p:sp>
        <p:nvSpPr>
          <p:cNvPr id="2" name="history-title">
            <a:extLst>
              <a:ext uri="{FF2B5EF4-FFF2-40B4-BE49-F238E27FC236}">
                <ns2:creationId id="{35A19593-C9D0-4546-AC91-7C649FB98E41}"/>
              </a:ext>
            </a:extLst>
          </p:cNvPr>
          <p:cNvSpPr>
            <a:spLocks noGrp="1"/>
          </p:cNvSpPr>
          <p:nvPr/>
        </p:nvSpPr>
        <p:spPr>
          <a:xfrm>
            <a:off x="619125" y="1409700"/>
            <a:ext cx="4476750" cy="285750"/>
          </a:xfrm>
          <a:prstGeom prst="rect">
            <a:avLst/>
          </a:prstGeom>
          <a:noFill/>
          <a:ln w="0">
            <a:noFill/>
          </a:ln>
        </p:spPr>
        <p:txBody>
          <a:bodyPr wrap="none" lIns="0" tIns="0" rIns="0" bIns="0" anchor="t">
            <a:noAutofit/>
          </a:bodyPr>
          <a:lstStyle>
            <a:defPPr algn="l">
              <a:defRPr sz="1575">
                <a:solidFill>
                  <a:srgbClr val="202D3E"/>
                </a:solidFill>
                <a:latin typeface="Ubuntu Light"/>
                <a:ea typeface="Ubuntu Light"/>
                <a:cs typeface="Ubuntu Light"/>
              </a:defRPr>
            </a:defPPr>
            <a:lvl1pPr algn="l">
              <a:defRPr sz="1575">
                <a:solidFill>
                  <a:srgbClr val="202D3E"/>
                </a:solidFill>
                <a:latin typeface="Ubuntu Light"/>
                <a:ea typeface="Ubuntu Light"/>
                <a:cs typeface="Ubuntu Light"/>
              </a:defRPr>
            </a:lvl1pPr>
            <a:lvl2pPr algn="l">
              <a:defRPr sz="1575">
                <a:solidFill>
                  <a:srgbClr val="202D3E"/>
                </a:solidFill>
                <a:latin typeface="Ubuntu Light"/>
                <a:ea typeface="Ubuntu Light"/>
                <a:cs typeface="Ubuntu Light"/>
              </a:defRPr>
            </a:lvl2pPr>
            <a:lvl3pPr algn="l">
              <a:defRPr sz="1575">
                <a:solidFill>
                  <a:srgbClr val="202D3E"/>
                </a:solidFill>
                <a:latin typeface="Ubuntu Light"/>
                <a:ea typeface="Ubuntu Light"/>
                <a:cs typeface="Ubuntu Light"/>
              </a:defRPr>
            </a:lvl3pPr>
            <a:lvl4pPr algn="l">
              <a:defRPr sz="1575">
                <a:solidFill>
                  <a:srgbClr val="202D3E"/>
                </a:solidFill>
                <a:latin typeface="Ubuntu Light"/>
                <a:ea typeface="Ubuntu Light"/>
                <a:cs typeface="Ubuntu Light"/>
              </a:defRPr>
            </a:lvl4pPr>
            <a:lvl5pPr algn="l">
              <a:defRPr sz="1575">
                <a:solidFill>
                  <a:srgbClr val="202D3E"/>
                </a:solidFill>
                <a:latin typeface="Ubuntu Light"/>
                <a:ea typeface="Ubuntu Light"/>
                <a:cs typeface="Ubuntu Light"/>
              </a:defRPr>
            </a:lvl5pPr>
            <a:lvl6pPr algn="l">
              <a:defRPr sz="1575">
                <a:solidFill>
                  <a:srgbClr val="202D3E"/>
                </a:solidFill>
                <a:latin typeface="Ubuntu Light"/>
                <a:ea typeface="Ubuntu Light"/>
                <a:cs typeface="Ubuntu Light"/>
              </a:defRPr>
            </a:lvl6pPr>
            <a:lvl7pPr algn="l">
              <a:defRPr sz="1575">
                <a:solidFill>
                  <a:srgbClr val="202D3E"/>
                </a:solidFill>
                <a:latin typeface="Ubuntu Light"/>
                <a:ea typeface="Ubuntu Light"/>
                <a:cs typeface="Ubuntu Light"/>
              </a:defRPr>
            </a:lvl7pPr>
            <a:lvl8pPr algn="l">
              <a:defRPr sz="1575">
                <a:solidFill>
                  <a:srgbClr val="202D3E"/>
                </a:solidFill>
                <a:latin typeface="Ubuntu Light"/>
                <a:ea typeface="Ubuntu Light"/>
                <a:cs typeface="Ubuntu Light"/>
              </a:defRPr>
            </a:lvl8pPr>
            <a:lvl9pPr algn="l">
              <a:defRPr sz="1575">
                <a:solidFill>
                  <a:srgbClr val="202D3E"/>
                </a:solidFill>
                <a:latin typeface="Ubuntu Light"/>
                <a:ea typeface="Ubuntu Light"/>
                <a:cs typeface="Ubuntu Light"/>
              </a:defRPr>
            </a:lvl9pPr>
          </a:lstStyle>
          <a:p>
            <a:pPr algn="l">
              <a:defRPr sz="1575">
                <a:solidFill>
                  <a:srgbClr val="202D3E"/>
                </a:solidFill>
                <a:latin typeface="Ubuntu Light"/>
                <a:ea typeface="Ubuntu Light"/>
                <a:cs typeface="Ubuntu Light"/>
              </a:defRPr>
            </a:pPr>
            <a:r>
              <a:rPr sz="1575">
                <a:solidFill>
                  <a:srgbClr val="202D3E"/>
                </a:solidFill>
                <a:latin typeface="Ubuntu Light"/>
                <a:ea typeface="Ubuntu Light"/>
                <a:cs typeface="Ubuntu Light"/>
              </a:rPr>
              <a:t>Durable execution history</a:t>
            </a:r>
          </a:p>
        </p:txBody>
      </p:sp>
      <p:sp>
        <p:nvSpPr>
          <p:cNvPr id="3" name="history-background">
            <a:extLst>
              <a:ext uri="{FF2B5EF4-FFF2-40B4-BE49-F238E27FC236}">
                <ns2:creationId id="{ED6A19E2-DD2B-4C5C-9DC6-DDAD526A0356}"/>
              </a:ext>
            </a:extLst>
          </p:cNvPr>
          <p:cNvSpPr>
            <a:spLocks noGrp="1"/>
          </p:cNvSpPr>
          <p:nvPr/>
        </p:nvSpPr>
        <p:spPr>
          <a:xfrm>
            <a:off x="619125" y="1838325"/>
            <a:ext cx="4791075" cy="2505075"/>
          </a:xfrm>
          <a:prstGeom prst="rect">
            <a:avLst/>
          </a:prstGeom>
          <a:solidFill>
            <a:srgbClr val="000000"/>
          </a:solidFill>
          <a:ln w="0">
            <a:noFill/>
          </a:ln>
        </p:spPr>
      </p:sp>
      <p:sp>
        <p:nvSpPr>
          <p:cNvPr id="4" name="history-line-0">
            <a:extLst>
              <a:ext uri="{FF2B5EF4-FFF2-40B4-BE49-F238E27FC236}">
                <ns2:creationId id="{D9743A47-8015-4615-B49C-AB17A8516BEB}"/>
              </a:ext>
            </a:extLst>
          </p:cNvPr>
          <p:cNvSpPr>
            <a:spLocks noGrp="1"/>
          </p:cNvSpPr>
          <p:nvPr/>
        </p:nvSpPr>
        <p:spPr>
          <a:xfrm>
            <a:off x="781050" y="1990725"/>
            <a:ext cx="4562475" cy="247650"/>
          </a:xfrm>
          <a:prstGeom prst="rect">
            <a:avLst/>
          </a:prstGeom>
          <a:noFill/>
          <a:ln w="0">
            <a:noFill/>
          </a:ln>
        </p:spPr>
        <p:txBody>
          <a:bodyPr wrap="none" lIns="0" tIns="0" rIns="0" bIns="0" anchor="t">
            <a:noAutofit/>
          </a:bodyPr>
          <a:lstStyle>
            <a:defPPr algn="l">
              <a:defRPr sz="1238">
                <a:solidFill>
                  <a:srgbClr val="D4D4D4"/>
                </a:solidFill>
                <a:latin typeface="Menlo"/>
                <a:ea typeface="Menlo"/>
                <a:cs typeface="Menlo"/>
              </a:defRPr>
            </a:defPPr>
            <a:lvl1pPr algn="l">
              <a:defRPr sz="1238">
                <a:solidFill>
                  <a:srgbClr val="D4D4D4"/>
                </a:solidFill>
                <a:latin typeface="Menlo"/>
                <a:ea typeface="Menlo"/>
                <a:cs typeface="Menlo"/>
              </a:defRPr>
            </a:lvl1pPr>
            <a:lvl2pPr algn="l">
              <a:defRPr sz="1238">
                <a:solidFill>
                  <a:srgbClr val="D4D4D4"/>
                </a:solidFill>
                <a:latin typeface="Menlo"/>
                <a:ea typeface="Menlo"/>
                <a:cs typeface="Menlo"/>
              </a:defRPr>
            </a:lvl2pPr>
            <a:lvl3pPr algn="l">
              <a:defRPr sz="1238">
                <a:solidFill>
                  <a:srgbClr val="D4D4D4"/>
                </a:solidFill>
                <a:latin typeface="Menlo"/>
                <a:ea typeface="Menlo"/>
                <a:cs typeface="Menlo"/>
              </a:defRPr>
            </a:lvl3pPr>
            <a:lvl4pPr algn="l">
              <a:defRPr sz="1238">
                <a:solidFill>
                  <a:srgbClr val="D4D4D4"/>
                </a:solidFill>
                <a:latin typeface="Menlo"/>
                <a:ea typeface="Menlo"/>
                <a:cs typeface="Menlo"/>
              </a:defRPr>
            </a:lvl4pPr>
            <a:lvl5pPr algn="l">
              <a:defRPr sz="1238">
                <a:solidFill>
                  <a:srgbClr val="D4D4D4"/>
                </a:solidFill>
                <a:latin typeface="Menlo"/>
                <a:ea typeface="Menlo"/>
                <a:cs typeface="Menlo"/>
              </a:defRPr>
            </a:lvl5pPr>
            <a:lvl6pPr algn="l">
              <a:defRPr sz="1238">
                <a:solidFill>
                  <a:srgbClr val="D4D4D4"/>
                </a:solidFill>
                <a:latin typeface="Menlo"/>
                <a:ea typeface="Menlo"/>
                <a:cs typeface="Menlo"/>
              </a:defRPr>
            </a:lvl6pPr>
            <a:lvl7pPr algn="l">
              <a:defRPr sz="1238">
                <a:solidFill>
                  <a:srgbClr val="D4D4D4"/>
                </a:solidFill>
                <a:latin typeface="Menlo"/>
                <a:ea typeface="Menlo"/>
                <a:cs typeface="Menlo"/>
              </a:defRPr>
            </a:lvl7pPr>
            <a:lvl8pPr algn="l">
              <a:defRPr sz="1238">
                <a:solidFill>
                  <a:srgbClr val="D4D4D4"/>
                </a:solidFill>
                <a:latin typeface="Menlo"/>
                <a:ea typeface="Menlo"/>
                <a:cs typeface="Menlo"/>
              </a:defRPr>
            </a:lvl8pPr>
            <a:lvl9pPr algn="l">
              <a:defRPr sz="1238">
                <a:solidFill>
                  <a:srgbClr val="D4D4D4"/>
                </a:solidFill>
                <a:latin typeface="Menlo"/>
                <a:ea typeface="Menlo"/>
                <a:cs typeface="Menlo"/>
              </a:defRPr>
            </a:lvl9pPr>
          </a:lstStyle>
          <a:p>
            <a:pPr algn="l">
              <a:defRPr sz="1238">
                <a:solidFill>
                  <a:srgbClr val="D4D4D4"/>
                </a:solidFill>
                <a:latin typeface="Menlo"/>
                <a:ea typeface="Menlo"/>
                <a:cs typeface="Menlo"/>
              </a:defRPr>
            </a:pPr>
            <a:r>
              <a:rPr sz="1238">
                <a:solidFill>
                  <a:srgbClr val="D4D4D4"/>
                </a:solidFill>
                <a:latin typeface="Menlo"/>
                <a:ea typeface="Menlo"/>
                <a:cs typeface="Menlo"/>
              </a:rPr>
              <a:t>InvocationCompleted  2</a:t>
            </a:r>
          </a:p>
        </p:txBody>
      </p:sp>
      <p:sp>
        <p:nvSpPr>
          <p:cNvPr id="5" name="history-line-1">
            <a:extLst>
              <a:ext uri="{FF2B5EF4-FFF2-40B4-BE49-F238E27FC236}">
                <ns2:creationId id="{99FB9FE6-BEED-4817-9608-33073F063A85}"/>
              </a:ext>
            </a:extLst>
          </p:cNvPr>
          <p:cNvSpPr>
            <a:spLocks noGrp="1"/>
          </p:cNvSpPr>
          <p:nvPr/>
        </p:nvSpPr>
        <p:spPr>
          <a:xfrm>
            <a:off x="781050" y="2228850"/>
            <a:ext cx="4562475" cy="247650"/>
          </a:xfrm>
          <a:prstGeom prst="rect">
            <a:avLst/>
          </a:prstGeom>
          <a:noFill/>
          <a:ln w="0">
            <a:noFill/>
          </a:ln>
        </p:spPr>
        <p:txBody>
          <a:bodyPr wrap="none" lIns="0" tIns="0" rIns="0" bIns="0" anchor="t">
            <a:noAutofit/>
          </a:bodyPr>
          <a:lstStyle>
            <a:defPPr algn="l">
              <a:defRPr sz="1238">
                <a:solidFill>
                  <a:srgbClr val="D4D4D4"/>
                </a:solidFill>
                <a:latin typeface="Menlo"/>
                <a:ea typeface="Menlo"/>
                <a:cs typeface="Menlo"/>
              </a:defRPr>
            </a:defPPr>
            <a:lvl1pPr algn="l">
              <a:defRPr sz="1238">
                <a:solidFill>
                  <a:srgbClr val="D4D4D4"/>
                </a:solidFill>
                <a:latin typeface="Menlo"/>
                <a:ea typeface="Menlo"/>
                <a:cs typeface="Menlo"/>
              </a:defRPr>
            </a:lvl1pPr>
            <a:lvl2pPr algn="l">
              <a:defRPr sz="1238">
                <a:solidFill>
                  <a:srgbClr val="D4D4D4"/>
                </a:solidFill>
                <a:latin typeface="Menlo"/>
                <a:ea typeface="Menlo"/>
                <a:cs typeface="Menlo"/>
              </a:defRPr>
            </a:lvl2pPr>
            <a:lvl3pPr algn="l">
              <a:defRPr sz="1238">
                <a:solidFill>
                  <a:srgbClr val="D4D4D4"/>
                </a:solidFill>
                <a:latin typeface="Menlo"/>
                <a:ea typeface="Menlo"/>
                <a:cs typeface="Menlo"/>
              </a:defRPr>
            </a:lvl3pPr>
            <a:lvl4pPr algn="l">
              <a:defRPr sz="1238">
                <a:solidFill>
                  <a:srgbClr val="D4D4D4"/>
                </a:solidFill>
                <a:latin typeface="Menlo"/>
                <a:ea typeface="Menlo"/>
                <a:cs typeface="Menlo"/>
              </a:defRPr>
            </a:lvl4pPr>
            <a:lvl5pPr algn="l">
              <a:defRPr sz="1238">
                <a:solidFill>
                  <a:srgbClr val="D4D4D4"/>
                </a:solidFill>
                <a:latin typeface="Menlo"/>
                <a:ea typeface="Menlo"/>
                <a:cs typeface="Menlo"/>
              </a:defRPr>
            </a:lvl5pPr>
            <a:lvl6pPr algn="l">
              <a:defRPr sz="1238">
                <a:solidFill>
                  <a:srgbClr val="D4D4D4"/>
                </a:solidFill>
                <a:latin typeface="Menlo"/>
                <a:ea typeface="Menlo"/>
                <a:cs typeface="Menlo"/>
              </a:defRPr>
            </a:lvl6pPr>
            <a:lvl7pPr algn="l">
              <a:defRPr sz="1238">
                <a:solidFill>
                  <a:srgbClr val="D4D4D4"/>
                </a:solidFill>
                <a:latin typeface="Menlo"/>
                <a:ea typeface="Menlo"/>
                <a:cs typeface="Menlo"/>
              </a:defRPr>
            </a:lvl7pPr>
            <a:lvl8pPr algn="l">
              <a:defRPr sz="1238">
                <a:solidFill>
                  <a:srgbClr val="D4D4D4"/>
                </a:solidFill>
                <a:latin typeface="Menlo"/>
                <a:ea typeface="Menlo"/>
                <a:cs typeface="Menlo"/>
              </a:defRPr>
            </a:lvl8pPr>
            <a:lvl9pPr algn="l">
              <a:defRPr sz="1238">
                <a:solidFill>
                  <a:srgbClr val="D4D4D4"/>
                </a:solidFill>
                <a:latin typeface="Menlo"/>
                <a:ea typeface="Menlo"/>
                <a:cs typeface="Menlo"/>
              </a:defRPr>
            </a:lvl9pPr>
          </a:lstStyle>
          <a:p>
            <a:pPr algn="l">
              <a:defRPr sz="1238">
                <a:solidFill>
                  <a:srgbClr val="D4D4D4"/>
                </a:solidFill>
                <a:latin typeface="Menlo"/>
                <a:ea typeface="Menlo"/>
                <a:cs typeface="Menlo"/>
              </a:defRPr>
            </a:pPr>
            <a:r>
              <a:rPr sz="1238">
                <a:solidFill>
                  <a:srgbClr val="D4D4D4"/>
                </a:solidFill>
                <a:latin typeface="Menlo"/>
                <a:ea typeface="Menlo"/>
                <a:cs typeface="Menlo"/>
              </a:rPr>
              <a:t>CallbackSucceeded    1</a:t>
            </a:r>
          </a:p>
        </p:txBody>
      </p:sp>
      <p:sp>
        <p:nvSpPr>
          <p:cNvPr id="6" name="history-line-2">
            <a:extLst>
              <a:ext uri="{FF2B5EF4-FFF2-40B4-BE49-F238E27FC236}">
                <ns2:creationId id="{2DB94841-0B96-4C1D-AF47-C28ED9D403A2}"/>
              </a:ext>
            </a:extLst>
          </p:cNvPr>
          <p:cNvSpPr>
            <a:spLocks noGrp="1"/>
          </p:cNvSpPr>
          <p:nvPr/>
        </p:nvSpPr>
        <p:spPr>
          <a:xfrm>
            <a:off x="781050" y="2466975"/>
            <a:ext cx="4562475" cy="247650"/>
          </a:xfrm>
          <a:prstGeom prst="rect">
            <a:avLst/>
          </a:prstGeom>
          <a:noFill/>
          <a:ln w="0">
            <a:noFill/>
          </a:ln>
        </p:spPr>
        <p:txBody>
          <a:bodyPr wrap="none" lIns="0" tIns="0" rIns="0" bIns="0" anchor="t">
            <a:noAutofit/>
          </a:bodyPr>
          <a:lstStyle>
            <a:defPPr algn="l">
              <a:defRPr sz="1238">
                <a:solidFill>
                  <a:srgbClr val="D4D4D4"/>
                </a:solidFill>
                <a:latin typeface="Menlo"/>
                <a:ea typeface="Menlo"/>
                <a:cs typeface="Menlo"/>
              </a:defRPr>
            </a:defPPr>
            <a:lvl1pPr algn="l">
              <a:defRPr sz="1238">
                <a:solidFill>
                  <a:srgbClr val="D4D4D4"/>
                </a:solidFill>
                <a:latin typeface="Menlo"/>
                <a:ea typeface="Menlo"/>
                <a:cs typeface="Menlo"/>
              </a:defRPr>
            </a:lvl1pPr>
            <a:lvl2pPr algn="l">
              <a:defRPr sz="1238">
                <a:solidFill>
                  <a:srgbClr val="D4D4D4"/>
                </a:solidFill>
                <a:latin typeface="Menlo"/>
                <a:ea typeface="Menlo"/>
                <a:cs typeface="Menlo"/>
              </a:defRPr>
            </a:lvl2pPr>
            <a:lvl3pPr algn="l">
              <a:defRPr sz="1238">
                <a:solidFill>
                  <a:srgbClr val="D4D4D4"/>
                </a:solidFill>
                <a:latin typeface="Menlo"/>
                <a:ea typeface="Menlo"/>
                <a:cs typeface="Menlo"/>
              </a:defRPr>
            </a:lvl3pPr>
            <a:lvl4pPr algn="l">
              <a:defRPr sz="1238">
                <a:solidFill>
                  <a:srgbClr val="D4D4D4"/>
                </a:solidFill>
                <a:latin typeface="Menlo"/>
                <a:ea typeface="Menlo"/>
                <a:cs typeface="Menlo"/>
              </a:defRPr>
            </a:lvl4pPr>
            <a:lvl5pPr algn="l">
              <a:defRPr sz="1238">
                <a:solidFill>
                  <a:srgbClr val="D4D4D4"/>
                </a:solidFill>
                <a:latin typeface="Menlo"/>
                <a:ea typeface="Menlo"/>
                <a:cs typeface="Menlo"/>
              </a:defRPr>
            </a:lvl5pPr>
            <a:lvl6pPr algn="l">
              <a:defRPr sz="1238">
                <a:solidFill>
                  <a:srgbClr val="D4D4D4"/>
                </a:solidFill>
                <a:latin typeface="Menlo"/>
                <a:ea typeface="Menlo"/>
                <a:cs typeface="Menlo"/>
              </a:defRPr>
            </a:lvl6pPr>
            <a:lvl7pPr algn="l">
              <a:defRPr sz="1238">
                <a:solidFill>
                  <a:srgbClr val="D4D4D4"/>
                </a:solidFill>
                <a:latin typeface="Menlo"/>
                <a:ea typeface="Menlo"/>
                <a:cs typeface="Menlo"/>
              </a:defRPr>
            </a:lvl7pPr>
            <a:lvl8pPr algn="l">
              <a:defRPr sz="1238">
                <a:solidFill>
                  <a:srgbClr val="D4D4D4"/>
                </a:solidFill>
                <a:latin typeface="Menlo"/>
                <a:ea typeface="Menlo"/>
                <a:cs typeface="Menlo"/>
              </a:defRPr>
            </a:lvl8pPr>
            <a:lvl9pPr algn="l">
              <a:defRPr sz="1238">
                <a:solidFill>
                  <a:srgbClr val="D4D4D4"/>
                </a:solidFill>
                <a:latin typeface="Menlo"/>
                <a:ea typeface="Menlo"/>
                <a:cs typeface="Menlo"/>
              </a:defRPr>
            </a:lvl9pPr>
          </a:lstStyle>
          <a:p>
            <a:r>
              <a:t/>
            </a:r>
          </a:p>
        </p:txBody>
      </p:sp>
      <p:sp>
        <p:nvSpPr>
          <p:cNvPr id="7" name="history-line-3">
            <a:extLst>
              <a:ext uri="{FF2B5EF4-FFF2-40B4-BE49-F238E27FC236}">
                <ns2:creationId id="{DB578150-F840-4889-9259-11843FFAA8FA}"/>
              </a:ext>
            </a:extLst>
          </p:cNvPr>
          <p:cNvSpPr>
            <a:spLocks noGrp="1"/>
          </p:cNvSpPr>
          <p:nvPr/>
        </p:nvSpPr>
        <p:spPr>
          <a:xfrm>
            <a:off x="781050" y="2705100"/>
            <a:ext cx="4562475" cy="247650"/>
          </a:xfrm>
          <a:prstGeom prst="rect">
            <a:avLst/>
          </a:prstGeom>
          <a:noFill/>
          <a:ln w="0">
            <a:noFill/>
          </a:ln>
        </p:spPr>
        <p:txBody>
          <a:bodyPr wrap="none" lIns="0" tIns="0" rIns="0" bIns="0" anchor="t">
            <a:noAutofit/>
          </a:bodyPr>
          <a:lstStyle>
            <a:defPPr algn="l">
              <a:defRPr sz="1238">
                <a:solidFill>
                  <a:srgbClr val="D4D4D4"/>
                </a:solidFill>
                <a:latin typeface="Menlo"/>
                <a:ea typeface="Menlo"/>
                <a:cs typeface="Menlo"/>
              </a:defRPr>
            </a:defPPr>
            <a:lvl1pPr algn="l">
              <a:defRPr sz="1238">
                <a:solidFill>
                  <a:srgbClr val="D4D4D4"/>
                </a:solidFill>
                <a:latin typeface="Menlo"/>
                <a:ea typeface="Menlo"/>
                <a:cs typeface="Menlo"/>
              </a:defRPr>
            </a:lvl1pPr>
            <a:lvl2pPr algn="l">
              <a:defRPr sz="1238">
                <a:solidFill>
                  <a:srgbClr val="D4D4D4"/>
                </a:solidFill>
                <a:latin typeface="Menlo"/>
                <a:ea typeface="Menlo"/>
                <a:cs typeface="Menlo"/>
              </a:defRPr>
            </a:lvl2pPr>
            <a:lvl3pPr algn="l">
              <a:defRPr sz="1238">
                <a:solidFill>
                  <a:srgbClr val="D4D4D4"/>
                </a:solidFill>
                <a:latin typeface="Menlo"/>
                <a:ea typeface="Menlo"/>
                <a:cs typeface="Menlo"/>
              </a:defRPr>
            </a:lvl3pPr>
            <a:lvl4pPr algn="l">
              <a:defRPr sz="1238">
                <a:solidFill>
                  <a:srgbClr val="D4D4D4"/>
                </a:solidFill>
                <a:latin typeface="Menlo"/>
                <a:ea typeface="Menlo"/>
                <a:cs typeface="Menlo"/>
              </a:defRPr>
            </a:lvl4pPr>
            <a:lvl5pPr algn="l">
              <a:defRPr sz="1238">
                <a:solidFill>
                  <a:srgbClr val="D4D4D4"/>
                </a:solidFill>
                <a:latin typeface="Menlo"/>
                <a:ea typeface="Menlo"/>
                <a:cs typeface="Menlo"/>
              </a:defRPr>
            </a:lvl5pPr>
            <a:lvl6pPr algn="l">
              <a:defRPr sz="1238">
                <a:solidFill>
                  <a:srgbClr val="D4D4D4"/>
                </a:solidFill>
                <a:latin typeface="Menlo"/>
                <a:ea typeface="Menlo"/>
                <a:cs typeface="Menlo"/>
              </a:defRPr>
            </a:lvl6pPr>
            <a:lvl7pPr algn="l">
              <a:defRPr sz="1238">
                <a:solidFill>
                  <a:srgbClr val="D4D4D4"/>
                </a:solidFill>
                <a:latin typeface="Menlo"/>
                <a:ea typeface="Menlo"/>
                <a:cs typeface="Menlo"/>
              </a:defRPr>
            </a:lvl7pPr>
            <a:lvl8pPr algn="l">
              <a:defRPr sz="1238">
                <a:solidFill>
                  <a:srgbClr val="D4D4D4"/>
                </a:solidFill>
                <a:latin typeface="Menlo"/>
                <a:ea typeface="Menlo"/>
                <a:cs typeface="Menlo"/>
              </a:defRPr>
            </a:lvl8pPr>
            <a:lvl9pPr algn="l">
              <a:defRPr sz="1238">
                <a:solidFill>
                  <a:srgbClr val="D4D4D4"/>
                </a:solidFill>
                <a:latin typeface="Menlo"/>
                <a:ea typeface="Menlo"/>
                <a:cs typeface="Menlo"/>
              </a:defRPr>
            </a:lvl9pPr>
          </a:lstStyle>
          <a:p>
            <a:pPr algn="l">
              <a:defRPr sz="1238">
                <a:solidFill>
                  <a:srgbClr val="D4D4D4"/>
                </a:solidFill>
                <a:latin typeface="Menlo"/>
                <a:ea typeface="Menlo"/>
                <a:cs typeface="Menlo"/>
              </a:defRPr>
            </a:pPr>
            <a:r>
              <a:rPr sz="1238">
                <a:solidFill>
                  <a:srgbClr val="D4D4D4"/>
                </a:solidFill>
                <a:latin typeface="Menlo"/>
                <a:ea typeface="Menlo"/>
                <a:cs typeface="Menlo"/>
              </a:rPr>
              <a:t>Step                     Started / Succeeded</a:t>
            </a:r>
          </a:p>
        </p:txBody>
      </p:sp>
      <p:sp>
        <p:nvSpPr>
          <p:cNvPr id="8" name="history-line-4">
            <a:extLst>
              <a:ext uri="{FF2B5EF4-FFF2-40B4-BE49-F238E27FC236}">
                <ns2:creationId id="{98247A3C-3D72-417F-B208-D88739D73D8D}"/>
              </a:ext>
            </a:extLst>
          </p:cNvPr>
          <p:cNvSpPr>
            <a:spLocks noGrp="1"/>
          </p:cNvSpPr>
          <p:nvPr/>
        </p:nvSpPr>
        <p:spPr>
          <a:xfrm>
            <a:off x="781050" y="2943225"/>
            <a:ext cx="4562475" cy="247650"/>
          </a:xfrm>
          <a:prstGeom prst="rect">
            <a:avLst/>
          </a:prstGeom>
          <a:noFill/>
          <a:ln w="0">
            <a:noFill/>
          </a:ln>
        </p:spPr>
        <p:txBody>
          <a:bodyPr wrap="none" lIns="0" tIns="0" rIns="0" bIns="0" anchor="t">
            <a:noAutofit/>
          </a:bodyPr>
          <a:lstStyle>
            <a:defPPr algn="l">
              <a:defRPr sz="1238">
                <a:solidFill>
                  <a:srgbClr val="B5CEA8"/>
                </a:solidFill>
                <a:latin typeface="Menlo"/>
                <a:ea typeface="Menlo"/>
                <a:cs typeface="Menlo"/>
              </a:defRPr>
            </a:defPPr>
            <a:lvl1pPr algn="l">
              <a:defRPr sz="1238">
                <a:solidFill>
                  <a:srgbClr val="B5CEA8"/>
                </a:solidFill>
                <a:latin typeface="Menlo"/>
                <a:ea typeface="Menlo"/>
                <a:cs typeface="Menlo"/>
              </a:defRPr>
            </a:lvl1pPr>
            <a:lvl2pPr algn="l">
              <a:defRPr sz="1238">
                <a:solidFill>
                  <a:srgbClr val="B5CEA8"/>
                </a:solidFill>
                <a:latin typeface="Menlo"/>
                <a:ea typeface="Menlo"/>
                <a:cs typeface="Menlo"/>
              </a:defRPr>
            </a:lvl2pPr>
            <a:lvl3pPr algn="l">
              <a:defRPr sz="1238">
                <a:solidFill>
                  <a:srgbClr val="B5CEA8"/>
                </a:solidFill>
                <a:latin typeface="Menlo"/>
                <a:ea typeface="Menlo"/>
                <a:cs typeface="Menlo"/>
              </a:defRPr>
            </a:lvl3pPr>
            <a:lvl4pPr algn="l">
              <a:defRPr sz="1238">
                <a:solidFill>
                  <a:srgbClr val="B5CEA8"/>
                </a:solidFill>
                <a:latin typeface="Menlo"/>
                <a:ea typeface="Menlo"/>
                <a:cs typeface="Menlo"/>
              </a:defRPr>
            </a:lvl4pPr>
            <a:lvl5pPr algn="l">
              <a:defRPr sz="1238">
                <a:solidFill>
                  <a:srgbClr val="B5CEA8"/>
                </a:solidFill>
                <a:latin typeface="Menlo"/>
                <a:ea typeface="Menlo"/>
                <a:cs typeface="Menlo"/>
              </a:defRPr>
            </a:lvl5pPr>
            <a:lvl6pPr algn="l">
              <a:defRPr sz="1238">
                <a:solidFill>
                  <a:srgbClr val="B5CEA8"/>
                </a:solidFill>
                <a:latin typeface="Menlo"/>
                <a:ea typeface="Menlo"/>
                <a:cs typeface="Menlo"/>
              </a:defRPr>
            </a:lvl6pPr>
            <a:lvl7pPr algn="l">
              <a:defRPr sz="1238">
                <a:solidFill>
                  <a:srgbClr val="B5CEA8"/>
                </a:solidFill>
                <a:latin typeface="Menlo"/>
                <a:ea typeface="Menlo"/>
                <a:cs typeface="Menlo"/>
              </a:defRPr>
            </a:lvl7pPr>
            <a:lvl8pPr algn="l">
              <a:defRPr sz="1238">
                <a:solidFill>
                  <a:srgbClr val="B5CEA8"/>
                </a:solidFill>
                <a:latin typeface="Menlo"/>
                <a:ea typeface="Menlo"/>
                <a:cs typeface="Menlo"/>
              </a:defRPr>
            </a:lvl8pPr>
            <a:lvl9pPr algn="l">
              <a:defRPr sz="1238">
                <a:solidFill>
                  <a:srgbClr val="B5CEA8"/>
                </a:solidFill>
                <a:latin typeface="Menlo"/>
                <a:ea typeface="Menlo"/>
                <a:cs typeface="Menlo"/>
              </a:defRPr>
            </a:lvl9pPr>
          </a:lstStyle>
          <a:p>
            <a:pPr algn="l">
              <a:defRPr sz="1238">
                <a:solidFill>
                  <a:srgbClr val="B5CEA8"/>
                </a:solidFill>
                <a:latin typeface="Menlo"/>
                <a:ea typeface="Menlo"/>
                <a:cs typeface="Menlo"/>
              </a:defRPr>
            </a:pPr>
            <a:r>
              <a:rPr sz="1238">
                <a:solidFill>
                  <a:srgbClr val="B5CEA8"/>
                </a:solidFill>
                <a:latin typeface="Menlo"/>
                <a:ea typeface="Menlo"/>
                <a:cs typeface="Menlo"/>
              </a:rPr>
              <a:t>CreateOrder                    1 / 1</a:t>
            </a:r>
          </a:p>
        </p:txBody>
      </p:sp>
      <p:sp>
        <p:nvSpPr>
          <p:cNvPr id="9" name="history-line-5">
            <a:extLst>
              <a:ext uri="{FF2B5EF4-FFF2-40B4-BE49-F238E27FC236}">
                <ns2:creationId id="{6C6769B9-876E-4D32-B443-CC69AC3B0769}"/>
              </a:ext>
            </a:extLst>
          </p:cNvPr>
          <p:cNvSpPr>
            <a:spLocks noGrp="1"/>
          </p:cNvSpPr>
          <p:nvPr/>
        </p:nvSpPr>
        <p:spPr>
          <a:xfrm>
            <a:off x="781050" y="3181350"/>
            <a:ext cx="4562475" cy="247650"/>
          </a:xfrm>
          <a:prstGeom prst="rect">
            <a:avLst/>
          </a:prstGeom>
          <a:noFill/>
          <a:ln w="0">
            <a:noFill/>
          </a:ln>
        </p:spPr>
        <p:txBody>
          <a:bodyPr wrap="none" lIns="0" tIns="0" rIns="0" bIns="0" anchor="t">
            <a:noAutofit/>
          </a:bodyPr>
          <a:lstStyle>
            <a:defPPr algn="l">
              <a:defRPr sz="1238">
                <a:solidFill>
                  <a:srgbClr val="B5CEA8"/>
                </a:solidFill>
                <a:latin typeface="Menlo"/>
                <a:ea typeface="Menlo"/>
                <a:cs typeface="Menlo"/>
              </a:defRPr>
            </a:defPPr>
            <a:lvl1pPr algn="l">
              <a:defRPr sz="1238">
                <a:solidFill>
                  <a:srgbClr val="B5CEA8"/>
                </a:solidFill>
                <a:latin typeface="Menlo"/>
                <a:ea typeface="Menlo"/>
                <a:cs typeface="Menlo"/>
              </a:defRPr>
            </a:lvl1pPr>
            <a:lvl2pPr algn="l">
              <a:defRPr sz="1238">
                <a:solidFill>
                  <a:srgbClr val="B5CEA8"/>
                </a:solidFill>
                <a:latin typeface="Menlo"/>
                <a:ea typeface="Menlo"/>
                <a:cs typeface="Menlo"/>
              </a:defRPr>
            </a:lvl2pPr>
            <a:lvl3pPr algn="l">
              <a:defRPr sz="1238">
                <a:solidFill>
                  <a:srgbClr val="B5CEA8"/>
                </a:solidFill>
                <a:latin typeface="Menlo"/>
                <a:ea typeface="Menlo"/>
                <a:cs typeface="Menlo"/>
              </a:defRPr>
            </a:lvl3pPr>
            <a:lvl4pPr algn="l">
              <a:defRPr sz="1238">
                <a:solidFill>
                  <a:srgbClr val="B5CEA8"/>
                </a:solidFill>
                <a:latin typeface="Menlo"/>
                <a:ea typeface="Menlo"/>
                <a:cs typeface="Menlo"/>
              </a:defRPr>
            </a:lvl4pPr>
            <a:lvl5pPr algn="l">
              <a:defRPr sz="1238">
                <a:solidFill>
                  <a:srgbClr val="B5CEA8"/>
                </a:solidFill>
                <a:latin typeface="Menlo"/>
                <a:ea typeface="Menlo"/>
                <a:cs typeface="Menlo"/>
              </a:defRPr>
            </a:lvl5pPr>
            <a:lvl6pPr algn="l">
              <a:defRPr sz="1238">
                <a:solidFill>
                  <a:srgbClr val="B5CEA8"/>
                </a:solidFill>
                <a:latin typeface="Menlo"/>
                <a:ea typeface="Menlo"/>
                <a:cs typeface="Menlo"/>
              </a:defRPr>
            </a:lvl6pPr>
            <a:lvl7pPr algn="l">
              <a:defRPr sz="1238">
                <a:solidFill>
                  <a:srgbClr val="B5CEA8"/>
                </a:solidFill>
                <a:latin typeface="Menlo"/>
                <a:ea typeface="Menlo"/>
                <a:cs typeface="Menlo"/>
              </a:defRPr>
            </a:lvl7pPr>
            <a:lvl8pPr algn="l">
              <a:defRPr sz="1238">
                <a:solidFill>
                  <a:srgbClr val="B5CEA8"/>
                </a:solidFill>
                <a:latin typeface="Menlo"/>
                <a:ea typeface="Menlo"/>
                <a:cs typeface="Menlo"/>
              </a:defRPr>
            </a:lvl8pPr>
            <a:lvl9pPr algn="l">
              <a:defRPr sz="1238">
                <a:solidFill>
                  <a:srgbClr val="B5CEA8"/>
                </a:solidFill>
                <a:latin typeface="Menlo"/>
                <a:ea typeface="Menlo"/>
                <a:cs typeface="Menlo"/>
              </a:defRPr>
            </a:lvl9pPr>
          </a:lstStyle>
          <a:p>
            <a:pPr algn="l">
              <a:defRPr sz="1238">
                <a:solidFill>
                  <a:srgbClr val="B5CEA8"/>
                </a:solidFill>
                <a:latin typeface="Menlo"/>
                <a:ea typeface="Menlo"/>
                <a:cs typeface="Menlo"/>
              </a:defRPr>
            </a:pPr>
            <a:r>
              <a:rPr sz="1238">
                <a:solidFill>
                  <a:srgbClr val="B5CEA8"/>
                </a:solidFill>
                <a:latin typeface="Menlo"/>
                <a:ea typeface="Menlo"/>
                <a:cs typeface="Menlo"/>
              </a:rPr>
              <a:t>Approval submitter             1 / 1</a:t>
            </a:r>
          </a:p>
        </p:txBody>
      </p:sp>
      <p:sp>
        <p:nvSpPr>
          <p:cNvPr id="10" name="history-line-6">
            <a:extLst>
              <a:ext uri="{FF2B5EF4-FFF2-40B4-BE49-F238E27FC236}">
                <ns2:creationId id="{8A91F67C-3457-4250-AD30-57023EFAA9BC}"/>
              </a:ext>
            </a:extLst>
          </p:cNvPr>
          <p:cNvSpPr>
            <a:spLocks noGrp="1"/>
          </p:cNvSpPr>
          <p:nvPr/>
        </p:nvSpPr>
        <p:spPr>
          <a:xfrm>
            <a:off x="781050" y="3419475"/>
            <a:ext cx="4562475" cy="247650"/>
          </a:xfrm>
          <a:prstGeom prst="rect">
            <a:avLst/>
          </a:prstGeom>
          <a:noFill/>
          <a:ln w="0">
            <a:noFill/>
          </a:ln>
        </p:spPr>
        <p:txBody>
          <a:bodyPr wrap="none" lIns="0" tIns="0" rIns="0" bIns="0" anchor="t">
            <a:noAutofit/>
          </a:bodyPr>
          <a:lstStyle>
            <a:defPPr algn="l">
              <a:defRPr sz="1238">
                <a:solidFill>
                  <a:srgbClr val="B5CEA8"/>
                </a:solidFill>
                <a:latin typeface="Menlo"/>
                <a:ea typeface="Menlo"/>
                <a:cs typeface="Menlo"/>
              </a:defRPr>
            </a:defPPr>
            <a:lvl1pPr algn="l">
              <a:defRPr sz="1238">
                <a:solidFill>
                  <a:srgbClr val="B5CEA8"/>
                </a:solidFill>
                <a:latin typeface="Menlo"/>
                <a:ea typeface="Menlo"/>
                <a:cs typeface="Menlo"/>
              </a:defRPr>
            </a:lvl1pPr>
            <a:lvl2pPr algn="l">
              <a:defRPr sz="1238">
                <a:solidFill>
                  <a:srgbClr val="B5CEA8"/>
                </a:solidFill>
                <a:latin typeface="Menlo"/>
                <a:ea typeface="Menlo"/>
                <a:cs typeface="Menlo"/>
              </a:defRPr>
            </a:lvl2pPr>
            <a:lvl3pPr algn="l">
              <a:defRPr sz="1238">
                <a:solidFill>
                  <a:srgbClr val="B5CEA8"/>
                </a:solidFill>
                <a:latin typeface="Menlo"/>
                <a:ea typeface="Menlo"/>
                <a:cs typeface="Menlo"/>
              </a:defRPr>
            </a:lvl3pPr>
            <a:lvl4pPr algn="l">
              <a:defRPr sz="1238">
                <a:solidFill>
                  <a:srgbClr val="B5CEA8"/>
                </a:solidFill>
                <a:latin typeface="Menlo"/>
                <a:ea typeface="Menlo"/>
                <a:cs typeface="Menlo"/>
              </a:defRPr>
            </a:lvl4pPr>
            <a:lvl5pPr algn="l">
              <a:defRPr sz="1238">
                <a:solidFill>
                  <a:srgbClr val="B5CEA8"/>
                </a:solidFill>
                <a:latin typeface="Menlo"/>
                <a:ea typeface="Menlo"/>
                <a:cs typeface="Menlo"/>
              </a:defRPr>
            </a:lvl5pPr>
            <a:lvl6pPr algn="l">
              <a:defRPr sz="1238">
                <a:solidFill>
                  <a:srgbClr val="B5CEA8"/>
                </a:solidFill>
                <a:latin typeface="Menlo"/>
                <a:ea typeface="Menlo"/>
                <a:cs typeface="Menlo"/>
              </a:defRPr>
            </a:lvl6pPr>
            <a:lvl7pPr algn="l">
              <a:defRPr sz="1238">
                <a:solidFill>
                  <a:srgbClr val="B5CEA8"/>
                </a:solidFill>
                <a:latin typeface="Menlo"/>
                <a:ea typeface="Menlo"/>
                <a:cs typeface="Menlo"/>
              </a:defRPr>
            </a:lvl7pPr>
            <a:lvl8pPr algn="l">
              <a:defRPr sz="1238">
                <a:solidFill>
                  <a:srgbClr val="B5CEA8"/>
                </a:solidFill>
                <a:latin typeface="Menlo"/>
                <a:ea typeface="Menlo"/>
                <a:cs typeface="Menlo"/>
              </a:defRPr>
            </a:lvl8pPr>
            <a:lvl9pPr algn="l">
              <a:defRPr sz="1238">
                <a:solidFill>
                  <a:srgbClr val="B5CEA8"/>
                </a:solidFill>
                <a:latin typeface="Menlo"/>
                <a:ea typeface="Menlo"/>
                <a:cs typeface="Menlo"/>
              </a:defRPr>
            </a:lvl9pPr>
          </a:lstStyle>
          <a:p>
            <a:pPr algn="l">
              <a:defRPr sz="1238">
                <a:solidFill>
                  <a:srgbClr val="B5CEA8"/>
                </a:solidFill>
                <a:latin typeface="Menlo"/>
                <a:ea typeface="Menlo"/>
                <a:cs typeface="Menlo"/>
              </a:defRPr>
            </a:pPr>
            <a:r>
              <a:rPr sz="1238">
                <a:solidFill>
                  <a:srgbClr val="B5CEA8"/>
                </a:solidFill>
                <a:latin typeface="Menlo"/>
                <a:ea typeface="Menlo"/>
                <a:cs typeface="Menlo"/>
              </a:rPr>
              <a:t>ReserveStock                   1 / 1</a:t>
            </a:r>
          </a:p>
        </p:txBody>
      </p:sp>
      <p:sp>
        <p:nvSpPr>
          <p:cNvPr id="11" name="history-line-7">
            <a:extLst>
              <a:ext uri="{FF2B5EF4-FFF2-40B4-BE49-F238E27FC236}">
                <ns2:creationId id="{5A82A445-8FB8-4144-8012-627F94D66949}"/>
              </a:ext>
            </a:extLst>
          </p:cNvPr>
          <p:cNvSpPr>
            <a:spLocks noGrp="1"/>
          </p:cNvSpPr>
          <p:nvPr/>
        </p:nvSpPr>
        <p:spPr>
          <a:xfrm>
            <a:off x="781050" y="3657600"/>
            <a:ext cx="4562475" cy="247650"/>
          </a:xfrm>
          <a:prstGeom prst="rect">
            <a:avLst/>
          </a:prstGeom>
          <a:noFill/>
          <a:ln w="0">
            <a:noFill/>
          </a:ln>
        </p:spPr>
        <p:txBody>
          <a:bodyPr wrap="none" lIns="0" tIns="0" rIns="0" bIns="0" anchor="t">
            <a:noAutofit/>
          </a:bodyPr>
          <a:lstStyle>
            <a:defPPr algn="l">
              <a:defRPr sz="1238">
                <a:solidFill>
                  <a:srgbClr val="B5CEA8"/>
                </a:solidFill>
                <a:latin typeface="Menlo"/>
                <a:ea typeface="Menlo"/>
                <a:cs typeface="Menlo"/>
              </a:defRPr>
            </a:defPPr>
            <a:lvl1pPr algn="l">
              <a:defRPr sz="1238">
                <a:solidFill>
                  <a:srgbClr val="B5CEA8"/>
                </a:solidFill>
                <a:latin typeface="Menlo"/>
                <a:ea typeface="Menlo"/>
                <a:cs typeface="Menlo"/>
              </a:defRPr>
            </a:lvl1pPr>
            <a:lvl2pPr algn="l">
              <a:defRPr sz="1238">
                <a:solidFill>
                  <a:srgbClr val="B5CEA8"/>
                </a:solidFill>
                <a:latin typeface="Menlo"/>
                <a:ea typeface="Menlo"/>
                <a:cs typeface="Menlo"/>
              </a:defRPr>
            </a:lvl2pPr>
            <a:lvl3pPr algn="l">
              <a:defRPr sz="1238">
                <a:solidFill>
                  <a:srgbClr val="B5CEA8"/>
                </a:solidFill>
                <a:latin typeface="Menlo"/>
                <a:ea typeface="Menlo"/>
                <a:cs typeface="Menlo"/>
              </a:defRPr>
            </a:lvl3pPr>
            <a:lvl4pPr algn="l">
              <a:defRPr sz="1238">
                <a:solidFill>
                  <a:srgbClr val="B5CEA8"/>
                </a:solidFill>
                <a:latin typeface="Menlo"/>
                <a:ea typeface="Menlo"/>
                <a:cs typeface="Menlo"/>
              </a:defRPr>
            </a:lvl4pPr>
            <a:lvl5pPr algn="l">
              <a:defRPr sz="1238">
                <a:solidFill>
                  <a:srgbClr val="B5CEA8"/>
                </a:solidFill>
                <a:latin typeface="Menlo"/>
                <a:ea typeface="Menlo"/>
                <a:cs typeface="Menlo"/>
              </a:defRPr>
            </a:lvl5pPr>
            <a:lvl6pPr algn="l">
              <a:defRPr sz="1238">
                <a:solidFill>
                  <a:srgbClr val="B5CEA8"/>
                </a:solidFill>
                <a:latin typeface="Menlo"/>
                <a:ea typeface="Menlo"/>
                <a:cs typeface="Menlo"/>
              </a:defRPr>
            </a:lvl6pPr>
            <a:lvl7pPr algn="l">
              <a:defRPr sz="1238">
                <a:solidFill>
                  <a:srgbClr val="B5CEA8"/>
                </a:solidFill>
                <a:latin typeface="Menlo"/>
                <a:ea typeface="Menlo"/>
                <a:cs typeface="Menlo"/>
              </a:defRPr>
            </a:lvl7pPr>
            <a:lvl8pPr algn="l">
              <a:defRPr sz="1238">
                <a:solidFill>
                  <a:srgbClr val="B5CEA8"/>
                </a:solidFill>
                <a:latin typeface="Menlo"/>
                <a:ea typeface="Menlo"/>
                <a:cs typeface="Menlo"/>
              </a:defRPr>
            </a:lvl8pPr>
            <a:lvl9pPr algn="l">
              <a:defRPr sz="1238">
                <a:solidFill>
                  <a:srgbClr val="B5CEA8"/>
                </a:solidFill>
                <a:latin typeface="Menlo"/>
                <a:ea typeface="Menlo"/>
                <a:cs typeface="Menlo"/>
              </a:defRPr>
            </a:lvl9pPr>
          </a:lstStyle>
          <a:p>
            <a:pPr algn="l">
              <a:defRPr sz="1238">
                <a:solidFill>
                  <a:srgbClr val="B5CEA8"/>
                </a:solidFill>
                <a:latin typeface="Menlo"/>
                <a:ea typeface="Menlo"/>
                <a:cs typeface="Menlo"/>
              </a:defRPr>
            </a:pPr>
            <a:r>
              <a:rPr sz="1238">
                <a:solidFill>
                  <a:srgbClr val="B5CEA8"/>
                </a:solidFill>
                <a:latin typeface="Menlo"/>
                <a:ea typeface="Menlo"/>
                <a:cs typeface="Menlo"/>
              </a:rPr>
              <a:t>ChargePayment                  1 / 1</a:t>
            </a:r>
          </a:p>
        </p:txBody>
      </p:sp>
      <p:sp>
        <p:nvSpPr>
          <p:cNvPr id="12" name="history-line-8">
            <a:extLst>
              <a:ext uri="{FF2B5EF4-FFF2-40B4-BE49-F238E27FC236}">
                <ns2:creationId id="{9D805C7A-FA50-4BC3-9A77-9D5939E82CE1}"/>
              </a:ext>
            </a:extLst>
          </p:cNvPr>
          <p:cNvSpPr>
            <a:spLocks noGrp="1"/>
          </p:cNvSpPr>
          <p:nvPr/>
        </p:nvSpPr>
        <p:spPr>
          <a:xfrm>
            <a:off x="781050" y="3895725"/>
            <a:ext cx="4562475" cy="247650"/>
          </a:xfrm>
          <a:prstGeom prst="rect">
            <a:avLst/>
          </a:prstGeom>
          <a:noFill/>
          <a:ln w="0">
            <a:noFill/>
          </a:ln>
        </p:spPr>
        <p:txBody>
          <a:bodyPr wrap="none" lIns="0" tIns="0" rIns="0" bIns="0" anchor="t">
            <a:noAutofit/>
          </a:bodyPr>
          <a:lstStyle>
            <a:defPPr algn="l">
              <a:defRPr sz="1238">
                <a:solidFill>
                  <a:srgbClr val="B5CEA8"/>
                </a:solidFill>
                <a:latin typeface="Menlo"/>
                <a:ea typeface="Menlo"/>
                <a:cs typeface="Menlo"/>
              </a:defRPr>
            </a:defPPr>
            <a:lvl1pPr algn="l">
              <a:defRPr sz="1238">
                <a:solidFill>
                  <a:srgbClr val="B5CEA8"/>
                </a:solidFill>
                <a:latin typeface="Menlo"/>
                <a:ea typeface="Menlo"/>
                <a:cs typeface="Menlo"/>
              </a:defRPr>
            </a:lvl1pPr>
            <a:lvl2pPr algn="l">
              <a:defRPr sz="1238">
                <a:solidFill>
                  <a:srgbClr val="B5CEA8"/>
                </a:solidFill>
                <a:latin typeface="Menlo"/>
                <a:ea typeface="Menlo"/>
                <a:cs typeface="Menlo"/>
              </a:defRPr>
            </a:lvl2pPr>
            <a:lvl3pPr algn="l">
              <a:defRPr sz="1238">
                <a:solidFill>
                  <a:srgbClr val="B5CEA8"/>
                </a:solidFill>
                <a:latin typeface="Menlo"/>
                <a:ea typeface="Menlo"/>
                <a:cs typeface="Menlo"/>
              </a:defRPr>
            </a:lvl3pPr>
            <a:lvl4pPr algn="l">
              <a:defRPr sz="1238">
                <a:solidFill>
                  <a:srgbClr val="B5CEA8"/>
                </a:solidFill>
                <a:latin typeface="Menlo"/>
                <a:ea typeface="Menlo"/>
                <a:cs typeface="Menlo"/>
              </a:defRPr>
            </a:lvl4pPr>
            <a:lvl5pPr algn="l">
              <a:defRPr sz="1238">
                <a:solidFill>
                  <a:srgbClr val="B5CEA8"/>
                </a:solidFill>
                <a:latin typeface="Menlo"/>
                <a:ea typeface="Menlo"/>
                <a:cs typeface="Menlo"/>
              </a:defRPr>
            </a:lvl5pPr>
            <a:lvl6pPr algn="l">
              <a:defRPr sz="1238">
                <a:solidFill>
                  <a:srgbClr val="B5CEA8"/>
                </a:solidFill>
                <a:latin typeface="Menlo"/>
                <a:ea typeface="Menlo"/>
                <a:cs typeface="Menlo"/>
              </a:defRPr>
            </a:lvl6pPr>
            <a:lvl7pPr algn="l">
              <a:defRPr sz="1238">
                <a:solidFill>
                  <a:srgbClr val="B5CEA8"/>
                </a:solidFill>
                <a:latin typeface="Menlo"/>
                <a:ea typeface="Menlo"/>
                <a:cs typeface="Menlo"/>
              </a:defRPr>
            </a:lvl7pPr>
            <a:lvl8pPr algn="l">
              <a:defRPr sz="1238">
                <a:solidFill>
                  <a:srgbClr val="B5CEA8"/>
                </a:solidFill>
                <a:latin typeface="Menlo"/>
                <a:ea typeface="Menlo"/>
                <a:cs typeface="Menlo"/>
              </a:defRPr>
            </a:lvl8pPr>
            <a:lvl9pPr algn="l">
              <a:defRPr sz="1238">
                <a:solidFill>
                  <a:srgbClr val="B5CEA8"/>
                </a:solidFill>
                <a:latin typeface="Menlo"/>
                <a:ea typeface="Menlo"/>
                <a:cs typeface="Menlo"/>
              </a:defRPr>
            </a:lvl9pPr>
          </a:lstStyle>
          <a:p>
            <a:pPr algn="l">
              <a:defRPr sz="1238">
                <a:solidFill>
                  <a:srgbClr val="B5CEA8"/>
                </a:solidFill>
                <a:latin typeface="Menlo"/>
                <a:ea typeface="Menlo"/>
                <a:cs typeface="Menlo"/>
              </a:defRPr>
            </a:pPr>
            <a:r>
              <a:rPr sz="1238">
                <a:solidFill>
                  <a:srgbClr val="B5CEA8"/>
                </a:solidFill>
                <a:latin typeface="Menlo"/>
                <a:ea typeface="Menlo"/>
                <a:cs typeface="Menlo"/>
              </a:rPr>
              <a:t>ConfirmOrder                   1 / 1</a:t>
            </a:r>
          </a:p>
        </p:txBody>
      </p:sp>
      <p:sp>
        <p:nvSpPr>
          <p:cNvPr id="13" name="history-reuse-highlight">
            <a:extLst>
              <a:ext uri="{FF2B5EF4-FFF2-40B4-BE49-F238E27FC236}">
                <ns2:creationId id="{216C1D43-93C2-44CB-A2A6-3904F3CEBE80}"/>
              </a:ext>
            </a:extLst>
          </p:cNvPr>
          <p:cNvSpPr>
            <a:spLocks noGrp="1"/>
          </p:cNvSpPr>
          <p:nvPr/>
        </p:nvSpPr>
        <p:spPr>
          <a:xfrm>
            <a:off x="752475" y="2914650"/>
            <a:ext cx="4514850" cy="504825"/>
          </a:xfrm>
          <a:prstGeom prst="rect">
            <a:avLst/>
          </a:prstGeom>
          <a:noFill/>
          <a:ln w="19050">
            <a:solidFill>
              <a:srgbClr val="FF5874"/>
            </a:solidFill>
          </a:ln>
        </p:spPr>
      </p:sp>
      <p:pic>
        <p:nvPicPr>
          <p:cNvPr id="14" name="">
            <a:extLst>
              <a:ext uri="{FF2B5EF4-FFF2-40B4-BE49-F238E27FC236}">
                <ns2:creationId id="{08E4B389-DA3F-457D-8269-F0CE1C946B28}"/>
              </a:ext>
            </a:extLst>
          </p:cNvPr>
          <p:cNvPicPr>
            <a:picLocks noChangeAspect="1"/>
          </p:cNvPicPr>
          <p:nvPr/>
        </p:nvPicPr>
        <p:blipFill>
          <a:blip r:embed="R3495b22deb2547a2"/>
          <a:stretch/>
        </p:blipFill>
        <p:spPr>
          <a:xfrm>
            <a:off x="5867400" y="1847850"/>
            <a:ext cx="466725" cy="466725"/>
          </a:xfrm>
          <a:prstGeom prst="rect">
            <a:avLst/>
          </a:prstGeom>
        </p:spPr>
      </p:pic>
      <p:sp>
        <p:nvSpPr>
          <p:cNvPr id="15" name="ddb-title">
            <a:extLst>
              <a:ext uri="{FF2B5EF4-FFF2-40B4-BE49-F238E27FC236}">
                <ns2:creationId id="{A754E824-4520-4F53-95D5-F3706408C747}"/>
              </a:ext>
            </a:extLst>
          </p:cNvPr>
          <p:cNvSpPr>
            <a:spLocks noGrp="1"/>
          </p:cNvSpPr>
          <p:nvPr/>
        </p:nvSpPr>
        <p:spPr>
          <a:xfrm>
            <a:off x="6496050" y="1895475"/>
            <a:ext cx="2095500" cy="476250"/>
          </a:xfrm>
          <a:prstGeom prst="rect">
            <a:avLst/>
          </a:prstGeom>
          <a:noFill/>
          <a:ln w="0">
            <a:noFill/>
          </a:ln>
        </p:spPr>
        <p:txBody>
          <a:bodyPr wrap="none" lIns="0" tIns="0" rIns="0" bIns="0" anchor="t">
            <a:noAutofit/>
          </a:bodyPr>
          <a:lstStyle>
            <a:defPPr algn="l">
              <a:defRPr sz="1425">
                <a:solidFill>
                  <a:srgbClr val="202D3E"/>
                </a:solidFill>
                <a:latin typeface="Ubuntu Light"/>
                <a:ea typeface="Ubuntu Light"/>
                <a:cs typeface="Ubuntu Light"/>
              </a:defRPr>
            </a:defPPr>
            <a:lvl1pPr algn="l">
              <a:defRPr sz="1425">
                <a:solidFill>
                  <a:srgbClr val="202D3E"/>
                </a:solidFill>
                <a:latin typeface="Ubuntu Light"/>
                <a:ea typeface="Ubuntu Light"/>
                <a:cs typeface="Ubuntu Light"/>
              </a:defRPr>
            </a:lvl1pPr>
            <a:lvl2pPr algn="l">
              <a:defRPr sz="1425">
                <a:solidFill>
                  <a:srgbClr val="202D3E"/>
                </a:solidFill>
                <a:latin typeface="Ubuntu Light"/>
                <a:ea typeface="Ubuntu Light"/>
                <a:cs typeface="Ubuntu Light"/>
              </a:defRPr>
            </a:lvl2pPr>
            <a:lvl3pPr algn="l">
              <a:defRPr sz="1425">
                <a:solidFill>
                  <a:srgbClr val="202D3E"/>
                </a:solidFill>
                <a:latin typeface="Ubuntu Light"/>
                <a:ea typeface="Ubuntu Light"/>
                <a:cs typeface="Ubuntu Light"/>
              </a:defRPr>
            </a:lvl3pPr>
            <a:lvl4pPr algn="l">
              <a:defRPr sz="1425">
                <a:solidFill>
                  <a:srgbClr val="202D3E"/>
                </a:solidFill>
                <a:latin typeface="Ubuntu Light"/>
                <a:ea typeface="Ubuntu Light"/>
                <a:cs typeface="Ubuntu Light"/>
              </a:defRPr>
            </a:lvl4pPr>
            <a:lvl5pPr algn="l">
              <a:defRPr sz="1425">
                <a:solidFill>
                  <a:srgbClr val="202D3E"/>
                </a:solidFill>
                <a:latin typeface="Ubuntu Light"/>
                <a:ea typeface="Ubuntu Light"/>
                <a:cs typeface="Ubuntu Light"/>
              </a:defRPr>
            </a:lvl5pPr>
            <a:lvl6pPr algn="l">
              <a:defRPr sz="1425">
                <a:solidFill>
                  <a:srgbClr val="202D3E"/>
                </a:solidFill>
                <a:latin typeface="Ubuntu Light"/>
                <a:ea typeface="Ubuntu Light"/>
                <a:cs typeface="Ubuntu Light"/>
              </a:defRPr>
            </a:lvl6pPr>
            <a:lvl7pPr algn="l">
              <a:defRPr sz="1425">
                <a:solidFill>
                  <a:srgbClr val="202D3E"/>
                </a:solidFill>
                <a:latin typeface="Ubuntu Light"/>
                <a:ea typeface="Ubuntu Light"/>
                <a:cs typeface="Ubuntu Light"/>
              </a:defRPr>
            </a:lvl7pPr>
            <a:lvl8pPr algn="l">
              <a:defRPr sz="1425">
                <a:solidFill>
                  <a:srgbClr val="202D3E"/>
                </a:solidFill>
                <a:latin typeface="Ubuntu Light"/>
                <a:ea typeface="Ubuntu Light"/>
                <a:cs typeface="Ubuntu Light"/>
              </a:defRPr>
            </a:lvl8pPr>
            <a:lvl9pPr algn="l">
              <a:defRPr sz="1425">
                <a:solidFill>
                  <a:srgbClr val="202D3E"/>
                </a:solidFill>
                <a:latin typeface="Ubuntu Light"/>
                <a:ea typeface="Ubuntu Light"/>
                <a:cs typeface="Ubuntu Light"/>
              </a:defRPr>
            </a:lvl9pPr>
          </a:lstStyle>
          <a:p>
            <a:pPr algn="l">
              <a:defRPr sz="1425">
                <a:solidFill>
                  <a:srgbClr val="202D3E"/>
                </a:solidFill>
                <a:latin typeface="Ubuntu Light"/>
                <a:ea typeface="Ubuntu Light"/>
                <a:cs typeface="Ubuntu Light"/>
              </a:defRPr>
            </a:pPr>
            <a:r>
              <a:rPr sz="1425">
                <a:solidFill>
                  <a:srgbClr val="202D3E"/>
                </a:solidFill>
                <a:latin typeface="Ubuntu Light"/>
                <a:ea typeface="Ubuntu Light"/>
                <a:cs typeface="Ubuntu Light"/>
              </a:rPr>
              <a:t>Independent DynamoDB reads</a:t>
            </a:r>
          </a:p>
        </p:txBody>
      </p:sp>
      <p:sp>
        <p:nvSpPr>
          <p:cNvPr id="16" name="order-result">
            <a:extLst>
              <a:ext uri="{FF2B5EF4-FFF2-40B4-BE49-F238E27FC236}">
                <ns2:creationId id="{EC45D527-6948-4DB4-812C-AD06D034FB4B}"/>
              </a:ext>
            </a:extLst>
          </p:cNvPr>
          <p:cNvSpPr>
            <a:spLocks noGrp="1"/>
          </p:cNvSpPr>
          <p:nvPr/>
        </p:nvSpPr>
        <p:spPr>
          <a:xfrm>
            <a:off x="5857875" y="2543175"/>
            <a:ext cx="2619375" cy="285750"/>
          </a:xfrm>
          <a:prstGeom prst="rect">
            <a:avLst/>
          </a:prstGeom>
          <a:noFill/>
          <a:ln w="0">
            <a:noFill/>
          </a:ln>
        </p:spPr>
        <p:txBody>
          <a:bodyPr wrap="none" lIns="0" tIns="0" rIns="0" bIns="0" anchor="t">
            <a:noAutofit/>
          </a:bodyPr>
          <a:lstStyle>
            <a:defPPr algn="l">
              <a:defRPr sz="1650">
                <a:solidFill>
                  <a:srgbClr val="14664F"/>
                </a:solidFill>
                <a:latin typeface="Ubuntu Light"/>
                <a:ea typeface="Ubuntu Light"/>
                <a:cs typeface="Ubuntu Light"/>
              </a:defRPr>
            </a:defPPr>
            <a:lvl1pPr algn="l">
              <a:defRPr sz="1650">
                <a:solidFill>
                  <a:srgbClr val="14664F"/>
                </a:solidFill>
                <a:latin typeface="Ubuntu Light"/>
                <a:ea typeface="Ubuntu Light"/>
                <a:cs typeface="Ubuntu Light"/>
              </a:defRPr>
            </a:lvl1pPr>
            <a:lvl2pPr algn="l">
              <a:defRPr sz="1650">
                <a:solidFill>
                  <a:srgbClr val="14664F"/>
                </a:solidFill>
                <a:latin typeface="Ubuntu Light"/>
                <a:ea typeface="Ubuntu Light"/>
                <a:cs typeface="Ubuntu Light"/>
              </a:defRPr>
            </a:lvl2pPr>
            <a:lvl3pPr algn="l">
              <a:defRPr sz="1650">
                <a:solidFill>
                  <a:srgbClr val="14664F"/>
                </a:solidFill>
                <a:latin typeface="Ubuntu Light"/>
                <a:ea typeface="Ubuntu Light"/>
                <a:cs typeface="Ubuntu Light"/>
              </a:defRPr>
            </a:lvl3pPr>
            <a:lvl4pPr algn="l">
              <a:defRPr sz="1650">
                <a:solidFill>
                  <a:srgbClr val="14664F"/>
                </a:solidFill>
                <a:latin typeface="Ubuntu Light"/>
                <a:ea typeface="Ubuntu Light"/>
                <a:cs typeface="Ubuntu Light"/>
              </a:defRPr>
            </a:lvl4pPr>
            <a:lvl5pPr algn="l">
              <a:defRPr sz="1650">
                <a:solidFill>
                  <a:srgbClr val="14664F"/>
                </a:solidFill>
                <a:latin typeface="Ubuntu Light"/>
                <a:ea typeface="Ubuntu Light"/>
                <a:cs typeface="Ubuntu Light"/>
              </a:defRPr>
            </a:lvl5pPr>
            <a:lvl6pPr algn="l">
              <a:defRPr sz="1650">
                <a:solidFill>
                  <a:srgbClr val="14664F"/>
                </a:solidFill>
                <a:latin typeface="Ubuntu Light"/>
                <a:ea typeface="Ubuntu Light"/>
                <a:cs typeface="Ubuntu Light"/>
              </a:defRPr>
            </a:lvl6pPr>
            <a:lvl7pPr algn="l">
              <a:defRPr sz="1650">
                <a:solidFill>
                  <a:srgbClr val="14664F"/>
                </a:solidFill>
                <a:latin typeface="Ubuntu Light"/>
                <a:ea typeface="Ubuntu Light"/>
                <a:cs typeface="Ubuntu Light"/>
              </a:defRPr>
            </a:lvl7pPr>
            <a:lvl8pPr algn="l">
              <a:defRPr sz="1650">
                <a:solidFill>
                  <a:srgbClr val="14664F"/>
                </a:solidFill>
                <a:latin typeface="Ubuntu Light"/>
                <a:ea typeface="Ubuntu Light"/>
                <a:cs typeface="Ubuntu Light"/>
              </a:defRPr>
            </a:lvl8pPr>
            <a:lvl9pPr algn="l">
              <a:defRPr sz="1650">
                <a:solidFill>
                  <a:srgbClr val="14664F"/>
                </a:solidFill>
                <a:latin typeface="Ubuntu Light"/>
                <a:ea typeface="Ubuntu Light"/>
                <a:cs typeface="Ubuntu Light"/>
              </a:defRPr>
            </a:lvl9pPr>
          </a:lstStyle>
          <a:p>
            <a:pPr algn="l">
              <a:defRPr sz="1650">
                <a:solidFill>
                  <a:srgbClr val="14664F"/>
                </a:solidFill>
                <a:latin typeface="Ubuntu Light"/>
                <a:ea typeface="Ubuntu Light"/>
                <a:cs typeface="Ubuntu Light"/>
              </a:defRPr>
            </a:pPr>
            <a:r>
              <a:rPr sz="1650">
                <a:solidFill>
                  <a:srgbClr val="14664F"/>
                </a:solidFill>
                <a:latin typeface="Ubuntu Light"/>
                <a:ea typeface="Ubuntu Light"/>
                <a:cs typeface="Ubuntu Light"/>
              </a:rPr>
              <a:t>Order: CONFIRMED</a:t>
            </a:r>
          </a:p>
        </p:txBody>
      </p:sp>
      <p:sp>
        <p:nvSpPr>
          <p:cNvPr id="17" name="stock-result">
            <a:extLst>
              <a:ext uri="{FF2B5EF4-FFF2-40B4-BE49-F238E27FC236}">
                <ns2:creationId id="{97E9ADA7-AF31-4147-830D-A309584E5273}"/>
              </a:ext>
            </a:extLst>
          </p:cNvPr>
          <p:cNvSpPr>
            <a:spLocks noGrp="1"/>
          </p:cNvSpPr>
          <p:nvPr/>
        </p:nvSpPr>
        <p:spPr>
          <a:xfrm>
            <a:off x="5857875" y="2924175"/>
            <a:ext cx="2619375" cy="285750"/>
          </a:xfrm>
          <a:prstGeom prst="rect">
            <a:avLst/>
          </a:prstGeom>
          <a:noFill/>
          <a:ln w="0">
            <a:noFill/>
          </a:ln>
        </p:spPr>
        <p:txBody>
          <a:bodyPr wrap="none" lIns="0" tIns="0" rIns="0" bIns="0" anchor="t">
            <a:noAutofit/>
          </a:bodyPr>
          <a:lstStyle>
            <a:defPPr algn="l">
              <a:defRPr sz="1650">
                <a:solidFill>
                  <a:srgbClr val="14664F"/>
                </a:solidFill>
                <a:latin typeface="Ubuntu Light"/>
                <a:ea typeface="Ubuntu Light"/>
                <a:cs typeface="Ubuntu Light"/>
              </a:defRPr>
            </a:defPPr>
            <a:lvl1pPr algn="l">
              <a:defRPr sz="1650">
                <a:solidFill>
                  <a:srgbClr val="14664F"/>
                </a:solidFill>
                <a:latin typeface="Ubuntu Light"/>
                <a:ea typeface="Ubuntu Light"/>
                <a:cs typeface="Ubuntu Light"/>
              </a:defRPr>
            </a:lvl1pPr>
            <a:lvl2pPr algn="l">
              <a:defRPr sz="1650">
                <a:solidFill>
                  <a:srgbClr val="14664F"/>
                </a:solidFill>
                <a:latin typeface="Ubuntu Light"/>
                <a:ea typeface="Ubuntu Light"/>
                <a:cs typeface="Ubuntu Light"/>
              </a:defRPr>
            </a:lvl2pPr>
            <a:lvl3pPr algn="l">
              <a:defRPr sz="1650">
                <a:solidFill>
                  <a:srgbClr val="14664F"/>
                </a:solidFill>
                <a:latin typeface="Ubuntu Light"/>
                <a:ea typeface="Ubuntu Light"/>
                <a:cs typeface="Ubuntu Light"/>
              </a:defRPr>
            </a:lvl3pPr>
            <a:lvl4pPr algn="l">
              <a:defRPr sz="1650">
                <a:solidFill>
                  <a:srgbClr val="14664F"/>
                </a:solidFill>
                <a:latin typeface="Ubuntu Light"/>
                <a:ea typeface="Ubuntu Light"/>
                <a:cs typeface="Ubuntu Light"/>
              </a:defRPr>
            </a:lvl4pPr>
            <a:lvl5pPr algn="l">
              <a:defRPr sz="1650">
                <a:solidFill>
                  <a:srgbClr val="14664F"/>
                </a:solidFill>
                <a:latin typeface="Ubuntu Light"/>
                <a:ea typeface="Ubuntu Light"/>
                <a:cs typeface="Ubuntu Light"/>
              </a:defRPr>
            </a:lvl5pPr>
            <a:lvl6pPr algn="l">
              <a:defRPr sz="1650">
                <a:solidFill>
                  <a:srgbClr val="14664F"/>
                </a:solidFill>
                <a:latin typeface="Ubuntu Light"/>
                <a:ea typeface="Ubuntu Light"/>
                <a:cs typeface="Ubuntu Light"/>
              </a:defRPr>
            </a:lvl6pPr>
            <a:lvl7pPr algn="l">
              <a:defRPr sz="1650">
                <a:solidFill>
                  <a:srgbClr val="14664F"/>
                </a:solidFill>
                <a:latin typeface="Ubuntu Light"/>
                <a:ea typeface="Ubuntu Light"/>
                <a:cs typeface="Ubuntu Light"/>
              </a:defRPr>
            </a:lvl7pPr>
            <a:lvl8pPr algn="l">
              <a:defRPr sz="1650">
                <a:solidFill>
                  <a:srgbClr val="14664F"/>
                </a:solidFill>
                <a:latin typeface="Ubuntu Light"/>
                <a:ea typeface="Ubuntu Light"/>
                <a:cs typeface="Ubuntu Light"/>
              </a:defRPr>
            </a:lvl8pPr>
            <a:lvl9pPr algn="l">
              <a:defRPr sz="1650">
                <a:solidFill>
                  <a:srgbClr val="14664F"/>
                </a:solidFill>
                <a:latin typeface="Ubuntu Light"/>
                <a:ea typeface="Ubuntu Light"/>
                <a:cs typeface="Ubuntu Light"/>
              </a:defRPr>
            </a:lvl9pPr>
          </a:lstStyle>
          <a:p>
            <a:pPr algn="l">
              <a:defRPr sz="1650">
                <a:solidFill>
                  <a:srgbClr val="14664F"/>
                </a:solidFill>
                <a:latin typeface="Ubuntu Light"/>
                <a:ea typeface="Ubuntu Light"/>
                <a:cs typeface="Ubuntu Light"/>
              </a:defRPr>
            </a:pPr>
            <a:r>
              <a:rPr sz="1650">
                <a:solidFill>
                  <a:srgbClr val="14664F"/>
                </a:solidFill>
                <a:latin typeface="Ubuntu Light"/>
                <a:ea typeface="Ubuntu Light"/>
                <a:cs typeface="Ubuntu Light"/>
              </a:rPr>
              <a:t>Stock: 10 → 8</a:t>
            </a:r>
          </a:p>
        </p:txBody>
      </p:sp>
      <p:pic>
        <p:nvPicPr>
          <p:cNvPr id="18" name="">
            <a:extLst>
              <a:ext uri="{FF2B5EF4-FFF2-40B4-BE49-F238E27FC236}">
                <ns2:creationId id="{D2BA0CAB-B779-4E0C-91C2-416176CF3747}"/>
              </a:ext>
            </a:extLst>
          </p:cNvPr>
          <p:cNvPicPr>
            <a:picLocks noChangeAspect="1"/>
          </p:cNvPicPr>
          <p:nvPr/>
        </p:nvPicPr>
        <p:blipFill>
          <a:blip r:embed="Rac74c1ff6509431d"/>
          <a:stretch/>
        </p:blipFill>
        <p:spPr>
          <a:xfrm>
            <a:off x="5895975" y="3514725"/>
            <a:ext cx="409575" cy="409575"/>
          </a:xfrm>
          <a:prstGeom prst="rect">
            <a:avLst/>
          </a:prstGeom>
        </p:spPr>
      </p:pic>
      <p:sp>
        <p:nvSpPr>
          <p:cNvPr id="19" name="stripe-title">
            <a:extLst>
              <a:ext uri="{FF2B5EF4-FFF2-40B4-BE49-F238E27FC236}">
                <ns2:creationId id="{CC804D5A-5EC1-49CC-B696-9ABF4C384353}"/>
              </a:ext>
            </a:extLst>
          </p:cNvPr>
          <p:cNvSpPr>
            <a:spLocks noGrp="1"/>
          </p:cNvSpPr>
          <p:nvPr/>
        </p:nvSpPr>
        <p:spPr>
          <a:xfrm>
            <a:off x="6486525" y="3571875"/>
            <a:ext cx="2047875" cy="285750"/>
          </a:xfrm>
          <a:prstGeom prst="rect">
            <a:avLst/>
          </a:prstGeom>
          <a:noFill/>
          <a:ln w="0">
            <a:noFill/>
          </a:ln>
        </p:spPr>
        <p:txBody>
          <a:bodyPr wrap="none" lIns="0" tIns="0" rIns="0" bIns="0" anchor="t">
            <a:noAutofit/>
          </a:bodyPr>
          <a:lstStyle>
            <a:defPPr algn="l">
              <a:defRPr sz="1425">
                <a:solidFill>
                  <a:srgbClr val="202D3E"/>
                </a:solidFill>
                <a:latin typeface="Ubuntu Light"/>
                <a:ea typeface="Ubuntu Light"/>
                <a:cs typeface="Ubuntu Light"/>
              </a:defRPr>
            </a:defPPr>
            <a:lvl1pPr algn="l">
              <a:defRPr sz="1425">
                <a:solidFill>
                  <a:srgbClr val="202D3E"/>
                </a:solidFill>
                <a:latin typeface="Ubuntu Light"/>
                <a:ea typeface="Ubuntu Light"/>
                <a:cs typeface="Ubuntu Light"/>
              </a:defRPr>
            </a:lvl1pPr>
            <a:lvl2pPr algn="l">
              <a:defRPr sz="1425">
                <a:solidFill>
                  <a:srgbClr val="202D3E"/>
                </a:solidFill>
                <a:latin typeface="Ubuntu Light"/>
                <a:ea typeface="Ubuntu Light"/>
                <a:cs typeface="Ubuntu Light"/>
              </a:defRPr>
            </a:lvl2pPr>
            <a:lvl3pPr algn="l">
              <a:defRPr sz="1425">
                <a:solidFill>
                  <a:srgbClr val="202D3E"/>
                </a:solidFill>
                <a:latin typeface="Ubuntu Light"/>
                <a:ea typeface="Ubuntu Light"/>
                <a:cs typeface="Ubuntu Light"/>
              </a:defRPr>
            </a:lvl3pPr>
            <a:lvl4pPr algn="l">
              <a:defRPr sz="1425">
                <a:solidFill>
                  <a:srgbClr val="202D3E"/>
                </a:solidFill>
                <a:latin typeface="Ubuntu Light"/>
                <a:ea typeface="Ubuntu Light"/>
                <a:cs typeface="Ubuntu Light"/>
              </a:defRPr>
            </a:lvl4pPr>
            <a:lvl5pPr algn="l">
              <a:defRPr sz="1425">
                <a:solidFill>
                  <a:srgbClr val="202D3E"/>
                </a:solidFill>
                <a:latin typeface="Ubuntu Light"/>
                <a:ea typeface="Ubuntu Light"/>
                <a:cs typeface="Ubuntu Light"/>
              </a:defRPr>
            </a:lvl5pPr>
            <a:lvl6pPr algn="l">
              <a:defRPr sz="1425">
                <a:solidFill>
                  <a:srgbClr val="202D3E"/>
                </a:solidFill>
                <a:latin typeface="Ubuntu Light"/>
                <a:ea typeface="Ubuntu Light"/>
                <a:cs typeface="Ubuntu Light"/>
              </a:defRPr>
            </a:lvl6pPr>
            <a:lvl7pPr algn="l">
              <a:defRPr sz="1425">
                <a:solidFill>
                  <a:srgbClr val="202D3E"/>
                </a:solidFill>
                <a:latin typeface="Ubuntu Light"/>
                <a:ea typeface="Ubuntu Light"/>
                <a:cs typeface="Ubuntu Light"/>
              </a:defRPr>
            </a:lvl7pPr>
            <a:lvl8pPr algn="l">
              <a:defRPr sz="1425">
                <a:solidFill>
                  <a:srgbClr val="202D3E"/>
                </a:solidFill>
                <a:latin typeface="Ubuntu Light"/>
                <a:ea typeface="Ubuntu Light"/>
                <a:cs typeface="Ubuntu Light"/>
              </a:defRPr>
            </a:lvl8pPr>
            <a:lvl9pPr algn="l">
              <a:defRPr sz="1425">
                <a:solidFill>
                  <a:srgbClr val="202D3E"/>
                </a:solidFill>
                <a:latin typeface="Ubuntu Light"/>
                <a:ea typeface="Ubuntu Light"/>
                <a:cs typeface="Ubuntu Light"/>
              </a:defRPr>
            </a:lvl9pPr>
          </a:lstStyle>
          <a:p>
            <a:pPr algn="l">
              <a:defRPr sz="1425">
                <a:solidFill>
                  <a:srgbClr val="202D3E"/>
                </a:solidFill>
                <a:latin typeface="Ubuntu Light"/>
                <a:ea typeface="Ubuntu Light"/>
                <a:cs typeface="Ubuntu Light"/>
              </a:defRPr>
            </a:pPr>
            <a:r>
              <a:rPr sz="1425">
                <a:solidFill>
                  <a:srgbClr val="202D3E"/>
                </a:solidFill>
                <a:latin typeface="Ubuntu Light"/>
                <a:ea typeface="Ubuntu Light"/>
                <a:cs typeface="Ubuntu Light"/>
              </a:rPr>
              <a:t>localstripe ledger</a:t>
            </a:r>
          </a:p>
        </p:txBody>
      </p:sp>
      <p:sp>
        <p:nvSpPr>
          <p:cNvPr id="20" name="charge-result">
            <a:extLst>
              <a:ext uri="{FF2B5EF4-FFF2-40B4-BE49-F238E27FC236}">
                <ns2:creationId id="{8A9034F4-1FC4-4EE2-9782-097A0BD44B9B}"/>
              </a:ext>
            </a:extLst>
          </p:cNvPr>
          <p:cNvSpPr>
            <a:spLocks noGrp="1"/>
          </p:cNvSpPr>
          <p:nvPr/>
        </p:nvSpPr>
        <p:spPr>
          <a:xfrm>
            <a:off x="5857875" y="4057650"/>
            <a:ext cx="2619375" cy="285750"/>
          </a:xfrm>
          <a:prstGeom prst="rect">
            <a:avLst/>
          </a:prstGeom>
          <a:noFill/>
          <a:ln w="0">
            <a:noFill/>
          </a:ln>
        </p:spPr>
        <p:txBody>
          <a:bodyPr wrap="none" lIns="0" tIns="0" rIns="0" bIns="0" anchor="t">
            <a:noAutofit/>
          </a:bodyPr>
          <a:lstStyle>
            <a:defPPr algn="l">
              <a:defRPr sz="1650">
                <a:solidFill>
                  <a:srgbClr val="14664F"/>
                </a:solidFill>
                <a:latin typeface="Ubuntu Light"/>
                <a:ea typeface="Ubuntu Light"/>
                <a:cs typeface="Ubuntu Light"/>
              </a:defRPr>
            </a:defPPr>
            <a:lvl1pPr algn="l">
              <a:defRPr sz="1650">
                <a:solidFill>
                  <a:srgbClr val="14664F"/>
                </a:solidFill>
                <a:latin typeface="Ubuntu Light"/>
                <a:ea typeface="Ubuntu Light"/>
                <a:cs typeface="Ubuntu Light"/>
              </a:defRPr>
            </a:lvl1pPr>
            <a:lvl2pPr algn="l">
              <a:defRPr sz="1650">
                <a:solidFill>
                  <a:srgbClr val="14664F"/>
                </a:solidFill>
                <a:latin typeface="Ubuntu Light"/>
                <a:ea typeface="Ubuntu Light"/>
                <a:cs typeface="Ubuntu Light"/>
              </a:defRPr>
            </a:lvl2pPr>
            <a:lvl3pPr algn="l">
              <a:defRPr sz="1650">
                <a:solidFill>
                  <a:srgbClr val="14664F"/>
                </a:solidFill>
                <a:latin typeface="Ubuntu Light"/>
                <a:ea typeface="Ubuntu Light"/>
                <a:cs typeface="Ubuntu Light"/>
              </a:defRPr>
            </a:lvl3pPr>
            <a:lvl4pPr algn="l">
              <a:defRPr sz="1650">
                <a:solidFill>
                  <a:srgbClr val="14664F"/>
                </a:solidFill>
                <a:latin typeface="Ubuntu Light"/>
                <a:ea typeface="Ubuntu Light"/>
                <a:cs typeface="Ubuntu Light"/>
              </a:defRPr>
            </a:lvl4pPr>
            <a:lvl5pPr algn="l">
              <a:defRPr sz="1650">
                <a:solidFill>
                  <a:srgbClr val="14664F"/>
                </a:solidFill>
                <a:latin typeface="Ubuntu Light"/>
                <a:ea typeface="Ubuntu Light"/>
                <a:cs typeface="Ubuntu Light"/>
              </a:defRPr>
            </a:lvl5pPr>
            <a:lvl6pPr algn="l">
              <a:defRPr sz="1650">
                <a:solidFill>
                  <a:srgbClr val="14664F"/>
                </a:solidFill>
                <a:latin typeface="Ubuntu Light"/>
                <a:ea typeface="Ubuntu Light"/>
                <a:cs typeface="Ubuntu Light"/>
              </a:defRPr>
            </a:lvl6pPr>
            <a:lvl7pPr algn="l">
              <a:defRPr sz="1650">
                <a:solidFill>
                  <a:srgbClr val="14664F"/>
                </a:solidFill>
                <a:latin typeface="Ubuntu Light"/>
                <a:ea typeface="Ubuntu Light"/>
                <a:cs typeface="Ubuntu Light"/>
              </a:defRPr>
            </a:lvl7pPr>
            <a:lvl8pPr algn="l">
              <a:defRPr sz="1650">
                <a:solidFill>
                  <a:srgbClr val="14664F"/>
                </a:solidFill>
                <a:latin typeface="Ubuntu Light"/>
                <a:ea typeface="Ubuntu Light"/>
                <a:cs typeface="Ubuntu Light"/>
              </a:defRPr>
            </a:lvl8pPr>
            <a:lvl9pPr algn="l">
              <a:defRPr sz="1650">
                <a:solidFill>
                  <a:srgbClr val="14664F"/>
                </a:solidFill>
                <a:latin typeface="Ubuntu Light"/>
                <a:ea typeface="Ubuntu Light"/>
                <a:cs typeface="Ubuntu Light"/>
              </a:defRPr>
            </a:lvl9pPr>
          </a:lstStyle>
          <a:p>
            <a:pPr algn="l">
              <a:defRPr sz="1650">
                <a:solidFill>
                  <a:srgbClr val="14664F"/>
                </a:solidFill>
                <a:latin typeface="Ubuntu Light"/>
                <a:ea typeface="Ubuntu Light"/>
                <a:cs typeface="Ubuntu Light"/>
              </a:defRPr>
            </a:pPr>
            <a:r>
              <a:rPr sz="1650">
                <a:solidFill>
                  <a:srgbClr val="14664F"/>
                </a:solidFill>
                <a:latin typeface="Ubuntu Light"/>
                <a:ea typeface="Ubuntu Light"/>
                <a:cs typeface="Ubuntu Light"/>
              </a:rPr>
              <a:t>Charges: 1</a:t>
            </a:r>
          </a:p>
        </p:txBody>
      </p:sp>
      <p:sp>
        <p:nvSpPr>
          <p:cNvPr id="21" name="evidence-purpose">
            <a:extLst>
              <a:ext uri="{FF2B5EF4-FFF2-40B4-BE49-F238E27FC236}">
                <ns2:creationId id="{C163E212-CC79-4252-9010-80C70AEA0D2B}"/>
              </a:ext>
            </a:extLst>
          </p:cNvPr>
          <p:cNvSpPr>
            <a:spLocks noGrp="1"/>
          </p:cNvSpPr>
          <p:nvPr/>
        </p:nvSpPr>
        <p:spPr>
          <a:xfrm>
            <a:off x="619125" y="4552950"/>
            <a:ext cx="7905750" cy="504825"/>
          </a:xfrm>
          <a:prstGeom prst="rect">
            <a:avLst/>
          </a:prstGeom>
          <a:noFill/>
          <a:ln w="0">
            <a:noFill/>
          </a:ln>
        </p:spPr>
        <p:txBody>
          <a:bodyPr wrap="none" lIns="0" tIns="0" rIns="0" bIns="0" anchor="t">
            <a:noAutofit/>
          </a:bodyPr>
          <a:lstStyle>
            <a:defPPr algn="l">
              <a:defRPr sz="1350">
                <a:solidFill>
                  <a:srgbClr val="202D3E"/>
                </a:solidFill>
                <a:latin typeface="Ubuntu Light"/>
                <a:ea typeface="Ubuntu Light"/>
                <a:cs typeface="Ubuntu Light"/>
              </a:defRPr>
            </a:defPPr>
            <a:lvl1pPr algn="l">
              <a:defRPr sz="1350">
                <a:solidFill>
                  <a:srgbClr val="202D3E"/>
                </a:solidFill>
                <a:latin typeface="Ubuntu Light"/>
                <a:ea typeface="Ubuntu Light"/>
                <a:cs typeface="Ubuntu Light"/>
              </a:defRPr>
            </a:lvl1pPr>
            <a:lvl2pPr algn="l">
              <a:defRPr sz="1350">
                <a:solidFill>
                  <a:srgbClr val="202D3E"/>
                </a:solidFill>
                <a:latin typeface="Ubuntu Light"/>
                <a:ea typeface="Ubuntu Light"/>
                <a:cs typeface="Ubuntu Light"/>
              </a:defRPr>
            </a:lvl2pPr>
            <a:lvl3pPr algn="l">
              <a:defRPr sz="1350">
                <a:solidFill>
                  <a:srgbClr val="202D3E"/>
                </a:solidFill>
                <a:latin typeface="Ubuntu Light"/>
                <a:ea typeface="Ubuntu Light"/>
                <a:cs typeface="Ubuntu Light"/>
              </a:defRPr>
            </a:lvl3pPr>
            <a:lvl4pPr algn="l">
              <a:defRPr sz="1350">
                <a:solidFill>
                  <a:srgbClr val="202D3E"/>
                </a:solidFill>
                <a:latin typeface="Ubuntu Light"/>
                <a:ea typeface="Ubuntu Light"/>
                <a:cs typeface="Ubuntu Light"/>
              </a:defRPr>
            </a:lvl4pPr>
            <a:lvl5pPr algn="l">
              <a:defRPr sz="1350">
                <a:solidFill>
                  <a:srgbClr val="202D3E"/>
                </a:solidFill>
                <a:latin typeface="Ubuntu Light"/>
                <a:ea typeface="Ubuntu Light"/>
                <a:cs typeface="Ubuntu Light"/>
              </a:defRPr>
            </a:lvl5pPr>
            <a:lvl6pPr algn="l">
              <a:defRPr sz="1350">
                <a:solidFill>
                  <a:srgbClr val="202D3E"/>
                </a:solidFill>
                <a:latin typeface="Ubuntu Light"/>
                <a:ea typeface="Ubuntu Light"/>
                <a:cs typeface="Ubuntu Light"/>
              </a:defRPr>
            </a:lvl6pPr>
            <a:lvl7pPr algn="l">
              <a:defRPr sz="1350">
                <a:solidFill>
                  <a:srgbClr val="202D3E"/>
                </a:solidFill>
                <a:latin typeface="Ubuntu Light"/>
                <a:ea typeface="Ubuntu Light"/>
                <a:cs typeface="Ubuntu Light"/>
              </a:defRPr>
            </a:lvl7pPr>
            <a:lvl8pPr algn="l">
              <a:defRPr sz="1350">
                <a:solidFill>
                  <a:srgbClr val="202D3E"/>
                </a:solidFill>
                <a:latin typeface="Ubuntu Light"/>
                <a:ea typeface="Ubuntu Light"/>
                <a:cs typeface="Ubuntu Light"/>
              </a:defRPr>
            </a:lvl8pPr>
            <a:lvl9pPr algn="l">
              <a:defRPr sz="1350">
                <a:solidFill>
                  <a:srgbClr val="202D3E"/>
                </a:solidFill>
                <a:latin typeface="Ubuntu Light"/>
                <a:ea typeface="Ubuntu Light"/>
                <a:cs typeface="Ubuntu Light"/>
              </a:defRPr>
            </a:lvl9pPr>
          </a:lstStyle>
          <a:p>
            <a:pPr algn="l">
              <a:defRPr sz="1350">
                <a:solidFill>
                  <a:srgbClr val="202D3E"/>
                </a:solidFill>
                <a:latin typeface="Ubuntu Light"/>
                <a:ea typeface="Ubuntu Light"/>
                <a:cs typeface="Ubuntu Light"/>
              </a:defRPr>
            </a:pPr>
            <a:r>
              <a:rPr sz="1350">
                <a:solidFill>
                  <a:srgbClr val="202D3E"/>
                </a:solidFill>
                <a:latin typeface="Ubuntu Light"/>
                <a:ea typeface="Ubuntu Light"/>
                <a:cs typeface="Ubuntu Light"/>
              </a:rPr>
              <a:t>Two invocations; the earlier completed steps each start only once.</a:t>
            </a:r>
          </a:p>
          <a:p>
            <a:pPr algn="l">
              <a:defRPr sz="1350">
                <a:solidFill>
                  <a:srgbClr val="202D3E"/>
                </a:solidFill>
                <a:latin typeface="Ubuntu Light"/>
                <a:ea typeface="Ubuntu Light"/>
                <a:cs typeface="Ubuntu Light"/>
              </a:defRPr>
            </a:pPr>
            <a:r>
              <a:rPr sz="1350">
                <a:solidFill>
                  <a:srgbClr val="202D3E"/>
                </a:solidFill>
                <a:latin typeface="Ubuntu Light"/>
                <a:ea typeface="Ubuntu Light"/>
                <a:cs typeface="Ubuntu Light"/>
              </a:rPr>
              <a:t>The test also asserts CONFIRMED, stock 8 and exactly one charge.</a:t>
            </a:r>
          </a:p>
        </p:txBody>
      </p:sp>
    </p:spTree>
    <p:extLst>
      <p:ext uri="{BB962C8B-B14F-4D97-AF65-F5344CB8AC3E}">
        <ns4:creationId val="1896235609"/>
      </p:ext>
    </p:extLst>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emo-title">
            <a:extLst>
              <a:ext uri="{FF2B5EF4-FFF2-40B4-BE49-F238E27FC236}">
                <a16:creationId xmlns:a16="http://schemas.microsoft.com/office/drawing/2014/main" id="{A8C4CA0E-15F5-4912-8FB7-2B550CA63D9E}"/>
              </a:ext>
            </a:extLst>
          </p:cNvPr>
          <p:cNvSpPr>
            <a:spLocks noGrp="1"/>
          </p:cNvSpPr>
          <p:nvPr/>
        </p:nvSpPr>
        <p:spPr>
          <a:xfrm>
            <a:off x="619125" y="952500"/>
            <a:ext cx="7905750" cy="1571625"/>
          </a:xfrm>
          <a:prstGeom prst="rect">
            <a:avLst/>
          </a:prstGeom>
          <a:noFill/>
          <a:ln w="0">
            <a:noFill/>
          </a:ln>
        </p:spPr>
        <p:txBody>
          <a:bodyPr wrap="none" lIns="0" tIns="0" rIns="0" bIns="0" anchor="ctr">
            <a:noAutofit/>
          </a:bodyPr>
          <a:lstStyle>
            <a:defPPr algn="ctr">
              <a:defRPr sz="5100" b="0">
                <a:solidFill>
                  <a:srgbClr val="202D3E"/>
                </a:solidFill>
                <a:latin typeface="Ubuntu Light"/>
                <a:ea typeface="Ubuntu Light"/>
                <a:cs typeface="Ubuntu Light"/>
              </a:defRPr>
            </a:defPPr>
            <a:lvl1pPr algn="ctr">
              <a:buNone/>
              <a:defRPr sz="5100" b="0">
                <a:solidFill>
                  <a:srgbClr val="202D3E"/>
                </a:solidFill>
                <a:latin typeface="Ubuntu Light"/>
                <a:ea typeface="Ubuntu Light"/>
                <a:cs typeface="Ubuntu Light"/>
              </a:defRPr>
            </a:lvl1pPr>
            <a:lvl2pPr algn="ctr">
              <a:buNone/>
              <a:defRPr sz="5100" b="0">
                <a:solidFill>
                  <a:srgbClr val="202D3E"/>
                </a:solidFill>
                <a:latin typeface="Ubuntu Light"/>
                <a:ea typeface="Ubuntu Light"/>
                <a:cs typeface="Ubuntu Light"/>
              </a:defRPr>
            </a:lvl2pPr>
            <a:lvl3pPr algn="ctr">
              <a:buNone/>
              <a:defRPr sz="5100" b="0">
                <a:solidFill>
                  <a:srgbClr val="202D3E"/>
                </a:solidFill>
                <a:latin typeface="Ubuntu Light"/>
                <a:ea typeface="Ubuntu Light"/>
                <a:cs typeface="Ubuntu Light"/>
              </a:defRPr>
            </a:lvl3pPr>
            <a:lvl4pPr algn="ctr">
              <a:buNone/>
              <a:defRPr sz="5100" b="0">
                <a:solidFill>
                  <a:srgbClr val="202D3E"/>
                </a:solidFill>
                <a:latin typeface="Ubuntu Light"/>
                <a:ea typeface="Ubuntu Light"/>
                <a:cs typeface="Ubuntu Light"/>
              </a:defRPr>
            </a:lvl4pPr>
            <a:lvl5pPr algn="ctr">
              <a:buNone/>
              <a:defRPr sz="5100" b="0">
                <a:solidFill>
                  <a:srgbClr val="202D3E"/>
                </a:solidFill>
                <a:latin typeface="Ubuntu Light"/>
                <a:ea typeface="Ubuntu Light"/>
                <a:cs typeface="Ubuntu Light"/>
              </a:defRPr>
            </a:lvl5pPr>
            <a:lvl6pPr algn="ctr">
              <a:buNone/>
              <a:defRPr sz="5100" b="0">
                <a:solidFill>
                  <a:srgbClr val="202D3E"/>
                </a:solidFill>
                <a:latin typeface="Ubuntu Light"/>
                <a:ea typeface="Ubuntu Light"/>
                <a:cs typeface="Ubuntu Light"/>
              </a:defRPr>
            </a:lvl6pPr>
            <a:lvl7pPr algn="ctr">
              <a:buNone/>
              <a:defRPr sz="5100" b="0">
                <a:solidFill>
                  <a:srgbClr val="202D3E"/>
                </a:solidFill>
                <a:latin typeface="Ubuntu Light"/>
                <a:ea typeface="Ubuntu Light"/>
                <a:cs typeface="Ubuntu Light"/>
              </a:defRPr>
            </a:lvl7pPr>
            <a:lvl8pPr algn="ctr">
              <a:buNone/>
              <a:defRPr sz="5100" b="0">
                <a:solidFill>
                  <a:srgbClr val="202D3E"/>
                </a:solidFill>
                <a:latin typeface="Ubuntu Light"/>
                <a:ea typeface="Ubuntu Light"/>
                <a:cs typeface="Ubuntu Light"/>
              </a:defRPr>
            </a:lvl8pPr>
            <a:lvl9pPr algn="ctr">
              <a:buNone/>
              <a:defRPr sz="5100" b="0">
                <a:solidFill>
                  <a:srgbClr val="202D3E"/>
                </a:solidFill>
                <a:latin typeface="Ubuntu Light"/>
                <a:ea typeface="Ubuntu Light"/>
                <a:cs typeface="Ubuntu Light"/>
              </a:defRPr>
            </a:lvl9pPr>
          </a:lstStyle>
          <a:p>
            <a:pPr algn="ctr">
              <a:buNone/>
              <a:defRPr sz="5100" b="0">
                <a:solidFill>
                  <a:srgbClr val="202D3E"/>
                </a:solidFill>
                <a:latin typeface="Ubuntu Light"/>
                <a:ea typeface="Ubuntu Light"/>
                <a:cs typeface="Ubuntu Light"/>
              </a:defRPr>
            </a:pPr>
            <a:r>
              <a:rPr b="0">
                <a:latin typeface="Ubuntu Light"/>
                <a:ea typeface="Ubuntu Light"/>
                <a:cs typeface="Ubuntu Light"/>
              </a:rPr>
              <a:t>Demo</a:t>
            </a:r>
          </a:p>
        </p:txBody>
      </p:sp>
      <p:sp>
        <p:nvSpPr>
          <p:cNvPr id="2" name="demo-topic">
            <a:extLst>
              <a:ext uri="{FF2B5EF4-FFF2-40B4-BE49-F238E27FC236}">
                <a16:creationId xmlns:a16="http://schemas.microsoft.com/office/drawing/2014/main" id="{3BA97EB1-BE47-49B7-8D6E-05E1363D5AF9}"/>
              </a:ext>
            </a:extLst>
          </p:cNvPr>
          <p:cNvSpPr>
            <a:spLocks noGrp="1"/>
          </p:cNvSpPr>
          <p:nvPr/>
        </p:nvSpPr>
        <p:spPr>
          <a:xfrm>
            <a:off x="619125" y="2619375"/>
            <a:ext cx="7905750" cy="428625"/>
          </a:xfrm>
          <a:prstGeom prst="rect">
            <a:avLst/>
          </a:prstGeom>
          <a:noFill/>
          <a:ln w="0">
            <a:noFill/>
          </a:ln>
        </p:spPr>
        <p:txBody xmlns:a="http://schemas.openxmlformats.org/drawingml/2006/main" xmlns:p="http://schemas.openxmlformats.org/presentationml/2006/main">
          <a:bodyPr wrap="none" lIns="0" tIns="0" rIns="0" bIns="0" anchor="t">
            <a:noAutofit/>
          </a:bodyPr>
          <a:lstStyle>
            <a:defPPr algn="ctr">
              <a:defRPr sz="1950" b="0">
                <a:solidFill>
                  <a:srgbClr val="475569"/>
                </a:solidFill>
                <a:latin typeface="Ubuntu Light"/>
                <a:ea typeface="Ubuntu Light"/>
                <a:cs typeface="Ubuntu Light"/>
              </a:defRPr>
            </a:defPPr>
            <a:lvl1pPr algn="ctr">
              <a:buNone/>
              <a:defRPr sz="1950" b="0">
                <a:solidFill>
                  <a:srgbClr val="475569"/>
                </a:solidFill>
                <a:latin typeface="Ubuntu Light"/>
                <a:ea typeface="Ubuntu Light"/>
                <a:cs typeface="Ubuntu Light"/>
              </a:defRPr>
            </a:lvl1pPr>
            <a:lvl2pPr algn="ctr">
              <a:buNone/>
              <a:defRPr sz="1950" b="0">
                <a:solidFill>
                  <a:srgbClr val="475569"/>
                </a:solidFill>
                <a:latin typeface="Ubuntu Light"/>
                <a:ea typeface="Ubuntu Light"/>
                <a:cs typeface="Ubuntu Light"/>
              </a:defRPr>
            </a:lvl2pPr>
            <a:lvl3pPr algn="ctr">
              <a:buNone/>
              <a:defRPr sz="1950" b="0">
                <a:solidFill>
                  <a:srgbClr val="475569"/>
                </a:solidFill>
                <a:latin typeface="Ubuntu Light"/>
                <a:ea typeface="Ubuntu Light"/>
                <a:cs typeface="Ubuntu Light"/>
              </a:defRPr>
            </a:lvl3pPr>
            <a:lvl4pPr algn="ctr">
              <a:buNone/>
              <a:defRPr sz="1950" b="0">
                <a:solidFill>
                  <a:srgbClr val="475569"/>
                </a:solidFill>
                <a:latin typeface="Ubuntu Light"/>
                <a:ea typeface="Ubuntu Light"/>
                <a:cs typeface="Ubuntu Light"/>
              </a:defRPr>
            </a:lvl4pPr>
            <a:lvl5pPr algn="ctr">
              <a:buNone/>
              <a:defRPr sz="1950" b="0">
                <a:solidFill>
                  <a:srgbClr val="475569"/>
                </a:solidFill>
                <a:latin typeface="Ubuntu Light"/>
                <a:ea typeface="Ubuntu Light"/>
                <a:cs typeface="Ubuntu Light"/>
              </a:defRPr>
            </a:lvl5pPr>
            <a:lvl6pPr algn="ctr">
              <a:buNone/>
              <a:defRPr sz="1950" b="0">
                <a:solidFill>
                  <a:srgbClr val="475569"/>
                </a:solidFill>
                <a:latin typeface="Ubuntu Light"/>
                <a:ea typeface="Ubuntu Light"/>
                <a:cs typeface="Ubuntu Light"/>
              </a:defRPr>
            </a:lvl6pPr>
            <a:lvl7pPr algn="ctr">
              <a:buNone/>
              <a:defRPr sz="1950" b="0">
                <a:solidFill>
                  <a:srgbClr val="475569"/>
                </a:solidFill>
                <a:latin typeface="Ubuntu Light"/>
                <a:ea typeface="Ubuntu Light"/>
                <a:cs typeface="Ubuntu Light"/>
              </a:defRPr>
            </a:lvl7pPr>
            <a:lvl8pPr algn="ctr">
              <a:buNone/>
              <a:defRPr sz="1950" b="0">
                <a:solidFill>
                  <a:srgbClr val="475569"/>
                </a:solidFill>
                <a:latin typeface="Ubuntu Light"/>
                <a:ea typeface="Ubuntu Light"/>
                <a:cs typeface="Ubuntu Light"/>
              </a:defRPr>
            </a:lvl8pPr>
            <a:lvl9pPr algn="ctr">
              <a:buNone/>
              <a:defRPr sz="1950" b="0">
                <a:solidFill>
                  <a:srgbClr val="475569"/>
                </a:solidFill>
                <a:latin typeface="Ubuntu Light"/>
                <a:ea typeface="Ubuntu Light"/>
                <a:cs typeface="Ubuntu Light"/>
              </a:defRPr>
            </a:lvl9pPr>
          </a:lstStyle>
          <a:p>
            <a:pPr algn="ctr">
              <a:buNone/>
              <a:defRPr sz="1950" b="0">
                <a:solidFill>
                  <a:srgbClr val="475569"/>
                </a:solidFill>
                <a:latin typeface="Ubuntu Light"/>
                <a:ea typeface="Ubuntu Light"/>
                <a:cs typeface="Ubuntu Light"/>
              </a:defRPr>
            </a:pPr>
            <a:r>
              <a:rPr b="0">
                <a:latin typeface="Ubuntu Light"/>
                <a:ea typeface="Ubuntu Light"/>
                <a:cs typeface="Ubuntu Light"/>
              </a:rPr>
              <a:t>Approval resumes the workflow; earlier steps run once</a:t>
            </a:r>
          </a:p>
        </p:txBody>
      </p:sp>
      <p:sp>
        <p:nvSpPr>
          <p:cNvPr id="5" name="demo-command">
            <a:extLst>
              <a:ext uri="{FF2B5EF4-FFF2-40B4-BE49-F238E27FC236}">
                <a16:creationId xmlns:a16="http://schemas.microsoft.com/office/drawing/2014/main" id="{60A2BDEA-D8F9-489D-ABE8-1527B7DD2C6A}"/>
              </a:ext>
            </a:extLst>
          </p:cNvPr>
          <p:cNvSpPr>
            <a:spLocks noGrp="1"/>
          </p:cNvSpPr>
          <p:nvPr/>
        </p:nvSpPr>
        <p:spPr>
          <a:xfrm>
            <a:off x="857250" y="3238500"/>
            <a:ext cx="7429500" cy="1619250"/>
          </a:xfrm>
          <a:prstGeom prst="rect">
            <a:avLst/>
          </a:prstGeom>
          <a:solidFill>
            <a:srgbClr val="000000"/>
          </a:solidFill>
          <a:ln w="0">
            <a:noFill/>
          </a:ln>
        </p:spPr>
        <p:txBody xmlns:a="http://schemas.openxmlformats.org/drawingml/2006/main" xmlns:p="http://schemas.openxmlformats.org/presentationml/2006/main">
          <a:bodyPr wrap="none" lIns="171450" tIns="171450" rIns="171450" bIns="171450" anchor="t">
            <a:noAutofit/>
          </a:bodyPr>
          <a:lstStyle>
            <a:defPPr algn="l">
              <a:defRPr sz="1388" b="0">
                <a:solidFill>
                  <a:srgbClr val="D1D5DB"/>
                </a:solidFill>
                <a:latin typeface="Menlo"/>
                <a:ea typeface="Menlo"/>
                <a:cs typeface="Menlo"/>
              </a:defRPr>
            </a:defPPr>
            <a:lvl1pPr algn="l">
              <a:buNone/>
              <a:defRPr sz="1350" b="0">
                <a:solidFill>
                  <a:srgbClr val="D4D4D4"/>
                </a:solidFill>
                <a:latin typeface="Menlo"/>
                <a:ea typeface="Menlo"/>
                <a:cs typeface="Menlo"/>
              </a:defRPr>
            </a:lvl1pPr>
            <a:lvl2pPr algn="l">
              <a:buNone/>
              <a:defRPr sz="1350" b="0">
                <a:solidFill>
                  <a:srgbClr val="D4D4D4"/>
                </a:solidFill>
                <a:latin typeface="Menlo"/>
                <a:ea typeface="Menlo"/>
                <a:cs typeface="Menlo"/>
              </a:defRPr>
            </a:lvl2pPr>
            <a:lvl3pPr algn="l">
              <a:buNone/>
              <a:defRPr sz="1350" b="0">
                <a:solidFill>
                  <a:srgbClr val="D4D4D4"/>
                </a:solidFill>
                <a:latin typeface="Menlo"/>
                <a:ea typeface="Menlo"/>
                <a:cs typeface="Menlo"/>
              </a:defRPr>
            </a:lvl3pPr>
            <a:lvl4pPr algn="l">
              <a:buNone/>
              <a:defRPr sz="1350" b="0">
                <a:solidFill>
                  <a:srgbClr val="D4D4D4"/>
                </a:solidFill>
                <a:latin typeface="Menlo"/>
                <a:ea typeface="Menlo"/>
                <a:cs typeface="Menlo"/>
              </a:defRPr>
            </a:lvl4pPr>
            <a:lvl5pPr algn="l">
              <a:buNone/>
              <a:defRPr sz="1350" b="0">
                <a:solidFill>
                  <a:srgbClr val="D4D4D4"/>
                </a:solidFill>
                <a:latin typeface="Menlo"/>
                <a:ea typeface="Menlo"/>
                <a:cs typeface="Menlo"/>
              </a:defRPr>
            </a:lvl5pPr>
            <a:lvl6pPr algn="l">
              <a:buNone/>
              <a:defRPr sz="1350" b="0">
                <a:solidFill>
                  <a:srgbClr val="D4D4D4"/>
                </a:solidFill>
                <a:latin typeface="Menlo"/>
                <a:ea typeface="Menlo"/>
                <a:cs typeface="Menlo"/>
              </a:defRPr>
            </a:lvl6pPr>
            <a:lvl7pPr algn="l">
              <a:buNone/>
              <a:defRPr sz="1350" b="0">
                <a:solidFill>
                  <a:srgbClr val="D4D4D4"/>
                </a:solidFill>
                <a:latin typeface="Menlo"/>
                <a:ea typeface="Menlo"/>
                <a:cs typeface="Menlo"/>
              </a:defRPr>
            </a:lvl7pPr>
            <a:lvl8pPr algn="l">
              <a:buNone/>
              <a:defRPr sz="1350" b="0">
                <a:solidFill>
                  <a:srgbClr val="D4D4D4"/>
                </a:solidFill>
                <a:latin typeface="Menlo"/>
                <a:ea typeface="Menlo"/>
                <a:cs typeface="Menlo"/>
              </a:defRPr>
            </a:lvl8pPr>
            <a:lvl9pPr algn="l">
              <a:buNone/>
              <a:defRPr sz="1350" b="0">
                <a:solidFill>
                  <a:srgbClr val="D4D4D4"/>
                </a:solidFill>
                <a:latin typeface="Menlo"/>
                <a:ea typeface="Menlo"/>
                <a:cs typeface="Menlo"/>
              </a:defRPr>
            </a:lvl9pPr>
          </a:lstStyle>
          <a:p>
            <a:pPr algn="l">
              <a:lnSpc>
                <a:spcPct val="132000"/>
              </a:lnSpc>
              <a:buNone/>
              <a:defRPr sz="1388" b="0">
                <a:solidFill>
                  <a:srgbClr val="D1D5DB"/>
                </a:solidFill>
                <a:latin typeface="Menlo"/>
                <a:ea typeface="Menlo"/>
                <a:cs typeface="Menlo"/>
              </a:defRPr>
            </a:pPr>
            <a:r>
              <a:rPr sz="1388" b="0" dirty="0" err="1">
                <a:solidFill>
                  <a:srgbClr val="D1D5DB"/>
                </a:solidFill>
                <a:latin typeface="Menlo"/>
                <a:ea typeface="Menlo"/>
                <a:cs typeface="Menlo"/>
              </a:rPr>
              <a:t>mise run test-durable</a:t>
            </a:r>
          </a:p>
          <a:p>
            <a:pPr algn="l">
              <a:lnSpc>
                <a:spcPct val="132000"/>
              </a:lnSpc>
              <a:buNone/>
              <a:defRPr sz="1388" b="0">
                <a:solidFill>
                  <a:srgbClr val="D1D5DB"/>
                </a:solidFill>
                <a:latin typeface="Menlo"/>
                <a:ea typeface="Menlo"/>
                <a:cs typeface="Menlo"/>
              </a:defRPr>
            </a:pPr>
            <a:r>
              <a:rPr sz="1388" b="0" dirty="0" err="1">
                <a:solidFill>
                  <a:srgbClr val="D1D5DB"/>
                </a:solidFill>
                <a:latin typeface="Menlo"/>
                <a:ea typeface="Menlo"/>
                <a:cs typeface="Menlo"/>
              </a:rPr>
              <a:t>open -a Zed \</a:t>
            </a:r>
          </a:p>
          <a:p>
            <a:pPr algn="l">
              <a:lnSpc>
                <a:spcPct val="132000"/>
              </a:lnSpc>
              <a:buNone/>
              <a:defRPr sz="1388" b="0">
                <a:solidFill>
                  <a:srgbClr val="D1D5DB"/>
                </a:solidFill>
                <a:latin typeface="Menlo"/>
                <a:ea typeface="Menlo"/>
                <a:cs typeface="Menlo"/>
              </a:defRPr>
            </a:pPr>
            <a:r>
              <a:rPr sz="1388" b="0" dirty="0" err="1">
                <a:solidFill>
                  <a:srgbClr val="D1D5DB"/>
                </a:solidFill>
                <a:latin typeface="Menlo"/>
                <a:ea typeface="Menlo"/>
                <a:cs typeface="Menlo"/>
              </a:rPr>
              <a:t>  bonus/durable/workflow.py \</a:t>
            </a:r>
          </a:p>
          <a:p>
            <a:pPr algn="l">
              <a:lnSpc>
                <a:spcPct val="132000"/>
              </a:lnSpc>
              <a:buNone/>
              <a:defRPr sz="1388" b="0">
                <a:solidFill>
                  <a:srgbClr val="D1D5DB"/>
                </a:solidFill>
                <a:latin typeface="Menlo"/>
                <a:ea typeface="Menlo"/>
                <a:cs typeface="Menlo"/>
              </a:defRPr>
            </a:pPr>
            <a:r>
              <a:rPr sz="1388" b="0" dirty="0" err="1">
                <a:solidFill>
                  <a:srgbClr val="D1D5DB"/>
                </a:solidFill>
                <a:latin typeface="Menlo"/>
                <a:ea typeface="Menlo"/>
                <a:cs typeface="Menlo"/>
              </a:rPr>
              <a:t>  bonus/durable/tests/test_durable_order.py \</a:t>
            </a:r>
          </a:p>
          <a:p>
            <a:pPr algn="l">
              <a:lnSpc>
                <a:spcPct val="132000"/>
              </a:lnSpc>
              <a:buNone/>
              <a:defRPr sz="1388" b="0">
                <a:solidFill>
                  <a:srgbClr val="D1D5DB"/>
                </a:solidFill>
                <a:latin typeface="Menlo"/>
                <a:ea typeface="Menlo"/>
                <a:cs typeface="Menlo"/>
              </a:defRPr>
            </a:pPr>
            <a:r>
              <a:rPr sz="1388" b="0" dirty="0" err="1">
                <a:solidFill>
                  <a:srgbClr val="D1D5DB"/>
                </a:solidFill>
                <a:latin typeface="Menlo"/>
                <a:ea typeface="Menlo"/>
                <a:cs typeface="Menlo"/>
              </a:rPr>
              <a:t>  output/durable/merchant-callback.json</a:t>
            </a:r>
          </a:p>
        </p:txBody>
      </p:sp>
    </p:spTree>
    <p:extLst>
      <p:ext uri="{BB962C8B-B14F-4D97-AF65-F5344CB8AC3E}">
        <p14:creationId xmlns:p14="http://schemas.microsoft.com/office/powerpoint/2010/main" val="1270600867"/>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545</TotalTime>
  <Words>9075</Words>
  <Application>Microsoft Macintosh PowerPoint</Application>
  <DocSecurity>0</DocSecurity>
  <PresentationFormat>On-screen Show (16:9)</PresentationFormat>
  <Paragraphs>1068</Paragraphs>
  <Slides>48</Slides>
  <Notes>40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40</vt:i4>
      </vt:variant>
    </vt:vector>
  </HeadingPairs>
  <TitlesOfParts>
    <vt:vector size="45" baseType="lpstr">
      <vt:lpstr>Arial</vt:lpstr>
      <vt:lpstr>Menlo</vt:lpstr>
      <vt:lpstr>Ubuntu Light</vt:lpstr>
      <vt:lpstr>Ubuntu</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Testing Python Workflows with Floci and Lambda Durable Functions</dc:title>
  <dc:creator>Alex Au and Sky Ng</dc:creator>
  <cp:lastModifiedBy>Alex Au and Sky Ng</cp:lastModifiedBy>
  <cp:revision>7</cp:revision>
  <dcterms:created xsi:type="dcterms:W3CDTF">2026-10-23T13:18:27Z</dcterms:created>
  <dcterms:modified xsi:type="dcterms:W3CDTF">2026-10-24T07:15:09Z</dcterms:modified>
</cp:coreProperties>
</file>